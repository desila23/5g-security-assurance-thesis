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fef49dc2c054662" Type="http://schemas.openxmlformats.org/officeDocument/2006/relationships/officeDocument" Target="ppt/presentation.xml"/><Relationship Id="R777b344838f64010" Type="http://schemas.openxmlformats.org/package/2006/relationships/metadata/core-properties" Target="docProps/core.xml"/><Relationship Id="Rcd39c64af89f4f12"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080e829da4934443"/>
  </p:sldMasterIdLst>
  <p:notesMasterIdLst>
    <p:notesMasterId xmlns:r="http://schemas.openxmlformats.org/officeDocument/2006/relationships" r:id="Rf2006a3f0b4742e3"/>
  </p:notesMasterIdLst>
  <p:sldIdLst>
    <p:sldId xmlns:r="http://schemas.openxmlformats.org/officeDocument/2006/relationships" id="256" r:id="R7ebcd7383ebe4b0f"/>
    <p:sldId xmlns:r="http://schemas.openxmlformats.org/officeDocument/2006/relationships" id="257" r:id="Rf8a1fc615f8c4bc4"/>
    <p:sldId xmlns:r="http://schemas.openxmlformats.org/officeDocument/2006/relationships" id="258" r:id="Rbce2ee4c1c3a4fd4"/>
    <p:sldId xmlns:r="http://schemas.openxmlformats.org/officeDocument/2006/relationships" id="259" r:id="Rb8d0b8ef55664195"/>
    <p:sldId xmlns:ns0="http://schemas.openxmlformats.org/officeDocument/2006/relationships" id="265" ns0:id="rId15"/>
    <p:sldId xmlns:ns0="http://schemas.openxmlformats.org/officeDocument/2006/relationships" id="266" ns0:id="rId16"/>
    <p:sldId xmlns:r="http://schemas.openxmlformats.org/officeDocument/2006/relationships" id="260" r:id="Re670753c6e354911"/>
    <p:sldId xmlns:r="http://schemas.openxmlformats.org/officeDocument/2006/relationships" id="261" r:id="R127d50fc892543ed"/>
    <p:sldId xmlns:r="http://schemas.openxmlformats.org/officeDocument/2006/relationships" id="262" r:id="Ra176352badf542d1"/>
    <p:sldId xmlns:ns0="http://schemas.openxmlformats.org/officeDocument/2006/relationships" id="267" ns0:id="rId17"/>
    <p:sldId xmlns:ns0="http://schemas.openxmlformats.org/officeDocument/2006/relationships" id="268" ns0:id="rId18"/>
    <p:sldId xmlns:ns0="http://schemas.openxmlformats.org/officeDocument/2006/relationships" id="263" ns0:id="rId13"/>
    <p:sldId xmlns:ns0="http://schemas.openxmlformats.org/officeDocument/2006/relationships" id="264" ns0:id="rId1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80e829da4934443" Type="http://schemas.openxmlformats.org/officeDocument/2006/relationships/slideMaster" Target="slideMasters/slideMaster1.xml"/><Relationship Id="R127d50fc892543ed" Type="http://schemas.openxmlformats.org/officeDocument/2006/relationships/slide" Target="slides/slide6.xml"/><Relationship Id="R2d87289ed4624c56" Type="http://schemas.openxmlformats.org/officeDocument/2006/relationships/presProps" Target="presProps.xml"/><Relationship Id="R3e68fcc19a464e5a" Type="http://schemas.openxmlformats.org/officeDocument/2006/relationships/theme" Target="theme/theme1.xml"/><Relationship Id="R733f8c67bfe54005" Type="http://schemas.openxmlformats.org/officeDocument/2006/relationships/tableStyles" Target="tableStyles.xml"/><Relationship Id="R7ebcd7383ebe4b0f" Type="http://schemas.openxmlformats.org/officeDocument/2006/relationships/slide" Target="slides/slide1.xml"/><Relationship Id="Ra176352badf542d1" Type="http://schemas.openxmlformats.org/officeDocument/2006/relationships/slide" Target="slides/slide7.xml"/><Relationship Id="Rb8d0b8ef55664195" Type="http://schemas.openxmlformats.org/officeDocument/2006/relationships/slide" Target="slides/slide4.xml"/><Relationship Id="Rbce2ee4c1c3a4fd4" Type="http://schemas.openxmlformats.org/officeDocument/2006/relationships/slide" Target="slides/slide3.xml"/><Relationship Id="Re670753c6e354911" Type="http://schemas.openxmlformats.org/officeDocument/2006/relationships/slide" Target="slides/slide5.xml"/><Relationship Id="Rf2006a3f0b4742e3" Type="http://schemas.openxmlformats.org/officeDocument/2006/relationships/notesMaster" Target="notesMasters/notesMaster1.xml"/><Relationship Id="Rf8a1fc615f8c4bc4" Type="http://schemas.openxmlformats.org/officeDocument/2006/relationships/slide" Target="slides/slide2.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14850fc286ea40e8"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3d0bbc9dbf3b4b84" Type="http://schemas.openxmlformats.org/officeDocument/2006/relationships/slide" Target="../slides/slide1.xml"/><Relationship Id="R95b9a707a963431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493a09fded604581" Type="http://schemas.openxmlformats.org/officeDocument/2006/relationships/slide" Target="../slides/slide2.xml"/><Relationship Id="Rb278d380717d44b4"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078d76da17e74f15" Type="http://schemas.openxmlformats.org/officeDocument/2006/relationships/slide" Target="../slides/slide3.xml"/><Relationship Id="R86e353495075435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a71280df35264d83" Type="http://schemas.openxmlformats.org/officeDocument/2006/relationships/notesMaster" Target="../notesMasters/notesMaster1.xml"/><Relationship Id="Rc919d2d8d56e4b89"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68ffa9ab0b464109" Type="http://schemas.openxmlformats.org/officeDocument/2006/relationships/notesMaster" Target="../notesMasters/notesMaster1.xml"/><Relationship Id="Re976ee37830a4aaf"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3bb38d72e57c40d1" Type="http://schemas.openxmlformats.org/officeDocument/2006/relationships/slide" Target="../slides/slide6.xml"/><Relationship Id="R84a8634e64204500"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58909a872c8f4cc3" Type="http://schemas.openxmlformats.org/officeDocument/2006/relationships/notesMaster" Target="../notesMasters/notesMaster1.xml"/><Relationship Id="R83ee5a42f2de49a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Buongiorno. Il lavoro riguarda un linguaggio per descrivere i criteri di verifica dei test SCAS e un sistema che li applica alle catture di rete.</a:t>
            </a:r>
          </a:p>
          <a:p xmlns:a="http://schemas.openxmlformats.org/drawingml/2006/main">
            <a:r>
              <a:t/>
            </a:r>
          </a:p>
          <a:p xmlns:a="http://schemas.openxmlformats.org/drawingml/2006/main">
            <a:r>
              <a:t>Tempo indicativo: 10 secondi.</a:t>
            </a:r>
          </a:p>
          <a:p xmlns:a="http://schemas.openxmlformats.org/drawingml/2006/main">
            <a:r>
              <a:t/>
            </a:r>
          </a:p>
          <a:p xmlns:a="http://schemas.openxmlformats.org/drawingml/2006/main">
            <a:r>
              <a:t>Fonti:</a:t>
            </a:r>
          </a:p>
          <a:p xmlns:a="http://schemas.openxmlformats.org/drawingml/2006/main">
            <a:r>
              <a:t>https://github.com/desila23/5g-security-assurance-thesis/blob/gh-pages/5g-thesis-presentation/slides/01-titolo.html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Security Assurance serve a verificare che un sistema rispetti effettivamente i requisiti di sicurezza. Definire un requisito non significa che il software lo implementi correttamente. Bisogna quindi confrontare il comportamento previsto con quello reale. Nel 5G le funzionalità sono realizzate da componenti software chiamate Network Functions, e il 3GPP ha definito le specifiche SCAS per verificarne la sicurezza.</a:t>
            </a:r>
          </a:p>
          <a:p xmlns:a="http://schemas.openxmlformats.org/drawingml/2006/main">
            <a:r>
              <a:t/>
            </a:r>
          </a:p>
          <a:p xmlns:a="http://schemas.openxmlformats.org/drawingml/2006/main">
            <a:r>
              <a:t>Tempo indicativo: 35 secondi.</a:t>
            </a:r>
          </a:p>
          <a:p xmlns:a="http://schemas.openxmlformats.org/drawingml/2006/main">
            <a:r>
              <a:t/>
            </a:r>
          </a:p>
          <a:p xmlns:a="http://schemas.openxmlformats.org/drawingml/2006/main">
            <a:r>
              <a:t>Fonti:</a:t>
            </a:r>
          </a:p>
          <a:p xmlns:a="http://schemas.openxmlformats.org/drawingml/2006/main">
            <a:r>
              <a:t>https://www.etsi.org/deliver/etsi_ts/133500_133599/133518/18.00.00_60/ts_133518v180000p.pdf</a:t>
            </a:r>
          </a:p>
          <a:p xmlns:a="http://schemas.openxmlformats.org/drawingml/2006/main">
            <a:r>
              <a:t>https://github.com/desila23/5g-security-assurance-thesis/blob/TESI-LATEX/capitoli/02_capitolo.tex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Qui vediamo dove si trovano le Network Functions: nel 5G Core. Sono componenti software che cooperano tra loro, separando il controllo della rete dal trasporto del traffico. Per il mio lavoro è sufficiente questa idea: le funzioni comunicano e il loro comportamento può essere osservato.</a:t>
            </a:r>
          </a:p>
          <a:p xmlns:a="http://schemas.openxmlformats.org/drawingml/2006/main">
            <a:r>
              <a:t/>
            </a:r>
          </a:p>
          <a:p xmlns:a="http://schemas.openxmlformats.org/drawingml/2006/main">
            <a:r>
              <a:t>Tempo indicativo: 20 secondi.</a:t>
            </a:r>
          </a:p>
          <a:p xmlns:a="http://schemas.openxmlformats.org/drawingml/2006/main">
            <a:r>
              <a:t/>
            </a:r>
          </a:p>
          <a:p xmlns:a="http://schemas.openxmlformats.org/drawingml/2006/main">
            <a:r>
              <a:t>Fonti:</a:t>
            </a:r>
          </a:p>
          <a:p xmlns:a="http://schemas.openxmlformats.org/drawingml/2006/main">
            <a:r>
              <a:t>https://github.com/desila23/5g-security-assurance-thesis/blob/gh-pages/5g-thesis-presentation/slides/02-rete-5g.html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 primo contributo è il DSL progettato. Le specifiche SCAS sono scritte in linguaggio naturale e non possono essere interpretate direttamente dal verificatore. La prima schermata mostra tre estratti reali e uno pseudocodice soltanto illustrativo. [Primo clic] Nel caso NRF, riportato in forma semplificata nella tesi, distinguiamo i messaggi da individuare e il criterio da verificare: la risposta HTTP 403 alla discovery non autorizzata. [Secondo clic] Ho progettato il DSL per rappresentare questi due aspetti con costrutti riutilizzabili. Al posto del testo SCAS compare la regola: SEQUENCE descrive i messaggi, REQUIRE il criterio. Le due domande rimangono le stesse. Le regole sono scritte usando i costrutti del DSL: non ho sviluppato una traduzione automatica NLP né un sistema che esegue i test SCAS.</a:t>
            </a:r>
          </a:p>
          <a:p xmlns:a="http://schemas.openxmlformats.org/drawingml/2006/main">
            <a:r>
              <a:t/>
            </a:r>
          </a:p>
          <a:p xmlns:a="http://schemas.openxmlformats.org/drawingml/2006/main">
            <a:r>
              <a:t>Tempo indicativo: 70 secondi.</a:t>
            </a:r>
          </a:p>
          <a:p xmlns:a="http://schemas.openxmlformats.org/drawingml/2006/main">
            <a:r>
              <a:t/>
            </a:r>
          </a:p>
          <a:p xmlns:a="http://schemas.openxmlformats.org/drawingml/2006/main">
            <a:r>
              <a:t>Fonti:</a:t>
            </a:r>
          </a:p>
          <a:p xmlns:a="http://schemas.openxmlformats.org/drawingml/2006/main">
            <a:r>
              <a:t>https://www.etsi.org/deliver/etsi_ts/133500_133599/133512/17.03.00_60/ts_133512v170300p.pdf (p. 9)</a:t>
            </a:r>
          </a:p>
          <a:p xmlns:a="http://schemas.openxmlformats.org/drawingml/2006/main">
            <a:r>
              <a:t>https://www.etsi.org/deliver/etsi_ts/133500_133599/133518/18.00.00_60/ts_133518v180000p.pdf (p. 8)</a:t>
            </a:r>
          </a:p>
          <a:p xmlns:a="http://schemas.openxmlformats.org/drawingml/2006/main">
            <a:r>
              <a:t>https://www.etsi.org/deliver/etsi_ts/133500_133599/133514/16.03.00_60/ts_133514v160300p.pdf (p. 8)</a:t>
            </a:r>
          </a:p>
          <a:p xmlns:a="http://schemas.openxmlformats.org/drawingml/2006/main">
            <a:r>
              <a:t>https://github.com/desila23/5g-security-assurance-thesis/blob/TESI-LATEX/capitoli/02_capitolo.tex</a:t>
            </a:r>
          </a:p>
          <a:p xmlns:a="http://schemas.openxmlformats.org/drawingml/2006/main">
            <a:r>
              <a:t>https://github.com/desila23/5g-security-assurance-thesis/blob/main/dsl/nrf_sequence_test.dsl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 secondo contributo è il sistema che interpreta le regole del DSL ed esegue la verifica. Parte da una PCAP, una cattura dei messaggi scambiati durante il test: legge evidenze già prodotte, non esegue il test. La pipeline estrae e normalizza i messaggi, ne risolve il significato, seleziona quelli richiesti e verifica i criteri. La verifica può essere statica o temporale, tramite MonPoly. Infine produce il report e il verdetto.</a:t>
            </a:r>
          </a:p>
          <a:p xmlns:a="http://schemas.openxmlformats.org/drawingml/2006/main">
            <a:r>
              <a:t/>
            </a:r>
          </a:p>
          <a:p xmlns:a="http://schemas.openxmlformats.org/drawingml/2006/main">
            <a:r>
              <a:t>Tempo indicativo: 50 secondi.</a:t>
            </a:r>
          </a:p>
          <a:p xmlns:a="http://schemas.openxmlformats.org/drawingml/2006/main">
            <a:r>
              <a:t/>
            </a:r>
          </a:p>
          <a:p xmlns:a="http://schemas.openxmlformats.org/drawingml/2006/main">
            <a:r>
              <a:t>Fonti:</a:t>
            </a:r>
          </a:p>
          <a:p xmlns:a="http://schemas.openxmlformats.org/drawingml/2006/main">
            <a:r>
              <a:t>https://github.com/desila23/5g-security-assurance-thesis/blob/gh-pages/5g-thesis-presentation/slides/06-architettura.html</a:t>
            </a:r>
          </a:p>
          <a:p xmlns:a="http://schemas.openxmlformats.org/drawingml/2006/main">
            <a:r>
              <a:t>https://github.com/desila23/5g-security-assurance-thesis/blob/TESI-LATEX/capitoli/04_capitolo.tex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 valutato il sistema su 16 catture provenienti da Open5GS e free5GC, prodotte da esecuzioni separate dal verificatore. La tabella raggruppa i casi. I 16 verdetti sono coerenti con gli esiti attesi: 12 PASS, un FAIL e tre INCONCLUSIVE. Il FAIL NRF segnala HTTP 200 dove il criterio richiede 403; gli INCONCLUSIVE indicano evidenze insufficienti. Il 16/16 non significa quindi che tutte le verifiche abbiano restituito PASS. Le catture sono state ottenute tramite lo strumento esterno SCASDK, come precisato dall’autore. Per NRF e UDM sono stati adattati alcuni componenti.</a:t>
            </a:r>
          </a:p>
          <a:p xmlns:a="http://schemas.openxmlformats.org/drawingml/2006/main">
            <a:r>
              <a:t/>
            </a:r>
          </a:p>
          <a:p xmlns:a="http://schemas.openxmlformats.org/drawingml/2006/main">
            <a:r>
              <a:t>Tempo indicativo: 50 secondi.</a:t>
            </a:r>
          </a:p>
          <a:p xmlns:a="http://schemas.openxmlformats.org/drawingml/2006/main">
            <a:r>
              <a:t/>
            </a:r>
          </a:p>
          <a:p xmlns:a="http://schemas.openxmlformats.org/drawingml/2006/main">
            <a:r>
              <a:t>Fonti:</a:t>
            </a:r>
          </a:p>
          <a:p xmlns:a="http://schemas.openxmlformats.org/drawingml/2006/main">
            <a:r>
              <a:t>https://github.com/desila23/5g-security-assurance-thesis/blob/TESI-LATEX/capitoli/06_capitolo.tex</a:t>
            </a:r>
          </a:p>
          <a:p xmlns:a="http://schemas.openxmlformats.org/drawingml/2006/main">
            <a:r>
              <a:t>https://github.com/desila23/5g-security-assurance-thesis/blob/gh-pages/5g-thesis-presentation/slides/18-baseline.html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 fasi con due clic: A baseline, B generazione della PCAP mutata dal motore, C verifica della mutazione. Gli esempi a destra restano sempre visibili. DSL e pipeline sono in evidenza nelle fasi A e C.] Per valutare la sensibilità del sistema ho introdotto modifiche controllate nelle catture. Il mutatore è separato dalla pipeline: riceve la PCAP originale e le evidenze del report baseline, individua i dati da modificare e produce la PCAP mutata. Questa torna nello stesso sistema di verifica, con la stessa DSL. Il confronto dei risultati deve corrispondere alla modifica introdotta. Nei 13 scenari completati ho ottenuto tutti i verdetti attesi. Gli esempi mostrano il cambio di stato NRF da HTTP 200 a 403, la violazione dell’intervallo temporale nel caso AMF A e la rimozione degli F-TEID disponibili per la verifica UPF. In quest’ultimo esperimento sono state rimosse le risposte PFCP rilevanti, producendo INCONCLUSIVE.</a:t>
            </a:r>
          </a:p>
          <a:p xmlns:a="http://schemas.openxmlformats.org/drawingml/2006/main">
            <a:r>
              <a:t/>
            </a:r>
          </a:p>
          <a:p xmlns:a="http://schemas.openxmlformats.org/drawingml/2006/main">
            <a:r>
              <a:t>Tempo indicativo: 60 secondi.</a:t>
            </a:r>
          </a:p>
          <a:p xmlns:a="http://schemas.openxmlformats.org/drawingml/2006/main">
            <a:r>
              <a:t/>
            </a:r>
          </a:p>
          <a:p xmlns:a="http://schemas.openxmlformats.org/drawingml/2006/main">
            <a:r>
              <a:t>Fonti:</a:t>
            </a:r>
          </a:p>
          <a:p xmlns:a="http://schemas.openxmlformats.org/drawingml/2006/main">
            <a:r>
              <a:t>https://github.com/desila23/5g-security-assurance-thesis/blob/gh-pages/5g-thesis-presentation/slides/19-mutazioni.html</a:t>
            </a:r>
          </a:p>
          <a:p xmlns:a="http://schemas.openxmlformats.org/drawingml/2006/main">
            <a:r>
              <a:t>https://github.com/desila23/5g-security-assurance-thesis/blob/TESI-LATEX/capitoli/06_capitolo.tex</a:t>
            </a:r>
          </a:p>
          <a:p xmlns:a="http://schemas.openxmlformats.org/drawingml/2006/main">
            <a:r>
              <a:t>https://github.com/desila23/5g-security-assurance-thesis/blob/main/mutation_testing/mutate_nrf_status.py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risultati mostrano la possibilità di verificare i criteri SCAS sulle evidenze del traffico. Sviluppi futuri: estendere i casi e i protocolli supportati, e rendere il mutation testing più generico e guidato dalla DSL.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Grazie per l’attenzione.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178a6d224aa54c35"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39ef96b1d2604c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86ee231d0ef94f1c"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2fe660f7b5b241b8"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96965e8d2ae64bbf"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1ec27185d1734c2c"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9D4EF0-DAE2-4CBE-AFAA-364F5523ADA5}"/>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2C4BBCF-E99E-49DE-82E5-CD19BC22D76D}"/>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20B08C7-9900-468E-ACF3-E04D8BDBCC5B}"/>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BBD0890-E6FA-46C4-BF42-6374E589E42A}"/>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F78370C-E516-4283-A947-63C2D2A9971B}"/>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F868E99-1987-44EF-B031-D32A45660182}"/>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911FD3-3F68-477F-A529-8DCEC112553A}"/>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43E4415-0E2D-48B8-AB25-581E79558945}"/>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780E46-88F6-4ED8-8E03-18D614C4EE0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1D9725-9953-4C39-B25C-1FEAFC25E147}"/>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322b171288f247fd" Type="http://schemas.openxmlformats.org/officeDocument/2006/relationships/slideLayout" Target="../slideLayouts/slideLayout1.xml"/><Relationship Id="R527895b3dca54fbc" Type="http://schemas.openxmlformats.org/officeDocument/2006/relationships/theme" Target="theme/theme2.xml"/><Relationship Id="R7c7a73203a384888" Type="http://schemas.openxmlformats.org/officeDocument/2006/relationships/slideLayout" Target="../slideLayouts/slideLayout2.xml"/><Relationship Id="R9e8e37f8e5a142c9" Type="http://schemas.openxmlformats.org/officeDocument/2006/relationships/slideLayout" Target="../slideLayouts/slideLayout4.xml"/><Relationship Id="Rde42efc10431451e" Type="http://schemas.openxmlformats.org/officeDocument/2006/relationships/slideLayout" Target="../slideLayouts/slideLayout3.xml"/><Relationship Id="Reafdd39df2b043f4" Type="http://schemas.openxmlformats.org/officeDocument/2006/relationships/slideLayout" Target="../slideLayouts/slideLayout5.xml"/><Relationship Id="Rf548e6d54aba465f" Type="http://schemas.openxmlformats.org/officeDocument/2006/relationships/slideLayout" Target="../slideLayouts/slideLayout6.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2b171288f247fd"/>
    <p:sldLayoutId xmlns:r="http://schemas.openxmlformats.org/officeDocument/2006/relationships" id="2147483650" r:id="R7c7a73203a384888"/>
    <p:sldLayoutId xmlns:r="http://schemas.openxmlformats.org/officeDocument/2006/relationships" id="2147483651" r:id="Rde42efc10431451e"/>
    <p:sldLayoutId xmlns:r="http://schemas.openxmlformats.org/officeDocument/2006/relationships" id="2147483652" r:id="R9e8e37f8e5a142c9"/>
    <p:sldLayoutId xmlns:r="http://schemas.openxmlformats.org/officeDocument/2006/relationships" id="2147483653" r:id="Reafdd39df2b043f4"/>
    <p:sldLayoutId xmlns:r="http://schemas.openxmlformats.org/officeDocument/2006/relationships" id="2147483654" r:id="Rf548e6d54aba46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6b867c90f8524082" Type="http://schemas.openxmlformats.org/officeDocument/2006/relationships/image" Target="../media/image.png"/><Relationship Id="Rd452f477295249df" Type="http://schemas.openxmlformats.org/officeDocument/2006/relationships/slideLayout" Target="../slideLayouts/slideLayout6.xml"/><Relationship Id="Rd775a14391e4499a"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1b160bec86c6484b" Type="http://schemas.openxmlformats.org/officeDocument/2006/relationships/slideLayout" Target="../slideLayouts/slideLayout6.xml"/><Relationship Id="R8670496153a348a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5a11708c45764f18" Type="http://schemas.openxmlformats.org/officeDocument/2006/relationships/notesSlide" Target="../notesSlides/notesSlide3.xml"/><Relationship Id="Rb7fdc70e3687479b" Type="http://schemas.openxmlformats.org/officeDocument/2006/relationships/image" Target="../media/network-v17.png"/><Relationship Id="Rf759f69eb29c4042"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b9596daaca2c4aa5" Type="http://schemas.openxmlformats.org/officeDocument/2006/relationships/slideLayout" Target="../slideLayouts/slideLayout6.xml"/><Relationship Id="Rc8d7e325e7c8473f" Type="http://schemas.openxmlformats.org/officeDocument/2006/relationships/notesSlide" Target="../notesSlides/notesSlide4.xml"/><Relationship Id="rIdV13100" Type="http://schemas.openxmlformats.org/officeDocument/2006/relationships/image" Target="../media/v13-image.png"/><Relationship Id="rIdV13101" Type="http://schemas.openxmlformats.org/officeDocument/2006/relationships/image" Target="../media/v13-image2.png"/><Relationship Id="rIdV13102" Type="http://schemas.openxmlformats.org/officeDocument/2006/relationships/image" Target="../media/v13-image3.png"/></Relationships>
</file>

<file path=ppt/slides/_rels/slide5.xml.rels><?xml version='1.0' encoding='UTF-8' standalone='yes'?>
<Relationships xmlns="http://schemas.openxmlformats.org/package/2006/relationships"><Relationship Id="R155686fbcecd4b65" Type="http://schemas.openxmlformats.org/officeDocument/2006/relationships/image" Target="../media/image3.png"/><Relationship Id="Rb07ae3c0c1f34bd7" Type="http://schemas.openxmlformats.org/officeDocument/2006/relationships/notesSlide" Target="../notesSlides/notesSlide5.xml"/><Relationship Id="Rfab90bc639cc4052"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5c5c3f1653884fb1" Type="http://schemas.openxmlformats.org/officeDocument/2006/relationships/slideLayout" Target="../slideLayouts/slideLayout6.xml"/><Relationship Id="Rfc5fe124f444425b"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e17b4d44a5b049c2" Type="http://schemas.openxmlformats.org/officeDocument/2006/relationships/notesSlide" Target="../notesSlides/notesSlide7.xml"/><Relationship Id="Re68aaebe576240a4"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v13-image.png"/><Relationship Id="rId3" Type="http://schemas.openxmlformats.org/officeDocument/2006/relationships/image" Target="../media/v13-image2.png"/><Relationship Id="rId4" Type="http://schemas.openxmlformats.org/officeDocument/2006/relationships/image" Target="../media/v13-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v13-image.png"/><Relationship Id="rId3" Type="http://schemas.openxmlformats.org/officeDocument/2006/relationships/image" Target="../media/v13-image2.png"/><Relationship Id="rId4" Type="http://schemas.openxmlformats.org/officeDocument/2006/relationships/image" Target="../media/v13-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657D2786-6C97-4B9A-AFEB-E2F14EA1590D}"/>
              </a:ext>
            </a:extLst>
          </p:cNvPr>
          <p:cNvPicPr>
            <a:picLocks xmlns:a="http://schemas.openxmlformats.org/drawingml/2006/main" noChangeAspect="1"/>
          </p:cNvPicPr>
          <p:nvPr/>
        </p:nvPicPr>
        <p:blipFill>
          <a:blip xmlns:r="http://schemas.openxmlformats.org/officeDocument/2006/relationships" xmlns:a="http://schemas.openxmlformats.org/drawingml/2006/main" r:embed="R6b867c90f8524082"/>
          <a:stretch xmlns:a="http://schemas.openxmlformats.org/drawingml/2006/main"/>
        </p:blipFill>
        <p:spPr>
          <a:xfrm xmlns:a="http://schemas.openxmlformats.org/drawingml/2006/main">
            <a:off x="0" y="0"/>
            <a:ext cx="15240000" cy="8572500"/>
          </a:xfrm>
          <a:prstGeom xmlns:a="http://schemas.openxmlformats.org/drawingml/2006/main" prst="rect">
            <a:avLst/>
          </a:prstGeom>
        </p:spPr>
      </p:pic>
      <p:sp>
        <p:nvSpPr>
          <p:cNvPr id="2" name="f2">
            <a:extLst xmlns:a="http://schemas.openxmlformats.org/drawingml/2006/main">
              <a:ext uri="{FF2B5EF4-FFF2-40B4-BE49-F238E27FC236}">
                <a16:creationId xmlns:a16="http://schemas.microsoft.com/office/drawing/2014/main" id="{29ABFA5E-9420-4E41-8AA0-1B7F482EFE59}"/>
              </a:ext>
            </a:extLst>
          </p:cNvPr>
          <p:cNvSpPr>
            <a:spLocks xmlns:a="http://schemas.openxmlformats.org/drawingml/2006/main" noGrp="1"/>
          </p:cNvSpPr>
          <p:nvPr/>
        </p:nvSpPr>
        <p:spPr>
          <a:xfrm xmlns:a="http://schemas.openxmlformats.org/drawingml/2006/main">
            <a:off x="1066800" y="1786795"/>
            <a:ext cx="3445669"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4264D0"/>
                </a:solidFill>
                <a:latin typeface="Arial"/>
                <a:ea typeface="Arial"/>
                <a:cs typeface="Arial"/>
              </a:defRPr>
            </a:defPPr>
            <a:lvl1pPr algn="l">
              <a:defRPr sz="2025" b="0">
                <a:solidFill>
                  <a:srgbClr val="4264D0"/>
                </a:solidFill>
                <a:latin typeface="Arial"/>
                <a:ea typeface="Arial"/>
                <a:cs typeface="Arial"/>
              </a:defRPr>
            </a:lvl1pPr>
            <a:lvl2pPr algn="l">
              <a:defRPr sz="2025" b="0">
                <a:solidFill>
                  <a:srgbClr val="4264D0"/>
                </a:solidFill>
                <a:latin typeface="Arial"/>
                <a:ea typeface="Arial"/>
                <a:cs typeface="Arial"/>
              </a:defRPr>
            </a:lvl2pPr>
            <a:lvl3pPr algn="l">
              <a:defRPr sz="2025" b="0">
                <a:solidFill>
                  <a:srgbClr val="4264D0"/>
                </a:solidFill>
                <a:latin typeface="Arial"/>
                <a:ea typeface="Arial"/>
                <a:cs typeface="Arial"/>
              </a:defRPr>
            </a:lvl3pPr>
            <a:lvl4pPr algn="l">
              <a:defRPr sz="2025" b="0">
                <a:solidFill>
                  <a:srgbClr val="4264D0"/>
                </a:solidFill>
                <a:latin typeface="Arial"/>
                <a:ea typeface="Arial"/>
                <a:cs typeface="Arial"/>
              </a:defRPr>
            </a:lvl4pPr>
            <a:lvl5pPr algn="l">
              <a:defRPr sz="2025" b="0">
                <a:solidFill>
                  <a:srgbClr val="4264D0"/>
                </a:solidFill>
                <a:latin typeface="Arial"/>
                <a:ea typeface="Arial"/>
                <a:cs typeface="Arial"/>
              </a:defRPr>
            </a:lvl5pPr>
            <a:lvl6pPr algn="l">
              <a:defRPr sz="2025" b="0">
                <a:solidFill>
                  <a:srgbClr val="4264D0"/>
                </a:solidFill>
                <a:latin typeface="Arial"/>
                <a:ea typeface="Arial"/>
                <a:cs typeface="Arial"/>
              </a:defRPr>
            </a:lvl6pPr>
            <a:lvl7pPr algn="l">
              <a:defRPr sz="2025" b="0">
                <a:solidFill>
                  <a:srgbClr val="4264D0"/>
                </a:solidFill>
                <a:latin typeface="Arial"/>
                <a:ea typeface="Arial"/>
                <a:cs typeface="Arial"/>
              </a:defRPr>
            </a:lvl7pPr>
            <a:lvl8pPr algn="l">
              <a:defRPr sz="2025" b="0">
                <a:solidFill>
                  <a:srgbClr val="4264D0"/>
                </a:solidFill>
                <a:latin typeface="Arial"/>
                <a:ea typeface="Arial"/>
                <a:cs typeface="Arial"/>
              </a:defRPr>
            </a:lvl8pPr>
            <a:lvl9pPr algn="l">
              <a:defRPr sz="2025" b="0">
                <a:solidFill>
                  <a:srgbClr val="4264D0"/>
                </a:solidFill>
                <a:latin typeface="Arial"/>
                <a:ea typeface="Arial"/>
                <a:cs typeface="Arial"/>
              </a:defRPr>
            </a:lvl9pPr>
          </a:lstStyle>
          <a:p xmlns:a="http://schemas.openxmlformats.org/drawingml/2006/main">
            <a:pPr algn="l">
              <a:defRPr sz="2025" b="0">
                <a:solidFill>
                  <a:srgbClr val="4264D0"/>
                </a:solidFill>
                <a:latin typeface="Arial"/>
                <a:ea typeface="Arial"/>
                <a:cs typeface="Arial"/>
              </a:defRPr>
            </a:pPr>
            <a:r>
              <a:rPr sz="2025" b="0">
                <a:solidFill>
                  <a:srgbClr val="4264D0"/>
                </a:solidFill>
                <a:latin typeface="Arial"/>
                <a:ea typeface="Arial"/>
                <a:cs typeface="Arial"/>
              </a:rPr>
              <a:t>Corso di laurea in Informatica</a:t>
            </a:r>
          </a:p>
        </p:txBody>
      </p:sp>
      <p:sp>
        <p:nvSpPr>
          <p:cNvPr id="3" name="f3">
            <a:extLst xmlns:a="http://schemas.openxmlformats.org/drawingml/2006/main">
              <a:ext uri="{FF2B5EF4-FFF2-40B4-BE49-F238E27FC236}">
                <a16:creationId xmlns:a16="http://schemas.microsoft.com/office/drawing/2014/main" id="{2367EF65-31D1-4485-AE5D-767CB5BE5DB9}"/>
              </a:ext>
            </a:extLst>
          </p:cNvPr>
          <p:cNvSpPr>
            <a:spLocks xmlns:a="http://schemas.openxmlformats.org/drawingml/2006/main" noGrp="1"/>
          </p:cNvSpPr>
          <p:nvPr/>
        </p:nvSpPr>
        <p:spPr>
          <a:xfrm xmlns:a="http://schemas.openxmlformats.org/drawingml/2006/main">
            <a:off x="1066800" y="2590895"/>
            <a:ext cx="7093297" cy="681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975" b="1">
                <a:solidFill>
                  <a:srgbClr val="1C2A40"/>
                </a:solidFill>
                <a:latin typeface="Arial"/>
                <a:ea typeface="Arial"/>
                <a:cs typeface="Arial"/>
              </a:defRPr>
            </a:defPPr>
            <a:lvl1pPr algn="l">
              <a:defRPr sz="3975" b="1">
                <a:solidFill>
                  <a:srgbClr val="1C2A40"/>
                </a:solidFill>
                <a:latin typeface="Arial"/>
                <a:ea typeface="Arial"/>
                <a:cs typeface="Arial"/>
              </a:defRPr>
            </a:lvl1pPr>
            <a:lvl2pPr algn="l">
              <a:defRPr sz="3975" b="1">
                <a:solidFill>
                  <a:srgbClr val="1C2A40"/>
                </a:solidFill>
                <a:latin typeface="Arial"/>
                <a:ea typeface="Arial"/>
                <a:cs typeface="Arial"/>
              </a:defRPr>
            </a:lvl2pPr>
            <a:lvl3pPr algn="l">
              <a:defRPr sz="3975" b="1">
                <a:solidFill>
                  <a:srgbClr val="1C2A40"/>
                </a:solidFill>
                <a:latin typeface="Arial"/>
                <a:ea typeface="Arial"/>
                <a:cs typeface="Arial"/>
              </a:defRPr>
            </a:lvl3pPr>
            <a:lvl4pPr algn="l">
              <a:defRPr sz="3975" b="1">
                <a:solidFill>
                  <a:srgbClr val="1C2A40"/>
                </a:solidFill>
                <a:latin typeface="Arial"/>
                <a:ea typeface="Arial"/>
                <a:cs typeface="Arial"/>
              </a:defRPr>
            </a:lvl4pPr>
            <a:lvl5pPr algn="l">
              <a:defRPr sz="3975" b="1">
                <a:solidFill>
                  <a:srgbClr val="1C2A40"/>
                </a:solidFill>
                <a:latin typeface="Arial"/>
                <a:ea typeface="Arial"/>
                <a:cs typeface="Arial"/>
              </a:defRPr>
            </a:lvl5pPr>
            <a:lvl6pPr algn="l">
              <a:defRPr sz="3975" b="1">
                <a:solidFill>
                  <a:srgbClr val="1C2A40"/>
                </a:solidFill>
                <a:latin typeface="Arial"/>
                <a:ea typeface="Arial"/>
                <a:cs typeface="Arial"/>
              </a:defRPr>
            </a:lvl6pPr>
            <a:lvl7pPr algn="l">
              <a:defRPr sz="3975" b="1">
                <a:solidFill>
                  <a:srgbClr val="1C2A40"/>
                </a:solidFill>
                <a:latin typeface="Arial"/>
                <a:ea typeface="Arial"/>
                <a:cs typeface="Arial"/>
              </a:defRPr>
            </a:lvl7pPr>
            <a:lvl8pPr algn="l">
              <a:defRPr sz="3975" b="1">
                <a:solidFill>
                  <a:srgbClr val="1C2A40"/>
                </a:solidFill>
                <a:latin typeface="Arial"/>
                <a:ea typeface="Arial"/>
                <a:cs typeface="Arial"/>
              </a:defRPr>
            </a:lvl8pPr>
            <a:lvl9pPr algn="l">
              <a:defRPr sz="3975" b="1">
                <a:solidFill>
                  <a:srgbClr val="1C2A40"/>
                </a:solidFill>
                <a:latin typeface="Arial"/>
                <a:ea typeface="Arial"/>
                <a:cs typeface="Arial"/>
              </a:defRPr>
            </a:lvl9pPr>
          </a:lstStyle>
          <a:p xmlns:a="http://schemas.openxmlformats.org/drawingml/2006/main">
            <a:pPr algn="l">
              <a:defRPr sz="3975" b="1">
                <a:solidFill>
                  <a:srgbClr val="1C2A40"/>
                </a:solidFill>
                <a:latin typeface="Arial"/>
                <a:ea typeface="Arial"/>
                <a:cs typeface="Arial"/>
              </a:defRPr>
            </a:pPr>
            <a:r>
              <a:rPr sz="3975" b="1">
                <a:solidFill>
                  <a:srgbClr val="1C2A40"/>
                </a:solidFill>
                <a:latin typeface="Arial"/>
                <a:ea typeface="Arial"/>
                <a:cs typeface="Arial"/>
              </a:rPr>
              <a:t>A Domain-Specific Language</a:t>
            </a:r>
          </a:p>
        </p:txBody>
      </p:sp>
      <p:sp>
        <p:nvSpPr>
          <p:cNvPr id="4" name="f4">
            <a:extLst xmlns:a="http://schemas.openxmlformats.org/drawingml/2006/main">
              <a:ext uri="{FF2B5EF4-FFF2-40B4-BE49-F238E27FC236}">
                <a16:creationId xmlns:a16="http://schemas.microsoft.com/office/drawing/2014/main" id="{0BAB1DC3-0D8F-484F-A212-522DB1E8157F}"/>
              </a:ext>
            </a:extLst>
          </p:cNvPr>
          <p:cNvSpPr>
            <a:spLocks xmlns:a="http://schemas.openxmlformats.org/drawingml/2006/main" noGrp="1"/>
          </p:cNvSpPr>
          <p:nvPr/>
        </p:nvSpPr>
        <p:spPr>
          <a:xfrm xmlns:a="http://schemas.openxmlformats.org/drawingml/2006/main">
            <a:off x="1066800" y="3171920"/>
            <a:ext cx="5631954" cy="681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975" b="1">
                <a:solidFill>
                  <a:srgbClr val="1C2A40"/>
                </a:solidFill>
                <a:latin typeface="Arial"/>
                <a:ea typeface="Arial"/>
                <a:cs typeface="Arial"/>
              </a:defRPr>
            </a:defPPr>
            <a:lvl1pPr algn="l">
              <a:defRPr sz="3975" b="1">
                <a:solidFill>
                  <a:srgbClr val="1C2A40"/>
                </a:solidFill>
                <a:latin typeface="Arial"/>
                <a:ea typeface="Arial"/>
                <a:cs typeface="Arial"/>
              </a:defRPr>
            </a:lvl1pPr>
            <a:lvl2pPr algn="l">
              <a:defRPr sz="3975" b="1">
                <a:solidFill>
                  <a:srgbClr val="1C2A40"/>
                </a:solidFill>
                <a:latin typeface="Arial"/>
                <a:ea typeface="Arial"/>
                <a:cs typeface="Arial"/>
              </a:defRPr>
            </a:lvl2pPr>
            <a:lvl3pPr algn="l">
              <a:defRPr sz="3975" b="1">
                <a:solidFill>
                  <a:srgbClr val="1C2A40"/>
                </a:solidFill>
                <a:latin typeface="Arial"/>
                <a:ea typeface="Arial"/>
                <a:cs typeface="Arial"/>
              </a:defRPr>
            </a:lvl3pPr>
            <a:lvl4pPr algn="l">
              <a:defRPr sz="3975" b="1">
                <a:solidFill>
                  <a:srgbClr val="1C2A40"/>
                </a:solidFill>
                <a:latin typeface="Arial"/>
                <a:ea typeface="Arial"/>
                <a:cs typeface="Arial"/>
              </a:defRPr>
            </a:lvl4pPr>
            <a:lvl5pPr algn="l">
              <a:defRPr sz="3975" b="1">
                <a:solidFill>
                  <a:srgbClr val="1C2A40"/>
                </a:solidFill>
                <a:latin typeface="Arial"/>
                <a:ea typeface="Arial"/>
                <a:cs typeface="Arial"/>
              </a:defRPr>
            </a:lvl5pPr>
            <a:lvl6pPr algn="l">
              <a:defRPr sz="3975" b="1">
                <a:solidFill>
                  <a:srgbClr val="1C2A40"/>
                </a:solidFill>
                <a:latin typeface="Arial"/>
                <a:ea typeface="Arial"/>
                <a:cs typeface="Arial"/>
              </a:defRPr>
            </a:lvl6pPr>
            <a:lvl7pPr algn="l">
              <a:defRPr sz="3975" b="1">
                <a:solidFill>
                  <a:srgbClr val="1C2A40"/>
                </a:solidFill>
                <a:latin typeface="Arial"/>
                <a:ea typeface="Arial"/>
                <a:cs typeface="Arial"/>
              </a:defRPr>
            </a:lvl7pPr>
            <a:lvl8pPr algn="l">
              <a:defRPr sz="3975" b="1">
                <a:solidFill>
                  <a:srgbClr val="1C2A40"/>
                </a:solidFill>
                <a:latin typeface="Arial"/>
                <a:ea typeface="Arial"/>
                <a:cs typeface="Arial"/>
              </a:defRPr>
            </a:lvl8pPr>
            <a:lvl9pPr algn="l">
              <a:defRPr sz="3975" b="1">
                <a:solidFill>
                  <a:srgbClr val="1C2A40"/>
                </a:solidFill>
                <a:latin typeface="Arial"/>
                <a:ea typeface="Arial"/>
                <a:cs typeface="Arial"/>
              </a:defRPr>
            </a:lvl9pPr>
          </a:lstStyle>
          <a:p xmlns:a="http://schemas.openxmlformats.org/drawingml/2006/main">
            <a:pPr algn="l">
              <a:defRPr sz="3975" b="1">
                <a:solidFill>
                  <a:srgbClr val="1C2A40"/>
                </a:solidFill>
                <a:latin typeface="Arial"/>
                <a:ea typeface="Arial"/>
                <a:cs typeface="Arial"/>
              </a:defRPr>
            </a:pPr>
            <a:r>
              <a:rPr sz="3975" b="1">
                <a:solidFill>
                  <a:srgbClr val="1C2A40"/>
                </a:solidFill>
                <a:latin typeface="Arial"/>
                <a:ea typeface="Arial"/>
                <a:cs typeface="Arial"/>
              </a:rPr>
              <a:t>for Security Assurance</a:t>
            </a:r>
          </a:p>
        </p:txBody>
      </p:sp>
      <p:sp>
        <p:nvSpPr>
          <p:cNvPr id="5" name="f5">
            <a:extLst xmlns:a="http://schemas.openxmlformats.org/drawingml/2006/main">
              <a:ext uri="{FF2B5EF4-FFF2-40B4-BE49-F238E27FC236}">
                <a16:creationId xmlns:a16="http://schemas.microsoft.com/office/drawing/2014/main" id="{D2E8966A-AF1F-4988-8441-B7365EC245C1}"/>
              </a:ext>
            </a:extLst>
          </p:cNvPr>
          <p:cNvSpPr>
            <a:spLocks xmlns:a="http://schemas.openxmlformats.org/drawingml/2006/main" noGrp="1"/>
          </p:cNvSpPr>
          <p:nvPr/>
        </p:nvSpPr>
        <p:spPr>
          <a:xfrm xmlns:a="http://schemas.openxmlformats.org/drawingml/2006/main">
            <a:off x="1066800" y="3752945"/>
            <a:ext cx="4328517" cy="681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975" b="1">
                <a:solidFill>
                  <a:srgbClr val="1C2A40"/>
                </a:solidFill>
                <a:latin typeface="Arial"/>
                <a:ea typeface="Arial"/>
                <a:cs typeface="Arial"/>
              </a:defRPr>
            </a:defPPr>
            <a:lvl1pPr algn="l">
              <a:defRPr sz="3975" b="1">
                <a:solidFill>
                  <a:srgbClr val="1C2A40"/>
                </a:solidFill>
                <a:latin typeface="Arial"/>
                <a:ea typeface="Arial"/>
                <a:cs typeface="Arial"/>
              </a:defRPr>
            </a:lvl1pPr>
            <a:lvl2pPr algn="l">
              <a:defRPr sz="3975" b="1">
                <a:solidFill>
                  <a:srgbClr val="1C2A40"/>
                </a:solidFill>
                <a:latin typeface="Arial"/>
                <a:ea typeface="Arial"/>
                <a:cs typeface="Arial"/>
              </a:defRPr>
            </a:lvl2pPr>
            <a:lvl3pPr algn="l">
              <a:defRPr sz="3975" b="1">
                <a:solidFill>
                  <a:srgbClr val="1C2A40"/>
                </a:solidFill>
                <a:latin typeface="Arial"/>
                <a:ea typeface="Arial"/>
                <a:cs typeface="Arial"/>
              </a:defRPr>
            </a:lvl3pPr>
            <a:lvl4pPr algn="l">
              <a:defRPr sz="3975" b="1">
                <a:solidFill>
                  <a:srgbClr val="1C2A40"/>
                </a:solidFill>
                <a:latin typeface="Arial"/>
                <a:ea typeface="Arial"/>
                <a:cs typeface="Arial"/>
              </a:defRPr>
            </a:lvl4pPr>
            <a:lvl5pPr algn="l">
              <a:defRPr sz="3975" b="1">
                <a:solidFill>
                  <a:srgbClr val="1C2A40"/>
                </a:solidFill>
                <a:latin typeface="Arial"/>
                <a:ea typeface="Arial"/>
                <a:cs typeface="Arial"/>
              </a:defRPr>
            </a:lvl5pPr>
            <a:lvl6pPr algn="l">
              <a:defRPr sz="3975" b="1">
                <a:solidFill>
                  <a:srgbClr val="1C2A40"/>
                </a:solidFill>
                <a:latin typeface="Arial"/>
                <a:ea typeface="Arial"/>
                <a:cs typeface="Arial"/>
              </a:defRPr>
            </a:lvl6pPr>
            <a:lvl7pPr algn="l">
              <a:defRPr sz="3975" b="1">
                <a:solidFill>
                  <a:srgbClr val="1C2A40"/>
                </a:solidFill>
                <a:latin typeface="Arial"/>
                <a:ea typeface="Arial"/>
                <a:cs typeface="Arial"/>
              </a:defRPr>
            </a:lvl7pPr>
            <a:lvl8pPr algn="l">
              <a:defRPr sz="3975" b="1">
                <a:solidFill>
                  <a:srgbClr val="1C2A40"/>
                </a:solidFill>
                <a:latin typeface="Arial"/>
                <a:ea typeface="Arial"/>
                <a:cs typeface="Arial"/>
              </a:defRPr>
            </a:lvl8pPr>
            <a:lvl9pPr algn="l">
              <a:defRPr sz="3975" b="1">
                <a:solidFill>
                  <a:srgbClr val="1C2A40"/>
                </a:solidFill>
                <a:latin typeface="Arial"/>
                <a:ea typeface="Arial"/>
                <a:cs typeface="Arial"/>
              </a:defRPr>
            </a:lvl9pPr>
          </a:lstStyle>
          <a:p xmlns:a="http://schemas.openxmlformats.org/drawingml/2006/main">
            <a:pPr algn="l">
              <a:defRPr sz="3975" b="1">
                <a:solidFill>
                  <a:srgbClr val="1C2A40"/>
                </a:solidFill>
                <a:latin typeface="Arial"/>
                <a:ea typeface="Arial"/>
                <a:cs typeface="Arial"/>
              </a:defRPr>
            </a:pPr>
            <a:r>
              <a:rPr sz="3975" b="1">
                <a:solidFill>
                  <a:srgbClr val="1C2A40"/>
                </a:solidFill>
                <a:latin typeface="Arial"/>
                <a:ea typeface="Arial"/>
                <a:cs typeface="Arial"/>
              </a:rPr>
              <a:t>of 5G SCAS Tests</a:t>
            </a:r>
          </a:p>
        </p:txBody>
      </p:sp>
      <p:sp>
        <p:nvSpPr>
          <p:cNvPr id="6" name="f6">
            <a:extLst xmlns:a="http://schemas.openxmlformats.org/drawingml/2006/main">
              <a:ext uri="{FF2B5EF4-FFF2-40B4-BE49-F238E27FC236}">
                <a16:creationId xmlns:a16="http://schemas.microsoft.com/office/drawing/2014/main" id="{C7BB09E2-E3CF-4865-8A8C-ED45A26F1C17}"/>
              </a:ext>
            </a:extLst>
          </p:cNvPr>
          <p:cNvSpPr>
            <a:spLocks xmlns:a="http://schemas.openxmlformats.org/drawingml/2006/main" noGrp="1"/>
          </p:cNvSpPr>
          <p:nvPr/>
        </p:nvSpPr>
        <p:spPr>
          <a:xfrm xmlns:a="http://schemas.openxmlformats.org/drawingml/2006/main">
            <a:off x="1066800" y="4333970"/>
            <a:ext cx="7332911" cy="681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975" b="1">
                <a:solidFill>
                  <a:srgbClr val="1C2A40"/>
                </a:solidFill>
                <a:latin typeface="Arial"/>
                <a:ea typeface="Arial"/>
                <a:cs typeface="Arial"/>
              </a:defRPr>
            </a:defPPr>
            <a:lvl1pPr algn="l">
              <a:defRPr sz="3975" b="1">
                <a:solidFill>
                  <a:srgbClr val="1C2A40"/>
                </a:solidFill>
                <a:latin typeface="Arial"/>
                <a:ea typeface="Arial"/>
                <a:cs typeface="Arial"/>
              </a:defRPr>
            </a:lvl1pPr>
            <a:lvl2pPr algn="l">
              <a:defRPr sz="3975" b="1">
                <a:solidFill>
                  <a:srgbClr val="1C2A40"/>
                </a:solidFill>
                <a:latin typeface="Arial"/>
                <a:ea typeface="Arial"/>
                <a:cs typeface="Arial"/>
              </a:defRPr>
            </a:lvl2pPr>
            <a:lvl3pPr algn="l">
              <a:defRPr sz="3975" b="1">
                <a:solidFill>
                  <a:srgbClr val="1C2A40"/>
                </a:solidFill>
                <a:latin typeface="Arial"/>
                <a:ea typeface="Arial"/>
                <a:cs typeface="Arial"/>
              </a:defRPr>
            </a:lvl3pPr>
            <a:lvl4pPr algn="l">
              <a:defRPr sz="3975" b="1">
                <a:solidFill>
                  <a:srgbClr val="1C2A40"/>
                </a:solidFill>
                <a:latin typeface="Arial"/>
                <a:ea typeface="Arial"/>
                <a:cs typeface="Arial"/>
              </a:defRPr>
            </a:lvl4pPr>
            <a:lvl5pPr algn="l">
              <a:defRPr sz="3975" b="1">
                <a:solidFill>
                  <a:srgbClr val="1C2A40"/>
                </a:solidFill>
                <a:latin typeface="Arial"/>
                <a:ea typeface="Arial"/>
                <a:cs typeface="Arial"/>
              </a:defRPr>
            </a:lvl5pPr>
            <a:lvl6pPr algn="l">
              <a:defRPr sz="3975" b="1">
                <a:solidFill>
                  <a:srgbClr val="1C2A40"/>
                </a:solidFill>
                <a:latin typeface="Arial"/>
                <a:ea typeface="Arial"/>
                <a:cs typeface="Arial"/>
              </a:defRPr>
            </a:lvl6pPr>
            <a:lvl7pPr algn="l">
              <a:defRPr sz="3975" b="1">
                <a:solidFill>
                  <a:srgbClr val="1C2A40"/>
                </a:solidFill>
                <a:latin typeface="Arial"/>
                <a:ea typeface="Arial"/>
                <a:cs typeface="Arial"/>
              </a:defRPr>
            </a:lvl7pPr>
            <a:lvl8pPr algn="l">
              <a:defRPr sz="3975" b="1">
                <a:solidFill>
                  <a:srgbClr val="1C2A40"/>
                </a:solidFill>
                <a:latin typeface="Arial"/>
                <a:ea typeface="Arial"/>
                <a:cs typeface="Arial"/>
              </a:defRPr>
            </a:lvl8pPr>
            <a:lvl9pPr algn="l">
              <a:defRPr sz="3975" b="1">
                <a:solidFill>
                  <a:srgbClr val="1C2A40"/>
                </a:solidFill>
                <a:latin typeface="Arial"/>
                <a:ea typeface="Arial"/>
                <a:cs typeface="Arial"/>
              </a:defRPr>
            </a:lvl9pPr>
          </a:lstStyle>
          <a:p xmlns:a="http://schemas.openxmlformats.org/drawingml/2006/main">
            <a:pPr algn="l">
              <a:defRPr sz="3975" b="1">
                <a:solidFill>
                  <a:srgbClr val="1C2A40"/>
                </a:solidFill>
                <a:latin typeface="Arial"/>
                <a:ea typeface="Arial"/>
                <a:cs typeface="Arial"/>
              </a:defRPr>
            </a:pPr>
            <a:r>
              <a:rPr sz="3975" b="1">
                <a:solidFill>
                  <a:srgbClr val="1C2A40"/>
                </a:solidFill>
                <a:latin typeface="Arial"/>
                <a:ea typeface="Arial"/>
                <a:cs typeface="Arial"/>
              </a:rPr>
              <a:t>from Network Traffic Captures</a:t>
            </a:r>
          </a:p>
        </p:txBody>
      </p:sp>
      <p:sp>
        <p:nvSpPr>
          <p:cNvPr id="7" name="f7">
            <a:extLst xmlns:a="http://schemas.openxmlformats.org/drawingml/2006/main">
              <a:ext uri="{FF2B5EF4-FFF2-40B4-BE49-F238E27FC236}">
                <a16:creationId xmlns:a16="http://schemas.microsoft.com/office/drawing/2014/main" id="{EDEEE779-3543-4F80-9435-7DA3CE51A1DD}"/>
              </a:ext>
            </a:extLst>
          </p:cNvPr>
          <p:cNvSpPr>
            <a:spLocks xmlns:a="http://schemas.openxmlformats.org/drawingml/2006/main" noGrp="1"/>
          </p:cNvSpPr>
          <p:nvPr/>
        </p:nvSpPr>
        <p:spPr>
          <a:xfrm xmlns:a="http://schemas.openxmlformats.org/drawingml/2006/main">
            <a:off x="1066800" y="6083999"/>
            <a:ext cx="1094333" cy="28289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65758B"/>
                </a:solidFill>
                <a:latin typeface="Arial"/>
                <a:ea typeface="Arial"/>
                <a:cs typeface="Arial"/>
              </a:defRPr>
            </a:defPPr>
            <a:lvl1pPr algn="l">
              <a:defRPr sz="1650" b="0">
                <a:solidFill>
                  <a:srgbClr val="65758B"/>
                </a:solidFill>
                <a:latin typeface="Arial"/>
                <a:ea typeface="Arial"/>
                <a:cs typeface="Arial"/>
              </a:defRPr>
            </a:lvl1pPr>
            <a:lvl2pPr algn="l">
              <a:defRPr sz="1650" b="0">
                <a:solidFill>
                  <a:srgbClr val="65758B"/>
                </a:solidFill>
                <a:latin typeface="Arial"/>
                <a:ea typeface="Arial"/>
                <a:cs typeface="Arial"/>
              </a:defRPr>
            </a:lvl2pPr>
            <a:lvl3pPr algn="l">
              <a:defRPr sz="1650" b="0">
                <a:solidFill>
                  <a:srgbClr val="65758B"/>
                </a:solidFill>
                <a:latin typeface="Arial"/>
                <a:ea typeface="Arial"/>
                <a:cs typeface="Arial"/>
              </a:defRPr>
            </a:lvl3pPr>
            <a:lvl4pPr algn="l">
              <a:defRPr sz="1650" b="0">
                <a:solidFill>
                  <a:srgbClr val="65758B"/>
                </a:solidFill>
                <a:latin typeface="Arial"/>
                <a:ea typeface="Arial"/>
                <a:cs typeface="Arial"/>
              </a:defRPr>
            </a:lvl4pPr>
            <a:lvl5pPr algn="l">
              <a:defRPr sz="1650" b="0">
                <a:solidFill>
                  <a:srgbClr val="65758B"/>
                </a:solidFill>
                <a:latin typeface="Arial"/>
                <a:ea typeface="Arial"/>
                <a:cs typeface="Arial"/>
              </a:defRPr>
            </a:lvl5pPr>
            <a:lvl6pPr algn="l">
              <a:defRPr sz="1650" b="0">
                <a:solidFill>
                  <a:srgbClr val="65758B"/>
                </a:solidFill>
                <a:latin typeface="Arial"/>
                <a:ea typeface="Arial"/>
                <a:cs typeface="Arial"/>
              </a:defRPr>
            </a:lvl6pPr>
            <a:lvl7pPr algn="l">
              <a:defRPr sz="1650" b="0">
                <a:solidFill>
                  <a:srgbClr val="65758B"/>
                </a:solidFill>
                <a:latin typeface="Arial"/>
                <a:ea typeface="Arial"/>
                <a:cs typeface="Arial"/>
              </a:defRPr>
            </a:lvl7pPr>
            <a:lvl8pPr algn="l">
              <a:defRPr sz="1650" b="0">
                <a:solidFill>
                  <a:srgbClr val="65758B"/>
                </a:solidFill>
                <a:latin typeface="Arial"/>
                <a:ea typeface="Arial"/>
                <a:cs typeface="Arial"/>
              </a:defRPr>
            </a:lvl8pPr>
            <a:lvl9pPr algn="l">
              <a:defRPr sz="1650" b="0">
                <a:solidFill>
                  <a:srgbClr val="65758B"/>
                </a:solidFill>
                <a:latin typeface="Arial"/>
                <a:ea typeface="Arial"/>
                <a:cs typeface="Arial"/>
              </a:defRPr>
            </a:lvl9pPr>
          </a:lstStyle>
          <a:p xmlns:a="http://schemas.openxmlformats.org/drawingml/2006/main">
            <a:pPr algn="l">
              <a:defRPr sz="1650" b="0">
                <a:solidFill>
                  <a:srgbClr val="65758B"/>
                </a:solidFill>
                <a:latin typeface="Arial"/>
                <a:ea typeface="Arial"/>
                <a:cs typeface="Arial"/>
              </a:defRPr>
            </a:pPr>
            <a:r>
              <a:rPr sz="1650" b="0">
                <a:solidFill>
                  <a:srgbClr val="65758B"/>
                </a:solidFill>
                <a:latin typeface="Arial"/>
                <a:ea typeface="Arial"/>
                <a:cs typeface="Arial"/>
              </a:rPr>
              <a:t>Laureando</a:t>
            </a:r>
          </a:p>
        </p:txBody>
      </p:sp>
      <p:sp>
        <p:nvSpPr>
          <p:cNvPr id="8" name="f8">
            <a:extLst xmlns:a="http://schemas.openxmlformats.org/drawingml/2006/main">
              <a:ext uri="{FF2B5EF4-FFF2-40B4-BE49-F238E27FC236}">
                <a16:creationId xmlns:a16="http://schemas.microsoft.com/office/drawing/2014/main" id="{F4B5FC35-330C-4C1D-9076-5CB0AD513F91}"/>
              </a:ext>
            </a:extLst>
          </p:cNvPr>
          <p:cNvSpPr>
            <a:spLocks xmlns:a="http://schemas.openxmlformats.org/drawingml/2006/main" noGrp="1"/>
          </p:cNvSpPr>
          <p:nvPr/>
        </p:nvSpPr>
        <p:spPr>
          <a:xfrm xmlns:a="http://schemas.openxmlformats.org/drawingml/2006/main">
            <a:off x="1066800" y="6411278"/>
            <a:ext cx="265792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1C2A40"/>
                </a:solidFill>
                <a:latin typeface="Arial"/>
                <a:ea typeface="Arial"/>
                <a:cs typeface="Arial"/>
              </a:defRPr>
            </a:defPPr>
            <a:lvl1pPr algn="l">
              <a:defRPr sz="2250" b="1">
                <a:solidFill>
                  <a:srgbClr val="1C2A40"/>
                </a:solidFill>
                <a:latin typeface="Arial"/>
                <a:ea typeface="Arial"/>
                <a:cs typeface="Arial"/>
              </a:defRPr>
            </a:lvl1pPr>
            <a:lvl2pPr algn="l">
              <a:defRPr sz="2250" b="1">
                <a:solidFill>
                  <a:srgbClr val="1C2A40"/>
                </a:solidFill>
                <a:latin typeface="Arial"/>
                <a:ea typeface="Arial"/>
                <a:cs typeface="Arial"/>
              </a:defRPr>
            </a:lvl2pPr>
            <a:lvl3pPr algn="l">
              <a:defRPr sz="2250" b="1">
                <a:solidFill>
                  <a:srgbClr val="1C2A40"/>
                </a:solidFill>
                <a:latin typeface="Arial"/>
                <a:ea typeface="Arial"/>
                <a:cs typeface="Arial"/>
              </a:defRPr>
            </a:lvl3pPr>
            <a:lvl4pPr algn="l">
              <a:defRPr sz="2250" b="1">
                <a:solidFill>
                  <a:srgbClr val="1C2A40"/>
                </a:solidFill>
                <a:latin typeface="Arial"/>
                <a:ea typeface="Arial"/>
                <a:cs typeface="Arial"/>
              </a:defRPr>
            </a:lvl4pPr>
            <a:lvl5pPr algn="l">
              <a:defRPr sz="2250" b="1">
                <a:solidFill>
                  <a:srgbClr val="1C2A40"/>
                </a:solidFill>
                <a:latin typeface="Arial"/>
                <a:ea typeface="Arial"/>
                <a:cs typeface="Arial"/>
              </a:defRPr>
            </a:lvl5pPr>
            <a:lvl6pPr algn="l">
              <a:defRPr sz="2250" b="1">
                <a:solidFill>
                  <a:srgbClr val="1C2A40"/>
                </a:solidFill>
                <a:latin typeface="Arial"/>
                <a:ea typeface="Arial"/>
                <a:cs typeface="Arial"/>
              </a:defRPr>
            </a:lvl6pPr>
            <a:lvl7pPr algn="l">
              <a:defRPr sz="2250" b="1">
                <a:solidFill>
                  <a:srgbClr val="1C2A40"/>
                </a:solidFill>
                <a:latin typeface="Arial"/>
                <a:ea typeface="Arial"/>
                <a:cs typeface="Arial"/>
              </a:defRPr>
            </a:lvl7pPr>
            <a:lvl8pPr algn="l">
              <a:defRPr sz="2250" b="1">
                <a:solidFill>
                  <a:srgbClr val="1C2A40"/>
                </a:solidFill>
                <a:latin typeface="Arial"/>
                <a:ea typeface="Arial"/>
                <a:cs typeface="Arial"/>
              </a:defRPr>
            </a:lvl8pPr>
            <a:lvl9pPr algn="l">
              <a:defRPr sz="2250" b="1">
                <a:solidFill>
                  <a:srgbClr val="1C2A40"/>
                </a:solidFill>
                <a:latin typeface="Arial"/>
                <a:ea typeface="Arial"/>
                <a:cs typeface="Arial"/>
              </a:defRPr>
            </a:lvl9pPr>
          </a:lstStyle>
          <a:p xmlns:a="http://schemas.openxmlformats.org/drawingml/2006/main">
            <a:pPr algn="l">
              <a:defRPr sz="2250" b="1">
                <a:solidFill>
                  <a:srgbClr val="1C2A40"/>
                </a:solidFill>
                <a:latin typeface="Arial"/>
                <a:ea typeface="Arial"/>
                <a:cs typeface="Arial"/>
              </a:defRPr>
            </a:pPr>
            <a:r>
              <a:rPr sz="2250" b="1">
                <a:solidFill>
                  <a:srgbClr val="1C2A40"/>
                </a:solidFill>
                <a:latin typeface="Arial"/>
                <a:ea typeface="Arial"/>
                <a:cs typeface="Arial"/>
              </a:rPr>
              <a:t>Samuele De Santis</a:t>
            </a:r>
          </a:p>
        </p:txBody>
      </p:sp>
      <p:sp>
        <p:nvSpPr>
          <p:cNvPr id="9" name="f9">
            <a:extLst xmlns:a="http://schemas.openxmlformats.org/drawingml/2006/main">
              <a:ext uri="{FF2B5EF4-FFF2-40B4-BE49-F238E27FC236}">
                <a16:creationId xmlns:a16="http://schemas.microsoft.com/office/drawing/2014/main" id="{62067359-B5A9-459E-A9B0-0A9E36DA902F}"/>
              </a:ext>
            </a:extLst>
          </p:cNvPr>
          <p:cNvSpPr>
            <a:spLocks xmlns:a="http://schemas.openxmlformats.org/drawingml/2006/main" noGrp="1"/>
          </p:cNvSpPr>
          <p:nvPr/>
        </p:nvSpPr>
        <p:spPr>
          <a:xfrm xmlns:a="http://schemas.openxmlformats.org/drawingml/2006/main">
            <a:off x="1066800" y="7022306"/>
            <a:ext cx="3413224"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C2A40"/>
                </a:solidFill>
                <a:latin typeface="Arial"/>
                <a:ea typeface="Arial"/>
                <a:cs typeface="Arial"/>
              </a:defRPr>
            </a:defPPr>
            <a:lvl1pPr algn="l">
              <a:defRPr sz="1875" b="0">
                <a:solidFill>
                  <a:srgbClr val="1C2A40"/>
                </a:solidFill>
                <a:latin typeface="Arial"/>
                <a:ea typeface="Arial"/>
                <a:cs typeface="Arial"/>
              </a:defRPr>
            </a:lvl1pPr>
            <a:lvl2pPr algn="l">
              <a:defRPr sz="1875" b="0">
                <a:solidFill>
                  <a:srgbClr val="1C2A40"/>
                </a:solidFill>
                <a:latin typeface="Arial"/>
                <a:ea typeface="Arial"/>
                <a:cs typeface="Arial"/>
              </a:defRPr>
            </a:lvl2pPr>
            <a:lvl3pPr algn="l">
              <a:defRPr sz="1875" b="0">
                <a:solidFill>
                  <a:srgbClr val="1C2A40"/>
                </a:solidFill>
                <a:latin typeface="Arial"/>
                <a:ea typeface="Arial"/>
                <a:cs typeface="Arial"/>
              </a:defRPr>
            </a:lvl3pPr>
            <a:lvl4pPr algn="l">
              <a:defRPr sz="1875" b="0">
                <a:solidFill>
                  <a:srgbClr val="1C2A40"/>
                </a:solidFill>
                <a:latin typeface="Arial"/>
                <a:ea typeface="Arial"/>
                <a:cs typeface="Arial"/>
              </a:defRPr>
            </a:lvl4pPr>
            <a:lvl5pPr algn="l">
              <a:defRPr sz="1875" b="0">
                <a:solidFill>
                  <a:srgbClr val="1C2A40"/>
                </a:solidFill>
                <a:latin typeface="Arial"/>
                <a:ea typeface="Arial"/>
                <a:cs typeface="Arial"/>
              </a:defRPr>
            </a:lvl5pPr>
            <a:lvl6pPr algn="l">
              <a:defRPr sz="1875" b="0">
                <a:solidFill>
                  <a:srgbClr val="1C2A40"/>
                </a:solidFill>
                <a:latin typeface="Arial"/>
                <a:ea typeface="Arial"/>
                <a:cs typeface="Arial"/>
              </a:defRPr>
            </a:lvl6pPr>
            <a:lvl7pPr algn="l">
              <a:defRPr sz="1875" b="0">
                <a:solidFill>
                  <a:srgbClr val="1C2A40"/>
                </a:solidFill>
                <a:latin typeface="Arial"/>
                <a:ea typeface="Arial"/>
                <a:cs typeface="Arial"/>
              </a:defRPr>
            </a:lvl7pPr>
            <a:lvl8pPr algn="l">
              <a:defRPr sz="1875" b="0">
                <a:solidFill>
                  <a:srgbClr val="1C2A40"/>
                </a:solidFill>
                <a:latin typeface="Arial"/>
                <a:ea typeface="Arial"/>
                <a:cs typeface="Arial"/>
              </a:defRPr>
            </a:lvl8pPr>
            <a:lvl9pPr algn="l">
              <a:defRPr sz="1875" b="0">
                <a:solidFill>
                  <a:srgbClr val="1C2A40"/>
                </a:solidFill>
                <a:latin typeface="Arial"/>
                <a:ea typeface="Arial"/>
                <a:cs typeface="Arial"/>
              </a:defRPr>
            </a:lvl9pPr>
          </a:lstStyle>
          <a:p xmlns:a="http://schemas.openxmlformats.org/drawingml/2006/main">
            <a:pPr algn="l">
              <a:defRPr sz="1875" b="0">
                <a:solidFill>
                  <a:srgbClr val="1C2A40"/>
                </a:solidFill>
                <a:latin typeface="Arial"/>
                <a:ea typeface="Arial"/>
                <a:cs typeface="Arial"/>
              </a:defRPr>
            </a:pPr>
            <a:r>
              <a:rPr sz="1875" b="0">
                <a:solidFill>
                  <a:srgbClr val="1C2A40"/>
                </a:solidFill>
                <a:latin typeface="Arial"/>
                <a:ea typeface="Arial"/>
                <a:cs typeface="Arial"/>
              </a:rPr>
              <a:t>Relatrice: Prof.ssa Paola Vocca</a:t>
            </a:r>
          </a:p>
        </p:txBody>
      </p:sp>
      <p:sp>
        <p:nvSpPr>
          <p:cNvPr id="10" name="f10">
            <a:extLst xmlns:a="http://schemas.openxmlformats.org/drawingml/2006/main">
              <a:ext uri="{FF2B5EF4-FFF2-40B4-BE49-F238E27FC236}">
                <a16:creationId xmlns:a16="http://schemas.microsoft.com/office/drawing/2014/main" id="{5DA44565-0873-40D4-A4BF-1C0CF7ACEF44}"/>
              </a:ext>
            </a:extLst>
          </p:cNvPr>
          <p:cNvSpPr>
            <a:spLocks xmlns:a="http://schemas.openxmlformats.org/drawingml/2006/main" noGrp="1"/>
          </p:cNvSpPr>
          <p:nvPr/>
        </p:nvSpPr>
        <p:spPr>
          <a:xfrm xmlns:a="http://schemas.openxmlformats.org/drawingml/2006/main">
            <a:off x="1066800" y="7403306"/>
            <a:ext cx="3965079"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C2A40"/>
                </a:solidFill>
                <a:latin typeface="Arial"/>
                <a:ea typeface="Arial"/>
                <a:cs typeface="Arial"/>
              </a:defRPr>
            </a:defPPr>
            <a:lvl1pPr algn="l">
              <a:defRPr sz="1875" b="0">
                <a:solidFill>
                  <a:srgbClr val="1C2A40"/>
                </a:solidFill>
                <a:latin typeface="Arial"/>
                <a:ea typeface="Arial"/>
                <a:cs typeface="Arial"/>
              </a:defRPr>
            </a:lvl1pPr>
            <a:lvl2pPr algn="l">
              <a:defRPr sz="1875" b="0">
                <a:solidFill>
                  <a:srgbClr val="1C2A40"/>
                </a:solidFill>
                <a:latin typeface="Arial"/>
                <a:ea typeface="Arial"/>
                <a:cs typeface="Arial"/>
              </a:defRPr>
            </a:lvl2pPr>
            <a:lvl3pPr algn="l">
              <a:defRPr sz="1875" b="0">
                <a:solidFill>
                  <a:srgbClr val="1C2A40"/>
                </a:solidFill>
                <a:latin typeface="Arial"/>
                <a:ea typeface="Arial"/>
                <a:cs typeface="Arial"/>
              </a:defRPr>
            </a:lvl3pPr>
            <a:lvl4pPr algn="l">
              <a:defRPr sz="1875" b="0">
                <a:solidFill>
                  <a:srgbClr val="1C2A40"/>
                </a:solidFill>
                <a:latin typeface="Arial"/>
                <a:ea typeface="Arial"/>
                <a:cs typeface="Arial"/>
              </a:defRPr>
            </a:lvl4pPr>
            <a:lvl5pPr algn="l">
              <a:defRPr sz="1875" b="0">
                <a:solidFill>
                  <a:srgbClr val="1C2A40"/>
                </a:solidFill>
                <a:latin typeface="Arial"/>
                <a:ea typeface="Arial"/>
                <a:cs typeface="Arial"/>
              </a:defRPr>
            </a:lvl5pPr>
            <a:lvl6pPr algn="l">
              <a:defRPr sz="1875" b="0">
                <a:solidFill>
                  <a:srgbClr val="1C2A40"/>
                </a:solidFill>
                <a:latin typeface="Arial"/>
                <a:ea typeface="Arial"/>
                <a:cs typeface="Arial"/>
              </a:defRPr>
            </a:lvl6pPr>
            <a:lvl7pPr algn="l">
              <a:defRPr sz="1875" b="0">
                <a:solidFill>
                  <a:srgbClr val="1C2A40"/>
                </a:solidFill>
                <a:latin typeface="Arial"/>
                <a:ea typeface="Arial"/>
                <a:cs typeface="Arial"/>
              </a:defRPr>
            </a:lvl7pPr>
            <a:lvl8pPr algn="l">
              <a:defRPr sz="1875" b="0">
                <a:solidFill>
                  <a:srgbClr val="1C2A40"/>
                </a:solidFill>
                <a:latin typeface="Arial"/>
                <a:ea typeface="Arial"/>
                <a:cs typeface="Arial"/>
              </a:defRPr>
            </a:lvl8pPr>
            <a:lvl9pPr algn="l">
              <a:defRPr sz="1875" b="0">
                <a:solidFill>
                  <a:srgbClr val="1C2A40"/>
                </a:solidFill>
                <a:latin typeface="Arial"/>
                <a:ea typeface="Arial"/>
                <a:cs typeface="Arial"/>
              </a:defRPr>
            </a:lvl9pPr>
          </a:lstStyle>
          <a:p xmlns:a="http://schemas.openxmlformats.org/drawingml/2006/main">
            <a:pPr algn="l">
              <a:defRPr sz="1875" b="0">
                <a:solidFill>
                  <a:srgbClr val="1C2A40"/>
                </a:solidFill>
                <a:latin typeface="Arial"/>
                <a:ea typeface="Arial"/>
                <a:cs typeface="Arial"/>
              </a:defRPr>
            </a:pPr>
            <a:r>
              <a:rPr sz="1875" b="0">
                <a:solidFill>
                  <a:srgbClr val="1C2A40"/>
                </a:solidFill>
                <a:latin typeface="Arial"/>
                <a:ea typeface="Arial"/>
                <a:cs typeface="Arial"/>
              </a:rPr>
              <a:t>Correlatore: Dott. Francesco Mancini</a:t>
            </a:r>
          </a:p>
        </p:txBody>
      </p:sp>
      <p:sp>
        <p:nvSpPr>
          <p:cNvPr id="11" name="f11">
            <a:extLst xmlns:a="http://schemas.openxmlformats.org/drawingml/2006/main">
              <a:ext uri="{FF2B5EF4-FFF2-40B4-BE49-F238E27FC236}">
                <a16:creationId xmlns:a16="http://schemas.microsoft.com/office/drawing/2014/main" id="{1AEB2D7A-3B24-4DA1-BC84-18C4FAFE3A14}"/>
              </a:ext>
            </a:extLst>
          </p:cNvPr>
          <p:cNvSpPr>
            <a:spLocks xmlns:a="http://schemas.openxmlformats.org/drawingml/2006/main" noGrp="1"/>
          </p:cNvSpPr>
          <p:nvPr/>
        </p:nvSpPr>
        <p:spPr>
          <a:xfrm xmlns:a="http://schemas.openxmlformats.org/drawingml/2006/main">
            <a:off x="1066800" y="7877937"/>
            <a:ext cx="3061990" cy="3086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65758B"/>
                </a:solidFill>
                <a:latin typeface="Arial"/>
                <a:ea typeface="Arial"/>
                <a:cs typeface="Arial"/>
              </a:defRPr>
            </a:defPPr>
            <a:lvl1pPr algn="l">
              <a:defRPr sz="1800" b="0">
                <a:solidFill>
                  <a:srgbClr val="65758B"/>
                </a:solidFill>
                <a:latin typeface="Arial"/>
                <a:ea typeface="Arial"/>
                <a:cs typeface="Arial"/>
              </a:defRPr>
            </a:lvl1pPr>
            <a:lvl2pPr algn="l">
              <a:defRPr sz="1800" b="0">
                <a:solidFill>
                  <a:srgbClr val="65758B"/>
                </a:solidFill>
                <a:latin typeface="Arial"/>
                <a:ea typeface="Arial"/>
                <a:cs typeface="Arial"/>
              </a:defRPr>
            </a:lvl2pPr>
            <a:lvl3pPr algn="l">
              <a:defRPr sz="1800" b="0">
                <a:solidFill>
                  <a:srgbClr val="65758B"/>
                </a:solidFill>
                <a:latin typeface="Arial"/>
                <a:ea typeface="Arial"/>
                <a:cs typeface="Arial"/>
              </a:defRPr>
            </a:lvl3pPr>
            <a:lvl4pPr algn="l">
              <a:defRPr sz="1800" b="0">
                <a:solidFill>
                  <a:srgbClr val="65758B"/>
                </a:solidFill>
                <a:latin typeface="Arial"/>
                <a:ea typeface="Arial"/>
                <a:cs typeface="Arial"/>
              </a:defRPr>
            </a:lvl4pPr>
            <a:lvl5pPr algn="l">
              <a:defRPr sz="1800" b="0">
                <a:solidFill>
                  <a:srgbClr val="65758B"/>
                </a:solidFill>
                <a:latin typeface="Arial"/>
                <a:ea typeface="Arial"/>
                <a:cs typeface="Arial"/>
              </a:defRPr>
            </a:lvl5pPr>
            <a:lvl6pPr algn="l">
              <a:defRPr sz="1800" b="0">
                <a:solidFill>
                  <a:srgbClr val="65758B"/>
                </a:solidFill>
                <a:latin typeface="Arial"/>
                <a:ea typeface="Arial"/>
                <a:cs typeface="Arial"/>
              </a:defRPr>
            </a:lvl6pPr>
            <a:lvl7pPr algn="l">
              <a:defRPr sz="1800" b="0">
                <a:solidFill>
                  <a:srgbClr val="65758B"/>
                </a:solidFill>
                <a:latin typeface="Arial"/>
                <a:ea typeface="Arial"/>
                <a:cs typeface="Arial"/>
              </a:defRPr>
            </a:lvl7pPr>
            <a:lvl8pPr algn="l">
              <a:defRPr sz="1800" b="0">
                <a:solidFill>
                  <a:srgbClr val="65758B"/>
                </a:solidFill>
                <a:latin typeface="Arial"/>
                <a:ea typeface="Arial"/>
                <a:cs typeface="Arial"/>
              </a:defRPr>
            </a:lvl8pPr>
            <a:lvl9pPr algn="l">
              <a:defRPr sz="1800" b="0">
                <a:solidFill>
                  <a:srgbClr val="65758B"/>
                </a:solidFill>
                <a:latin typeface="Arial"/>
                <a:ea typeface="Arial"/>
                <a:cs typeface="Arial"/>
              </a:defRPr>
            </a:lvl9pPr>
          </a:lstStyle>
          <a:p xmlns:a="http://schemas.openxmlformats.org/drawingml/2006/main">
            <a:pPr algn="l">
              <a:defRPr sz="1800" b="0">
                <a:solidFill>
                  <a:srgbClr val="65758B"/>
                </a:solidFill>
                <a:latin typeface="Arial"/>
                <a:ea typeface="Arial"/>
                <a:cs typeface="Arial"/>
              </a:defRPr>
            </a:pPr>
            <a:r>
              <a:rPr sz="1800" b="0">
                <a:solidFill>
                  <a:srgbClr val="65758B"/>
                </a:solidFill>
                <a:latin typeface="Arial"/>
                <a:ea typeface="Arial"/>
                <a:cs typeface="Arial"/>
              </a:rPr>
              <a:t>Anno accademico 2025/2026</a:t>
            </a:r>
          </a:p>
        </p:txBody>
      </p:sp>
      <p:sp>
        <p:nvSpPr>
          <p:cNvPr id="12" name="f12">
            <a:extLst xmlns:a="http://schemas.openxmlformats.org/drawingml/2006/main">
              <a:ext uri="{FF2B5EF4-FFF2-40B4-BE49-F238E27FC236}">
                <a16:creationId xmlns:a16="http://schemas.microsoft.com/office/drawing/2014/main" id="{55780277-F541-45F6-8F2B-8D7C5A9B90CA}"/>
              </a:ext>
            </a:extLst>
          </p:cNvPr>
          <p:cNvSpPr>
            <a:spLocks xmlns:a="http://schemas.openxmlformats.org/drawingml/2006/main" noGrp="1"/>
          </p:cNvSpPr>
          <p:nvPr/>
        </p:nvSpPr>
        <p:spPr>
          <a:xfrm xmlns:a="http://schemas.openxmlformats.org/drawingml/2006/main">
            <a:off x="12672864" y="3079147"/>
            <a:ext cx="905173" cy="39862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a:solidFill>
                  <a:srgbClr val="1C2A40"/>
                </a:solidFill>
                <a:latin typeface="Arial"/>
                <a:ea typeface="Arial"/>
                <a:cs typeface="Arial"/>
              </a:defRPr>
            </a:defPPr>
            <a:lvl1pPr algn="l">
              <a:defRPr sz="2325" b="1">
                <a:solidFill>
                  <a:srgbClr val="1C2A40"/>
                </a:solidFill>
                <a:latin typeface="Arial"/>
                <a:ea typeface="Arial"/>
                <a:cs typeface="Arial"/>
              </a:defRPr>
            </a:lvl1pPr>
            <a:lvl2pPr algn="l">
              <a:defRPr sz="2325" b="1">
                <a:solidFill>
                  <a:srgbClr val="1C2A40"/>
                </a:solidFill>
                <a:latin typeface="Arial"/>
                <a:ea typeface="Arial"/>
                <a:cs typeface="Arial"/>
              </a:defRPr>
            </a:lvl2pPr>
            <a:lvl3pPr algn="l">
              <a:defRPr sz="2325" b="1">
                <a:solidFill>
                  <a:srgbClr val="1C2A40"/>
                </a:solidFill>
                <a:latin typeface="Arial"/>
                <a:ea typeface="Arial"/>
                <a:cs typeface="Arial"/>
              </a:defRPr>
            </a:lvl3pPr>
            <a:lvl4pPr algn="l">
              <a:defRPr sz="2325" b="1">
                <a:solidFill>
                  <a:srgbClr val="1C2A40"/>
                </a:solidFill>
                <a:latin typeface="Arial"/>
                <a:ea typeface="Arial"/>
                <a:cs typeface="Arial"/>
              </a:defRPr>
            </a:lvl4pPr>
            <a:lvl5pPr algn="l">
              <a:defRPr sz="2325" b="1">
                <a:solidFill>
                  <a:srgbClr val="1C2A40"/>
                </a:solidFill>
                <a:latin typeface="Arial"/>
                <a:ea typeface="Arial"/>
                <a:cs typeface="Arial"/>
              </a:defRPr>
            </a:lvl5pPr>
            <a:lvl6pPr algn="l">
              <a:defRPr sz="2325" b="1">
                <a:solidFill>
                  <a:srgbClr val="1C2A40"/>
                </a:solidFill>
                <a:latin typeface="Arial"/>
                <a:ea typeface="Arial"/>
                <a:cs typeface="Arial"/>
              </a:defRPr>
            </a:lvl6pPr>
            <a:lvl7pPr algn="l">
              <a:defRPr sz="2325" b="1">
                <a:solidFill>
                  <a:srgbClr val="1C2A40"/>
                </a:solidFill>
                <a:latin typeface="Arial"/>
                <a:ea typeface="Arial"/>
                <a:cs typeface="Arial"/>
              </a:defRPr>
            </a:lvl7pPr>
            <a:lvl8pPr algn="l">
              <a:defRPr sz="2325" b="1">
                <a:solidFill>
                  <a:srgbClr val="1C2A40"/>
                </a:solidFill>
                <a:latin typeface="Arial"/>
                <a:ea typeface="Arial"/>
                <a:cs typeface="Arial"/>
              </a:defRPr>
            </a:lvl8pPr>
            <a:lvl9pPr algn="l">
              <a:defRPr sz="2325" b="1">
                <a:solidFill>
                  <a:srgbClr val="1C2A40"/>
                </a:solidFill>
                <a:latin typeface="Arial"/>
                <a:ea typeface="Arial"/>
                <a:cs typeface="Arial"/>
              </a:defRPr>
            </a:lvl9pPr>
          </a:lstStyle>
          <a:p xmlns:a="http://schemas.openxmlformats.org/drawingml/2006/main">
            <a:pPr algn="l">
              <a:defRPr sz="2325" b="1">
                <a:solidFill>
                  <a:srgbClr val="1C2A40"/>
                </a:solidFill>
                <a:latin typeface="Arial"/>
                <a:ea typeface="Arial"/>
                <a:cs typeface="Arial"/>
              </a:defRPr>
            </a:pPr>
            <a:r>
              <a:rPr sz="2325" b="1">
                <a:solidFill>
                  <a:srgbClr val="1C2A40"/>
                </a:solidFill>
                <a:latin typeface="Arial"/>
                <a:ea typeface="Arial"/>
                <a:cs typeface="Arial"/>
              </a:rPr>
              <a:t>PCAP</a:t>
            </a:r>
          </a:p>
        </p:txBody>
      </p:sp>
      <p:sp>
        <p:nvSpPr>
          <p:cNvPr id="13" name="f13">
            <a:extLst xmlns:a="http://schemas.openxmlformats.org/drawingml/2006/main">
              <a:ext uri="{FF2B5EF4-FFF2-40B4-BE49-F238E27FC236}">
                <a16:creationId xmlns:a16="http://schemas.microsoft.com/office/drawing/2014/main" id="{33838266-49BE-4337-ACE4-9AA4098C4358}"/>
              </a:ext>
            </a:extLst>
          </p:cNvPr>
          <p:cNvSpPr>
            <a:spLocks xmlns:a="http://schemas.openxmlformats.org/drawingml/2006/main" noGrp="1"/>
          </p:cNvSpPr>
          <p:nvPr/>
        </p:nvSpPr>
        <p:spPr>
          <a:xfrm xmlns:a="http://schemas.openxmlformats.org/drawingml/2006/main">
            <a:off x="12411075" y="3475768"/>
            <a:ext cx="1428750"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65758B"/>
                </a:solidFill>
                <a:latin typeface="Arial"/>
                <a:ea typeface="Arial"/>
                <a:cs typeface="Arial"/>
              </a:defRPr>
            </a:defPPr>
            <a:lvl1pPr algn="l">
              <a:defRPr sz="1725" b="0">
                <a:solidFill>
                  <a:srgbClr val="65758B"/>
                </a:solidFill>
                <a:latin typeface="Arial"/>
                <a:ea typeface="Arial"/>
                <a:cs typeface="Arial"/>
              </a:defRPr>
            </a:lvl1pPr>
            <a:lvl2pPr algn="l">
              <a:defRPr sz="1725" b="0">
                <a:solidFill>
                  <a:srgbClr val="65758B"/>
                </a:solidFill>
                <a:latin typeface="Arial"/>
                <a:ea typeface="Arial"/>
                <a:cs typeface="Arial"/>
              </a:defRPr>
            </a:lvl2pPr>
            <a:lvl3pPr algn="l">
              <a:defRPr sz="1725" b="0">
                <a:solidFill>
                  <a:srgbClr val="65758B"/>
                </a:solidFill>
                <a:latin typeface="Arial"/>
                <a:ea typeface="Arial"/>
                <a:cs typeface="Arial"/>
              </a:defRPr>
            </a:lvl3pPr>
            <a:lvl4pPr algn="l">
              <a:defRPr sz="1725" b="0">
                <a:solidFill>
                  <a:srgbClr val="65758B"/>
                </a:solidFill>
                <a:latin typeface="Arial"/>
                <a:ea typeface="Arial"/>
                <a:cs typeface="Arial"/>
              </a:defRPr>
            </a:lvl4pPr>
            <a:lvl5pPr algn="l">
              <a:defRPr sz="1725" b="0">
                <a:solidFill>
                  <a:srgbClr val="65758B"/>
                </a:solidFill>
                <a:latin typeface="Arial"/>
                <a:ea typeface="Arial"/>
                <a:cs typeface="Arial"/>
              </a:defRPr>
            </a:lvl5pPr>
            <a:lvl6pPr algn="l">
              <a:defRPr sz="1725" b="0">
                <a:solidFill>
                  <a:srgbClr val="65758B"/>
                </a:solidFill>
                <a:latin typeface="Arial"/>
                <a:ea typeface="Arial"/>
                <a:cs typeface="Arial"/>
              </a:defRPr>
            </a:lvl6pPr>
            <a:lvl7pPr algn="l">
              <a:defRPr sz="1725" b="0">
                <a:solidFill>
                  <a:srgbClr val="65758B"/>
                </a:solidFill>
                <a:latin typeface="Arial"/>
                <a:ea typeface="Arial"/>
                <a:cs typeface="Arial"/>
              </a:defRPr>
            </a:lvl7pPr>
            <a:lvl8pPr algn="l">
              <a:defRPr sz="1725" b="0">
                <a:solidFill>
                  <a:srgbClr val="65758B"/>
                </a:solidFill>
                <a:latin typeface="Arial"/>
                <a:ea typeface="Arial"/>
                <a:cs typeface="Arial"/>
              </a:defRPr>
            </a:lvl8pPr>
            <a:lvl9pPr algn="l">
              <a:defRPr sz="1725" b="0">
                <a:solidFill>
                  <a:srgbClr val="65758B"/>
                </a:solidFill>
                <a:latin typeface="Arial"/>
                <a:ea typeface="Arial"/>
                <a:cs typeface="Arial"/>
              </a:defRPr>
            </a:lvl9pPr>
          </a:lstStyle>
          <a:p xmlns:a="http://schemas.openxmlformats.org/drawingml/2006/main">
            <a:pPr algn="l">
              <a:defRPr sz="1725" b="0">
                <a:solidFill>
                  <a:srgbClr val="65758B"/>
                </a:solidFill>
                <a:latin typeface="Arial"/>
                <a:ea typeface="Arial"/>
                <a:cs typeface="Arial"/>
              </a:defRPr>
            </a:pPr>
            <a:r>
              <a:rPr sz="1725" b="0">
                <a:solidFill>
                  <a:srgbClr val="65758B"/>
                </a:solidFill>
                <a:latin typeface="Arial"/>
                <a:ea typeface="Arial"/>
                <a:cs typeface="Arial"/>
              </a:rPr>
              <a:t>cattura di rete</a:t>
            </a:r>
          </a:p>
        </p:txBody>
      </p:sp>
      <p:sp>
        <p:nvSpPr>
          <p:cNvPr id="14" name="f14">
            <a:extLst xmlns:a="http://schemas.openxmlformats.org/drawingml/2006/main">
              <a:ext uri="{FF2B5EF4-FFF2-40B4-BE49-F238E27FC236}">
                <a16:creationId xmlns:a16="http://schemas.microsoft.com/office/drawing/2014/main" id="{0DA2BD25-AC39-4ED2-9298-079C9D5C2D5A}"/>
              </a:ext>
            </a:extLst>
          </p:cNvPr>
          <p:cNvSpPr>
            <a:spLocks xmlns:a="http://schemas.openxmlformats.org/drawingml/2006/main" noGrp="1"/>
          </p:cNvSpPr>
          <p:nvPr/>
        </p:nvSpPr>
        <p:spPr>
          <a:xfrm xmlns:a="http://schemas.openxmlformats.org/drawingml/2006/main">
            <a:off x="10534724" y="3079147"/>
            <a:ext cx="685651" cy="39862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a:solidFill>
                  <a:srgbClr val="4264D0"/>
                </a:solidFill>
                <a:latin typeface="Arial"/>
                <a:ea typeface="Arial"/>
                <a:cs typeface="Arial"/>
              </a:defRPr>
            </a:defPPr>
            <a:lvl1pPr algn="l">
              <a:defRPr sz="2325" b="1">
                <a:solidFill>
                  <a:srgbClr val="4264D0"/>
                </a:solidFill>
                <a:latin typeface="Arial"/>
                <a:ea typeface="Arial"/>
                <a:cs typeface="Arial"/>
              </a:defRPr>
            </a:lvl1pPr>
            <a:lvl2pPr algn="l">
              <a:defRPr sz="2325" b="1">
                <a:solidFill>
                  <a:srgbClr val="4264D0"/>
                </a:solidFill>
                <a:latin typeface="Arial"/>
                <a:ea typeface="Arial"/>
                <a:cs typeface="Arial"/>
              </a:defRPr>
            </a:lvl2pPr>
            <a:lvl3pPr algn="l">
              <a:defRPr sz="2325" b="1">
                <a:solidFill>
                  <a:srgbClr val="4264D0"/>
                </a:solidFill>
                <a:latin typeface="Arial"/>
                <a:ea typeface="Arial"/>
                <a:cs typeface="Arial"/>
              </a:defRPr>
            </a:lvl3pPr>
            <a:lvl4pPr algn="l">
              <a:defRPr sz="2325" b="1">
                <a:solidFill>
                  <a:srgbClr val="4264D0"/>
                </a:solidFill>
                <a:latin typeface="Arial"/>
                <a:ea typeface="Arial"/>
                <a:cs typeface="Arial"/>
              </a:defRPr>
            </a:lvl4pPr>
            <a:lvl5pPr algn="l">
              <a:defRPr sz="2325" b="1">
                <a:solidFill>
                  <a:srgbClr val="4264D0"/>
                </a:solidFill>
                <a:latin typeface="Arial"/>
                <a:ea typeface="Arial"/>
                <a:cs typeface="Arial"/>
              </a:defRPr>
            </a:lvl5pPr>
            <a:lvl6pPr algn="l">
              <a:defRPr sz="2325" b="1">
                <a:solidFill>
                  <a:srgbClr val="4264D0"/>
                </a:solidFill>
                <a:latin typeface="Arial"/>
                <a:ea typeface="Arial"/>
                <a:cs typeface="Arial"/>
              </a:defRPr>
            </a:lvl6pPr>
            <a:lvl7pPr algn="l">
              <a:defRPr sz="2325" b="1">
                <a:solidFill>
                  <a:srgbClr val="4264D0"/>
                </a:solidFill>
                <a:latin typeface="Arial"/>
                <a:ea typeface="Arial"/>
                <a:cs typeface="Arial"/>
              </a:defRPr>
            </a:lvl7pPr>
            <a:lvl8pPr algn="l">
              <a:defRPr sz="2325" b="1">
                <a:solidFill>
                  <a:srgbClr val="4264D0"/>
                </a:solidFill>
                <a:latin typeface="Arial"/>
                <a:ea typeface="Arial"/>
                <a:cs typeface="Arial"/>
              </a:defRPr>
            </a:lvl8pPr>
            <a:lvl9pPr algn="l">
              <a:defRPr sz="2325" b="1">
                <a:solidFill>
                  <a:srgbClr val="4264D0"/>
                </a:solidFill>
                <a:latin typeface="Arial"/>
                <a:ea typeface="Arial"/>
                <a:cs typeface="Arial"/>
              </a:defRPr>
            </a:lvl9pPr>
          </a:lstStyle>
          <a:p xmlns:a="http://schemas.openxmlformats.org/drawingml/2006/main">
            <a:pPr algn="l">
              <a:defRPr sz="2325" b="1">
                <a:solidFill>
                  <a:srgbClr val="4264D0"/>
                </a:solidFill>
                <a:latin typeface="Arial"/>
                <a:ea typeface="Arial"/>
                <a:cs typeface="Arial"/>
              </a:defRPr>
            </a:pPr>
            <a:r>
              <a:rPr sz="2325" b="1">
                <a:solidFill>
                  <a:srgbClr val="4264D0"/>
                </a:solidFill>
                <a:latin typeface="Arial"/>
                <a:ea typeface="Arial"/>
                <a:cs typeface="Arial"/>
              </a:rPr>
              <a:t>DSL</a:t>
            </a:r>
          </a:p>
        </p:txBody>
      </p:sp>
      <p:sp>
        <p:nvSpPr>
          <p:cNvPr id="15" name="f15">
            <a:extLst xmlns:a="http://schemas.openxmlformats.org/drawingml/2006/main">
              <a:ext uri="{FF2B5EF4-FFF2-40B4-BE49-F238E27FC236}">
                <a16:creationId xmlns:a16="http://schemas.microsoft.com/office/drawing/2014/main" id="{2CC299C9-667B-4EA2-B6E5-9652A6E71B53}"/>
              </a:ext>
            </a:extLst>
          </p:cNvPr>
          <p:cNvSpPr>
            <a:spLocks xmlns:a="http://schemas.openxmlformats.org/drawingml/2006/main" noGrp="1"/>
          </p:cNvSpPr>
          <p:nvPr/>
        </p:nvSpPr>
        <p:spPr>
          <a:xfrm xmlns:a="http://schemas.openxmlformats.org/drawingml/2006/main">
            <a:off x="10146060" y="3475768"/>
            <a:ext cx="1462980"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65758B"/>
                </a:solidFill>
                <a:latin typeface="Arial"/>
                <a:ea typeface="Arial"/>
                <a:cs typeface="Arial"/>
              </a:defRPr>
            </a:defPPr>
            <a:lvl1pPr algn="l">
              <a:defRPr sz="1725" b="0">
                <a:solidFill>
                  <a:srgbClr val="65758B"/>
                </a:solidFill>
                <a:latin typeface="Arial"/>
                <a:ea typeface="Arial"/>
                <a:cs typeface="Arial"/>
              </a:defRPr>
            </a:lvl1pPr>
            <a:lvl2pPr algn="l">
              <a:defRPr sz="1725" b="0">
                <a:solidFill>
                  <a:srgbClr val="65758B"/>
                </a:solidFill>
                <a:latin typeface="Arial"/>
                <a:ea typeface="Arial"/>
                <a:cs typeface="Arial"/>
              </a:defRPr>
            </a:lvl2pPr>
            <a:lvl3pPr algn="l">
              <a:defRPr sz="1725" b="0">
                <a:solidFill>
                  <a:srgbClr val="65758B"/>
                </a:solidFill>
                <a:latin typeface="Arial"/>
                <a:ea typeface="Arial"/>
                <a:cs typeface="Arial"/>
              </a:defRPr>
            </a:lvl3pPr>
            <a:lvl4pPr algn="l">
              <a:defRPr sz="1725" b="0">
                <a:solidFill>
                  <a:srgbClr val="65758B"/>
                </a:solidFill>
                <a:latin typeface="Arial"/>
                <a:ea typeface="Arial"/>
                <a:cs typeface="Arial"/>
              </a:defRPr>
            </a:lvl4pPr>
            <a:lvl5pPr algn="l">
              <a:defRPr sz="1725" b="0">
                <a:solidFill>
                  <a:srgbClr val="65758B"/>
                </a:solidFill>
                <a:latin typeface="Arial"/>
                <a:ea typeface="Arial"/>
                <a:cs typeface="Arial"/>
              </a:defRPr>
            </a:lvl5pPr>
            <a:lvl6pPr algn="l">
              <a:defRPr sz="1725" b="0">
                <a:solidFill>
                  <a:srgbClr val="65758B"/>
                </a:solidFill>
                <a:latin typeface="Arial"/>
                <a:ea typeface="Arial"/>
                <a:cs typeface="Arial"/>
              </a:defRPr>
            </a:lvl6pPr>
            <a:lvl7pPr algn="l">
              <a:defRPr sz="1725" b="0">
                <a:solidFill>
                  <a:srgbClr val="65758B"/>
                </a:solidFill>
                <a:latin typeface="Arial"/>
                <a:ea typeface="Arial"/>
                <a:cs typeface="Arial"/>
              </a:defRPr>
            </a:lvl7pPr>
            <a:lvl8pPr algn="l">
              <a:defRPr sz="1725" b="0">
                <a:solidFill>
                  <a:srgbClr val="65758B"/>
                </a:solidFill>
                <a:latin typeface="Arial"/>
                <a:ea typeface="Arial"/>
                <a:cs typeface="Arial"/>
              </a:defRPr>
            </a:lvl8pPr>
            <a:lvl9pPr algn="l">
              <a:defRPr sz="1725" b="0">
                <a:solidFill>
                  <a:srgbClr val="65758B"/>
                </a:solidFill>
                <a:latin typeface="Arial"/>
                <a:ea typeface="Arial"/>
                <a:cs typeface="Arial"/>
              </a:defRPr>
            </a:lvl9pPr>
          </a:lstStyle>
          <a:p xmlns:a="http://schemas.openxmlformats.org/drawingml/2006/main">
            <a:pPr algn="l">
              <a:defRPr sz="1725" b="0">
                <a:solidFill>
                  <a:srgbClr val="65758B"/>
                </a:solidFill>
                <a:latin typeface="Arial"/>
                <a:ea typeface="Arial"/>
                <a:cs typeface="Arial"/>
              </a:defRPr>
            </a:pPr>
            <a:r>
              <a:rPr sz="1725" b="0">
                <a:solidFill>
                  <a:srgbClr val="65758B"/>
                </a:solidFill>
                <a:latin typeface="Arial"/>
                <a:ea typeface="Arial"/>
                <a:cs typeface="Arial"/>
              </a:rPr>
              <a:t>regole del test</a:t>
            </a:r>
          </a:p>
        </p:txBody>
      </p:sp>
      <p:sp>
        <p:nvSpPr>
          <p:cNvPr id="16" name="f16">
            <a:extLst xmlns:a="http://schemas.openxmlformats.org/drawingml/2006/main">
              <a:ext uri="{FF2B5EF4-FFF2-40B4-BE49-F238E27FC236}">
                <a16:creationId xmlns:a16="http://schemas.microsoft.com/office/drawing/2014/main" id="{82ABDDB2-A76C-4D3F-B010-A5D301072B40}"/>
              </a:ext>
            </a:extLst>
          </p:cNvPr>
          <p:cNvSpPr>
            <a:spLocks xmlns:a="http://schemas.openxmlformats.org/drawingml/2006/main" noGrp="1"/>
          </p:cNvSpPr>
          <p:nvPr/>
        </p:nvSpPr>
        <p:spPr>
          <a:xfrm xmlns:a="http://schemas.openxmlformats.org/drawingml/2006/main">
            <a:off x="11178034" y="4858703"/>
            <a:ext cx="164693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9D7139"/>
                </a:solidFill>
                <a:latin typeface="Arial"/>
                <a:ea typeface="Arial"/>
                <a:cs typeface="Arial"/>
              </a:defRPr>
            </a:defPPr>
            <a:lvl1pPr algn="l">
              <a:defRPr sz="2250" b="1">
                <a:solidFill>
                  <a:srgbClr val="9D7139"/>
                </a:solidFill>
                <a:latin typeface="Arial"/>
                <a:ea typeface="Arial"/>
                <a:cs typeface="Arial"/>
              </a:defRPr>
            </a:lvl1pPr>
            <a:lvl2pPr algn="l">
              <a:defRPr sz="2250" b="1">
                <a:solidFill>
                  <a:srgbClr val="9D7139"/>
                </a:solidFill>
                <a:latin typeface="Arial"/>
                <a:ea typeface="Arial"/>
                <a:cs typeface="Arial"/>
              </a:defRPr>
            </a:lvl2pPr>
            <a:lvl3pPr algn="l">
              <a:defRPr sz="2250" b="1">
                <a:solidFill>
                  <a:srgbClr val="9D7139"/>
                </a:solidFill>
                <a:latin typeface="Arial"/>
                <a:ea typeface="Arial"/>
                <a:cs typeface="Arial"/>
              </a:defRPr>
            </a:lvl3pPr>
            <a:lvl4pPr algn="l">
              <a:defRPr sz="2250" b="1">
                <a:solidFill>
                  <a:srgbClr val="9D7139"/>
                </a:solidFill>
                <a:latin typeface="Arial"/>
                <a:ea typeface="Arial"/>
                <a:cs typeface="Arial"/>
              </a:defRPr>
            </a:lvl4pPr>
            <a:lvl5pPr algn="l">
              <a:defRPr sz="2250" b="1">
                <a:solidFill>
                  <a:srgbClr val="9D7139"/>
                </a:solidFill>
                <a:latin typeface="Arial"/>
                <a:ea typeface="Arial"/>
                <a:cs typeface="Arial"/>
              </a:defRPr>
            </a:lvl5pPr>
            <a:lvl6pPr algn="l">
              <a:defRPr sz="2250" b="1">
                <a:solidFill>
                  <a:srgbClr val="9D7139"/>
                </a:solidFill>
                <a:latin typeface="Arial"/>
                <a:ea typeface="Arial"/>
                <a:cs typeface="Arial"/>
              </a:defRPr>
            </a:lvl6pPr>
            <a:lvl7pPr algn="l">
              <a:defRPr sz="2250" b="1">
                <a:solidFill>
                  <a:srgbClr val="9D7139"/>
                </a:solidFill>
                <a:latin typeface="Arial"/>
                <a:ea typeface="Arial"/>
                <a:cs typeface="Arial"/>
              </a:defRPr>
            </a:lvl7pPr>
            <a:lvl8pPr algn="l">
              <a:defRPr sz="2250" b="1">
                <a:solidFill>
                  <a:srgbClr val="9D7139"/>
                </a:solidFill>
                <a:latin typeface="Arial"/>
                <a:ea typeface="Arial"/>
                <a:cs typeface="Arial"/>
              </a:defRPr>
            </a:lvl8pPr>
            <a:lvl9pPr algn="l">
              <a:defRPr sz="2250" b="1">
                <a:solidFill>
                  <a:srgbClr val="9D7139"/>
                </a:solidFill>
                <a:latin typeface="Arial"/>
                <a:ea typeface="Arial"/>
                <a:cs typeface="Arial"/>
              </a:defRPr>
            </a:lvl9pPr>
          </a:lstStyle>
          <a:p xmlns:a="http://schemas.openxmlformats.org/drawingml/2006/main">
            <a:pPr algn="l">
              <a:defRPr sz="2250" b="1">
                <a:solidFill>
                  <a:srgbClr val="9D7139"/>
                </a:solidFill>
                <a:latin typeface="Arial"/>
                <a:ea typeface="Arial"/>
                <a:cs typeface="Arial"/>
              </a:defRPr>
            </a:pPr>
            <a:r>
              <a:rPr sz="2250" b="1">
                <a:solidFill>
                  <a:srgbClr val="9D7139"/>
                </a:solidFill>
                <a:latin typeface="Arial"/>
                <a:ea typeface="Arial"/>
                <a:cs typeface="Arial"/>
              </a:rPr>
              <a:t>VERDETTO</a:t>
            </a:r>
          </a:p>
        </p:txBody>
      </p:sp>
      <p:sp>
        <p:nvSpPr>
          <p:cNvPr id="17" name="f17">
            <a:extLst xmlns:a="http://schemas.openxmlformats.org/drawingml/2006/main">
              <a:ext uri="{FF2B5EF4-FFF2-40B4-BE49-F238E27FC236}">
                <a16:creationId xmlns:a16="http://schemas.microsoft.com/office/drawing/2014/main" id="{28545612-A992-49BA-94B3-7D9C6471A642}"/>
              </a:ext>
            </a:extLst>
          </p:cNvPr>
          <p:cNvSpPr>
            <a:spLocks xmlns:a="http://schemas.openxmlformats.org/drawingml/2006/main" noGrp="1"/>
          </p:cNvSpPr>
          <p:nvPr/>
        </p:nvSpPr>
        <p:spPr>
          <a:xfrm xmlns:a="http://schemas.openxmlformats.org/drawingml/2006/main">
            <a:off x="10456664" y="5247418"/>
            <a:ext cx="3089672"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65758B"/>
                </a:solidFill>
                <a:latin typeface="Arial"/>
                <a:ea typeface="Arial"/>
                <a:cs typeface="Arial"/>
              </a:defRPr>
            </a:defPPr>
            <a:lvl1pPr algn="l">
              <a:defRPr sz="1725" b="0">
                <a:solidFill>
                  <a:srgbClr val="65758B"/>
                </a:solidFill>
                <a:latin typeface="Arial"/>
                <a:ea typeface="Arial"/>
                <a:cs typeface="Arial"/>
              </a:defRPr>
            </a:lvl1pPr>
            <a:lvl2pPr algn="l">
              <a:defRPr sz="1725" b="0">
                <a:solidFill>
                  <a:srgbClr val="65758B"/>
                </a:solidFill>
                <a:latin typeface="Arial"/>
                <a:ea typeface="Arial"/>
                <a:cs typeface="Arial"/>
              </a:defRPr>
            </a:lvl2pPr>
            <a:lvl3pPr algn="l">
              <a:defRPr sz="1725" b="0">
                <a:solidFill>
                  <a:srgbClr val="65758B"/>
                </a:solidFill>
                <a:latin typeface="Arial"/>
                <a:ea typeface="Arial"/>
                <a:cs typeface="Arial"/>
              </a:defRPr>
            </a:lvl3pPr>
            <a:lvl4pPr algn="l">
              <a:defRPr sz="1725" b="0">
                <a:solidFill>
                  <a:srgbClr val="65758B"/>
                </a:solidFill>
                <a:latin typeface="Arial"/>
                <a:ea typeface="Arial"/>
                <a:cs typeface="Arial"/>
              </a:defRPr>
            </a:lvl4pPr>
            <a:lvl5pPr algn="l">
              <a:defRPr sz="1725" b="0">
                <a:solidFill>
                  <a:srgbClr val="65758B"/>
                </a:solidFill>
                <a:latin typeface="Arial"/>
                <a:ea typeface="Arial"/>
                <a:cs typeface="Arial"/>
              </a:defRPr>
            </a:lvl5pPr>
            <a:lvl6pPr algn="l">
              <a:defRPr sz="1725" b="0">
                <a:solidFill>
                  <a:srgbClr val="65758B"/>
                </a:solidFill>
                <a:latin typeface="Arial"/>
                <a:ea typeface="Arial"/>
                <a:cs typeface="Arial"/>
              </a:defRPr>
            </a:lvl6pPr>
            <a:lvl7pPr algn="l">
              <a:defRPr sz="1725" b="0">
                <a:solidFill>
                  <a:srgbClr val="65758B"/>
                </a:solidFill>
                <a:latin typeface="Arial"/>
                <a:ea typeface="Arial"/>
                <a:cs typeface="Arial"/>
              </a:defRPr>
            </a:lvl7pPr>
            <a:lvl8pPr algn="l">
              <a:defRPr sz="1725" b="0">
                <a:solidFill>
                  <a:srgbClr val="65758B"/>
                </a:solidFill>
                <a:latin typeface="Arial"/>
                <a:ea typeface="Arial"/>
                <a:cs typeface="Arial"/>
              </a:defRPr>
            </a:lvl8pPr>
            <a:lvl9pPr algn="l">
              <a:defRPr sz="1725" b="0">
                <a:solidFill>
                  <a:srgbClr val="65758B"/>
                </a:solidFill>
                <a:latin typeface="Arial"/>
                <a:ea typeface="Arial"/>
                <a:cs typeface="Arial"/>
              </a:defRPr>
            </a:lvl9pPr>
          </a:lstStyle>
          <a:p xmlns:a="http://schemas.openxmlformats.org/drawingml/2006/main">
            <a:pPr algn="l">
              <a:defRPr sz="1725" b="0">
                <a:solidFill>
                  <a:srgbClr val="65758B"/>
                </a:solidFill>
                <a:latin typeface="Arial"/>
                <a:ea typeface="Arial"/>
                <a:cs typeface="Arial"/>
              </a:defRPr>
            </a:pPr>
            <a:r>
              <a:rPr sz="1725" b="0">
                <a:solidFill>
                  <a:srgbClr val="65758B"/>
                </a:solidFill>
                <a:latin typeface="Arial"/>
                <a:ea typeface="Arial"/>
                <a:cs typeface="Arial"/>
              </a:rPr>
              <a:t>PASS · FAIL · INCONCLUSIVE</a:t>
            </a:r>
          </a:p>
        </p:txBody>
      </p:sp>
      <p:sp>
        <p:nvSpPr>
          <p:cNvPr id="18" name="f18">
            <a:extLst xmlns:a="http://schemas.openxmlformats.org/drawingml/2006/main">
              <a:ext uri="{FF2B5EF4-FFF2-40B4-BE49-F238E27FC236}">
                <a16:creationId xmlns:a16="http://schemas.microsoft.com/office/drawing/2014/main" id="{EC47CD08-80E2-4169-A38C-485B65FC5A4C}"/>
              </a:ext>
            </a:extLst>
          </p:cNvPr>
          <p:cNvSpPr>
            <a:spLocks xmlns:a="http://schemas.openxmlformats.org/drawingml/2006/main" noGrp="1"/>
          </p:cNvSpPr>
          <p:nvPr/>
        </p:nvSpPr>
        <p:spPr>
          <a:xfrm xmlns:a="http://schemas.openxmlformats.org/drawingml/2006/main">
            <a:off x="11340108" y="6450997"/>
            <a:ext cx="1322784" cy="39862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a:solidFill>
                  <a:srgbClr val="278766"/>
                </a:solidFill>
                <a:latin typeface="Arial"/>
                <a:ea typeface="Arial"/>
                <a:cs typeface="Arial"/>
              </a:defRPr>
            </a:defPPr>
            <a:lvl1pPr algn="l">
              <a:defRPr sz="2325" b="1">
                <a:solidFill>
                  <a:srgbClr val="278766"/>
                </a:solidFill>
                <a:latin typeface="Arial"/>
                <a:ea typeface="Arial"/>
                <a:cs typeface="Arial"/>
              </a:defRPr>
            </a:lvl1pPr>
            <a:lvl2pPr algn="l">
              <a:defRPr sz="2325" b="1">
                <a:solidFill>
                  <a:srgbClr val="278766"/>
                </a:solidFill>
                <a:latin typeface="Arial"/>
                <a:ea typeface="Arial"/>
                <a:cs typeface="Arial"/>
              </a:defRPr>
            </a:lvl2pPr>
            <a:lvl3pPr algn="l">
              <a:defRPr sz="2325" b="1">
                <a:solidFill>
                  <a:srgbClr val="278766"/>
                </a:solidFill>
                <a:latin typeface="Arial"/>
                <a:ea typeface="Arial"/>
                <a:cs typeface="Arial"/>
              </a:defRPr>
            </a:lvl3pPr>
            <a:lvl4pPr algn="l">
              <a:defRPr sz="2325" b="1">
                <a:solidFill>
                  <a:srgbClr val="278766"/>
                </a:solidFill>
                <a:latin typeface="Arial"/>
                <a:ea typeface="Arial"/>
                <a:cs typeface="Arial"/>
              </a:defRPr>
            </a:lvl4pPr>
            <a:lvl5pPr algn="l">
              <a:defRPr sz="2325" b="1">
                <a:solidFill>
                  <a:srgbClr val="278766"/>
                </a:solidFill>
                <a:latin typeface="Arial"/>
                <a:ea typeface="Arial"/>
                <a:cs typeface="Arial"/>
              </a:defRPr>
            </a:lvl5pPr>
            <a:lvl6pPr algn="l">
              <a:defRPr sz="2325" b="1">
                <a:solidFill>
                  <a:srgbClr val="278766"/>
                </a:solidFill>
                <a:latin typeface="Arial"/>
                <a:ea typeface="Arial"/>
                <a:cs typeface="Arial"/>
              </a:defRPr>
            </a:lvl6pPr>
            <a:lvl7pPr algn="l">
              <a:defRPr sz="2325" b="1">
                <a:solidFill>
                  <a:srgbClr val="278766"/>
                </a:solidFill>
                <a:latin typeface="Arial"/>
                <a:ea typeface="Arial"/>
                <a:cs typeface="Arial"/>
              </a:defRPr>
            </a:lvl7pPr>
            <a:lvl8pPr algn="l">
              <a:defRPr sz="2325" b="1">
                <a:solidFill>
                  <a:srgbClr val="278766"/>
                </a:solidFill>
                <a:latin typeface="Arial"/>
                <a:ea typeface="Arial"/>
                <a:cs typeface="Arial"/>
              </a:defRPr>
            </a:lvl8pPr>
            <a:lvl9pPr algn="l">
              <a:defRPr sz="2325" b="1">
                <a:solidFill>
                  <a:srgbClr val="278766"/>
                </a:solidFill>
                <a:latin typeface="Arial"/>
                <a:ea typeface="Arial"/>
                <a:cs typeface="Arial"/>
              </a:defRPr>
            </a:lvl9pPr>
          </a:lstStyle>
          <a:p xmlns:a="http://schemas.openxmlformats.org/drawingml/2006/main">
            <a:pPr algn="l">
              <a:defRPr sz="2325" b="1">
                <a:solidFill>
                  <a:srgbClr val="278766"/>
                </a:solidFill>
                <a:latin typeface="Arial"/>
                <a:ea typeface="Arial"/>
                <a:cs typeface="Arial"/>
              </a:defRPr>
            </a:pPr>
            <a:r>
              <a:rPr sz="2325" b="1">
                <a:solidFill>
                  <a:srgbClr val="278766"/>
                </a:solidFill>
                <a:latin typeface="Arial"/>
                <a:ea typeface="Arial"/>
                <a:cs typeface="Arial"/>
              </a:rPr>
              <a:t>REPORT</a:t>
            </a:r>
          </a:p>
        </p:txBody>
      </p:sp>
      <p:sp>
        <p:nvSpPr>
          <p:cNvPr id="19" name="f19">
            <a:extLst xmlns:a="http://schemas.openxmlformats.org/drawingml/2006/main">
              <a:ext uri="{FF2B5EF4-FFF2-40B4-BE49-F238E27FC236}">
                <a16:creationId xmlns:a16="http://schemas.microsoft.com/office/drawing/2014/main" id="{15B098D0-5631-476D-95F1-19FB35A51686}"/>
              </a:ext>
            </a:extLst>
          </p:cNvPr>
          <p:cNvSpPr>
            <a:spLocks xmlns:a="http://schemas.openxmlformats.org/drawingml/2006/main" noGrp="1"/>
          </p:cNvSpPr>
          <p:nvPr/>
        </p:nvSpPr>
        <p:spPr>
          <a:xfrm xmlns:a="http://schemas.openxmlformats.org/drawingml/2006/main">
            <a:off x="11071920" y="6847618"/>
            <a:ext cx="1859161"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65758B"/>
                </a:solidFill>
                <a:latin typeface="Arial"/>
                <a:ea typeface="Arial"/>
                <a:cs typeface="Arial"/>
              </a:defRPr>
            </a:defPPr>
            <a:lvl1pPr algn="l">
              <a:defRPr sz="1725" b="0">
                <a:solidFill>
                  <a:srgbClr val="65758B"/>
                </a:solidFill>
                <a:latin typeface="Arial"/>
                <a:ea typeface="Arial"/>
                <a:cs typeface="Arial"/>
              </a:defRPr>
            </a:lvl1pPr>
            <a:lvl2pPr algn="l">
              <a:defRPr sz="1725" b="0">
                <a:solidFill>
                  <a:srgbClr val="65758B"/>
                </a:solidFill>
                <a:latin typeface="Arial"/>
                <a:ea typeface="Arial"/>
                <a:cs typeface="Arial"/>
              </a:defRPr>
            </a:lvl2pPr>
            <a:lvl3pPr algn="l">
              <a:defRPr sz="1725" b="0">
                <a:solidFill>
                  <a:srgbClr val="65758B"/>
                </a:solidFill>
                <a:latin typeface="Arial"/>
                <a:ea typeface="Arial"/>
                <a:cs typeface="Arial"/>
              </a:defRPr>
            </a:lvl3pPr>
            <a:lvl4pPr algn="l">
              <a:defRPr sz="1725" b="0">
                <a:solidFill>
                  <a:srgbClr val="65758B"/>
                </a:solidFill>
                <a:latin typeface="Arial"/>
                <a:ea typeface="Arial"/>
                <a:cs typeface="Arial"/>
              </a:defRPr>
            </a:lvl4pPr>
            <a:lvl5pPr algn="l">
              <a:defRPr sz="1725" b="0">
                <a:solidFill>
                  <a:srgbClr val="65758B"/>
                </a:solidFill>
                <a:latin typeface="Arial"/>
                <a:ea typeface="Arial"/>
                <a:cs typeface="Arial"/>
              </a:defRPr>
            </a:lvl5pPr>
            <a:lvl6pPr algn="l">
              <a:defRPr sz="1725" b="0">
                <a:solidFill>
                  <a:srgbClr val="65758B"/>
                </a:solidFill>
                <a:latin typeface="Arial"/>
                <a:ea typeface="Arial"/>
                <a:cs typeface="Arial"/>
              </a:defRPr>
            </a:lvl6pPr>
            <a:lvl7pPr algn="l">
              <a:defRPr sz="1725" b="0">
                <a:solidFill>
                  <a:srgbClr val="65758B"/>
                </a:solidFill>
                <a:latin typeface="Arial"/>
                <a:ea typeface="Arial"/>
                <a:cs typeface="Arial"/>
              </a:defRPr>
            </a:lvl7pPr>
            <a:lvl8pPr algn="l">
              <a:defRPr sz="1725" b="0">
                <a:solidFill>
                  <a:srgbClr val="65758B"/>
                </a:solidFill>
                <a:latin typeface="Arial"/>
                <a:ea typeface="Arial"/>
                <a:cs typeface="Arial"/>
              </a:defRPr>
            </a:lvl8pPr>
            <a:lvl9pPr algn="l">
              <a:defRPr sz="1725" b="0">
                <a:solidFill>
                  <a:srgbClr val="65758B"/>
                </a:solidFill>
                <a:latin typeface="Arial"/>
                <a:ea typeface="Arial"/>
                <a:cs typeface="Arial"/>
              </a:defRPr>
            </a:lvl9pPr>
          </a:lstStyle>
          <a:p xmlns:a="http://schemas.openxmlformats.org/drawingml/2006/main">
            <a:pPr algn="l">
              <a:defRPr sz="1725" b="0">
                <a:solidFill>
                  <a:srgbClr val="65758B"/>
                </a:solidFill>
                <a:latin typeface="Arial"/>
                <a:ea typeface="Arial"/>
                <a:cs typeface="Arial"/>
              </a:defRPr>
            </a:pPr>
            <a:r>
              <a:rPr sz="1725" b="0">
                <a:solidFill>
                  <a:srgbClr val="65758B"/>
                </a:solidFill>
                <a:latin typeface="Arial"/>
                <a:ea typeface="Arial"/>
                <a:cs typeface="Arial"/>
              </a:rPr>
              <a:t>criteri ed evidenze</a:t>
            </a:r>
          </a:p>
        </p:txBody>
      </p:sp>
      <p:sp>
        <p:nvSpPr>
          <p:cNvPr id="20" name="f20">
            <a:extLst xmlns:a="http://schemas.openxmlformats.org/drawingml/2006/main">
              <a:ext uri="{FF2B5EF4-FFF2-40B4-BE49-F238E27FC236}">
                <a16:creationId xmlns:a16="http://schemas.microsoft.com/office/drawing/2014/main" id="{87274623-171C-41BC-9A9D-593D5682D4FC}"/>
              </a:ext>
            </a:extLst>
          </p:cNvPr>
          <p:cNvSpPr>
            <a:spLocks xmlns:a="http://schemas.openxmlformats.org/drawingml/2006/main" noGrp="1"/>
          </p:cNvSpPr>
          <p:nvPr/>
        </p:nvSpPr>
        <p:spPr>
          <a:xfrm xmlns:a="http://schemas.openxmlformats.org/drawingml/2006/main">
            <a:off x="1066800" y="5029200"/>
            <a:ext cx="8382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52627B"/>
                </a:solidFill>
                <a:latin typeface="Arial"/>
                <a:ea typeface="Arial"/>
                <a:cs typeface="Arial"/>
              </a:defRPr>
            </a:defPPr>
            <a:lvl1pPr algn="l">
              <a:defRPr sz="1500" b="0">
                <a:solidFill>
                  <a:srgbClr val="52627B"/>
                </a:solidFill>
                <a:latin typeface="Arial"/>
                <a:ea typeface="Arial"/>
                <a:cs typeface="Arial"/>
              </a:defRPr>
            </a:lvl1pPr>
            <a:lvl2pPr algn="l">
              <a:defRPr sz="1500" b="0">
                <a:solidFill>
                  <a:srgbClr val="52627B"/>
                </a:solidFill>
                <a:latin typeface="Arial"/>
                <a:ea typeface="Arial"/>
                <a:cs typeface="Arial"/>
              </a:defRPr>
            </a:lvl2pPr>
            <a:lvl3pPr algn="l">
              <a:defRPr sz="1500" b="0">
                <a:solidFill>
                  <a:srgbClr val="52627B"/>
                </a:solidFill>
                <a:latin typeface="Arial"/>
                <a:ea typeface="Arial"/>
                <a:cs typeface="Arial"/>
              </a:defRPr>
            </a:lvl3pPr>
            <a:lvl4pPr algn="l">
              <a:defRPr sz="1500" b="0">
                <a:solidFill>
                  <a:srgbClr val="52627B"/>
                </a:solidFill>
                <a:latin typeface="Arial"/>
                <a:ea typeface="Arial"/>
                <a:cs typeface="Arial"/>
              </a:defRPr>
            </a:lvl4pPr>
            <a:lvl5pPr algn="l">
              <a:defRPr sz="1500" b="0">
                <a:solidFill>
                  <a:srgbClr val="52627B"/>
                </a:solidFill>
                <a:latin typeface="Arial"/>
                <a:ea typeface="Arial"/>
                <a:cs typeface="Arial"/>
              </a:defRPr>
            </a:lvl5pPr>
            <a:lvl6pPr algn="l">
              <a:defRPr sz="1500" b="0">
                <a:solidFill>
                  <a:srgbClr val="52627B"/>
                </a:solidFill>
                <a:latin typeface="Arial"/>
                <a:ea typeface="Arial"/>
                <a:cs typeface="Arial"/>
              </a:defRPr>
            </a:lvl6pPr>
            <a:lvl7pPr algn="l">
              <a:defRPr sz="1500" b="0">
                <a:solidFill>
                  <a:srgbClr val="52627B"/>
                </a:solidFill>
                <a:latin typeface="Arial"/>
                <a:ea typeface="Arial"/>
                <a:cs typeface="Arial"/>
              </a:defRPr>
            </a:lvl7pPr>
            <a:lvl8pPr algn="l">
              <a:defRPr sz="1500" b="0">
                <a:solidFill>
                  <a:srgbClr val="52627B"/>
                </a:solidFill>
                <a:latin typeface="Arial"/>
                <a:ea typeface="Arial"/>
                <a:cs typeface="Arial"/>
              </a:defRPr>
            </a:lvl8pPr>
            <a:lvl9pPr algn="l">
              <a:defRPr sz="1500" b="0">
                <a:solidFill>
                  <a:srgbClr val="52627B"/>
                </a:solidFill>
                <a:latin typeface="Arial"/>
                <a:ea typeface="Arial"/>
                <a:cs typeface="Arial"/>
              </a:defRPr>
            </a:lvl9pPr>
          </a:lstStyle>
          <a:p xmlns:a="http://schemas.openxmlformats.org/drawingml/2006/main">
            <a:pPr algn="l">
              <a:defRPr sz="1500" b="0">
                <a:solidFill>
                  <a:srgbClr val="52627B"/>
                </a:solidFill>
                <a:latin typeface="Arial"/>
                <a:ea typeface="Arial"/>
                <a:cs typeface="Arial"/>
              </a:defRPr>
            </a:pPr>
            <a:r>
              <a:rPr sz="1500" b="0">
                <a:solidFill>
                  <a:srgbClr val="52627B"/>
                </a:solidFill>
                <a:latin typeface="Arial"/>
                <a:ea typeface="Arial"/>
                <a:cs typeface="Arial"/>
              </a:rPr>
              <a:t>Un linguaggio per descrivere i criteri SCAS e verificarli sui messaggi osservati nelle catture di rete.</a:t>
            </a:r>
          </a:p>
        </p:txBody>
      </p:sp>
    </p:spTree>
    <p:extLst>
      <p:ext uri="{BB962C8B-B14F-4D97-AF65-F5344CB8AC3E}">
        <p14:creationId xmlns:p14="http://schemas.microsoft.com/office/powerpoint/2010/main" val="1210442549"/>
      </p:ext>
    </p:extLst>
  </p:cSld>
</p:sld>
</file>

<file path=ppt/slides/slide2.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24" name="f21">
            <a:extLst xmlns:a="http://schemas.openxmlformats.org/drawingml/2006/main">
              <a:ext uri="{FF2B5EF4-FFF2-40B4-BE49-F238E27FC236}">
                <a16:creationId xmlns:a16="http://schemas.microsoft.com/office/drawing/2014/main" id="{8CB3FFCF-38F0-4A0D-9BC6-7ACA96271C9D}"/>
              </a:ext>
            </a:extLst>
          </p:cNvPr>
          <p:cNvSpPr>
            <a:spLocks xmlns:a="http://schemas.openxmlformats.org/drawingml/2006/main" noGrp="1"/>
          </p:cNvSpPr>
          <p:nvPr/>
        </p:nvSpPr>
        <p:spPr>
          <a:xfrm xmlns:a="http://schemas.openxmlformats.org/drawingml/2006/main">
            <a:off x="1066800" y="6667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52627B"/>
                </a:solidFill>
                <a:latin typeface="Arial"/>
                <a:ea typeface="Arial"/>
                <a:cs typeface="Arial"/>
              </a:defRPr>
            </a:defPPr>
            <a:lvl1pPr algn="l">
              <a:defRPr sz="1500" b="0">
                <a:solidFill>
                  <a:srgbClr val="52627B"/>
                </a:solidFill>
                <a:latin typeface="Arial"/>
                <a:ea typeface="Arial"/>
                <a:cs typeface="Arial"/>
              </a:defRPr>
            </a:lvl1pPr>
            <a:lvl2pPr algn="l">
              <a:defRPr sz="1500" b="0">
                <a:solidFill>
                  <a:srgbClr val="52627B"/>
                </a:solidFill>
                <a:latin typeface="Arial"/>
                <a:ea typeface="Arial"/>
                <a:cs typeface="Arial"/>
              </a:defRPr>
            </a:lvl2pPr>
            <a:lvl3pPr algn="l">
              <a:defRPr sz="1500" b="0">
                <a:solidFill>
                  <a:srgbClr val="52627B"/>
                </a:solidFill>
                <a:latin typeface="Arial"/>
                <a:ea typeface="Arial"/>
                <a:cs typeface="Arial"/>
              </a:defRPr>
            </a:lvl3pPr>
            <a:lvl4pPr algn="l">
              <a:defRPr sz="1500" b="0">
                <a:solidFill>
                  <a:srgbClr val="52627B"/>
                </a:solidFill>
                <a:latin typeface="Arial"/>
                <a:ea typeface="Arial"/>
                <a:cs typeface="Arial"/>
              </a:defRPr>
            </a:lvl4pPr>
            <a:lvl5pPr algn="l">
              <a:defRPr sz="1500" b="0">
                <a:solidFill>
                  <a:srgbClr val="52627B"/>
                </a:solidFill>
                <a:latin typeface="Arial"/>
                <a:ea typeface="Arial"/>
                <a:cs typeface="Arial"/>
              </a:defRPr>
            </a:lvl5pPr>
            <a:lvl6pPr algn="l">
              <a:defRPr sz="1500" b="0">
                <a:solidFill>
                  <a:srgbClr val="52627B"/>
                </a:solidFill>
                <a:latin typeface="Arial"/>
                <a:ea typeface="Arial"/>
                <a:cs typeface="Arial"/>
              </a:defRPr>
            </a:lvl6pPr>
            <a:lvl7pPr algn="l">
              <a:defRPr sz="1500" b="0">
                <a:solidFill>
                  <a:srgbClr val="52627B"/>
                </a:solidFill>
                <a:latin typeface="Arial"/>
                <a:ea typeface="Arial"/>
                <a:cs typeface="Arial"/>
              </a:defRPr>
            </a:lvl7pPr>
            <a:lvl8pPr algn="l">
              <a:defRPr sz="1500" b="0">
                <a:solidFill>
                  <a:srgbClr val="52627B"/>
                </a:solidFill>
                <a:latin typeface="Arial"/>
                <a:ea typeface="Arial"/>
                <a:cs typeface="Arial"/>
              </a:defRPr>
            </a:lvl8pPr>
            <a:lvl9pPr algn="l">
              <a:defRPr sz="1500" b="0">
                <a:solidFill>
                  <a:srgbClr val="52627B"/>
                </a:solidFill>
                <a:latin typeface="Arial"/>
                <a:ea typeface="Arial"/>
                <a:cs typeface="Arial"/>
              </a:defRPr>
            </a:lvl9pPr>
          </a:lstStyle>
          <a:p xmlns:a="http://schemas.openxmlformats.org/drawingml/2006/main">
            <a:pPr algn="l">
              <a:defRPr sz="1500" b="0">
                <a:solidFill>
                  <a:srgbClr val="52627B"/>
                </a:solidFill>
                <a:latin typeface="Arial"/>
                <a:ea typeface="Arial"/>
                <a:cs typeface="Arial"/>
              </a:defRPr>
            </a:pPr>
            <a:r>
              <a:rPr sz="1500" b="0">
                <a:solidFill>
                  <a:srgbClr val="52627B"/>
                </a:solidFill>
                <a:latin typeface="Arial"/>
                <a:ea typeface="Arial"/>
                <a:cs typeface="Arial"/>
              </a:rPr>
              <a:t>PROBLEMA</a:t>
            </a:r>
          </a:p>
        </p:txBody>
      </p:sp>
      <p:sp>
        <p:nvSpPr>
          <p:cNvPr id="2" name="f22">
            <a:extLst xmlns:a="http://schemas.openxmlformats.org/drawingml/2006/main">
              <a:ext uri="{FF2B5EF4-FFF2-40B4-BE49-F238E27FC236}">
                <a16:creationId xmlns:a16="http://schemas.microsoft.com/office/drawing/2014/main" id="{9BF28147-A552-4E06-8E48-B6B06355886E}"/>
              </a:ext>
            </a:extLst>
          </p:cNvPr>
          <p:cNvSpPr>
            <a:spLocks xmlns:a="http://schemas.openxmlformats.org/drawingml/2006/main" noGrp="1"/>
          </p:cNvSpPr>
          <p:nvPr/>
        </p:nvSpPr>
        <p:spPr>
          <a:xfrm xmlns:a="http://schemas.openxmlformats.org/drawingml/2006/main">
            <a:off x="12858750" y="66675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350" b="0">
                <a:solidFill>
                  <a:srgbClr val="52627B"/>
                </a:solidFill>
                <a:latin typeface="Arial"/>
                <a:ea typeface="Arial"/>
                <a:cs typeface="Arial"/>
              </a:defRPr>
            </a:defPPr>
            <a:lvl1pPr algn="r">
              <a:defRPr sz="1350" b="0">
                <a:solidFill>
                  <a:srgbClr val="52627B"/>
                </a:solidFill>
                <a:latin typeface="Arial"/>
                <a:ea typeface="Arial"/>
                <a:cs typeface="Arial"/>
              </a:defRPr>
            </a:lvl1pPr>
            <a:lvl2pPr algn="r">
              <a:defRPr sz="1350" b="0">
                <a:solidFill>
                  <a:srgbClr val="52627B"/>
                </a:solidFill>
                <a:latin typeface="Arial"/>
                <a:ea typeface="Arial"/>
                <a:cs typeface="Arial"/>
              </a:defRPr>
            </a:lvl2pPr>
            <a:lvl3pPr algn="r">
              <a:defRPr sz="1350" b="0">
                <a:solidFill>
                  <a:srgbClr val="52627B"/>
                </a:solidFill>
                <a:latin typeface="Arial"/>
                <a:ea typeface="Arial"/>
                <a:cs typeface="Arial"/>
              </a:defRPr>
            </a:lvl3pPr>
            <a:lvl4pPr algn="r">
              <a:defRPr sz="1350" b="0">
                <a:solidFill>
                  <a:srgbClr val="52627B"/>
                </a:solidFill>
                <a:latin typeface="Arial"/>
                <a:ea typeface="Arial"/>
                <a:cs typeface="Arial"/>
              </a:defRPr>
            </a:lvl4pPr>
            <a:lvl5pPr algn="r">
              <a:defRPr sz="1350" b="0">
                <a:solidFill>
                  <a:srgbClr val="52627B"/>
                </a:solidFill>
                <a:latin typeface="Arial"/>
                <a:ea typeface="Arial"/>
                <a:cs typeface="Arial"/>
              </a:defRPr>
            </a:lvl5pPr>
            <a:lvl6pPr algn="r">
              <a:defRPr sz="1350" b="0">
                <a:solidFill>
                  <a:srgbClr val="52627B"/>
                </a:solidFill>
                <a:latin typeface="Arial"/>
                <a:ea typeface="Arial"/>
                <a:cs typeface="Arial"/>
              </a:defRPr>
            </a:lvl6pPr>
            <a:lvl7pPr algn="r">
              <a:defRPr sz="1350" b="0">
                <a:solidFill>
                  <a:srgbClr val="52627B"/>
                </a:solidFill>
                <a:latin typeface="Arial"/>
                <a:ea typeface="Arial"/>
                <a:cs typeface="Arial"/>
              </a:defRPr>
            </a:lvl7pPr>
            <a:lvl8pPr algn="r">
              <a:defRPr sz="1350" b="0">
                <a:solidFill>
                  <a:srgbClr val="52627B"/>
                </a:solidFill>
                <a:latin typeface="Arial"/>
                <a:ea typeface="Arial"/>
                <a:cs typeface="Arial"/>
              </a:defRPr>
            </a:lvl8pPr>
            <a:lvl9pPr algn="r">
              <a:defRPr sz="1350" b="0">
                <a:solidFill>
                  <a:srgbClr val="52627B"/>
                </a:solidFill>
                <a:latin typeface="Arial"/>
                <a:ea typeface="Arial"/>
                <a:cs typeface="Arial"/>
              </a:defRPr>
            </a:lvl9pPr>
          </a:lstStyle>
          <a:p xmlns:a="http://schemas.openxmlformats.org/drawingml/2006/main">
            <a:pPr algn="r">
              <a:defRPr sz="1350" b="0">
                <a:solidFill>
                  <a:srgbClr val="52627B"/>
                </a:solidFill>
                <a:latin typeface="Arial"/>
                <a:ea typeface="Arial"/>
                <a:cs typeface="Arial"/>
              </a:defRPr>
            </a:pPr>
            <a:r>
              <a:rPr sz="1350" b="0">
                <a:solidFill>
                  <a:srgbClr val="52627B"/>
                </a:solidFill>
                <a:latin typeface="Arial"/>
                <a:ea typeface="Arial"/>
                <a:cs typeface="Arial"/>
              </a:rPr>
              <a:t>02 / 09</a:t>
            </a:r>
          </a:p>
        </p:txBody>
      </p:sp>
      <p:sp>
        <p:nvSpPr>
          <p:cNvPr id="3" name="f23">
            <a:extLst xmlns:a="http://schemas.openxmlformats.org/drawingml/2006/main">
              <a:ext uri="{FF2B5EF4-FFF2-40B4-BE49-F238E27FC236}">
                <a16:creationId xmlns:a16="http://schemas.microsoft.com/office/drawing/2014/main" id="{E6A41F6A-025B-4855-B3F0-3CCB4B07BE94}"/>
              </a:ext>
            </a:extLst>
          </p:cNvPr>
          <p:cNvSpPr>
            <a:spLocks xmlns:a="http://schemas.openxmlformats.org/drawingml/2006/main" noGrp="1"/>
          </p:cNvSpPr>
          <p:nvPr/>
        </p:nvSpPr>
        <p:spPr>
          <a:xfrm xmlns:a="http://schemas.openxmlformats.org/drawingml/2006/main">
            <a:off x="1066800" y="1200150"/>
            <a:ext cx="13106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Arial"/>
                <a:ea typeface="Arial"/>
                <a:cs typeface="Arial"/>
              </a:defRPr>
            </a:defPPr>
            <a:lvl1pPr algn="l">
              <a:defRPr sz="4050" b="1">
                <a:solidFill>
                  <a:srgbClr val="182536"/>
                </a:solidFill>
                <a:latin typeface="Arial"/>
                <a:ea typeface="Arial"/>
                <a:cs typeface="Arial"/>
              </a:defRPr>
            </a:lvl1pPr>
            <a:lvl2pPr algn="l">
              <a:defRPr sz="4050" b="1">
                <a:solidFill>
                  <a:srgbClr val="182536"/>
                </a:solidFill>
                <a:latin typeface="Arial"/>
                <a:ea typeface="Arial"/>
                <a:cs typeface="Arial"/>
              </a:defRPr>
            </a:lvl2pPr>
            <a:lvl3pPr algn="l">
              <a:defRPr sz="4050" b="1">
                <a:solidFill>
                  <a:srgbClr val="182536"/>
                </a:solidFill>
                <a:latin typeface="Arial"/>
                <a:ea typeface="Arial"/>
                <a:cs typeface="Arial"/>
              </a:defRPr>
            </a:lvl3pPr>
            <a:lvl4pPr algn="l">
              <a:defRPr sz="4050" b="1">
                <a:solidFill>
                  <a:srgbClr val="182536"/>
                </a:solidFill>
                <a:latin typeface="Arial"/>
                <a:ea typeface="Arial"/>
                <a:cs typeface="Arial"/>
              </a:defRPr>
            </a:lvl4pPr>
            <a:lvl5pPr algn="l">
              <a:defRPr sz="4050" b="1">
                <a:solidFill>
                  <a:srgbClr val="182536"/>
                </a:solidFill>
                <a:latin typeface="Arial"/>
                <a:ea typeface="Arial"/>
                <a:cs typeface="Arial"/>
              </a:defRPr>
            </a:lvl5pPr>
            <a:lvl6pPr algn="l">
              <a:defRPr sz="4050" b="1">
                <a:solidFill>
                  <a:srgbClr val="182536"/>
                </a:solidFill>
                <a:latin typeface="Arial"/>
                <a:ea typeface="Arial"/>
                <a:cs typeface="Arial"/>
              </a:defRPr>
            </a:lvl6pPr>
            <a:lvl7pPr algn="l">
              <a:defRPr sz="4050" b="1">
                <a:solidFill>
                  <a:srgbClr val="182536"/>
                </a:solidFill>
                <a:latin typeface="Arial"/>
                <a:ea typeface="Arial"/>
                <a:cs typeface="Arial"/>
              </a:defRPr>
            </a:lvl7pPr>
            <a:lvl8pPr algn="l">
              <a:defRPr sz="4050" b="1">
                <a:solidFill>
                  <a:srgbClr val="182536"/>
                </a:solidFill>
                <a:latin typeface="Arial"/>
                <a:ea typeface="Arial"/>
                <a:cs typeface="Arial"/>
              </a:defRPr>
            </a:lvl8pPr>
            <a:lvl9pPr algn="l">
              <a:defRPr sz="4050" b="1">
                <a:solidFill>
                  <a:srgbClr val="182536"/>
                </a:solidFill>
                <a:latin typeface="Arial"/>
                <a:ea typeface="Arial"/>
                <a:cs typeface="Arial"/>
              </a:defRPr>
            </a:lvl9pPr>
          </a:lstStyle>
          <a:p xmlns:a="http://schemas.openxmlformats.org/drawingml/2006/main">
            <a:pPr algn="l">
              <a:defRPr sz="4050" b="1">
                <a:solidFill>
                  <a:srgbClr val="182536"/>
                </a:solidFill>
                <a:latin typeface="Arial"/>
                <a:ea typeface="Arial"/>
                <a:cs typeface="Arial"/>
              </a:defRPr>
            </a:pPr>
            <a:r>
              <a:rPr sz="4050" b="1">
                <a:solidFill>
                  <a:srgbClr val="182536"/>
                </a:solidFill>
                <a:latin typeface="Arial"/>
                <a:ea typeface="Arial"/>
                <a:cs typeface="Arial"/>
              </a:rPr>
              <a:t>Security Assurance</a:t>
            </a:r>
          </a:p>
        </p:txBody>
      </p:sp>
      <p:sp>
        <p:nvSpPr>
          <p:cNvPr id="4" name="f24">
            <a:extLst xmlns:a="http://schemas.openxmlformats.org/drawingml/2006/main">
              <a:ext uri="{FF2B5EF4-FFF2-40B4-BE49-F238E27FC236}">
                <a16:creationId xmlns:a16="http://schemas.microsoft.com/office/drawing/2014/main" id="{5BE1E8F8-2CD6-44C7-A347-B065AAE66E52}"/>
              </a:ext>
            </a:extLst>
          </p:cNvPr>
          <p:cNvSpPr>
            <a:spLocks xmlns:a="http://schemas.openxmlformats.org/drawingml/2006/main" noGrp="1"/>
          </p:cNvSpPr>
          <p:nvPr/>
        </p:nvSpPr>
        <p:spPr>
          <a:xfrm xmlns:a="http://schemas.openxmlformats.org/drawingml/2006/main">
            <a:off x="1066800" y="2000250"/>
            <a:ext cx="1310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27B"/>
                </a:solidFill>
                <a:latin typeface="Arial"/>
                <a:ea typeface="Arial"/>
                <a:cs typeface="Arial"/>
              </a:defRPr>
            </a:defPPr>
            <a:lvl1pPr algn="l">
              <a:defRPr sz="2025" b="0">
                <a:solidFill>
                  <a:srgbClr val="52627B"/>
                </a:solidFill>
                <a:latin typeface="Arial"/>
                <a:ea typeface="Arial"/>
                <a:cs typeface="Arial"/>
              </a:defRPr>
            </a:lvl1pPr>
            <a:lvl2pPr algn="l">
              <a:defRPr sz="2025" b="0">
                <a:solidFill>
                  <a:srgbClr val="52627B"/>
                </a:solidFill>
                <a:latin typeface="Arial"/>
                <a:ea typeface="Arial"/>
                <a:cs typeface="Arial"/>
              </a:defRPr>
            </a:lvl2pPr>
            <a:lvl3pPr algn="l">
              <a:defRPr sz="2025" b="0">
                <a:solidFill>
                  <a:srgbClr val="52627B"/>
                </a:solidFill>
                <a:latin typeface="Arial"/>
                <a:ea typeface="Arial"/>
                <a:cs typeface="Arial"/>
              </a:defRPr>
            </a:lvl3pPr>
            <a:lvl4pPr algn="l">
              <a:defRPr sz="2025" b="0">
                <a:solidFill>
                  <a:srgbClr val="52627B"/>
                </a:solidFill>
                <a:latin typeface="Arial"/>
                <a:ea typeface="Arial"/>
                <a:cs typeface="Arial"/>
              </a:defRPr>
            </a:lvl4pPr>
            <a:lvl5pPr algn="l">
              <a:defRPr sz="2025" b="0">
                <a:solidFill>
                  <a:srgbClr val="52627B"/>
                </a:solidFill>
                <a:latin typeface="Arial"/>
                <a:ea typeface="Arial"/>
                <a:cs typeface="Arial"/>
              </a:defRPr>
            </a:lvl5pPr>
            <a:lvl6pPr algn="l">
              <a:defRPr sz="2025" b="0">
                <a:solidFill>
                  <a:srgbClr val="52627B"/>
                </a:solidFill>
                <a:latin typeface="Arial"/>
                <a:ea typeface="Arial"/>
                <a:cs typeface="Arial"/>
              </a:defRPr>
            </a:lvl6pPr>
            <a:lvl7pPr algn="l">
              <a:defRPr sz="2025" b="0">
                <a:solidFill>
                  <a:srgbClr val="52627B"/>
                </a:solidFill>
                <a:latin typeface="Arial"/>
                <a:ea typeface="Arial"/>
                <a:cs typeface="Arial"/>
              </a:defRPr>
            </a:lvl7pPr>
            <a:lvl8pPr algn="l">
              <a:defRPr sz="2025" b="0">
                <a:solidFill>
                  <a:srgbClr val="52627B"/>
                </a:solidFill>
                <a:latin typeface="Arial"/>
                <a:ea typeface="Arial"/>
                <a:cs typeface="Arial"/>
              </a:defRPr>
            </a:lvl8pPr>
            <a:lvl9pPr algn="l">
              <a:defRPr sz="2025" b="0">
                <a:solidFill>
                  <a:srgbClr val="52627B"/>
                </a:solidFill>
                <a:latin typeface="Arial"/>
                <a:ea typeface="Arial"/>
                <a:cs typeface="Arial"/>
              </a:defRPr>
            </a:lvl9pPr>
          </a:lstStyle>
          <a:p xmlns:a="http://schemas.openxmlformats.org/drawingml/2006/main">
            <a:pPr algn="l">
              <a:defRPr sz="2025" b="0">
                <a:solidFill>
                  <a:srgbClr val="52627B"/>
                </a:solidFill>
                <a:latin typeface="Arial"/>
                <a:ea typeface="Arial"/>
                <a:cs typeface="Arial"/>
              </a:defRPr>
            </a:pPr>
            <a:r>
              <a:rPr sz="2025" b="0">
                <a:solidFill>
                  <a:srgbClr val="52627B"/>
                </a:solidFill>
                <a:latin typeface="Arial"/>
                <a:ea typeface="Arial"/>
                <a:cs typeface="Arial"/>
              </a:rPr>
              <a:t>Definire un requisito di sicurezza non garantisce che venga rispettato.</a:t>
            </a:r>
          </a:p>
        </p:txBody>
      </p:sp>
      <p:sp>
        <p:nvSpPr>
          <p:cNvPr id="5" name="f25">
            <a:extLst xmlns:a="http://schemas.openxmlformats.org/drawingml/2006/main">
              <a:ext uri="{FF2B5EF4-FFF2-40B4-BE49-F238E27FC236}">
                <a16:creationId xmlns:a16="http://schemas.microsoft.com/office/drawing/2014/main" id="{40676EF3-07AA-45BC-A0E8-B20A03D4ECD0}"/>
              </a:ext>
            </a:extLst>
          </p:cNvPr>
          <p:cNvSpPr>
            <a:spLocks xmlns:a="http://schemas.openxmlformats.org/drawingml/2006/main" noGrp="1"/>
          </p:cNvSpPr>
          <p:nvPr/>
        </p:nvSpPr>
        <p:spPr>
          <a:xfrm xmlns:a="http://schemas.openxmlformats.org/drawingml/2006/main">
            <a:off x="1066800" y="3105150"/>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700" b="1">
                <a:solidFill>
                  <a:srgbClr val="182536"/>
                </a:solidFill>
                <a:latin typeface="Arial"/>
                <a:ea typeface="Arial"/>
                <a:cs typeface="Arial"/>
              </a:defRPr>
            </a:defPPr>
            <a:lvl1pPr algn="ctr">
              <a:defRPr sz="2700" b="1">
                <a:solidFill>
                  <a:srgbClr val="182536"/>
                </a:solidFill>
                <a:latin typeface="Arial"/>
                <a:ea typeface="Arial"/>
                <a:cs typeface="Arial"/>
              </a:defRPr>
            </a:lvl1pPr>
            <a:lvl2pPr algn="ctr">
              <a:defRPr sz="2700" b="1">
                <a:solidFill>
                  <a:srgbClr val="182536"/>
                </a:solidFill>
                <a:latin typeface="Arial"/>
                <a:ea typeface="Arial"/>
                <a:cs typeface="Arial"/>
              </a:defRPr>
            </a:lvl2pPr>
            <a:lvl3pPr algn="ctr">
              <a:defRPr sz="2700" b="1">
                <a:solidFill>
                  <a:srgbClr val="182536"/>
                </a:solidFill>
                <a:latin typeface="Arial"/>
                <a:ea typeface="Arial"/>
                <a:cs typeface="Arial"/>
              </a:defRPr>
            </a:lvl3pPr>
            <a:lvl4pPr algn="ctr">
              <a:defRPr sz="2700" b="1">
                <a:solidFill>
                  <a:srgbClr val="182536"/>
                </a:solidFill>
                <a:latin typeface="Arial"/>
                <a:ea typeface="Arial"/>
                <a:cs typeface="Arial"/>
              </a:defRPr>
            </a:lvl4pPr>
            <a:lvl5pPr algn="ctr">
              <a:defRPr sz="2700" b="1">
                <a:solidFill>
                  <a:srgbClr val="182536"/>
                </a:solidFill>
                <a:latin typeface="Arial"/>
                <a:ea typeface="Arial"/>
                <a:cs typeface="Arial"/>
              </a:defRPr>
            </a:lvl5pPr>
            <a:lvl6pPr algn="ctr">
              <a:defRPr sz="2700" b="1">
                <a:solidFill>
                  <a:srgbClr val="182536"/>
                </a:solidFill>
                <a:latin typeface="Arial"/>
                <a:ea typeface="Arial"/>
                <a:cs typeface="Arial"/>
              </a:defRPr>
            </a:lvl6pPr>
            <a:lvl7pPr algn="ctr">
              <a:defRPr sz="2700" b="1">
                <a:solidFill>
                  <a:srgbClr val="182536"/>
                </a:solidFill>
                <a:latin typeface="Arial"/>
                <a:ea typeface="Arial"/>
                <a:cs typeface="Arial"/>
              </a:defRPr>
            </a:lvl7pPr>
            <a:lvl8pPr algn="ctr">
              <a:defRPr sz="2700" b="1">
                <a:solidFill>
                  <a:srgbClr val="182536"/>
                </a:solidFill>
                <a:latin typeface="Arial"/>
                <a:ea typeface="Arial"/>
                <a:cs typeface="Arial"/>
              </a:defRPr>
            </a:lvl8pPr>
            <a:lvl9pPr algn="ctr">
              <a:defRPr sz="2700" b="1">
                <a:solidFill>
                  <a:srgbClr val="182536"/>
                </a:solidFill>
                <a:latin typeface="Arial"/>
                <a:ea typeface="Arial"/>
                <a:cs typeface="Arial"/>
              </a:defRPr>
            </a:lvl9pPr>
          </a:lstStyle>
          <a:p xmlns:a="http://schemas.openxmlformats.org/drawingml/2006/main">
            <a:pPr algn="ctr">
              <a:defRPr sz="2700" b="1">
                <a:solidFill>
                  <a:srgbClr val="182536"/>
                </a:solidFill>
                <a:latin typeface="Arial"/>
                <a:ea typeface="Arial"/>
                <a:cs typeface="Arial"/>
              </a:defRPr>
            </a:pPr>
            <a:r>
              <a:rPr sz="2700" b="1">
                <a:solidFill>
                  <a:srgbClr val="182536"/>
                </a:solidFill>
                <a:latin typeface="Arial"/>
                <a:ea typeface="Arial"/>
                <a:cs typeface="Arial"/>
              </a:rPr>
              <a:t>Requisito di sicurezza</a:t>
            </a:r>
          </a:p>
        </p:txBody>
      </p:sp>
      <p:sp>
        <p:nvSpPr>
          <p:cNvPr id="6" name="f26">
            <a:extLst xmlns:a="http://schemas.openxmlformats.org/drawingml/2006/main">
              <a:ext uri="{FF2B5EF4-FFF2-40B4-BE49-F238E27FC236}">
                <a16:creationId xmlns:a16="http://schemas.microsoft.com/office/drawing/2014/main" id="{6778F7EC-FFE9-4F6D-9484-8745E1DE4A35}"/>
              </a:ext>
            </a:extLst>
          </p:cNvPr>
          <p:cNvSpPr>
            <a:spLocks xmlns:a="http://schemas.openxmlformats.org/drawingml/2006/main" noGrp="1"/>
          </p:cNvSpPr>
          <p:nvPr/>
        </p:nvSpPr>
        <p:spPr>
          <a:xfrm xmlns:a="http://schemas.openxmlformats.org/drawingml/2006/main">
            <a:off x="9696450" y="3105150"/>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700" b="1">
                <a:solidFill>
                  <a:srgbClr val="182536"/>
                </a:solidFill>
                <a:latin typeface="Arial"/>
                <a:ea typeface="Arial"/>
                <a:cs typeface="Arial"/>
              </a:defRPr>
            </a:defPPr>
            <a:lvl1pPr algn="ctr">
              <a:defRPr sz="2700" b="1">
                <a:solidFill>
                  <a:srgbClr val="182536"/>
                </a:solidFill>
                <a:latin typeface="Arial"/>
                <a:ea typeface="Arial"/>
                <a:cs typeface="Arial"/>
              </a:defRPr>
            </a:lvl1pPr>
            <a:lvl2pPr algn="ctr">
              <a:defRPr sz="2700" b="1">
                <a:solidFill>
                  <a:srgbClr val="182536"/>
                </a:solidFill>
                <a:latin typeface="Arial"/>
                <a:ea typeface="Arial"/>
                <a:cs typeface="Arial"/>
              </a:defRPr>
            </a:lvl2pPr>
            <a:lvl3pPr algn="ctr">
              <a:defRPr sz="2700" b="1">
                <a:solidFill>
                  <a:srgbClr val="182536"/>
                </a:solidFill>
                <a:latin typeface="Arial"/>
                <a:ea typeface="Arial"/>
                <a:cs typeface="Arial"/>
              </a:defRPr>
            </a:lvl3pPr>
            <a:lvl4pPr algn="ctr">
              <a:defRPr sz="2700" b="1">
                <a:solidFill>
                  <a:srgbClr val="182536"/>
                </a:solidFill>
                <a:latin typeface="Arial"/>
                <a:ea typeface="Arial"/>
                <a:cs typeface="Arial"/>
              </a:defRPr>
            </a:lvl4pPr>
            <a:lvl5pPr algn="ctr">
              <a:defRPr sz="2700" b="1">
                <a:solidFill>
                  <a:srgbClr val="182536"/>
                </a:solidFill>
                <a:latin typeface="Arial"/>
                <a:ea typeface="Arial"/>
                <a:cs typeface="Arial"/>
              </a:defRPr>
            </a:lvl5pPr>
            <a:lvl6pPr algn="ctr">
              <a:defRPr sz="2700" b="1">
                <a:solidFill>
                  <a:srgbClr val="182536"/>
                </a:solidFill>
                <a:latin typeface="Arial"/>
                <a:ea typeface="Arial"/>
                <a:cs typeface="Arial"/>
              </a:defRPr>
            </a:lvl6pPr>
            <a:lvl7pPr algn="ctr">
              <a:defRPr sz="2700" b="1">
                <a:solidFill>
                  <a:srgbClr val="182536"/>
                </a:solidFill>
                <a:latin typeface="Arial"/>
                <a:ea typeface="Arial"/>
                <a:cs typeface="Arial"/>
              </a:defRPr>
            </a:lvl7pPr>
            <a:lvl8pPr algn="ctr">
              <a:defRPr sz="2700" b="1">
                <a:solidFill>
                  <a:srgbClr val="182536"/>
                </a:solidFill>
                <a:latin typeface="Arial"/>
                <a:ea typeface="Arial"/>
                <a:cs typeface="Arial"/>
              </a:defRPr>
            </a:lvl8pPr>
            <a:lvl9pPr algn="ctr">
              <a:defRPr sz="2700" b="1">
                <a:solidFill>
                  <a:srgbClr val="182536"/>
                </a:solidFill>
                <a:latin typeface="Arial"/>
                <a:ea typeface="Arial"/>
                <a:cs typeface="Arial"/>
              </a:defRPr>
            </a:lvl9pPr>
          </a:lstStyle>
          <a:p xmlns:a="http://schemas.openxmlformats.org/drawingml/2006/main">
            <a:pPr algn="ctr">
              <a:defRPr sz="2700" b="1">
                <a:solidFill>
                  <a:srgbClr val="182536"/>
                </a:solidFill>
                <a:latin typeface="Arial"/>
                <a:ea typeface="Arial"/>
                <a:cs typeface="Arial"/>
              </a:defRPr>
            </a:pPr>
            <a:r>
              <a:rPr sz="2700" b="1">
                <a:solidFill>
                  <a:srgbClr val="182536"/>
                </a:solidFill>
                <a:latin typeface="Arial"/>
                <a:ea typeface="Arial"/>
                <a:cs typeface="Arial"/>
              </a:rPr>
              <a:t>Sistema software</a:t>
            </a:r>
          </a:p>
        </p:txBody>
      </p:sp>
      <p:sp>
        <p:nvSpPr>
          <p:cNvPr id="7" name="f27">
            <a:extLst xmlns:a="http://schemas.openxmlformats.org/drawingml/2006/main">
              <a:ext uri="{FF2B5EF4-FFF2-40B4-BE49-F238E27FC236}">
                <a16:creationId xmlns:a16="http://schemas.microsoft.com/office/drawing/2014/main" id="{793D4F68-A06C-483B-A4C6-F8C3F58896E0}"/>
              </a:ext>
            </a:extLst>
          </p:cNvPr>
          <p:cNvSpPr>
            <a:spLocks xmlns:a="http://schemas.openxmlformats.org/drawingml/2006/main" noGrp="1"/>
          </p:cNvSpPr>
          <p:nvPr/>
        </p:nvSpPr>
        <p:spPr>
          <a:xfrm xmlns:a="http://schemas.openxmlformats.org/drawingml/2006/main">
            <a:off x="2171700" y="3924300"/>
            <a:ext cx="2190750" cy="200025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17145">
            <a:solidFill>
              <a:srgbClr val="4264D0"/>
            </a:solidFill>
            <a:prstDash val="solid"/>
          </a:ln>
        </p:spPr>
        <p:txBody xmlns:a="http://schemas.openxmlformats.org/drawingml/2006/main">
          <a:bodyPr/>
          <a:p/>
        </p:txBody>
      </p:sp>
      <p:sp>
        <p:nvSpPr>
          <p:cNvPr id="8" name="f28">
            <a:extLst xmlns:a="http://schemas.openxmlformats.org/drawingml/2006/main">
              <a:ext uri="{FF2B5EF4-FFF2-40B4-BE49-F238E27FC236}">
                <a16:creationId xmlns:a16="http://schemas.microsoft.com/office/drawing/2014/main" id="{AA900B61-2A66-4077-AB66-0AADEDCA2642}"/>
              </a:ext>
            </a:extLst>
          </p:cNvPr>
          <p:cNvSpPr>
            <a:spLocks xmlns:a="http://schemas.openxmlformats.org/drawingml/2006/main" noGrp="1"/>
          </p:cNvSpPr>
          <p:nvPr/>
        </p:nvSpPr>
        <p:spPr>
          <a:xfrm xmlns:a="http://schemas.openxmlformats.org/drawingml/2006/main">
            <a:off x="2609850" y="4524375"/>
            <a:ext cx="1270635" cy="95"/>
          </a:xfrm>
          <a:prstGeom xmlns:a="http://schemas.openxmlformats.org/drawingml/2006/main" prst="line">
            <a:avLst/>
          </a:prstGeom>
          <a:noFill xmlns:a="http://schemas.openxmlformats.org/drawingml/2006/main"/>
          <a:ln xmlns:a="http://schemas.openxmlformats.org/drawingml/2006/main" w="38100">
            <a:solidFill>
              <a:srgbClr val="4264D0"/>
            </a:solidFill>
            <a:prstDash val="solid"/>
          </a:ln>
        </p:spPr>
        <p:txBody xmlns:a="http://schemas.openxmlformats.org/drawingml/2006/main">
          <a:bodyPr/>
          <a:p/>
        </p:txBody>
      </p:sp>
      <p:sp>
        <p:nvSpPr>
          <p:cNvPr id="9" name="f29">
            <a:extLst xmlns:a="http://schemas.openxmlformats.org/drawingml/2006/main">
              <a:ext uri="{FF2B5EF4-FFF2-40B4-BE49-F238E27FC236}">
                <a16:creationId xmlns:a16="http://schemas.microsoft.com/office/drawing/2014/main" id="{B787AB46-108B-4A72-A6C8-8A11AB36F264}"/>
              </a:ext>
            </a:extLst>
          </p:cNvPr>
          <p:cNvSpPr>
            <a:spLocks xmlns:a="http://schemas.openxmlformats.org/drawingml/2006/main" noGrp="1"/>
          </p:cNvSpPr>
          <p:nvPr/>
        </p:nvSpPr>
        <p:spPr>
          <a:xfrm xmlns:a="http://schemas.openxmlformats.org/drawingml/2006/main">
            <a:off x="2609850" y="4884420"/>
            <a:ext cx="1270635" cy="95"/>
          </a:xfrm>
          <a:prstGeom xmlns:a="http://schemas.openxmlformats.org/drawingml/2006/main" prst="line">
            <a:avLst/>
          </a:prstGeom>
          <a:noFill xmlns:a="http://schemas.openxmlformats.org/drawingml/2006/main"/>
          <a:ln xmlns:a="http://schemas.openxmlformats.org/drawingml/2006/main" w="38100">
            <a:solidFill>
              <a:srgbClr val="4264D0"/>
            </a:solidFill>
            <a:prstDash val="solid"/>
          </a:ln>
        </p:spPr>
        <p:txBody xmlns:a="http://schemas.openxmlformats.org/drawingml/2006/main">
          <a:bodyPr/>
          <a:p/>
        </p:txBody>
      </p:sp>
      <p:sp>
        <p:nvSpPr>
          <p:cNvPr id="10" name="f30">
            <a:extLst xmlns:a="http://schemas.openxmlformats.org/drawingml/2006/main">
              <a:ext uri="{FF2B5EF4-FFF2-40B4-BE49-F238E27FC236}">
                <a16:creationId xmlns:a16="http://schemas.microsoft.com/office/drawing/2014/main" id="{41FD3305-911E-4D68-9B3C-02EDEAD9F207}"/>
              </a:ext>
            </a:extLst>
          </p:cNvPr>
          <p:cNvSpPr>
            <a:spLocks xmlns:a="http://schemas.openxmlformats.org/drawingml/2006/main" noGrp="1"/>
          </p:cNvSpPr>
          <p:nvPr/>
        </p:nvSpPr>
        <p:spPr>
          <a:xfrm xmlns:a="http://schemas.openxmlformats.org/drawingml/2006/main">
            <a:off x="2609850" y="5244465"/>
            <a:ext cx="1270635" cy="95"/>
          </a:xfrm>
          <a:prstGeom xmlns:a="http://schemas.openxmlformats.org/drawingml/2006/main" prst="line">
            <a:avLst/>
          </a:prstGeom>
          <a:noFill xmlns:a="http://schemas.openxmlformats.org/drawingml/2006/main"/>
          <a:ln xmlns:a="http://schemas.openxmlformats.org/drawingml/2006/main" w="38100">
            <a:solidFill>
              <a:srgbClr val="4264D0"/>
            </a:solidFill>
            <a:prstDash val="solid"/>
          </a:ln>
        </p:spPr>
        <p:txBody xmlns:a="http://schemas.openxmlformats.org/drawingml/2006/main">
          <a:bodyPr/>
          <a:p/>
        </p:txBody>
      </p:sp>
      <p:sp>
        <p:nvSpPr>
          <p:cNvPr id="11" name="f31">
            <a:extLst xmlns:a="http://schemas.openxmlformats.org/drawingml/2006/main">
              <a:ext uri="{FF2B5EF4-FFF2-40B4-BE49-F238E27FC236}">
                <a16:creationId xmlns:a16="http://schemas.microsoft.com/office/drawing/2014/main" id="{CBA52584-C9D4-475C-8B87-26B5DB5A1C96}"/>
              </a:ext>
            </a:extLst>
          </p:cNvPr>
          <p:cNvSpPr>
            <a:spLocks xmlns:a="http://schemas.openxmlformats.org/drawingml/2006/main" noGrp="1"/>
          </p:cNvSpPr>
          <p:nvPr/>
        </p:nvSpPr>
        <p:spPr>
          <a:xfrm xmlns:a="http://schemas.openxmlformats.org/drawingml/2006/main">
            <a:off x="10629900" y="4067175"/>
            <a:ext cx="2667000" cy="17145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7145">
            <a:solidFill>
              <a:srgbClr val="4264D0"/>
            </a:solidFill>
            <a:prstDash val="solid"/>
          </a:ln>
        </p:spPr>
        <p:txBody xmlns:a="http://schemas.openxmlformats.org/drawingml/2006/main">
          <a:bodyPr/>
          <a:p/>
        </p:txBody>
      </p:sp>
      <p:sp>
        <p:nvSpPr>
          <p:cNvPr id="12" name="f32">
            <a:extLst xmlns:a="http://schemas.openxmlformats.org/drawingml/2006/main">
              <a:ext uri="{FF2B5EF4-FFF2-40B4-BE49-F238E27FC236}">
                <a16:creationId xmlns:a16="http://schemas.microsoft.com/office/drawing/2014/main" id="{4ECAB9D3-6A18-431C-BBA5-6F96DED3709D}"/>
              </a:ext>
            </a:extLst>
          </p:cNvPr>
          <p:cNvSpPr>
            <a:spLocks xmlns:a="http://schemas.openxmlformats.org/drawingml/2006/main" noGrp="1"/>
          </p:cNvSpPr>
          <p:nvPr/>
        </p:nvSpPr>
        <p:spPr>
          <a:xfrm xmlns:a="http://schemas.openxmlformats.org/drawingml/2006/main">
            <a:off x="10629900" y="4429125"/>
            <a:ext cx="2667000" cy="9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13" name="f33">
            <a:extLst xmlns:a="http://schemas.openxmlformats.org/drawingml/2006/main">
              <a:ext uri="{FF2B5EF4-FFF2-40B4-BE49-F238E27FC236}">
                <a16:creationId xmlns:a16="http://schemas.microsoft.com/office/drawing/2014/main" id="{AB62E352-E176-4CE1-B3A7-2516D93FDF46}"/>
              </a:ext>
            </a:extLst>
          </p:cNvPr>
          <p:cNvSpPr>
            <a:spLocks xmlns:a="http://schemas.openxmlformats.org/drawingml/2006/main" noGrp="1"/>
          </p:cNvSpPr>
          <p:nvPr/>
        </p:nvSpPr>
        <p:spPr>
          <a:xfrm xmlns:a="http://schemas.openxmlformats.org/drawingml/2006/main">
            <a:off x="10801350" y="4210050"/>
            <a:ext cx="76200" cy="76200"/>
          </a:xfrm>
          <a:prstGeom xmlns:a="http://schemas.openxmlformats.org/drawingml/2006/main" prst="ellipse">
            <a:avLst/>
          </a:prstGeom>
          <a:solidFill xmlns:a="http://schemas.openxmlformats.org/drawingml/2006/main">
            <a:srgbClr val="4264D0"/>
          </a:solidFill>
          <a:ln xmlns:a="http://schemas.openxmlformats.org/drawingml/2006/main" w="17145">
            <a:solidFill>
              <a:srgbClr val="4264D0"/>
            </a:solidFill>
            <a:prstDash val="solid"/>
          </a:ln>
        </p:spPr>
        <p:txBody xmlns:a="http://schemas.openxmlformats.org/drawingml/2006/main">
          <a:bodyPr/>
          <a:p/>
        </p:txBody>
      </p:sp>
      <p:sp>
        <p:nvSpPr>
          <p:cNvPr id="14" name="f34">
            <a:extLst xmlns:a="http://schemas.openxmlformats.org/drawingml/2006/main">
              <a:ext uri="{FF2B5EF4-FFF2-40B4-BE49-F238E27FC236}">
                <a16:creationId xmlns:a16="http://schemas.microsoft.com/office/drawing/2014/main" id="{C24AC88F-72A9-46B0-A70C-7D38A52B3FA6}"/>
              </a:ext>
            </a:extLst>
          </p:cNvPr>
          <p:cNvSpPr>
            <a:spLocks xmlns:a="http://schemas.openxmlformats.org/drawingml/2006/main" noGrp="1"/>
          </p:cNvSpPr>
          <p:nvPr/>
        </p:nvSpPr>
        <p:spPr>
          <a:xfrm xmlns:a="http://schemas.openxmlformats.org/drawingml/2006/main">
            <a:off x="10991850" y="4210050"/>
            <a:ext cx="76200" cy="76200"/>
          </a:xfrm>
          <a:prstGeom xmlns:a="http://schemas.openxmlformats.org/drawingml/2006/main" prst="ellipse">
            <a:avLst/>
          </a:prstGeom>
          <a:solidFill xmlns:a="http://schemas.openxmlformats.org/drawingml/2006/main">
            <a:srgbClr val="4264D0"/>
          </a:solidFill>
          <a:ln xmlns:a="http://schemas.openxmlformats.org/drawingml/2006/main" w="17145">
            <a:solidFill>
              <a:srgbClr val="4264D0"/>
            </a:solidFill>
            <a:prstDash val="solid"/>
          </a:ln>
        </p:spPr>
        <p:txBody xmlns:a="http://schemas.openxmlformats.org/drawingml/2006/main">
          <a:bodyPr/>
          <a:p/>
        </p:txBody>
      </p:sp>
      <p:sp>
        <p:nvSpPr>
          <p:cNvPr id="15" name="f35">
            <a:extLst xmlns:a="http://schemas.openxmlformats.org/drawingml/2006/main">
              <a:ext uri="{FF2B5EF4-FFF2-40B4-BE49-F238E27FC236}">
                <a16:creationId xmlns:a16="http://schemas.microsoft.com/office/drawing/2014/main" id="{C1AE2DB6-16BA-4F30-8099-EDFDB565430F}"/>
              </a:ext>
            </a:extLst>
          </p:cNvPr>
          <p:cNvSpPr>
            <a:spLocks xmlns:a="http://schemas.openxmlformats.org/drawingml/2006/main" noGrp="1"/>
          </p:cNvSpPr>
          <p:nvPr/>
        </p:nvSpPr>
        <p:spPr>
          <a:xfrm xmlns:a="http://schemas.openxmlformats.org/drawingml/2006/main">
            <a:off x="11182350" y="4210050"/>
            <a:ext cx="76200" cy="76200"/>
          </a:xfrm>
          <a:prstGeom xmlns:a="http://schemas.openxmlformats.org/drawingml/2006/main" prst="ellipse">
            <a:avLst/>
          </a:prstGeom>
          <a:solidFill xmlns:a="http://schemas.openxmlformats.org/drawingml/2006/main">
            <a:srgbClr val="4264D0"/>
          </a:solidFill>
          <a:ln xmlns:a="http://schemas.openxmlformats.org/drawingml/2006/main" w="17145">
            <a:solidFill>
              <a:srgbClr val="4264D0"/>
            </a:solidFill>
            <a:prstDash val="solid"/>
          </a:ln>
        </p:spPr>
        <p:txBody xmlns:a="http://schemas.openxmlformats.org/drawingml/2006/main">
          <a:bodyPr/>
          <a:p/>
        </p:txBody>
      </p:sp>
      <p:sp>
        <p:nvSpPr>
          <p:cNvPr id="16" name="f36">
            <a:extLst xmlns:a="http://schemas.openxmlformats.org/drawingml/2006/main">
              <a:ext uri="{FF2B5EF4-FFF2-40B4-BE49-F238E27FC236}">
                <a16:creationId xmlns:a16="http://schemas.microsoft.com/office/drawing/2014/main" id="{BA0D7D9B-F878-48E4-A931-310DA8F02B95}"/>
              </a:ext>
            </a:extLst>
          </p:cNvPr>
          <p:cNvSpPr>
            <a:spLocks xmlns:a="http://schemas.openxmlformats.org/drawingml/2006/main" noGrp="1"/>
          </p:cNvSpPr>
          <p:nvPr/>
        </p:nvSpPr>
        <p:spPr>
          <a:xfrm xmlns:a="http://schemas.openxmlformats.org/drawingml/2006/main">
            <a:off x="10915650" y="4695825"/>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4425" b="1">
                <a:solidFill>
                  <a:srgbClr val="4264D0"/>
                </a:solidFill>
                <a:latin typeface="Courier New"/>
                <a:ea typeface="Courier New"/>
                <a:cs typeface="Courier New"/>
              </a:defRPr>
            </a:defPPr>
            <a:lvl1pPr algn="ctr">
              <a:defRPr sz="4425" b="1">
                <a:solidFill>
                  <a:srgbClr val="4264D0"/>
                </a:solidFill>
                <a:latin typeface="Courier New"/>
                <a:ea typeface="Courier New"/>
                <a:cs typeface="Courier New"/>
              </a:defRPr>
            </a:lvl1pPr>
            <a:lvl2pPr algn="ctr">
              <a:defRPr sz="4425" b="1">
                <a:solidFill>
                  <a:srgbClr val="4264D0"/>
                </a:solidFill>
                <a:latin typeface="Courier New"/>
                <a:ea typeface="Courier New"/>
                <a:cs typeface="Courier New"/>
              </a:defRPr>
            </a:lvl2pPr>
            <a:lvl3pPr algn="ctr">
              <a:defRPr sz="4425" b="1">
                <a:solidFill>
                  <a:srgbClr val="4264D0"/>
                </a:solidFill>
                <a:latin typeface="Courier New"/>
                <a:ea typeface="Courier New"/>
                <a:cs typeface="Courier New"/>
              </a:defRPr>
            </a:lvl3pPr>
            <a:lvl4pPr algn="ctr">
              <a:defRPr sz="4425" b="1">
                <a:solidFill>
                  <a:srgbClr val="4264D0"/>
                </a:solidFill>
                <a:latin typeface="Courier New"/>
                <a:ea typeface="Courier New"/>
                <a:cs typeface="Courier New"/>
              </a:defRPr>
            </a:lvl4pPr>
            <a:lvl5pPr algn="ctr">
              <a:defRPr sz="4425" b="1">
                <a:solidFill>
                  <a:srgbClr val="4264D0"/>
                </a:solidFill>
                <a:latin typeface="Courier New"/>
                <a:ea typeface="Courier New"/>
                <a:cs typeface="Courier New"/>
              </a:defRPr>
            </a:lvl5pPr>
            <a:lvl6pPr algn="ctr">
              <a:defRPr sz="4425" b="1">
                <a:solidFill>
                  <a:srgbClr val="4264D0"/>
                </a:solidFill>
                <a:latin typeface="Courier New"/>
                <a:ea typeface="Courier New"/>
                <a:cs typeface="Courier New"/>
              </a:defRPr>
            </a:lvl6pPr>
            <a:lvl7pPr algn="ctr">
              <a:defRPr sz="4425" b="1">
                <a:solidFill>
                  <a:srgbClr val="4264D0"/>
                </a:solidFill>
                <a:latin typeface="Courier New"/>
                <a:ea typeface="Courier New"/>
                <a:cs typeface="Courier New"/>
              </a:defRPr>
            </a:lvl7pPr>
            <a:lvl8pPr algn="ctr">
              <a:defRPr sz="4425" b="1">
                <a:solidFill>
                  <a:srgbClr val="4264D0"/>
                </a:solidFill>
                <a:latin typeface="Courier New"/>
                <a:ea typeface="Courier New"/>
                <a:cs typeface="Courier New"/>
              </a:defRPr>
            </a:lvl8pPr>
            <a:lvl9pPr algn="ctr">
              <a:defRPr sz="4425" b="1">
                <a:solidFill>
                  <a:srgbClr val="4264D0"/>
                </a:solidFill>
                <a:latin typeface="Courier New"/>
                <a:ea typeface="Courier New"/>
                <a:cs typeface="Courier New"/>
              </a:defRPr>
            </a:lvl9pPr>
          </a:lstStyle>
          <a:p xmlns:a="http://schemas.openxmlformats.org/drawingml/2006/main">
            <a:pPr algn="ctr">
              <a:defRPr sz="4425" b="1">
                <a:solidFill>
                  <a:srgbClr val="4264D0"/>
                </a:solidFill>
                <a:latin typeface="Courier New"/>
                <a:ea typeface="Courier New"/>
                <a:cs typeface="Courier New"/>
              </a:defRPr>
            </a:pPr>
            <a:r>
              <a:rPr sz="4425" b="1">
                <a:solidFill>
                  <a:srgbClr val="4264D0"/>
                </a:solidFill>
                <a:latin typeface="Courier New"/>
                <a:ea typeface="Courier New"/>
                <a:cs typeface="Courier New"/>
              </a:rPr>
              <a:t>&lt;/&gt;</a:t>
            </a:r>
          </a:p>
        </p:txBody>
      </p:sp>
      <p:sp>
        <p:nvSpPr>
          <p:cNvPr id="17" name="f37">
            <a:extLst xmlns:a="http://schemas.openxmlformats.org/drawingml/2006/main">
              <a:ext uri="{FF2B5EF4-FFF2-40B4-BE49-F238E27FC236}">
                <a16:creationId xmlns:a16="http://schemas.microsoft.com/office/drawing/2014/main" id="{490A2AB2-125A-4123-9405-01AE0CB592D8}"/>
              </a:ext>
            </a:extLst>
          </p:cNvPr>
          <p:cNvSpPr>
            <a:spLocks xmlns:a="http://schemas.openxmlformats.org/drawingml/2006/main" noGrp="1"/>
          </p:cNvSpPr>
          <p:nvPr/>
        </p:nvSpPr>
        <p:spPr>
          <a:xfrm xmlns:a="http://schemas.openxmlformats.org/drawingml/2006/main">
            <a:off x="4657725" y="4714875"/>
            <a:ext cx="1133475" cy="219075"/>
          </a:xfrm>
          <a:prstGeom xmlns:a="http://schemas.openxmlformats.org/drawingml/2006/main" prst="rightArrow">
            <a:avLst/>
          </a:prstGeom>
          <a:solidFill xmlns:a="http://schemas.openxmlformats.org/drawingml/2006/main">
            <a:srgbClr val="4264D0"/>
          </a:solidFill>
          <a:ln xmlns:a="http://schemas.openxmlformats.org/drawingml/2006/main" w="0">
            <a:noFill/>
            <a:prstDash val="solid"/>
          </a:ln>
        </p:spPr>
        <p:txBody xmlns:a="http://schemas.openxmlformats.org/drawingml/2006/main">
          <a:bodyPr/>
          <a:p/>
        </p:txBody>
      </p:sp>
      <p:sp>
        <p:nvSpPr>
          <p:cNvPr id="18" name="f38">
            <a:extLst xmlns:a="http://schemas.openxmlformats.org/drawingml/2006/main">
              <a:ext uri="{FF2B5EF4-FFF2-40B4-BE49-F238E27FC236}">
                <a16:creationId xmlns:a16="http://schemas.microsoft.com/office/drawing/2014/main" id="{1766EF5B-E7C1-46D8-BFBD-2470D35F805F}"/>
              </a:ext>
            </a:extLst>
          </p:cNvPr>
          <p:cNvSpPr>
            <a:spLocks xmlns:a="http://schemas.openxmlformats.org/drawingml/2006/main" noGrp="1"/>
          </p:cNvSpPr>
          <p:nvPr/>
        </p:nvSpPr>
        <p:spPr>
          <a:xfrm xmlns:a="http://schemas.openxmlformats.org/drawingml/2006/main">
            <a:off x="9448800" y="4714875"/>
            <a:ext cx="942975" cy="219075"/>
          </a:xfrm>
          <a:prstGeom xmlns:a="http://schemas.openxmlformats.org/drawingml/2006/main" prst="leftArrow">
            <a:avLst/>
          </a:prstGeom>
          <a:solidFill xmlns:a="http://schemas.openxmlformats.org/drawingml/2006/main">
            <a:srgbClr val="4264D0"/>
          </a:solidFill>
          <a:ln xmlns:a="http://schemas.openxmlformats.org/drawingml/2006/main" w="0">
            <a:noFill/>
            <a:prstDash val="solid"/>
          </a:ln>
        </p:spPr>
        <p:txBody xmlns:a="http://schemas.openxmlformats.org/drawingml/2006/main">
          <a:bodyPr/>
          <a:p/>
        </p:txBody>
      </p:sp>
      <p:sp>
        <p:nvSpPr>
          <p:cNvPr id="19" name="f39">
            <a:extLst xmlns:a="http://schemas.openxmlformats.org/drawingml/2006/main">
              <a:ext uri="{FF2B5EF4-FFF2-40B4-BE49-F238E27FC236}">
                <a16:creationId xmlns:a16="http://schemas.microsoft.com/office/drawing/2014/main" id="{4A86ED31-F2DC-4C61-9074-2860F1524B40}"/>
              </a:ext>
            </a:extLst>
          </p:cNvPr>
          <p:cNvSpPr>
            <a:spLocks xmlns:a="http://schemas.openxmlformats.org/drawingml/2006/main" noGrp="1"/>
          </p:cNvSpPr>
          <p:nvPr/>
        </p:nvSpPr>
        <p:spPr>
          <a:xfrm xmlns:a="http://schemas.openxmlformats.org/drawingml/2006/main">
            <a:off x="5943600" y="4095750"/>
            <a:ext cx="3352800" cy="1390650"/>
          </a:xfrm>
          <a:prstGeom xmlns:a="http://schemas.openxmlformats.org/drawingml/2006/main" prst="roundRect">
            <a:avLst>
              <a:gd name="adj" fmla="val 10959"/>
            </a:avLst>
          </a:prstGeom>
          <a:solidFill xmlns:a="http://schemas.openxmlformats.org/drawingml/2006/main">
            <a:srgbClr val="F0F4FF"/>
          </a:solidFill>
          <a:ln xmlns:a="http://schemas.openxmlformats.org/drawingml/2006/main" w="17145">
            <a:solidFill>
              <a:srgbClr val="C7D5FA"/>
            </a:solidFill>
            <a:prstDash val="solid"/>
          </a:ln>
        </p:spPr>
        <p:txBody xmlns:a="http://schemas.openxmlformats.org/drawingml/2006/main">
          <a:bodyPr/>
          <a:p/>
        </p:txBody>
      </p:sp>
      <p:sp>
        <p:nvSpPr>
          <p:cNvPr id="20" name="f40">
            <a:extLst xmlns:a="http://schemas.openxmlformats.org/drawingml/2006/main">
              <a:ext uri="{FF2B5EF4-FFF2-40B4-BE49-F238E27FC236}">
                <a16:creationId xmlns:a16="http://schemas.microsoft.com/office/drawing/2014/main" id="{638DF816-4637-4025-8CF1-0C1A25616C92}"/>
              </a:ext>
            </a:extLst>
          </p:cNvPr>
          <p:cNvSpPr>
            <a:spLocks xmlns:a="http://schemas.openxmlformats.org/drawingml/2006/main" noGrp="1"/>
          </p:cNvSpPr>
          <p:nvPr/>
        </p:nvSpPr>
        <p:spPr>
          <a:xfrm xmlns:a="http://schemas.openxmlformats.org/drawingml/2006/main">
            <a:off x="6048375" y="43243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850" b="1">
                <a:solidFill>
                  <a:srgbClr val="4264D0"/>
                </a:solidFill>
                <a:latin typeface="Arial"/>
                <a:ea typeface="Arial"/>
                <a:cs typeface="Arial"/>
              </a:defRPr>
            </a:defPPr>
            <a:lvl1pPr algn="ctr">
              <a:defRPr sz="2850" b="1">
                <a:solidFill>
                  <a:srgbClr val="4264D0"/>
                </a:solidFill>
                <a:latin typeface="Arial"/>
                <a:ea typeface="Arial"/>
                <a:cs typeface="Arial"/>
              </a:defRPr>
            </a:lvl1pPr>
            <a:lvl2pPr algn="ctr">
              <a:defRPr sz="2850" b="1">
                <a:solidFill>
                  <a:srgbClr val="4264D0"/>
                </a:solidFill>
                <a:latin typeface="Arial"/>
                <a:ea typeface="Arial"/>
                <a:cs typeface="Arial"/>
              </a:defRPr>
            </a:lvl2pPr>
            <a:lvl3pPr algn="ctr">
              <a:defRPr sz="2850" b="1">
                <a:solidFill>
                  <a:srgbClr val="4264D0"/>
                </a:solidFill>
                <a:latin typeface="Arial"/>
                <a:ea typeface="Arial"/>
                <a:cs typeface="Arial"/>
              </a:defRPr>
            </a:lvl3pPr>
            <a:lvl4pPr algn="ctr">
              <a:defRPr sz="2850" b="1">
                <a:solidFill>
                  <a:srgbClr val="4264D0"/>
                </a:solidFill>
                <a:latin typeface="Arial"/>
                <a:ea typeface="Arial"/>
                <a:cs typeface="Arial"/>
              </a:defRPr>
            </a:lvl4pPr>
            <a:lvl5pPr algn="ctr">
              <a:defRPr sz="2850" b="1">
                <a:solidFill>
                  <a:srgbClr val="4264D0"/>
                </a:solidFill>
                <a:latin typeface="Arial"/>
                <a:ea typeface="Arial"/>
                <a:cs typeface="Arial"/>
              </a:defRPr>
            </a:lvl5pPr>
            <a:lvl6pPr algn="ctr">
              <a:defRPr sz="2850" b="1">
                <a:solidFill>
                  <a:srgbClr val="4264D0"/>
                </a:solidFill>
                <a:latin typeface="Arial"/>
                <a:ea typeface="Arial"/>
                <a:cs typeface="Arial"/>
              </a:defRPr>
            </a:lvl6pPr>
            <a:lvl7pPr algn="ctr">
              <a:defRPr sz="2850" b="1">
                <a:solidFill>
                  <a:srgbClr val="4264D0"/>
                </a:solidFill>
                <a:latin typeface="Arial"/>
                <a:ea typeface="Arial"/>
                <a:cs typeface="Arial"/>
              </a:defRPr>
            </a:lvl7pPr>
            <a:lvl8pPr algn="ctr">
              <a:defRPr sz="2850" b="1">
                <a:solidFill>
                  <a:srgbClr val="4264D0"/>
                </a:solidFill>
                <a:latin typeface="Arial"/>
                <a:ea typeface="Arial"/>
                <a:cs typeface="Arial"/>
              </a:defRPr>
            </a:lvl8pPr>
            <a:lvl9pPr algn="ctr">
              <a:defRPr sz="2850" b="1">
                <a:solidFill>
                  <a:srgbClr val="4264D0"/>
                </a:solidFill>
                <a:latin typeface="Arial"/>
                <a:ea typeface="Arial"/>
                <a:cs typeface="Arial"/>
              </a:defRPr>
            </a:lvl9pPr>
          </a:lstStyle>
          <a:p xmlns:a="http://schemas.openxmlformats.org/drawingml/2006/main">
            <a:pPr algn="ctr">
              <a:defRPr sz="2850" b="1">
                <a:solidFill>
                  <a:srgbClr val="4264D0"/>
                </a:solidFill>
                <a:latin typeface="Arial"/>
                <a:ea typeface="Arial"/>
                <a:cs typeface="Arial"/>
              </a:defRPr>
            </a:pPr>
            <a:r>
              <a:rPr sz="2850" b="1">
                <a:solidFill>
                  <a:srgbClr val="4264D0"/>
                </a:solidFill>
                <a:latin typeface="Arial"/>
                <a:ea typeface="Arial"/>
                <a:cs typeface="Arial"/>
              </a:rPr>
              <a:t>Security</a:t>
            </a:r>
          </a:p>
          <a:p xmlns:a="http://schemas.openxmlformats.org/drawingml/2006/main">
            <a:pPr algn="ctr">
              <a:defRPr sz="2850" b="1">
                <a:solidFill>
                  <a:srgbClr val="4264D0"/>
                </a:solidFill>
                <a:latin typeface="Arial"/>
                <a:ea typeface="Arial"/>
                <a:cs typeface="Arial"/>
              </a:defRPr>
            </a:pPr>
            <a:r>
              <a:rPr sz="2850" b="1">
                <a:solidFill>
                  <a:srgbClr val="4264D0"/>
                </a:solidFill>
                <a:latin typeface="Arial"/>
                <a:ea typeface="Arial"/>
                <a:cs typeface="Arial"/>
              </a:rPr>
              <a:t>Assurance</a:t>
            </a:r>
          </a:p>
        </p:txBody>
      </p:sp>
      <p:sp>
        <p:nvSpPr>
          <p:cNvPr id="21" name="f41">
            <a:extLst xmlns:a="http://schemas.openxmlformats.org/drawingml/2006/main">
              <a:ext uri="{FF2B5EF4-FFF2-40B4-BE49-F238E27FC236}">
                <a16:creationId xmlns:a16="http://schemas.microsoft.com/office/drawing/2014/main" id="{5FEF9C71-5273-41C2-B05D-3EB6EF8798F9}"/>
              </a:ext>
            </a:extLst>
          </p:cNvPr>
          <p:cNvSpPr>
            <a:spLocks xmlns:a="http://schemas.openxmlformats.org/drawingml/2006/main" noGrp="1"/>
          </p:cNvSpPr>
          <p:nvPr/>
        </p:nvSpPr>
        <p:spPr>
          <a:xfrm xmlns:a="http://schemas.openxmlformats.org/drawingml/2006/main">
            <a:off x="5619750" y="5743575"/>
            <a:ext cx="4000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0">
                <a:solidFill>
                  <a:srgbClr val="52627B"/>
                </a:solidFill>
                <a:latin typeface="Arial"/>
                <a:ea typeface="Arial"/>
                <a:cs typeface="Arial"/>
              </a:defRPr>
            </a:defPPr>
            <a:lvl1pPr algn="ctr">
              <a:defRPr sz="1950" b="0">
                <a:solidFill>
                  <a:srgbClr val="52627B"/>
                </a:solidFill>
                <a:latin typeface="Arial"/>
                <a:ea typeface="Arial"/>
                <a:cs typeface="Arial"/>
              </a:defRPr>
            </a:lvl1pPr>
            <a:lvl2pPr algn="ctr">
              <a:defRPr sz="1950" b="0">
                <a:solidFill>
                  <a:srgbClr val="52627B"/>
                </a:solidFill>
                <a:latin typeface="Arial"/>
                <a:ea typeface="Arial"/>
                <a:cs typeface="Arial"/>
              </a:defRPr>
            </a:lvl2pPr>
            <a:lvl3pPr algn="ctr">
              <a:defRPr sz="1950" b="0">
                <a:solidFill>
                  <a:srgbClr val="52627B"/>
                </a:solidFill>
                <a:latin typeface="Arial"/>
                <a:ea typeface="Arial"/>
                <a:cs typeface="Arial"/>
              </a:defRPr>
            </a:lvl3pPr>
            <a:lvl4pPr algn="ctr">
              <a:defRPr sz="1950" b="0">
                <a:solidFill>
                  <a:srgbClr val="52627B"/>
                </a:solidFill>
                <a:latin typeface="Arial"/>
                <a:ea typeface="Arial"/>
                <a:cs typeface="Arial"/>
              </a:defRPr>
            </a:lvl4pPr>
            <a:lvl5pPr algn="ctr">
              <a:defRPr sz="1950" b="0">
                <a:solidFill>
                  <a:srgbClr val="52627B"/>
                </a:solidFill>
                <a:latin typeface="Arial"/>
                <a:ea typeface="Arial"/>
                <a:cs typeface="Arial"/>
              </a:defRPr>
            </a:lvl5pPr>
            <a:lvl6pPr algn="ctr">
              <a:defRPr sz="1950" b="0">
                <a:solidFill>
                  <a:srgbClr val="52627B"/>
                </a:solidFill>
                <a:latin typeface="Arial"/>
                <a:ea typeface="Arial"/>
                <a:cs typeface="Arial"/>
              </a:defRPr>
            </a:lvl6pPr>
            <a:lvl7pPr algn="ctr">
              <a:defRPr sz="1950" b="0">
                <a:solidFill>
                  <a:srgbClr val="52627B"/>
                </a:solidFill>
                <a:latin typeface="Arial"/>
                <a:ea typeface="Arial"/>
                <a:cs typeface="Arial"/>
              </a:defRPr>
            </a:lvl7pPr>
            <a:lvl8pPr algn="ctr">
              <a:defRPr sz="1950" b="0">
                <a:solidFill>
                  <a:srgbClr val="52627B"/>
                </a:solidFill>
                <a:latin typeface="Arial"/>
                <a:ea typeface="Arial"/>
                <a:cs typeface="Arial"/>
              </a:defRPr>
            </a:lvl8pPr>
            <a:lvl9pPr algn="ctr">
              <a:defRPr sz="1950" b="0">
                <a:solidFill>
                  <a:srgbClr val="52627B"/>
                </a:solidFill>
                <a:latin typeface="Arial"/>
                <a:ea typeface="Arial"/>
                <a:cs typeface="Arial"/>
              </a:defRPr>
            </a:lvl9pPr>
          </a:lstStyle>
          <a:p xmlns:a="http://schemas.openxmlformats.org/drawingml/2006/main">
            <a:pPr algn="ctr">
              <a:defRPr sz="1950" b="0">
                <a:solidFill>
                  <a:srgbClr val="52627B"/>
                </a:solidFill>
                <a:latin typeface="Arial"/>
                <a:ea typeface="Arial"/>
                <a:cs typeface="Arial"/>
              </a:defRPr>
            </a:pPr>
            <a:r>
              <a:rPr sz="1950" b="0">
                <a:solidFill>
                  <a:srgbClr val="52627B"/>
                </a:solidFill>
                <a:latin typeface="Arial"/>
                <a:ea typeface="Arial"/>
                <a:cs typeface="Arial"/>
              </a:rPr>
              <a:t>Verifica se il requisito</a:t>
            </a:r>
          </a:p>
          <a:p xmlns:a="http://schemas.openxmlformats.org/drawingml/2006/main">
            <a:pPr algn="ctr">
              <a:defRPr sz="1950" b="0">
                <a:solidFill>
                  <a:srgbClr val="52627B"/>
                </a:solidFill>
                <a:latin typeface="Arial"/>
                <a:ea typeface="Arial"/>
                <a:cs typeface="Arial"/>
              </a:defRPr>
            </a:pPr>
            <a:r>
              <a:rPr sz="1950" b="0">
                <a:solidFill>
                  <a:srgbClr val="52627B"/>
                </a:solidFill>
                <a:latin typeface="Arial"/>
                <a:ea typeface="Arial"/>
                <a:cs typeface="Arial"/>
              </a:rPr>
              <a:t>è rispettato</a:t>
            </a:r>
          </a:p>
        </p:txBody>
      </p:sp>
      <p:sp>
        <p:nvSpPr>
          <p:cNvPr id="22" name="f42">
            <a:extLst xmlns:a="http://schemas.openxmlformats.org/drawingml/2006/main">
              <a:ext uri="{FF2B5EF4-FFF2-40B4-BE49-F238E27FC236}">
                <a16:creationId xmlns:a16="http://schemas.microsoft.com/office/drawing/2014/main" id="{96A85D91-0AEF-4D2C-96A7-12936BA8B67A}"/>
              </a:ext>
            </a:extLst>
          </p:cNvPr>
          <p:cNvSpPr>
            <a:spLocks xmlns:a="http://schemas.openxmlformats.org/drawingml/2006/main" noGrp="1"/>
          </p:cNvSpPr>
          <p:nvPr/>
        </p:nvSpPr>
        <p:spPr>
          <a:xfrm xmlns:a="http://schemas.openxmlformats.org/drawingml/2006/main">
            <a:off x="1066800" y="621982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0">
                <a:solidFill>
                  <a:srgbClr val="182536"/>
                </a:solidFill>
                <a:latin typeface="Arial"/>
                <a:ea typeface="Arial"/>
                <a:cs typeface="Arial"/>
              </a:defRPr>
            </a:defPPr>
            <a:lvl1pPr algn="ctr">
              <a:defRPr sz="1950" b="0">
                <a:solidFill>
                  <a:srgbClr val="182536"/>
                </a:solidFill>
                <a:latin typeface="Arial"/>
                <a:ea typeface="Arial"/>
                <a:cs typeface="Arial"/>
              </a:defRPr>
            </a:lvl1pPr>
            <a:lvl2pPr algn="ctr">
              <a:defRPr sz="1950" b="0">
                <a:solidFill>
                  <a:srgbClr val="182536"/>
                </a:solidFill>
                <a:latin typeface="Arial"/>
                <a:ea typeface="Arial"/>
                <a:cs typeface="Arial"/>
              </a:defRPr>
            </a:lvl2pPr>
            <a:lvl3pPr algn="ctr">
              <a:defRPr sz="1950" b="0">
                <a:solidFill>
                  <a:srgbClr val="182536"/>
                </a:solidFill>
                <a:latin typeface="Arial"/>
                <a:ea typeface="Arial"/>
                <a:cs typeface="Arial"/>
              </a:defRPr>
            </a:lvl3pPr>
            <a:lvl4pPr algn="ctr">
              <a:defRPr sz="1950" b="0">
                <a:solidFill>
                  <a:srgbClr val="182536"/>
                </a:solidFill>
                <a:latin typeface="Arial"/>
                <a:ea typeface="Arial"/>
                <a:cs typeface="Arial"/>
              </a:defRPr>
            </a:lvl4pPr>
            <a:lvl5pPr algn="ctr">
              <a:defRPr sz="1950" b="0">
                <a:solidFill>
                  <a:srgbClr val="182536"/>
                </a:solidFill>
                <a:latin typeface="Arial"/>
                <a:ea typeface="Arial"/>
                <a:cs typeface="Arial"/>
              </a:defRPr>
            </a:lvl5pPr>
            <a:lvl6pPr algn="ctr">
              <a:defRPr sz="1950" b="0">
                <a:solidFill>
                  <a:srgbClr val="182536"/>
                </a:solidFill>
                <a:latin typeface="Arial"/>
                <a:ea typeface="Arial"/>
                <a:cs typeface="Arial"/>
              </a:defRPr>
            </a:lvl6pPr>
            <a:lvl7pPr algn="ctr">
              <a:defRPr sz="1950" b="0">
                <a:solidFill>
                  <a:srgbClr val="182536"/>
                </a:solidFill>
                <a:latin typeface="Arial"/>
                <a:ea typeface="Arial"/>
                <a:cs typeface="Arial"/>
              </a:defRPr>
            </a:lvl7pPr>
            <a:lvl8pPr algn="ctr">
              <a:defRPr sz="1950" b="0">
                <a:solidFill>
                  <a:srgbClr val="182536"/>
                </a:solidFill>
                <a:latin typeface="Arial"/>
                <a:ea typeface="Arial"/>
                <a:cs typeface="Arial"/>
              </a:defRPr>
            </a:lvl8pPr>
            <a:lvl9pPr algn="ctr">
              <a:defRPr sz="1950" b="0">
                <a:solidFill>
                  <a:srgbClr val="182536"/>
                </a:solidFill>
                <a:latin typeface="Arial"/>
                <a:ea typeface="Arial"/>
                <a:cs typeface="Arial"/>
              </a:defRPr>
            </a:lvl9pPr>
          </a:lstStyle>
          <a:p xmlns:a="http://schemas.openxmlformats.org/drawingml/2006/main">
            <a:pPr algn="ctr">
              <a:defRPr sz="1950" b="0">
                <a:solidFill>
                  <a:srgbClr val="182536"/>
                </a:solidFill>
                <a:latin typeface="Arial"/>
                <a:ea typeface="Arial"/>
                <a:cs typeface="Arial"/>
              </a:defRPr>
            </a:pPr>
            <a:r>
              <a:rPr sz="1950" b="0">
                <a:solidFill>
                  <a:srgbClr val="182536"/>
                </a:solidFill>
                <a:latin typeface="Arial"/>
                <a:ea typeface="Arial"/>
                <a:cs typeface="Arial"/>
              </a:rPr>
              <a:t>Comportamento previsto</a:t>
            </a:r>
          </a:p>
        </p:txBody>
      </p:sp>
      <p:sp>
        <p:nvSpPr>
          <p:cNvPr id="23" name="f43">
            <a:extLst xmlns:a="http://schemas.openxmlformats.org/drawingml/2006/main">
              <a:ext uri="{FF2B5EF4-FFF2-40B4-BE49-F238E27FC236}">
                <a16:creationId xmlns:a16="http://schemas.microsoft.com/office/drawing/2014/main" id="{BF5D71EB-2F6A-4D39-A10C-8183318DF725}"/>
              </a:ext>
            </a:extLst>
          </p:cNvPr>
          <p:cNvSpPr>
            <a:spLocks xmlns:a="http://schemas.openxmlformats.org/drawingml/2006/main" noGrp="1"/>
          </p:cNvSpPr>
          <p:nvPr/>
        </p:nvSpPr>
        <p:spPr>
          <a:xfrm xmlns:a="http://schemas.openxmlformats.org/drawingml/2006/main">
            <a:off x="9696450" y="621982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0">
                <a:solidFill>
                  <a:srgbClr val="182536"/>
                </a:solidFill>
                <a:latin typeface="Arial"/>
                <a:ea typeface="Arial"/>
                <a:cs typeface="Arial"/>
              </a:defRPr>
            </a:defPPr>
            <a:lvl1pPr algn="ctr">
              <a:defRPr sz="1950" b="0">
                <a:solidFill>
                  <a:srgbClr val="182536"/>
                </a:solidFill>
                <a:latin typeface="Arial"/>
                <a:ea typeface="Arial"/>
                <a:cs typeface="Arial"/>
              </a:defRPr>
            </a:lvl1pPr>
            <a:lvl2pPr algn="ctr">
              <a:defRPr sz="1950" b="0">
                <a:solidFill>
                  <a:srgbClr val="182536"/>
                </a:solidFill>
                <a:latin typeface="Arial"/>
                <a:ea typeface="Arial"/>
                <a:cs typeface="Arial"/>
              </a:defRPr>
            </a:lvl2pPr>
            <a:lvl3pPr algn="ctr">
              <a:defRPr sz="1950" b="0">
                <a:solidFill>
                  <a:srgbClr val="182536"/>
                </a:solidFill>
                <a:latin typeface="Arial"/>
                <a:ea typeface="Arial"/>
                <a:cs typeface="Arial"/>
              </a:defRPr>
            </a:lvl3pPr>
            <a:lvl4pPr algn="ctr">
              <a:defRPr sz="1950" b="0">
                <a:solidFill>
                  <a:srgbClr val="182536"/>
                </a:solidFill>
                <a:latin typeface="Arial"/>
                <a:ea typeface="Arial"/>
                <a:cs typeface="Arial"/>
              </a:defRPr>
            </a:lvl4pPr>
            <a:lvl5pPr algn="ctr">
              <a:defRPr sz="1950" b="0">
                <a:solidFill>
                  <a:srgbClr val="182536"/>
                </a:solidFill>
                <a:latin typeface="Arial"/>
                <a:ea typeface="Arial"/>
                <a:cs typeface="Arial"/>
              </a:defRPr>
            </a:lvl5pPr>
            <a:lvl6pPr algn="ctr">
              <a:defRPr sz="1950" b="0">
                <a:solidFill>
                  <a:srgbClr val="182536"/>
                </a:solidFill>
                <a:latin typeface="Arial"/>
                <a:ea typeface="Arial"/>
                <a:cs typeface="Arial"/>
              </a:defRPr>
            </a:lvl6pPr>
            <a:lvl7pPr algn="ctr">
              <a:defRPr sz="1950" b="0">
                <a:solidFill>
                  <a:srgbClr val="182536"/>
                </a:solidFill>
                <a:latin typeface="Arial"/>
                <a:ea typeface="Arial"/>
                <a:cs typeface="Arial"/>
              </a:defRPr>
            </a:lvl7pPr>
            <a:lvl8pPr algn="ctr">
              <a:defRPr sz="1950" b="0">
                <a:solidFill>
                  <a:srgbClr val="182536"/>
                </a:solidFill>
                <a:latin typeface="Arial"/>
                <a:ea typeface="Arial"/>
                <a:cs typeface="Arial"/>
              </a:defRPr>
            </a:lvl8pPr>
            <a:lvl9pPr algn="ctr">
              <a:defRPr sz="1950" b="0">
                <a:solidFill>
                  <a:srgbClr val="182536"/>
                </a:solidFill>
                <a:latin typeface="Arial"/>
                <a:ea typeface="Arial"/>
                <a:cs typeface="Arial"/>
              </a:defRPr>
            </a:lvl9pPr>
          </a:lstStyle>
          <a:p xmlns:a="http://schemas.openxmlformats.org/drawingml/2006/main">
            <a:pPr algn="ctr">
              <a:defRPr sz="1950" b="0">
                <a:solidFill>
                  <a:srgbClr val="182536"/>
                </a:solidFill>
                <a:latin typeface="Arial"/>
                <a:ea typeface="Arial"/>
                <a:cs typeface="Arial"/>
              </a:defRPr>
            </a:pPr>
            <a:r>
              <a:rPr sz="1950" b="0">
                <a:solidFill>
                  <a:srgbClr val="182536"/>
                </a:solidFill>
                <a:latin typeface="Arial"/>
                <a:ea typeface="Arial"/>
                <a:cs typeface="Arial"/>
              </a:rPr>
              <a:t>Comportamento reale</a:t>
            </a:r>
          </a:p>
        </p:txBody>
      </p:sp>
    </p:spTree>
    <p:extLst>
      <p:ext uri="{BB962C8B-B14F-4D97-AF65-F5344CB8AC3E}">
        <p14:creationId xmlns:p14="http://schemas.microsoft.com/office/powerpoint/2010/main" val="194224418"/>
      </p:ext>
    </p:extLst>
  </p:cSld>
</p:sld>
</file>

<file path=ppt/slides/slide3.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423523A1-599C-442D-9E0F-8DA550A09024}"/>
              </a:ext>
            </a:extLst>
          </p:cNvPr>
          <p:cNvPicPr>
            <a:picLocks xmlns:a="http://schemas.openxmlformats.org/drawingml/2006/main" noChangeAspect="1"/>
          </p:cNvPicPr>
          <p:nvPr/>
        </p:nvPicPr>
        <p:blipFill>
          <a:blip xmlns:r="http://schemas.openxmlformats.org/officeDocument/2006/relationships" xmlns:a="http://schemas.openxmlformats.org/drawingml/2006/main" r:embed="Rb7fdc70e3687479b"/>
          <a:stretch xmlns:a="http://schemas.openxmlformats.org/drawingml/2006/main"/>
        </p:blipFill>
        <p:spPr>
          <a:xfrm xmlns:a="http://schemas.openxmlformats.org/drawingml/2006/main">
            <a:off x="0" y="0"/>
            <a:ext cx="15240000" cy="8572500"/>
          </a:xfrm>
          <a:prstGeom xmlns:a="http://schemas.openxmlformats.org/drawingml/2006/main" prst="rect">
            <a:avLst/>
          </a:prstGeom>
        </p:spPr>
      </p:pic>
      <p:sp>
        <p:nvSpPr>
          <p:cNvPr id="2" name="f45">
            <a:extLst xmlns:a="http://schemas.openxmlformats.org/drawingml/2006/main">
              <a:ext uri="{FF2B5EF4-FFF2-40B4-BE49-F238E27FC236}">
                <a16:creationId xmlns:a16="http://schemas.microsoft.com/office/drawing/2014/main" id="{7D75330C-B570-469B-B8CB-1A3EE13E4488}"/>
              </a:ext>
            </a:extLst>
          </p:cNvPr>
          <p:cNvSpPr>
            <a:spLocks xmlns:a="http://schemas.openxmlformats.org/drawingml/2006/main" noGrp="1"/>
          </p:cNvSpPr>
          <p:nvPr/>
        </p:nvSpPr>
        <p:spPr>
          <a:xfrm xmlns:a="http://schemas.openxmlformats.org/drawingml/2006/main">
            <a:off x="1066800" y="733997"/>
            <a:ext cx="1057573"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0">
                <a:solidFill>
                  <a:srgbClr val="52627b"/>
                </a:solidFill>
                <a:latin typeface="Arial"/>
                <a:ea typeface="Arial"/>
                <a:cs typeface="Arial"/>
              </a:defRPr>
            </a:defPPr>
            <a:lvl1pPr algn="l">
              <a:defRPr sz="1350" b="0">
                <a:solidFill>
                  <a:srgbClr val="52627b"/>
                </a:solidFill>
                <a:latin typeface="Arial"/>
                <a:ea typeface="Arial"/>
                <a:cs typeface="Arial"/>
              </a:defRPr>
            </a:lvl1pPr>
            <a:lvl2pPr algn="l">
              <a:defRPr sz="1350" b="0">
                <a:solidFill>
                  <a:srgbClr val="52627b"/>
                </a:solidFill>
                <a:latin typeface="Arial"/>
                <a:ea typeface="Arial"/>
                <a:cs typeface="Arial"/>
              </a:defRPr>
            </a:lvl2pPr>
            <a:lvl3pPr algn="l">
              <a:defRPr sz="1350" b="0">
                <a:solidFill>
                  <a:srgbClr val="52627b"/>
                </a:solidFill>
                <a:latin typeface="Arial"/>
                <a:ea typeface="Arial"/>
                <a:cs typeface="Arial"/>
              </a:defRPr>
            </a:lvl3pPr>
            <a:lvl4pPr algn="l">
              <a:defRPr sz="1350" b="0">
                <a:solidFill>
                  <a:srgbClr val="52627b"/>
                </a:solidFill>
                <a:latin typeface="Arial"/>
                <a:ea typeface="Arial"/>
                <a:cs typeface="Arial"/>
              </a:defRPr>
            </a:lvl4pPr>
            <a:lvl5pPr algn="l">
              <a:defRPr sz="1350" b="0">
                <a:solidFill>
                  <a:srgbClr val="52627b"/>
                </a:solidFill>
                <a:latin typeface="Arial"/>
                <a:ea typeface="Arial"/>
                <a:cs typeface="Arial"/>
              </a:defRPr>
            </a:lvl5pPr>
            <a:lvl6pPr algn="l">
              <a:defRPr sz="1350" b="0">
                <a:solidFill>
                  <a:srgbClr val="52627b"/>
                </a:solidFill>
                <a:latin typeface="Arial"/>
                <a:ea typeface="Arial"/>
                <a:cs typeface="Arial"/>
              </a:defRPr>
            </a:lvl6pPr>
            <a:lvl7pPr algn="l">
              <a:defRPr sz="1350" b="0">
                <a:solidFill>
                  <a:srgbClr val="52627b"/>
                </a:solidFill>
                <a:latin typeface="Arial"/>
                <a:ea typeface="Arial"/>
                <a:cs typeface="Arial"/>
              </a:defRPr>
            </a:lvl7pPr>
            <a:lvl8pPr algn="l">
              <a:defRPr sz="1350" b="0">
                <a:solidFill>
                  <a:srgbClr val="52627b"/>
                </a:solidFill>
                <a:latin typeface="Arial"/>
                <a:ea typeface="Arial"/>
                <a:cs typeface="Arial"/>
              </a:defRPr>
            </a:lvl8pPr>
            <a:lvl9pPr algn="l">
              <a:defRPr sz="1350" b="0">
                <a:solidFill>
                  <a:srgbClr val="52627b"/>
                </a:solidFill>
                <a:latin typeface="Arial"/>
                <a:ea typeface="Arial"/>
                <a:cs typeface="Arial"/>
              </a:defRPr>
            </a:lvl9pPr>
          </a:lstStyle>
          <a:p xmlns:a="http://schemas.openxmlformats.org/drawingml/2006/main">
            <a:pPr algn="l">
              <a:defRPr sz="1350" b="0">
                <a:solidFill>
                  <a:srgbClr val="52627b"/>
                </a:solidFill>
                <a:latin typeface="Arial"/>
                <a:ea typeface="Arial"/>
                <a:cs typeface="Arial"/>
              </a:defRPr>
            </a:pPr>
            <a:r>
              <a:rPr sz="1350" b="0">
                <a:solidFill>
                  <a:srgbClr val="52627b"/>
                </a:solidFill>
                <a:latin typeface="Arial"/>
                <a:ea typeface="Arial"/>
                <a:cs typeface="Arial"/>
              </a:rPr>
              <a:t>PROBLEMA</a:t>
            </a:r>
          </a:p>
        </p:txBody>
      </p:sp>
      <p:sp>
        <p:nvSpPr>
          <p:cNvPr id="3" name="f46">
            <a:extLst xmlns:a="http://schemas.openxmlformats.org/drawingml/2006/main">
              <a:ext uri="{FF2B5EF4-FFF2-40B4-BE49-F238E27FC236}">
                <a16:creationId xmlns:a16="http://schemas.microsoft.com/office/drawing/2014/main" id="{DF1E634D-0682-47BF-90FE-9C3B4BA3B63C}"/>
              </a:ext>
            </a:extLst>
          </p:cNvPr>
          <p:cNvSpPr>
            <a:spLocks xmlns:a="http://schemas.openxmlformats.org/drawingml/2006/main" noGrp="1"/>
          </p:cNvSpPr>
          <p:nvPr/>
        </p:nvSpPr>
        <p:spPr>
          <a:xfrm xmlns:a="http://schemas.openxmlformats.org/drawingml/2006/main">
            <a:off x="13534430" y="733997"/>
            <a:ext cx="638770"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0">
                <a:solidFill>
                  <a:srgbClr val="52627b"/>
                </a:solidFill>
                <a:latin typeface="Arial"/>
                <a:ea typeface="Arial"/>
                <a:cs typeface="Arial"/>
              </a:defRPr>
            </a:defPPr>
            <a:lvl1pPr algn="l">
              <a:defRPr sz="1350" b="0">
                <a:solidFill>
                  <a:srgbClr val="52627b"/>
                </a:solidFill>
                <a:latin typeface="Arial"/>
                <a:ea typeface="Arial"/>
                <a:cs typeface="Arial"/>
              </a:defRPr>
            </a:lvl1pPr>
            <a:lvl2pPr algn="l">
              <a:defRPr sz="1350" b="0">
                <a:solidFill>
                  <a:srgbClr val="52627b"/>
                </a:solidFill>
                <a:latin typeface="Arial"/>
                <a:ea typeface="Arial"/>
                <a:cs typeface="Arial"/>
              </a:defRPr>
            </a:lvl2pPr>
            <a:lvl3pPr algn="l">
              <a:defRPr sz="1350" b="0">
                <a:solidFill>
                  <a:srgbClr val="52627b"/>
                </a:solidFill>
                <a:latin typeface="Arial"/>
                <a:ea typeface="Arial"/>
                <a:cs typeface="Arial"/>
              </a:defRPr>
            </a:lvl3pPr>
            <a:lvl4pPr algn="l">
              <a:defRPr sz="1350" b="0">
                <a:solidFill>
                  <a:srgbClr val="52627b"/>
                </a:solidFill>
                <a:latin typeface="Arial"/>
                <a:ea typeface="Arial"/>
                <a:cs typeface="Arial"/>
              </a:defRPr>
            </a:lvl4pPr>
            <a:lvl5pPr algn="l">
              <a:defRPr sz="1350" b="0">
                <a:solidFill>
                  <a:srgbClr val="52627b"/>
                </a:solidFill>
                <a:latin typeface="Arial"/>
                <a:ea typeface="Arial"/>
                <a:cs typeface="Arial"/>
              </a:defRPr>
            </a:lvl5pPr>
            <a:lvl6pPr algn="l">
              <a:defRPr sz="1350" b="0">
                <a:solidFill>
                  <a:srgbClr val="52627b"/>
                </a:solidFill>
                <a:latin typeface="Arial"/>
                <a:ea typeface="Arial"/>
                <a:cs typeface="Arial"/>
              </a:defRPr>
            </a:lvl6pPr>
            <a:lvl7pPr algn="l">
              <a:defRPr sz="1350" b="0">
                <a:solidFill>
                  <a:srgbClr val="52627b"/>
                </a:solidFill>
                <a:latin typeface="Arial"/>
                <a:ea typeface="Arial"/>
                <a:cs typeface="Arial"/>
              </a:defRPr>
            </a:lvl7pPr>
            <a:lvl8pPr algn="l">
              <a:defRPr sz="1350" b="0">
                <a:solidFill>
                  <a:srgbClr val="52627b"/>
                </a:solidFill>
                <a:latin typeface="Arial"/>
                <a:ea typeface="Arial"/>
                <a:cs typeface="Arial"/>
              </a:defRPr>
            </a:lvl8pPr>
            <a:lvl9pPr algn="l">
              <a:defRPr sz="1350" b="0">
                <a:solidFill>
                  <a:srgbClr val="52627b"/>
                </a:solidFill>
                <a:latin typeface="Arial"/>
                <a:ea typeface="Arial"/>
                <a:cs typeface="Arial"/>
              </a:defRPr>
            </a:lvl9pPr>
          </a:lstStyle>
          <a:p xmlns:a="http://schemas.openxmlformats.org/drawingml/2006/main">
            <a:pPr algn="l">
              <a:defRPr sz="1350" b="0">
                <a:solidFill>
                  <a:srgbClr val="52627b"/>
                </a:solidFill>
                <a:latin typeface="Arial"/>
                <a:ea typeface="Arial"/>
                <a:cs typeface="Arial"/>
              </a:defRPr>
            </a:pPr>
            <a:r>
              <a:rPr sz="1350" b="0">
                <a:solidFill>
                  <a:srgbClr val="52627b"/>
                </a:solidFill>
                <a:latin typeface="Arial"/>
                <a:ea typeface="Arial"/>
                <a:cs typeface="Arial"/>
              </a:rPr>
              <a:t>03 / 09</a:t>
            </a:r>
          </a:p>
        </p:txBody>
      </p:sp>
      <p:sp>
        <p:nvSpPr>
          <p:cNvPr id="4" name="f47">
            <a:extLst xmlns:a="http://schemas.openxmlformats.org/drawingml/2006/main">
              <a:ext uri="{FF2B5EF4-FFF2-40B4-BE49-F238E27FC236}">
                <a16:creationId xmlns:a16="http://schemas.microsoft.com/office/drawing/2014/main" id="{F28DA352-8762-4B32-BE95-AB03C2FA062B}"/>
              </a:ext>
            </a:extLst>
          </p:cNvPr>
          <p:cNvSpPr>
            <a:spLocks xmlns:a="http://schemas.openxmlformats.org/drawingml/2006/main" noGrp="1"/>
          </p:cNvSpPr>
          <p:nvPr/>
        </p:nvSpPr>
        <p:spPr>
          <a:xfrm xmlns:a="http://schemas.openxmlformats.org/drawingml/2006/main">
            <a:off x="1066800" y="1163765"/>
            <a:ext cx="7395418" cy="69437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Arial"/>
                <a:ea typeface="Arial"/>
                <a:cs typeface="Arial"/>
              </a:defRPr>
            </a:defPPr>
            <a:lvl1pPr algn="l">
              <a:defRPr sz="4050" b="1">
                <a:solidFill>
                  <a:srgbClr val="182536"/>
                </a:solidFill>
                <a:latin typeface="Arial"/>
                <a:ea typeface="Arial"/>
                <a:cs typeface="Arial"/>
              </a:defRPr>
            </a:lvl1pPr>
            <a:lvl2pPr algn="l">
              <a:defRPr sz="4050" b="1">
                <a:solidFill>
                  <a:srgbClr val="182536"/>
                </a:solidFill>
                <a:latin typeface="Arial"/>
                <a:ea typeface="Arial"/>
                <a:cs typeface="Arial"/>
              </a:defRPr>
            </a:lvl2pPr>
            <a:lvl3pPr algn="l">
              <a:defRPr sz="4050" b="1">
                <a:solidFill>
                  <a:srgbClr val="182536"/>
                </a:solidFill>
                <a:latin typeface="Arial"/>
                <a:ea typeface="Arial"/>
                <a:cs typeface="Arial"/>
              </a:defRPr>
            </a:lvl3pPr>
            <a:lvl4pPr algn="l">
              <a:defRPr sz="4050" b="1">
                <a:solidFill>
                  <a:srgbClr val="182536"/>
                </a:solidFill>
                <a:latin typeface="Arial"/>
                <a:ea typeface="Arial"/>
                <a:cs typeface="Arial"/>
              </a:defRPr>
            </a:lvl4pPr>
            <a:lvl5pPr algn="l">
              <a:defRPr sz="4050" b="1">
                <a:solidFill>
                  <a:srgbClr val="182536"/>
                </a:solidFill>
                <a:latin typeface="Arial"/>
                <a:ea typeface="Arial"/>
                <a:cs typeface="Arial"/>
              </a:defRPr>
            </a:lvl5pPr>
            <a:lvl6pPr algn="l">
              <a:defRPr sz="4050" b="1">
                <a:solidFill>
                  <a:srgbClr val="182536"/>
                </a:solidFill>
                <a:latin typeface="Arial"/>
                <a:ea typeface="Arial"/>
                <a:cs typeface="Arial"/>
              </a:defRPr>
            </a:lvl6pPr>
            <a:lvl7pPr algn="l">
              <a:defRPr sz="4050" b="1">
                <a:solidFill>
                  <a:srgbClr val="182536"/>
                </a:solidFill>
                <a:latin typeface="Arial"/>
                <a:ea typeface="Arial"/>
                <a:cs typeface="Arial"/>
              </a:defRPr>
            </a:lvl7pPr>
            <a:lvl8pPr algn="l">
              <a:defRPr sz="4050" b="1">
                <a:solidFill>
                  <a:srgbClr val="182536"/>
                </a:solidFill>
                <a:latin typeface="Arial"/>
                <a:ea typeface="Arial"/>
                <a:cs typeface="Arial"/>
              </a:defRPr>
            </a:lvl8pPr>
            <a:lvl9pPr algn="l">
              <a:defRPr sz="4050" b="1">
                <a:solidFill>
                  <a:srgbClr val="182536"/>
                </a:solidFill>
                <a:latin typeface="Arial"/>
                <a:ea typeface="Arial"/>
                <a:cs typeface="Arial"/>
              </a:defRPr>
            </a:lvl9pPr>
          </a:lstStyle>
          <a:p xmlns:a="http://schemas.openxmlformats.org/drawingml/2006/main">
            <a:pPr algn="l">
              <a:defRPr sz="4050" b="1">
                <a:solidFill>
                  <a:srgbClr val="182536"/>
                </a:solidFill>
                <a:latin typeface="Arial"/>
                <a:ea typeface="Arial"/>
                <a:cs typeface="Arial"/>
              </a:defRPr>
            </a:pPr>
            <a:r>
              <a:rPr sz="4050" b="1">
                <a:solidFill>
                  <a:srgbClr val="182536"/>
                </a:solidFill>
                <a:latin typeface="Arial"/>
                <a:ea typeface="Arial"/>
                <a:cs typeface="Arial"/>
              </a:rPr>
              <a:t>La Security Assurance nel 5G</a:t>
            </a:r>
          </a:p>
        </p:txBody>
      </p:sp>
      <p:sp>
        <p:nvSpPr>
          <p:cNvPr id="5" name="f48">
            <a:extLst xmlns:a="http://schemas.openxmlformats.org/drawingml/2006/main">
              <a:ext uri="{FF2B5EF4-FFF2-40B4-BE49-F238E27FC236}">
                <a16:creationId xmlns:a16="http://schemas.microsoft.com/office/drawing/2014/main" id="{AA42897C-E606-4EA9-BCA1-7F4D12308DE5}"/>
              </a:ext>
            </a:extLst>
          </p:cNvPr>
          <p:cNvSpPr>
            <a:spLocks xmlns:a="http://schemas.openxmlformats.org/drawingml/2006/main" noGrp="1"/>
          </p:cNvSpPr>
          <p:nvPr/>
        </p:nvSpPr>
        <p:spPr>
          <a:xfrm xmlns:a="http://schemas.openxmlformats.org/drawingml/2006/main">
            <a:off x="1066800" y="1901095"/>
            <a:ext cx="10108406"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27b"/>
                </a:solidFill>
                <a:latin typeface="Arial"/>
                <a:ea typeface="Arial"/>
                <a:cs typeface="Arial"/>
              </a:defRPr>
            </a:defPPr>
            <a:lvl1pPr algn="l">
              <a:defRPr sz="2025" b="0">
                <a:solidFill>
                  <a:srgbClr val="52627b"/>
                </a:solidFill>
                <a:latin typeface="Arial"/>
                <a:ea typeface="Arial"/>
                <a:cs typeface="Arial"/>
              </a:defRPr>
            </a:lvl1pPr>
            <a:lvl2pPr algn="l">
              <a:defRPr sz="2025" b="0">
                <a:solidFill>
                  <a:srgbClr val="52627b"/>
                </a:solidFill>
                <a:latin typeface="Arial"/>
                <a:ea typeface="Arial"/>
                <a:cs typeface="Arial"/>
              </a:defRPr>
            </a:lvl2pPr>
            <a:lvl3pPr algn="l">
              <a:defRPr sz="2025" b="0">
                <a:solidFill>
                  <a:srgbClr val="52627b"/>
                </a:solidFill>
                <a:latin typeface="Arial"/>
                <a:ea typeface="Arial"/>
                <a:cs typeface="Arial"/>
              </a:defRPr>
            </a:lvl3pPr>
            <a:lvl4pPr algn="l">
              <a:defRPr sz="2025" b="0">
                <a:solidFill>
                  <a:srgbClr val="52627b"/>
                </a:solidFill>
                <a:latin typeface="Arial"/>
                <a:ea typeface="Arial"/>
                <a:cs typeface="Arial"/>
              </a:defRPr>
            </a:lvl4pPr>
            <a:lvl5pPr algn="l">
              <a:defRPr sz="2025" b="0">
                <a:solidFill>
                  <a:srgbClr val="52627b"/>
                </a:solidFill>
                <a:latin typeface="Arial"/>
                <a:ea typeface="Arial"/>
                <a:cs typeface="Arial"/>
              </a:defRPr>
            </a:lvl5pPr>
            <a:lvl6pPr algn="l">
              <a:defRPr sz="2025" b="0">
                <a:solidFill>
                  <a:srgbClr val="52627b"/>
                </a:solidFill>
                <a:latin typeface="Arial"/>
                <a:ea typeface="Arial"/>
                <a:cs typeface="Arial"/>
              </a:defRPr>
            </a:lvl6pPr>
            <a:lvl7pPr algn="l">
              <a:defRPr sz="2025" b="0">
                <a:solidFill>
                  <a:srgbClr val="52627b"/>
                </a:solidFill>
                <a:latin typeface="Arial"/>
                <a:ea typeface="Arial"/>
                <a:cs typeface="Arial"/>
              </a:defRPr>
            </a:lvl7pPr>
            <a:lvl8pPr algn="l">
              <a:defRPr sz="2025" b="0">
                <a:solidFill>
                  <a:srgbClr val="52627b"/>
                </a:solidFill>
                <a:latin typeface="Arial"/>
                <a:ea typeface="Arial"/>
                <a:cs typeface="Arial"/>
              </a:defRPr>
            </a:lvl8pPr>
            <a:lvl9pPr algn="l">
              <a:defRPr sz="2025" b="0">
                <a:solidFill>
                  <a:srgbClr val="52627b"/>
                </a:solidFill>
                <a:latin typeface="Arial"/>
                <a:ea typeface="Arial"/>
                <a:cs typeface="Arial"/>
              </a:defRPr>
            </a:lvl9pPr>
          </a:lstStyle>
          <a:p xmlns:a="http://schemas.openxmlformats.org/drawingml/2006/main">
            <a:pPr algn="l">
              <a:defRPr sz="2025" b="0">
                <a:solidFill>
                  <a:srgbClr val="52627b"/>
                </a:solidFill>
                <a:latin typeface="Arial"/>
                <a:ea typeface="Arial"/>
                <a:cs typeface="Arial"/>
              </a:defRPr>
            </a:pPr>
            <a:r>
              <a:rPr sz="2025" b="0">
                <a:solidFill>
                  <a:srgbClr val="52627b"/>
                </a:solidFill>
                <a:latin typeface="Arial"/>
                <a:ea typeface="Arial"/>
                <a:cs typeface="Arial"/>
              </a:rPr>
              <a:t>Nel 5G, la sicurezza viene valutata tramite le Security Assurance Specification, o SCAS.</a:t>
            </a:r>
          </a:p>
        </p:txBody>
      </p:sp>
      <p:sp>
        <p:nvSpPr>
          <p:cNvPr id="6" name="f49">
            <a:extLst xmlns:a="http://schemas.openxmlformats.org/drawingml/2006/main">
              <a:ext uri="{FF2B5EF4-FFF2-40B4-BE49-F238E27FC236}">
                <a16:creationId xmlns:a16="http://schemas.microsoft.com/office/drawing/2014/main" id="{B8E933E6-6D41-49AC-AE1F-A78FCAF0AF58}"/>
              </a:ext>
            </a:extLst>
          </p:cNvPr>
          <p:cNvSpPr>
            <a:spLocks xmlns:a="http://schemas.openxmlformats.org/drawingml/2006/main" noGrp="1"/>
          </p:cNvSpPr>
          <p:nvPr/>
        </p:nvSpPr>
        <p:spPr>
          <a:xfrm xmlns:a="http://schemas.openxmlformats.org/drawingml/2006/main">
            <a:off x="2801234" y="2750980"/>
            <a:ext cx="1302395" cy="4248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8" b="1">
                <a:solidFill>
                  <a:srgbClr val="a0b1e6"/>
                </a:solidFill>
                <a:latin typeface="Arial"/>
                <a:ea typeface="Arial"/>
                <a:cs typeface="Arial"/>
              </a:defRPr>
            </a:defPPr>
            <a:lvl1pPr algn="l">
              <a:defRPr sz="2478" b="1">
                <a:solidFill>
                  <a:srgbClr val="a0b1e6"/>
                </a:solidFill>
                <a:latin typeface="Arial"/>
                <a:ea typeface="Arial"/>
                <a:cs typeface="Arial"/>
              </a:defRPr>
            </a:lvl1pPr>
            <a:lvl2pPr algn="l">
              <a:defRPr sz="2478" b="1">
                <a:solidFill>
                  <a:srgbClr val="a0b1e6"/>
                </a:solidFill>
                <a:latin typeface="Arial"/>
                <a:ea typeface="Arial"/>
                <a:cs typeface="Arial"/>
              </a:defRPr>
            </a:lvl2pPr>
            <a:lvl3pPr algn="l">
              <a:defRPr sz="2478" b="1">
                <a:solidFill>
                  <a:srgbClr val="a0b1e6"/>
                </a:solidFill>
                <a:latin typeface="Arial"/>
                <a:ea typeface="Arial"/>
                <a:cs typeface="Arial"/>
              </a:defRPr>
            </a:lvl3pPr>
            <a:lvl4pPr algn="l">
              <a:defRPr sz="2478" b="1">
                <a:solidFill>
                  <a:srgbClr val="a0b1e6"/>
                </a:solidFill>
                <a:latin typeface="Arial"/>
                <a:ea typeface="Arial"/>
                <a:cs typeface="Arial"/>
              </a:defRPr>
            </a:lvl4pPr>
            <a:lvl5pPr algn="l">
              <a:defRPr sz="2478" b="1">
                <a:solidFill>
                  <a:srgbClr val="a0b1e6"/>
                </a:solidFill>
                <a:latin typeface="Arial"/>
                <a:ea typeface="Arial"/>
                <a:cs typeface="Arial"/>
              </a:defRPr>
            </a:lvl5pPr>
            <a:lvl6pPr algn="l">
              <a:defRPr sz="2478" b="1">
                <a:solidFill>
                  <a:srgbClr val="a0b1e6"/>
                </a:solidFill>
                <a:latin typeface="Arial"/>
                <a:ea typeface="Arial"/>
                <a:cs typeface="Arial"/>
              </a:defRPr>
            </a:lvl6pPr>
            <a:lvl7pPr algn="l">
              <a:defRPr sz="2478" b="1">
                <a:solidFill>
                  <a:srgbClr val="a0b1e6"/>
                </a:solidFill>
                <a:latin typeface="Arial"/>
                <a:ea typeface="Arial"/>
                <a:cs typeface="Arial"/>
              </a:defRPr>
            </a:lvl7pPr>
            <a:lvl8pPr algn="l">
              <a:defRPr sz="2478" b="1">
                <a:solidFill>
                  <a:srgbClr val="a0b1e6"/>
                </a:solidFill>
                <a:latin typeface="Arial"/>
                <a:ea typeface="Arial"/>
                <a:cs typeface="Arial"/>
              </a:defRPr>
            </a:lvl8pPr>
            <a:lvl9pPr algn="l">
              <a:defRPr sz="2478" b="1">
                <a:solidFill>
                  <a:srgbClr val="a0b1e6"/>
                </a:solidFill>
                <a:latin typeface="Arial"/>
                <a:ea typeface="Arial"/>
                <a:cs typeface="Arial"/>
              </a:defRPr>
            </a:lvl9pPr>
          </a:lstStyle>
          <a:p xmlns:a="http://schemas.openxmlformats.org/drawingml/2006/main">
            <a:pPr algn="l">
              <a:defRPr sz="2478" b="1">
                <a:solidFill>
                  <a:srgbClr val="a0b1e6"/>
                </a:solidFill>
                <a:latin typeface="Arial"/>
                <a:ea typeface="Arial"/>
                <a:cs typeface="Arial"/>
              </a:defRPr>
            </a:pPr>
            <a:r>
              <a:rPr sz="2478" b="1">
                <a:solidFill>
                  <a:srgbClr val="a0b1e6"/>
                </a:solidFill>
                <a:latin typeface="Arial"/>
                <a:ea typeface="Arial"/>
                <a:cs typeface="Arial"/>
              </a:rPr>
              <a:t>5G RAN</a:t>
            </a:r>
          </a:p>
        </p:txBody>
      </p:sp>
      <p:sp>
        <p:nvSpPr>
          <p:cNvPr id="7" name="f50">
            <a:extLst xmlns:a="http://schemas.openxmlformats.org/drawingml/2006/main">
              <a:ext uri="{FF2B5EF4-FFF2-40B4-BE49-F238E27FC236}">
                <a16:creationId xmlns:a16="http://schemas.microsoft.com/office/drawing/2014/main" id="{3E836F38-DFB3-4858-8B25-B8E0057702AE}"/>
              </a:ext>
            </a:extLst>
          </p:cNvPr>
          <p:cNvSpPr>
            <a:spLocks xmlns:a="http://schemas.openxmlformats.org/drawingml/2006/main" noGrp="1"/>
          </p:cNvSpPr>
          <p:nvPr/>
        </p:nvSpPr>
        <p:spPr>
          <a:xfrm xmlns:a="http://schemas.openxmlformats.org/drawingml/2006/main">
            <a:off x="7994359" y="2750980"/>
            <a:ext cx="1526232" cy="4248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8" b="1">
                <a:solidFill>
                  <a:srgbClr val="278766"/>
                </a:solidFill>
                <a:latin typeface="Arial"/>
                <a:ea typeface="Arial"/>
                <a:cs typeface="Arial"/>
              </a:defRPr>
            </a:defPPr>
            <a:lvl1pPr algn="l">
              <a:defRPr sz="2478" b="1">
                <a:solidFill>
                  <a:srgbClr val="278766"/>
                </a:solidFill>
                <a:latin typeface="Arial"/>
                <a:ea typeface="Arial"/>
                <a:cs typeface="Arial"/>
              </a:defRPr>
            </a:lvl1pPr>
            <a:lvl2pPr algn="l">
              <a:defRPr sz="2478" b="1">
                <a:solidFill>
                  <a:srgbClr val="278766"/>
                </a:solidFill>
                <a:latin typeface="Arial"/>
                <a:ea typeface="Arial"/>
                <a:cs typeface="Arial"/>
              </a:defRPr>
            </a:lvl2pPr>
            <a:lvl3pPr algn="l">
              <a:defRPr sz="2478" b="1">
                <a:solidFill>
                  <a:srgbClr val="278766"/>
                </a:solidFill>
                <a:latin typeface="Arial"/>
                <a:ea typeface="Arial"/>
                <a:cs typeface="Arial"/>
              </a:defRPr>
            </a:lvl3pPr>
            <a:lvl4pPr algn="l">
              <a:defRPr sz="2478" b="1">
                <a:solidFill>
                  <a:srgbClr val="278766"/>
                </a:solidFill>
                <a:latin typeface="Arial"/>
                <a:ea typeface="Arial"/>
                <a:cs typeface="Arial"/>
              </a:defRPr>
            </a:lvl4pPr>
            <a:lvl5pPr algn="l">
              <a:defRPr sz="2478" b="1">
                <a:solidFill>
                  <a:srgbClr val="278766"/>
                </a:solidFill>
                <a:latin typeface="Arial"/>
                <a:ea typeface="Arial"/>
                <a:cs typeface="Arial"/>
              </a:defRPr>
            </a:lvl5pPr>
            <a:lvl6pPr algn="l">
              <a:defRPr sz="2478" b="1">
                <a:solidFill>
                  <a:srgbClr val="278766"/>
                </a:solidFill>
                <a:latin typeface="Arial"/>
                <a:ea typeface="Arial"/>
                <a:cs typeface="Arial"/>
              </a:defRPr>
            </a:lvl6pPr>
            <a:lvl7pPr algn="l">
              <a:defRPr sz="2478" b="1">
                <a:solidFill>
                  <a:srgbClr val="278766"/>
                </a:solidFill>
                <a:latin typeface="Arial"/>
                <a:ea typeface="Arial"/>
                <a:cs typeface="Arial"/>
              </a:defRPr>
            </a:lvl7pPr>
            <a:lvl8pPr algn="l">
              <a:defRPr sz="2478" b="1">
                <a:solidFill>
                  <a:srgbClr val="278766"/>
                </a:solidFill>
                <a:latin typeface="Arial"/>
                <a:ea typeface="Arial"/>
                <a:cs typeface="Arial"/>
              </a:defRPr>
            </a:lvl8pPr>
            <a:lvl9pPr algn="l">
              <a:defRPr sz="2478" b="1">
                <a:solidFill>
                  <a:srgbClr val="278766"/>
                </a:solidFill>
                <a:latin typeface="Arial"/>
                <a:ea typeface="Arial"/>
                <a:cs typeface="Arial"/>
              </a:defRPr>
            </a:lvl9pPr>
          </a:lstStyle>
          <a:p xmlns:a="http://schemas.openxmlformats.org/drawingml/2006/main">
            <a:pPr algn="l">
              <a:defRPr sz="2478" b="1">
                <a:solidFill>
                  <a:srgbClr val="278766"/>
                </a:solidFill>
                <a:latin typeface="Arial"/>
                <a:ea typeface="Arial"/>
                <a:cs typeface="Arial"/>
              </a:defRPr>
            </a:pPr>
            <a:r>
              <a:rPr sz="2478" b="1">
                <a:solidFill>
                  <a:srgbClr val="278766"/>
                </a:solidFill>
                <a:latin typeface="Arial"/>
                <a:ea typeface="Arial"/>
                <a:cs typeface="Arial"/>
              </a:rPr>
              <a:t>5G CORE</a:t>
            </a:r>
          </a:p>
        </p:txBody>
      </p:sp>
      <p:sp>
        <p:nvSpPr>
          <p:cNvPr id="8" name="f51">
            <a:extLst xmlns:a="http://schemas.openxmlformats.org/drawingml/2006/main">
              <a:ext uri="{FF2B5EF4-FFF2-40B4-BE49-F238E27FC236}">
                <a16:creationId xmlns:a16="http://schemas.microsoft.com/office/drawing/2014/main" id="{9FF42805-3588-4CE4-A4B0-30411C3600F5}"/>
              </a:ext>
            </a:extLst>
          </p:cNvPr>
          <p:cNvSpPr>
            <a:spLocks xmlns:a="http://schemas.openxmlformats.org/drawingml/2006/main" noGrp="1"/>
          </p:cNvSpPr>
          <p:nvPr/>
        </p:nvSpPr>
        <p:spPr>
          <a:xfrm xmlns:a="http://schemas.openxmlformats.org/drawingml/2006/main">
            <a:off x="5868924" y="3411975"/>
            <a:ext cx="2156371" cy="31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58" b="1">
                <a:solidFill>
                  <a:srgbClr val="278766"/>
                </a:solidFill>
                <a:latin typeface="Arial"/>
                <a:ea typeface="Arial"/>
                <a:cs typeface="Arial"/>
              </a:defRPr>
            </a:defPPr>
            <a:lvl1pPr algn="l">
              <a:defRPr sz="1858" b="1">
                <a:solidFill>
                  <a:srgbClr val="278766"/>
                </a:solidFill>
                <a:latin typeface="Arial"/>
                <a:ea typeface="Arial"/>
                <a:cs typeface="Arial"/>
              </a:defRPr>
            </a:lvl1pPr>
            <a:lvl2pPr algn="l">
              <a:defRPr sz="1858" b="1">
                <a:solidFill>
                  <a:srgbClr val="278766"/>
                </a:solidFill>
                <a:latin typeface="Arial"/>
                <a:ea typeface="Arial"/>
                <a:cs typeface="Arial"/>
              </a:defRPr>
            </a:lvl2pPr>
            <a:lvl3pPr algn="l">
              <a:defRPr sz="1858" b="1">
                <a:solidFill>
                  <a:srgbClr val="278766"/>
                </a:solidFill>
                <a:latin typeface="Arial"/>
                <a:ea typeface="Arial"/>
                <a:cs typeface="Arial"/>
              </a:defRPr>
            </a:lvl3pPr>
            <a:lvl4pPr algn="l">
              <a:defRPr sz="1858" b="1">
                <a:solidFill>
                  <a:srgbClr val="278766"/>
                </a:solidFill>
                <a:latin typeface="Arial"/>
                <a:ea typeface="Arial"/>
                <a:cs typeface="Arial"/>
              </a:defRPr>
            </a:lvl4pPr>
            <a:lvl5pPr algn="l">
              <a:defRPr sz="1858" b="1">
                <a:solidFill>
                  <a:srgbClr val="278766"/>
                </a:solidFill>
                <a:latin typeface="Arial"/>
                <a:ea typeface="Arial"/>
                <a:cs typeface="Arial"/>
              </a:defRPr>
            </a:lvl5pPr>
            <a:lvl6pPr algn="l">
              <a:defRPr sz="1858" b="1">
                <a:solidFill>
                  <a:srgbClr val="278766"/>
                </a:solidFill>
                <a:latin typeface="Arial"/>
                <a:ea typeface="Arial"/>
                <a:cs typeface="Arial"/>
              </a:defRPr>
            </a:lvl6pPr>
            <a:lvl7pPr algn="l">
              <a:defRPr sz="1858" b="1">
                <a:solidFill>
                  <a:srgbClr val="278766"/>
                </a:solidFill>
                <a:latin typeface="Arial"/>
                <a:ea typeface="Arial"/>
                <a:cs typeface="Arial"/>
              </a:defRPr>
            </a:lvl7pPr>
            <a:lvl8pPr algn="l">
              <a:defRPr sz="1858" b="1">
                <a:solidFill>
                  <a:srgbClr val="278766"/>
                </a:solidFill>
                <a:latin typeface="Arial"/>
                <a:ea typeface="Arial"/>
                <a:cs typeface="Arial"/>
              </a:defRPr>
            </a:lvl8pPr>
            <a:lvl9pPr algn="l">
              <a:defRPr sz="1858" b="1">
                <a:solidFill>
                  <a:srgbClr val="278766"/>
                </a:solidFill>
                <a:latin typeface="Arial"/>
                <a:ea typeface="Arial"/>
                <a:cs typeface="Arial"/>
              </a:defRPr>
            </a:lvl9pPr>
          </a:lstStyle>
          <a:p xmlns:a="http://schemas.openxmlformats.org/drawingml/2006/main">
            <a:pPr algn="l">
              <a:defRPr sz="1858" b="1">
                <a:solidFill>
                  <a:srgbClr val="278766"/>
                </a:solidFill>
                <a:latin typeface="Arial"/>
                <a:ea typeface="Arial"/>
                <a:cs typeface="Arial"/>
              </a:defRPr>
            </a:pPr>
            <a:r>
              <a:rPr sz="1858" b="1">
                <a:solidFill>
                  <a:srgbClr val="278766"/>
                </a:solidFill>
                <a:latin typeface="Arial"/>
                <a:ea typeface="Arial"/>
                <a:cs typeface="Arial"/>
              </a:rPr>
              <a:t>CONTROL PLANE</a:t>
            </a:r>
          </a:p>
        </p:txBody>
      </p:sp>
      <p:sp>
        <p:nvSpPr>
          <p:cNvPr id="9" name="f52">
            <a:extLst xmlns:a="http://schemas.openxmlformats.org/drawingml/2006/main">
              <a:ext uri="{FF2B5EF4-FFF2-40B4-BE49-F238E27FC236}">
                <a16:creationId xmlns:a16="http://schemas.microsoft.com/office/drawing/2014/main" id="{411EAB08-B9F8-4130-80AF-34431FF645EE}"/>
              </a:ext>
            </a:extLst>
          </p:cNvPr>
          <p:cNvSpPr>
            <a:spLocks xmlns:a="http://schemas.openxmlformats.org/drawingml/2006/main" noGrp="1"/>
          </p:cNvSpPr>
          <p:nvPr/>
        </p:nvSpPr>
        <p:spPr>
          <a:xfrm xmlns:a="http://schemas.openxmlformats.org/drawingml/2006/main">
            <a:off x="5868924" y="7132250"/>
            <a:ext cx="1646783" cy="31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58" b="1">
                <a:solidFill>
                  <a:srgbClr val="7861ad"/>
                </a:solidFill>
                <a:latin typeface="Arial"/>
                <a:ea typeface="Arial"/>
                <a:cs typeface="Arial"/>
              </a:defRPr>
            </a:defPPr>
            <a:lvl1pPr algn="l">
              <a:defRPr sz="1858" b="1">
                <a:solidFill>
                  <a:srgbClr val="7861ad"/>
                </a:solidFill>
                <a:latin typeface="Arial"/>
                <a:ea typeface="Arial"/>
                <a:cs typeface="Arial"/>
              </a:defRPr>
            </a:lvl1pPr>
            <a:lvl2pPr algn="l">
              <a:defRPr sz="1858" b="1">
                <a:solidFill>
                  <a:srgbClr val="7861ad"/>
                </a:solidFill>
                <a:latin typeface="Arial"/>
                <a:ea typeface="Arial"/>
                <a:cs typeface="Arial"/>
              </a:defRPr>
            </a:lvl2pPr>
            <a:lvl3pPr algn="l">
              <a:defRPr sz="1858" b="1">
                <a:solidFill>
                  <a:srgbClr val="7861ad"/>
                </a:solidFill>
                <a:latin typeface="Arial"/>
                <a:ea typeface="Arial"/>
                <a:cs typeface="Arial"/>
              </a:defRPr>
            </a:lvl3pPr>
            <a:lvl4pPr algn="l">
              <a:defRPr sz="1858" b="1">
                <a:solidFill>
                  <a:srgbClr val="7861ad"/>
                </a:solidFill>
                <a:latin typeface="Arial"/>
                <a:ea typeface="Arial"/>
                <a:cs typeface="Arial"/>
              </a:defRPr>
            </a:lvl4pPr>
            <a:lvl5pPr algn="l">
              <a:defRPr sz="1858" b="1">
                <a:solidFill>
                  <a:srgbClr val="7861ad"/>
                </a:solidFill>
                <a:latin typeface="Arial"/>
                <a:ea typeface="Arial"/>
                <a:cs typeface="Arial"/>
              </a:defRPr>
            </a:lvl5pPr>
            <a:lvl6pPr algn="l">
              <a:defRPr sz="1858" b="1">
                <a:solidFill>
                  <a:srgbClr val="7861ad"/>
                </a:solidFill>
                <a:latin typeface="Arial"/>
                <a:ea typeface="Arial"/>
                <a:cs typeface="Arial"/>
              </a:defRPr>
            </a:lvl6pPr>
            <a:lvl7pPr algn="l">
              <a:defRPr sz="1858" b="1">
                <a:solidFill>
                  <a:srgbClr val="7861ad"/>
                </a:solidFill>
                <a:latin typeface="Arial"/>
                <a:ea typeface="Arial"/>
                <a:cs typeface="Arial"/>
              </a:defRPr>
            </a:lvl7pPr>
            <a:lvl8pPr algn="l">
              <a:defRPr sz="1858" b="1">
                <a:solidFill>
                  <a:srgbClr val="7861ad"/>
                </a:solidFill>
                <a:latin typeface="Arial"/>
                <a:ea typeface="Arial"/>
                <a:cs typeface="Arial"/>
              </a:defRPr>
            </a:lvl8pPr>
            <a:lvl9pPr algn="l">
              <a:defRPr sz="1858" b="1">
                <a:solidFill>
                  <a:srgbClr val="7861ad"/>
                </a:solidFill>
                <a:latin typeface="Arial"/>
                <a:ea typeface="Arial"/>
                <a:cs typeface="Arial"/>
              </a:defRPr>
            </a:lvl9pPr>
          </a:lstStyle>
          <a:p xmlns:a="http://schemas.openxmlformats.org/drawingml/2006/main">
            <a:pPr algn="l">
              <a:defRPr sz="1858" b="1">
                <a:solidFill>
                  <a:srgbClr val="7861ad"/>
                </a:solidFill>
                <a:latin typeface="Arial"/>
                <a:ea typeface="Arial"/>
                <a:cs typeface="Arial"/>
              </a:defRPr>
            </a:pPr>
            <a:r>
              <a:rPr sz="1858" b="1">
                <a:solidFill>
                  <a:srgbClr val="7861ad"/>
                </a:solidFill>
                <a:latin typeface="Arial"/>
                <a:ea typeface="Arial"/>
                <a:cs typeface="Arial"/>
              </a:rPr>
              <a:t>USER PLANE</a:t>
            </a:r>
          </a:p>
        </p:txBody>
      </p:sp>
      <p:sp>
        <p:nvSpPr>
          <p:cNvPr id="10" name="f53">
            <a:extLst xmlns:a="http://schemas.openxmlformats.org/drawingml/2006/main">
              <a:ext uri="{FF2B5EF4-FFF2-40B4-BE49-F238E27FC236}">
                <a16:creationId xmlns:a16="http://schemas.microsoft.com/office/drawing/2014/main" id="{6F08BCC0-9B1E-4604-9824-F38904BC953D}"/>
              </a:ext>
            </a:extLst>
          </p:cNvPr>
          <p:cNvSpPr>
            <a:spLocks xmlns:a="http://schemas.openxmlformats.org/drawingml/2006/main" noGrp="1"/>
          </p:cNvSpPr>
          <p:nvPr/>
        </p:nvSpPr>
        <p:spPr>
          <a:xfrm xmlns:a="http://schemas.openxmlformats.org/drawingml/2006/main">
            <a:off x="6026789" y="4105452"/>
            <a:ext cx="774502" cy="409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90" b="1">
                <a:solidFill>
                  <a:srgbClr val="278766"/>
                </a:solidFill>
                <a:latin typeface="Arial"/>
                <a:ea typeface="Arial"/>
                <a:cs typeface="Arial"/>
              </a:defRPr>
            </a:defPPr>
            <a:lvl1pPr algn="l">
              <a:defRPr sz="2390" b="1">
                <a:solidFill>
                  <a:srgbClr val="278766"/>
                </a:solidFill>
                <a:latin typeface="Arial"/>
                <a:ea typeface="Arial"/>
                <a:cs typeface="Arial"/>
              </a:defRPr>
            </a:lvl1pPr>
            <a:lvl2pPr algn="l">
              <a:defRPr sz="2390" b="1">
                <a:solidFill>
                  <a:srgbClr val="278766"/>
                </a:solidFill>
                <a:latin typeface="Arial"/>
                <a:ea typeface="Arial"/>
                <a:cs typeface="Arial"/>
              </a:defRPr>
            </a:lvl2pPr>
            <a:lvl3pPr algn="l">
              <a:defRPr sz="2390" b="1">
                <a:solidFill>
                  <a:srgbClr val="278766"/>
                </a:solidFill>
                <a:latin typeface="Arial"/>
                <a:ea typeface="Arial"/>
                <a:cs typeface="Arial"/>
              </a:defRPr>
            </a:lvl3pPr>
            <a:lvl4pPr algn="l">
              <a:defRPr sz="2390" b="1">
                <a:solidFill>
                  <a:srgbClr val="278766"/>
                </a:solidFill>
                <a:latin typeface="Arial"/>
                <a:ea typeface="Arial"/>
                <a:cs typeface="Arial"/>
              </a:defRPr>
            </a:lvl4pPr>
            <a:lvl5pPr algn="l">
              <a:defRPr sz="2390" b="1">
                <a:solidFill>
                  <a:srgbClr val="278766"/>
                </a:solidFill>
                <a:latin typeface="Arial"/>
                <a:ea typeface="Arial"/>
                <a:cs typeface="Arial"/>
              </a:defRPr>
            </a:lvl5pPr>
            <a:lvl6pPr algn="l">
              <a:defRPr sz="2390" b="1">
                <a:solidFill>
                  <a:srgbClr val="278766"/>
                </a:solidFill>
                <a:latin typeface="Arial"/>
                <a:ea typeface="Arial"/>
                <a:cs typeface="Arial"/>
              </a:defRPr>
            </a:lvl6pPr>
            <a:lvl7pPr algn="l">
              <a:defRPr sz="2390" b="1">
                <a:solidFill>
                  <a:srgbClr val="278766"/>
                </a:solidFill>
                <a:latin typeface="Arial"/>
                <a:ea typeface="Arial"/>
                <a:cs typeface="Arial"/>
              </a:defRPr>
            </a:lvl7pPr>
            <a:lvl8pPr algn="l">
              <a:defRPr sz="2390" b="1">
                <a:solidFill>
                  <a:srgbClr val="278766"/>
                </a:solidFill>
                <a:latin typeface="Arial"/>
                <a:ea typeface="Arial"/>
                <a:cs typeface="Arial"/>
              </a:defRPr>
            </a:lvl8pPr>
            <a:lvl9pPr algn="l">
              <a:defRPr sz="2390" b="1">
                <a:solidFill>
                  <a:srgbClr val="278766"/>
                </a:solidFill>
                <a:latin typeface="Arial"/>
                <a:ea typeface="Arial"/>
                <a:cs typeface="Arial"/>
              </a:defRPr>
            </a:lvl9pPr>
          </a:lstStyle>
          <a:p xmlns:a="http://schemas.openxmlformats.org/drawingml/2006/main">
            <a:pPr algn="l">
              <a:defRPr sz="2390" b="1">
                <a:solidFill>
                  <a:srgbClr val="278766"/>
                </a:solidFill>
                <a:latin typeface="Arial"/>
                <a:ea typeface="Arial"/>
                <a:cs typeface="Arial"/>
              </a:defRPr>
            </a:pPr>
            <a:r>
              <a:rPr sz="2390" b="1">
                <a:solidFill>
                  <a:srgbClr val="278766"/>
                </a:solidFill>
                <a:latin typeface="Arial"/>
                <a:ea typeface="Arial"/>
                <a:cs typeface="Arial"/>
              </a:rPr>
              <a:t>AMF</a:t>
            </a:r>
          </a:p>
        </p:txBody>
      </p:sp>
      <p:sp>
        <p:nvSpPr>
          <p:cNvPr id="11" name="f54">
            <a:extLst xmlns:a="http://schemas.openxmlformats.org/drawingml/2006/main">
              <a:ext uri="{FF2B5EF4-FFF2-40B4-BE49-F238E27FC236}">
                <a16:creationId xmlns:a16="http://schemas.microsoft.com/office/drawing/2014/main" id="{1A934ECB-56AA-4C78-9D08-CF11D54FC036}"/>
              </a:ext>
            </a:extLst>
          </p:cNvPr>
          <p:cNvSpPr>
            <a:spLocks xmlns:a="http://schemas.openxmlformats.org/drawingml/2006/main" noGrp="1"/>
          </p:cNvSpPr>
          <p:nvPr/>
        </p:nvSpPr>
        <p:spPr>
          <a:xfrm xmlns:a="http://schemas.openxmlformats.org/drawingml/2006/main">
            <a:off x="7563770" y="4105452"/>
            <a:ext cx="757684" cy="409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90" b="1">
                <a:solidFill>
                  <a:srgbClr val="278766"/>
                </a:solidFill>
                <a:latin typeface="Arial"/>
                <a:ea typeface="Arial"/>
                <a:cs typeface="Arial"/>
              </a:defRPr>
            </a:defPPr>
            <a:lvl1pPr algn="l">
              <a:defRPr sz="2390" b="1">
                <a:solidFill>
                  <a:srgbClr val="278766"/>
                </a:solidFill>
                <a:latin typeface="Arial"/>
                <a:ea typeface="Arial"/>
                <a:cs typeface="Arial"/>
              </a:defRPr>
            </a:lvl1pPr>
            <a:lvl2pPr algn="l">
              <a:defRPr sz="2390" b="1">
                <a:solidFill>
                  <a:srgbClr val="278766"/>
                </a:solidFill>
                <a:latin typeface="Arial"/>
                <a:ea typeface="Arial"/>
                <a:cs typeface="Arial"/>
              </a:defRPr>
            </a:lvl2pPr>
            <a:lvl3pPr algn="l">
              <a:defRPr sz="2390" b="1">
                <a:solidFill>
                  <a:srgbClr val="278766"/>
                </a:solidFill>
                <a:latin typeface="Arial"/>
                <a:ea typeface="Arial"/>
                <a:cs typeface="Arial"/>
              </a:defRPr>
            </a:lvl3pPr>
            <a:lvl4pPr algn="l">
              <a:defRPr sz="2390" b="1">
                <a:solidFill>
                  <a:srgbClr val="278766"/>
                </a:solidFill>
                <a:latin typeface="Arial"/>
                <a:ea typeface="Arial"/>
                <a:cs typeface="Arial"/>
              </a:defRPr>
            </a:lvl4pPr>
            <a:lvl5pPr algn="l">
              <a:defRPr sz="2390" b="1">
                <a:solidFill>
                  <a:srgbClr val="278766"/>
                </a:solidFill>
                <a:latin typeface="Arial"/>
                <a:ea typeface="Arial"/>
                <a:cs typeface="Arial"/>
              </a:defRPr>
            </a:lvl5pPr>
            <a:lvl6pPr algn="l">
              <a:defRPr sz="2390" b="1">
                <a:solidFill>
                  <a:srgbClr val="278766"/>
                </a:solidFill>
                <a:latin typeface="Arial"/>
                <a:ea typeface="Arial"/>
                <a:cs typeface="Arial"/>
              </a:defRPr>
            </a:lvl6pPr>
            <a:lvl7pPr algn="l">
              <a:defRPr sz="2390" b="1">
                <a:solidFill>
                  <a:srgbClr val="278766"/>
                </a:solidFill>
                <a:latin typeface="Arial"/>
                <a:ea typeface="Arial"/>
                <a:cs typeface="Arial"/>
              </a:defRPr>
            </a:lvl7pPr>
            <a:lvl8pPr algn="l">
              <a:defRPr sz="2390" b="1">
                <a:solidFill>
                  <a:srgbClr val="278766"/>
                </a:solidFill>
                <a:latin typeface="Arial"/>
                <a:ea typeface="Arial"/>
                <a:cs typeface="Arial"/>
              </a:defRPr>
            </a:lvl8pPr>
            <a:lvl9pPr algn="l">
              <a:defRPr sz="2390" b="1">
                <a:solidFill>
                  <a:srgbClr val="278766"/>
                </a:solidFill>
                <a:latin typeface="Arial"/>
                <a:ea typeface="Arial"/>
                <a:cs typeface="Arial"/>
              </a:defRPr>
            </a:lvl9pPr>
          </a:lstStyle>
          <a:p xmlns:a="http://schemas.openxmlformats.org/drawingml/2006/main">
            <a:pPr algn="l">
              <a:defRPr sz="2390" b="1">
                <a:solidFill>
                  <a:srgbClr val="278766"/>
                </a:solidFill>
                <a:latin typeface="Arial"/>
                <a:ea typeface="Arial"/>
                <a:cs typeface="Arial"/>
              </a:defRPr>
            </a:pPr>
            <a:r>
              <a:rPr sz="2390" b="1">
                <a:solidFill>
                  <a:srgbClr val="278766"/>
                </a:solidFill>
                <a:latin typeface="Arial"/>
                <a:ea typeface="Arial"/>
                <a:cs typeface="Arial"/>
              </a:rPr>
              <a:t>SMF</a:t>
            </a:r>
          </a:p>
        </p:txBody>
      </p:sp>
      <p:sp>
        <p:nvSpPr>
          <p:cNvPr id="12" name="f55">
            <a:extLst xmlns:a="http://schemas.openxmlformats.org/drawingml/2006/main">
              <a:ext uri="{FF2B5EF4-FFF2-40B4-BE49-F238E27FC236}">
                <a16:creationId xmlns:a16="http://schemas.microsoft.com/office/drawing/2014/main" id="{F5ACEB8D-E859-4CFB-8E81-FBF4AC0DF766}"/>
              </a:ext>
            </a:extLst>
          </p:cNvPr>
          <p:cNvSpPr>
            <a:spLocks xmlns:a="http://schemas.openxmlformats.org/drawingml/2006/main" noGrp="1"/>
          </p:cNvSpPr>
          <p:nvPr/>
        </p:nvSpPr>
        <p:spPr>
          <a:xfrm xmlns:a="http://schemas.openxmlformats.org/drawingml/2006/main">
            <a:off x="9004087" y="4105452"/>
            <a:ext cx="934194" cy="409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90" b="1">
                <a:solidFill>
                  <a:srgbClr val="278766"/>
                </a:solidFill>
                <a:latin typeface="Arial"/>
                <a:ea typeface="Arial"/>
                <a:cs typeface="Arial"/>
              </a:defRPr>
            </a:defPPr>
            <a:lvl1pPr algn="l">
              <a:defRPr sz="2390" b="1">
                <a:solidFill>
                  <a:srgbClr val="278766"/>
                </a:solidFill>
                <a:latin typeface="Arial"/>
                <a:ea typeface="Arial"/>
                <a:cs typeface="Arial"/>
              </a:defRPr>
            </a:lvl1pPr>
            <a:lvl2pPr algn="l">
              <a:defRPr sz="2390" b="1">
                <a:solidFill>
                  <a:srgbClr val="278766"/>
                </a:solidFill>
                <a:latin typeface="Arial"/>
                <a:ea typeface="Arial"/>
                <a:cs typeface="Arial"/>
              </a:defRPr>
            </a:lvl2pPr>
            <a:lvl3pPr algn="l">
              <a:defRPr sz="2390" b="1">
                <a:solidFill>
                  <a:srgbClr val="278766"/>
                </a:solidFill>
                <a:latin typeface="Arial"/>
                <a:ea typeface="Arial"/>
                <a:cs typeface="Arial"/>
              </a:defRPr>
            </a:lvl3pPr>
            <a:lvl4pPr algn="l">
              <a:defRPr sz="2390" b="1">
                <a:solidFill>
                  <a:srgbClr val="278766"/>
                </a:solidFill>
                <a:latin typeface="Arial"/>
                <a:ea typeface="Arial"/>
                <a:cs typeface="Arial"/>
              </a:defRPr>
            </a:lvl4pPr>
            <a:lvl5pPr algn="l">
              <a:defRPr sz="2390" b="1">
                <a:solidFill>
                  <a:srgbClr val="278766"/>
                </a:solidFill>
                <a:latin typeface="Arial"/>
                <a:ea typeface="Arial"/>
                <a:cs typeface="Arial"/>
              </a:defRPr>
            </a:lvl5pPr>
            <a:lvl6pPr algn="l">
              <a:defRPr sz="2390" b="1">
                <a:solidFill>
                  <a:srgbClr val="278766"/>
                </a:solidFill>
                <a:latin typeface="Arial"/>
                <a:ea typeface="Arial"/>
                <a:cs typeface="Arial"/>
              </a:defRPr>
            </a:lvl6pPr>
            <a:lvl7pPr algn="l">
              <a:defRPr sz="2390" b="1">
                <a:solidFill>
                  <a:srgbClr val="278766"/>
                </a:solidFill>
                <a:latin typeface="Arial"/>
                <a:ea typeface="Arial"/>
                <a:cs typeface="Arial"/>
              </a:defRPr>
            </a:lvl7pPr>
            <a:lvl8pPr algn="l">
              <a:defRPr sz="2390" b="1">
                <a:solidFill>
                  <a:srgbClr val="278766"/>
                </a:solidFill>
                <a:latin typeface="Arial"/>
                <a:ea typeface="Arial"/>
                <a:cs typeface="Arial"/>
              </a:defRPr>
            </a:lvl8pPr>
            <a:lvl9pPr algn="l">
              <a:defRPr sz="2390" b="1">
                <a:solidFill>
                  <a:srgbClr val="278766"/>
                </a:solidFill>
                <a:latin typeface="Arial"/>
                <a:ea typeface="Arial"/>
                <a:cs typeface="Arial"/>
              </a:defRPr>
            </a:lvl9pPr>
          </a:lstStyle>
          <a:p xmlns:a="http://schemas.openxmlformats.org/drawingml/2006/main">
            <a:pPr algn="l">
              <a:defRPr sz="2390" b="1">
                <a:solidFill>
                  <a:srgbClr val="278766"/>
                </a:solidFill>
                <a:latin typeface="Arial"/>
                <a:ea typeface="Arial"/>
                <a:cs typeface="Arial"/>
              </a:defRPr>
            </a:pPr>
            <a:r>
              <a:rPr sz="2390" b="1">
                <a:solidFill>
                  <a:srgbClr val="278766"/>
                </a:solidFill>
                <a:latin typeface="Arial"/>
                <a:ea typeface="Arial"/>
                <a:cs typeface="Arial"/>
              </a:rPr>
              <a:t>AUSF</a:t>
            </a:r>
          </a:p>
        </p:txBody>
      </p:sp>
      <p:sp>
        <p:nvSpPr>
          <p:cNvPr id="13" name="f56">
            <a:extLst xmlns:a="http://schemas.openxmlformats.org/drawingml/2006/main">
              <a:ext uri="{FF2B5EF4-FFF2-40B4-BE49-F238E27FC236}">
                <a16:creationId xmlns:a16="http://schemas.microsoft.com/office/drawing/2014/main" id="{E82CA93B-77ED-4A49-B4FB-94AF788357B8}"/>
              </a:ext>
            </a:extLst>
          </p:cNvPr>
          <p:cNvSpPr>
            <a:spLocks xmlns:a="http://schemas.openxmlformats.org/drawingml/2006/main" noGrp="1"/>
          </p:cNvSpPr>
          <p:nvPr/>
        </p:nvSpPr>
        <p:spPr>
          <a:xfrm xmlns:a="http://schemas.openxmlformats.org/drawingml/2006/main">
            <a:off x="10595539" y="4105452"/>
            <a:ext cx="808434" cy="409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90" b="1">
                <a:solidFill>
                  <a:srgbClr val="278766"/>
                </a:solidFill>
                <a:latin typeface="Arial"/>
                <a:ea typeface="Arial"/>
                <a:cs typeface="Arial"/>
              </a:defRPr>
            </a:defPPr>
            <a:lvl1pPr algn="l">
              <a:defRPr sz="2390" b="1">
                <a:solidFill>
                  <a:srgbClr val="278766"/>
                </a:solidFill>
                <a:latin typeface="Arial"/>
                <a:ea typeface="Arial"/>
                <a:cs typeface="Arial"/>
              </a:defRPr>
            </a:lvl1pPr>
            <a:lvl2pPr algn="l">
              <a:defRPr sz="2390" b="1">
                <a:solidFill>
                  <a:srgbClr val="278766"/>
                </a:solidFill>
                <a:latin typeface="Arial"/>
                <a:ea typeface="Arial"/>
                <a:cs typeface="Arial"/>
              </a:defRPr>
            </a:lvl2pPr>
            <a:lvl3pPr algn="l">
              <a:defRPr sz="2390" b="1">
                <a:solidFill>
                  <a:srgbClr val="278766"/>
                </a:solidFill>
                <a:latin typeface="Arial"/>
                <a:ea typeface="Arial"/>
                <a:cs typeface="Arial"/>
              </a:defRPr>
            </a:lvl3pPr>
            <a:lvl4pPr algn="l">
              <a:defRPr sz="2390" b="1">
                <a:solidFill>
                  <a:srgbClr val="278766"/>
                </a:solidFill>
                <a:latin typeface="Arial"/>
                <a:ea typeface="Arial"/>
                <a:cs typeface="Arial"/>
              </a:defRPr>
            </a:lvl4pPr>
            <a:lvl5pPr algn="l">
              <a:defRPr sz="2390" b="1">
                <a:solidFill>
                  <a:srgbClr val="278766"/>
                </a:solidFill>
                <a:latin typeface="Arial"/>
                <a:ea typeface="Arial"/>
                <a:cs typeface="Arial"/>
              </a:defRPr>
            </a:lvl5pPr>
            <a:lvl6pPr algn="l">
              <a:defRPr sz="2390" b="1">
                <a:solidFill>
                  <a:srgbClr val="278766"/>
                </a:solidFill>
                <a:latin typeface="Arial"/>
                <a:ea typeface="Arial"/>
                <a:cs typeface="Arial"/>
              </a:defRPr>
            </a:lvl6pPr>
            <a:lvl7pPr algn="l">
              <a:defRPr sz="2390" b="1">
                <a:solidFill>
                  <a:srgbClr val="278766"/>
                </a:solidFill>
                <a:latin typeface="Arial"/>
                <a:ea typeface="Arial"/>
                <a:cs typeface="Arial"/>
              </a:defRPr>
            </a:lvl7pPr>
            <a:lvl8pPr algn="l">
              <a:defRPr sz="2390" b="1">
                <a:solidFill>
                  <a:srgbClr val="278766"/>
                </a:solidFill>
                <a:latin typeface="Arial"/>
                <a:ea typeface="Arial"/>
                <a:cs typeface="Arial"/>
              </a:defRPr>
            </a:lvl8pPr>
            <a:lvl9pPr algn="l">
              <a:defRPr sz="2390" b="1">
                <a:solidFill>
                  <a:srgbClr val="278766"/>
                </a:solidFill>
                <a:latin typeface="Arial"/>
                <a:ea typeface="Arial"/>
                <a:cs typeface="Arial"/>
              </a:defRPr>
            </a:lvl9pPr>
          </a:lstStyle>
          <a:p xmlns:a="http://schemas.openxmlformats.org/drawingml/2006/main">
            <a:pPr algn="l">
              <a:defRPr sz="2390" b="1">
                <a:solidFill>
                  <a:srgbClr val="278766"/>
                </a:solidFill>
                <a:latin typeface="Arial"/>
                <a:ea typeface="Arial"/>
                <a:cs typeface="Arial"/>
              </a:defRPr>
            </a:pPr>
            <a:r>
              <a:rPr sz="2390" b="1">
                <a:solidFill>
                  <a:srgbClr val="278766"/>
                </a:solidFill>
                <a:latin typeface="Arial"/>
                <a:ea typeface="Arial"/>
                <a:cs typeface="Arial"/>
              </a:rPr>
              <a:t>UDM</a:t>
            </a:r>
          </a:p>
        </p:txBody>
      </p:sp>
      <p:sp>
        <p:nvSpPr>
          <p:cNvPr id="14" name="f57">
            <a:extLst xmlns:a="http://schemas.openxmlformats.org/drawingml/2006/main">
              <a:ext uri="{FF2B5EF4-FFF2-40B4-BE49-F238E27FC236}">
                <a16:creationId xmlns:a16="http://schemas.microsoft.com/office/drawing/2014/main" id="{4EC9C149-2225-46A7-B7E5-F476545ED1CD}"/>
              </a:ext>
            </a:extLst>
          </p:cNvPr>
          <p:cNvSpPr>
            <a:spLocks xmlns:a="http://schemas.openxmlformats.org/drawingml/2006/main" noGrp="1"/>
          </p:cNvSpPr>
          <p:nvPr/>
        </p:nvSpPr>
        <p:spPr>
          <a:xfrm xmlns:a="http://schemas.openxmlformats.org/drawingml/2006/main">
            <a:off x="7573667" y="6235450"/>
            <a:ext cx="737890" cy="4248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8" b="1">
                <a:solidFill>
                  <a:srgbClr val="7861ad"/>
                </a:solidFill>
                <a:latin typeface="Arial"/>
                <a:ea typeface="Arial"/>
                <a:cs typeface="Arial"/>
              </a:defRPr>
            </a:defPPr>
            <a:lvl1pPr algn="l">
              <a:defRPr sz="2478" b="1">
                <a:solidFill>
                  <a:srgbClr val="7861ad"/>
                </a:solidFill>
                <a:latin typeface="Arial"/>
                <a:ea typeface="Arial"/>
                <a:cs typeface="Arial"/>
              </a:defRPr>
            </a:lvl1pPr>
            <a:lvl2pPr algn="l">
              <a:defRPr sz="2478" b="1">
                <a:solidFill>
                  <a:srgbClr val="7861ad"/>
                </a:solidFill>
                <a:latin typeface="Arial"/>
                <a:ea typeface="Arial"/>
                <a:cs typeface="Arial"/>
              </a:defRPr>
            </a:lvl2pPr>
            <a:lvl3pPr algn="l">
              <a:defRPr sz="2478" b="1">
                <a:solidFill>
                  <a:srgbClr val="7861ad"/>
                </a:solidFill>
                <a:latin typeface="Arial"/>
                <a:ea typeface="Arial"/>
                <a:cs typeface="Arial"/>
              </a:defRPr>
            </a:lvl3pPr>
            <a:lvl4pPr algn="l">
              <a:defRPr sz="2478" b="1">
                <a:solidFill>
                  <a:srgbClr val="7861ad"/>
                </a:solidFill>
                <a:latin typeface="Arial"/>
                <a:ea typeface="Arial"/>
                <a:cs typeface="Arial"/>
              </a:defRPr>
            </a:lvl4pPr>
            <a:lvl5pPr algn="l">
              <a:defRPr sz="2478" b="1">
                <a:solidFill>
                  <a:srgbClr val="7861ad"/>
                </a:solidFill>
                <a:latin typeface="Arial"/>
                <a:ea typeface="Arial"/>
                <a:cs typeface="Arial"/>
              </a:defRPr>
            </a:lvl5pPr>
            <a:lvl6pPr algn="l">
              <a:defRPr sz="2478" b="1">
                <a:solidFill>
                  <a:srgbClr val="7861ad"/>
                </a:solidFill>
                <a:latin typeface="Arial"/>
                <a:ea typeface="Arial"/>
                <a:cs typeface="Arial"/>
              </a:defRPr>
            </a:lvl6pPr>
            <a:lvl7pPr algn="l">
              <a:defRPr sz="2478" b="1">
                <a:solidFill>
                  <a:srgbClr val="7861ad"/>
                </a:solidFill>
                <a:latin typeface="Arial"/>
                <a:ea typeface="Arial"/>
                <a:cs typeface="Arial"/>
              </a:defRPr>
            </a:lvl7pPr>
            <a:lvl8pPr algn="l">
              <a:defRPr sz="2478" b="1">
                <a:solidFill>
                  <a:srgbClr val="7861ad"/>
                </a:solidFill>
                <a:latin typeface="Arial"/>
                <a:ea typeface="Arial"/>
                <a:cs typeface="Arial"/>
              </a:defRPr>
            </a:lvl8pPr>
            <a:lvl9pPr algn="l">
              <a:defRPr sz="2478" b="1">
                <a:solidFill>
                  <a:srgbClr val="7861ad"/>
                </a:solidFill>
                <a:latin typeface="Arial"/>
                <a:ea typeface="Arial"/>
                <a:cs typeface="Arial"/>
              </a:defRPr>
            </a:lvl9pPr>
          </a:lstStyle>
          <a:p xmlns:a="http://schemas.openxmlformats.org/drawingml/2006/main">
            <a:pPr algn="l">
              <a:defRPr sz="2478" b="1">
                <a:solidFill>
                  <a:srgbClr val="7861ad"/>
                </a:solidFill>
                <a:latin typeface="Arial"/>
                <a:ea typeface="Arial"/>
                <a:cs typeface="Arial"/>
              </a:defRPr>
            </a:pPr>
            <a:r>
              <a:rPr sz="2478" b="1">
                <a:solidFill>
                  <a:srgbClr val="7861ad"/>
                </a:solidFill>
                <a:latin typeface="Arial"/>
                <a:ea typeface="Arial"/>
                <a:cs typeface="Arial"/>
              </a:rPr>
              <a:t>UPF</a:t>
            </a:r>
          </a:p>
        </p:txBody>
      </p:sp>
      <p:sp>
        <p:nvSpPr>
          <p:cNvPr id="15" name="f58">
            <a:extLst xmlns:a="http://schemas.openxmlformats.org/drawingml/2006/main">
              <a:ext uri="{FF2B5EF4-FFF2-40B4-BE49-F238E27FC236}">
                <a16:creationId xmlns:a16="http://schemas.microsoft.com/office/drawing/2014/main" id="{5E08B6D7-C735-4362-A95A-B1E3F4416F55}"/>
              </a:ext>
            </a:extLst>
          </p:cNvPr>
          <p:cNvSpPr>
            <a:spLocks xmlns:a="http://schemas.openxmlformats.org/drawingml/2006/main" noGrp="1"/>
          </p:cNvSpPr>
          <p:nvPr/>
        </p:nvSpPr>
        <p:spPr>
          <a:xfrm xmlns:a="http://schemas.openxmlformats.org/drawingml/2006/main">
            <a:off x="11398758" y="3417482"/>
            <a:ext cx="436662" cy="273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93" b="0">
                <a:solidFill>
                  <a:srgbClr val="278766"/>
                </a:solidFill>
                <a:latin typeface="Arial"/>
                <a:ea typeface="Arial"/>
                <a:cs typeface="Arial"/>
              </a:defRPr>
            </a:defPPr>
            <a:lvl1pPr algn="l">
              <a:defRPr sz="1593" b="0">
                <a:solidFill>
                  <a:srgbClr val="278766"/>
                </a:solidFill>
                <a:latin typeface="Arial"/>
                <a:ea typeface="Arial"/>
                <a:cs typeface="Arial"/>
              </a:defRPr>
            </a:lvl1pPr>
            <a:lvl2pPr algn="l">
              <a:defRPr sz="1593" b="0">
                <a:solidFill>
                  <a:srgbClr val="278766"/>
                </a:solidFill>
                <a:latin typeface="Arial"/>
                <a:ea typeface="Arial"/>
                <a:cs typeface="Arial"/>
              </a:defRPr>
            </a:lvl2pPr>
            <a:lvl3pPr algn="l">
              <a:defRPr sz="1593" b="0">
                <a:solidFill>
                  <a:srgbClr val="278766"/>
                </a:solidFill>
                <a:latin typeface="Arial"/>
                <a:ea typeface="Arial"/>
                <a:cs typeface="Arial"/>
              </a:defRPr>
            </a:lvl3pPr>
            <a:lvl4pPr algn="l">
              <a:defRPr sz="1593" b="0">
                <a:solidFill>
                  <a:srgbClr val="278766"/>
                </a:solidFill>
                <a:latin typeface="Arial"/>
                <a:ea typeface="Arial"/>
                <a:cs typeface="Arial"/>
              </a:defRPr>
            </a:lvl4pPr>
            <a:lvl5pPr algn="l">
              <a:defRPr sz="1593" b="0">
                <a:solidFill>
                  <a:srgbClr val="278766"/>
                </a:solidFill>
                <a:latin typeface="Arial"/>
                <a:ea typeface="Arial"/>
                <a:cs typeface="Arial"/>
              </a:defRPr>
            </a:lvl5pPr>
            <a:lvl6pPr algn="l">
              <a:defRPr sz="1593" b="0">
                <a:solidFill>
                  <a:srgbClr val="278766"/>
                </a:solidFill>
                <a:latin typeface="Arial"/>
                <a:ea typeface="Arial"/>
                <a:cs typeface="Arial"/>
              </a:defRPr>
            </a:lvl6pPr>
            <a:lvl7pPr algn="l">
              <a:defRPr sz="1593" b="0">
                <a:solidFill>
                  <a:srgbClr val="278766"/>
                </a:solidFill>
                <a:latin typeface="Arial"/>
                <a:ea typeface="Arial"/>
                <a:cs typeface="Arial"/>
              </a:defRPr>
            </a:lvl7pPr>
            <a:lvl8pPr algn="l">
              <a:defRPr sz="1593" b="0">
                <a:solidFill>
                  <a:srgbClr val="278766"/>
                </a:solidFill>
                <a:latin typeface="Arial"/>
                <a:ea typeface="Arial"/>
                <a:cs typeface="Arial"/>
              </a:defRPr>
            </a:lvl8pPr>
            <a:lvl9pPr algn="l">
              <a:defRPr sz="1593" b="0">
                <a:solidFill>
                  <a:srgbClr val="278766"/>
                </a:solidFill>
                <a:latin typeface="Arial"/>
                <a:ea typeface="Arial"/>
                <a:cs typeface="Arial"/>
              </a:defRPr>
            </a:lvl9pPr>
          </a:lstStyle>
          <a:p xmlns:a="http://schemas.openxmlformats.org/drawingml/2006/main">
            <a:pPr algn="l">
              <a:defRPr sz="1593" b="0">
                <a:solidFill>
                  <a:srgbClr val="278766"/>
                </a:solidFill>
                <a:latin typeface="Arial"/>
                <a:ea typeface="Arial"/>
                <a:cs typeface="Arial"/>
              </a:defRPr>
            </a:pPr>
            <a:r>
              <a:rPr sz="1593" b="0">
                <a:solidFill>
                  <a:srgbClr val="278766"/>
                </a:solidFill>
                <a:latin typeface="Arial"/>
                <a:ea typeface="Arial"/>
                <a:cs typeface="Arial"/>
              </a:rPr>
              <a:t>SBI</a:t>
            </a:r>
          </a:p>
        </p:txBody>
      </p:sp>
      <p:sp>
        <p:nvSpPr>
          <p:cNvPr id="16" name="f59">
            <a:extLst xmlns:a="http://schemas.openxmlformats.org/drawingml/2006/main">
              <a:ext uri="{FF2B5EF4-FFF2-40B4-BE49-F238E27FC236}">
                <a16:creationId xmlns:a16="http://schemas.microsoft.com/office/drawing/2014/main" id="{7D8E5A4C-0264-4254-8980-61DEF06E62F9}"/>
              </a:ext>
            </a:extLst>
          </p:cNvPr>
          <p:cNvSpPr>
            <a:spLocks xmlns:a="http://schemas.openxmlformats.org/drawingml/2006/main" noGrp="1"/>
          </p:cNvSpPr>
          <p:nvPr/>
        </p:nvSpPr>
        <p:spPr>
          <a:xfrm xmlns:a="http://schemas.openxmlformats.org/drawingml/2006/main">
            <a:off x="8139303" y="5244014"/>
            <a:ext cx="418654" cy="31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58" b="1">
                <a:solidFill>
                  <a:srgbClr val="278766"/>
                </a:solidFill>
                <a:latin typeface="Arial"/>
                <a:ea typeface="Arial"/>
                <a:cs typeface="Arial"/>
              </a:defRPr>
            </a:defPPr>
            <a:lvl1pPr algn="l">
              <a:defRPr sz="1858" b="1">
                <a:solidFill>
                  <a:srgbClr val="278766"/>
                </a:solidFill>
                <a:latin typeface="Arial"/>
                <a:ea typeface="Arial"/>
                <a:cs typeface="Arial"/>
              </a:defRPr>
            </a:lvl1pPr>
            <a:lvl2pPr algn="l">
              <a:defRPr sz="1858" b="1">
                <a:solidFill>
                  <a:srgbClr val="278766"/>
                </a:solidFill>
                <a:latin typeface="Arial"/>
                <a:ea typeface="Arial"/>
                <a:cs typeface="Arial"/>
              </a:defRPr>
            </a:lvl2pPr>
            <a:lvl3pPr algn="l">
              <a:defRPr sz="1858" b="1">
                <a:solidFill>
                  <a:srgbClr val="278766"/>
                </a:solidFill>
                <a:latin typeface="Arial"/>
                <a:ea typeface="Arial"/>
                <a:cs typeface="Arial"/>
              </a:defRPr>
            </a:lvl3pPr>
            <a:lvl4pPr algn="l">
              <a:defRPr sz="1858" b="1">
                <a:solidFill>
                  <a:srgbClr val="278766"/>
                </a:solidFill>
                <a:latin typeface="Arial"/>
                <a:ea typeface="Arial"/>
                <a:cs typeface="Arial"/>
              </a:defRPr>
            </a:lvl4pPr>
            <a:lvl5pPr algn="l">
              <a:defRPr sz="1858" b="1">
                <a:solidFill>
                  <a:srgbClr val="278766"/>
                </a:solidFill>
                <a:latin typeface="Arial"/>
                <a:ea typeface="Arial"/>
                <a:cs typeface="Arial"/>
              </a:defRPr>
            </a:lvl5pPr>
            <a:lvl6pPr algn="l">
              <a:defRPr sz="1858" b="1">
                <a:solidFill>
                  <a:srgbClr val="278766"/>
                </a:solidFill>
                <a:latin typeface="Arial"/>
                <a:ea typeface="Arial"/>
                <a:cs typeface="Arial"/>
              </a:defRPr>
            </a:lvl6pPr>
            <a:lvl7pPr algn="l">
              <a:defRPr sz="1858" b="1">
                <a:solidFill>
                  <a:srgbClr val="278766"/>
                </a:solidFill>
                <a:latin typeface="Arial"/>
                <a:ea typeface="Arial"/>
                <a:cs typeface="Arial"/>
              </a:defRPr>
            </a:lvl7pPr>
            <a:lvl8pPr algn="l">
              <a:defRPr sz="1858" b="1">
                <a:solidFill>
                  <a:srgbClr val="278766"/>
                </a:solidFill>
                <a:latin typeface="Arial"/>
                <a:ea typeface="Arial"/>
                <a:cs typeface="Arial"/>
              </a:defRPr>
            </a:lvl8pPr>
            <a:lvl9pPr algn="l">
              <a:defRPr sz="1858" b="1">
                <a:solidFill>
                  <a:srgbClr val="278766"/>
                </a:solidFill>
                <a:latin typeface="Arial"/>
                <a:ea typeface="Arial"/>
                <a:cs typeface="Arial"/>
              </a:defRPr>
            </a:lvl9pPr>
          </a:lstStyle>
          <a:p xmlns:a="http://schemas.openxmlformats.org/drawingml/2006/main">
            <a:pPr algn="l">
              <a:defRPr sz="1858" b="1">
                <a:solidFill>
                  <a:srgbClr val="278766"/>
                </a:solidFill>
                <a:latin typeface="Arial"/>
                <a:ea typeface="Arial"/>
                <a:cs typeface="Arial"/>
              </a:defRPr>
            </a:pPr>
            <a:r>
              <a:rPr sz="1858" b="1">
                <a:solidFill>
                  <a:srgbClr val="278766"/>
                </a:solidFill>
                <a:latin typeface="Arial"/>
                <a:ea typeface="Arial"/>
                <a:cs typeface="Arial"/>
              </a:rPr>
              <a:t>N4</a:t>
            </a:r>
          </a:p>
        </p:txBody>
      </p:sp>
      <p:sp>
        <p:nvSpPr>
          <p:cNvPr id="17" name="f60">
            <a:extLst xmlns:a="http://schemas.openxmlformats.org/drawingml/2006/main">
              <a:ext uri="{FF2B5EF4-FFF2-40B4-BE49-F238E27FC236}">
                <a16:creationId xmlns:a16="http://schemas.microsoft.com/office/drawing/2014/main" id="{B35975A0-0E73-4675-B695-D2C925C61EC3}"/>
              </a:ext>
            </a:extLst>
          </p:cNvPr>
          <p:cNvSpPr>
            <a:spLocks xmlns:a="http://schemas.openxmlformats.org/drawingml/2006/main" noGrp="1"/>
          </p:cNvSpPr>
          <p:nvPr/>
        </p:nvSpPr>
        <p:spPr>
          <a:xfrm xmlns:a="http://schemas.openxmlformats.org/drawingml/2006/main">
            <a:off x="2286420" y="7061216"/>
            <a:ext cx="511225" cy="3793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13" b="1">
                <a:solidFill>
                  <a:srgbClr val="8e96a2"/>
                </a:solidFill>
                <a:latin typeface="Arial"/>
                <a:ea typeface="Arial"/>
                <a:cs typeface="Arial"/>
              </a:defRPr>
            </a:defPPr>
            <a:lvl1pPr algn="l">
              <a:defRPr sz="2213" b="1">
                <a:solidFill>
                  <a:srgbClr val="8e96a2"/>
                </a:solidFill>
                <a:latin typeface="Arial"/>
                <a:ea typeface="Arial"/>
                <a:cs typeface="Arial"/>
              </a:defRPr>
            </a:lvl1pPr>
            <a:lvl2pPr algn="l">
              <a:defRPr sz="2213" b="1">
                <a:solidFill>
                  <a:srgbClr val="8e96a2"/>
                </a:solidFill>
                <a:latin typeface="Arial"/>
                <a:ea typeface="Arial"/>
                <a:cs typeface="Arial"/>
              </a:defRPr>
            </a:lvl2pPr>
            <a:lvl3pPr algn="l">
              <a:defRPr sz="2213" b="1">
                <a:solidFill>
                  <a:srgbClr val="8e96a2"/>
                </a:solidFill>
                <a:latin typeface="Arial"/>
                <a:ea typeface="Arial"/>
                <a:cs typeface="Arial"/>
              </a:defRPr>
            </a:lvl3pPr>
            <a:lvl4pPr algn="l">
              <a:defRPr sz="2213" b="1">
                <a:solidFill>
                  <a:srgbClr val="8e96a2"/>
                </a:solidFill>
                <a:latin typeface="Arial"/>
                <a:ea typeface="Arial"/>
                <a:cs typeface="Arial"/>
              </a:defRPr>
            </a:lvl4pPr>
            <a:lvl5pPr algn="l">
              <a:defRPr sz="2213" b="1">
                <a:solidFill>
                  <a:srgbClr val="8e96a2"/>
                </a:solidFill>
                <a:latin typeface="Arial"/>
                <a:ea typeface="Arial"/>
                <a:cs typeface="Arial"/>
              </a:defRPr>
            </a:lvl5pPr>
            <a:lvl6pPr algn="l">
              <a:defRPr sz="2213" b="1">
                <a:solidFill>
                  <a:srgbClr val="8e96a2"/>
                </a:solidFill>
                <a:latin typeface="Arial"/>
                <a:ea typeface="Arial"/>
                <a:cs typeface="Arial"/>
              </a:defRPr>
            </a:lvl6pPr>
            <a:lvl7pPr algn="l">
              <a:defRPr sz="2213" b="1">
                <a:solidFill>
                  <a:srgbClr val="8e96a2"/>
                </a:solidFill>
                <a:latin typeface="Arial"/>
                <a:ea typeface="Arial"/>
                <a:cs typeface="Arial"/>
              </a:defRPr>
            </a:lvl7pPr>
            <a:lvl8pPr algn="l">
              <a:defRPr sz="2213" b="1">
                <a:solidFill>
                  <a:srgbClr val="8e96a2"/>
                </a:solidFill>
                <a:latin typeface="Arial"/>
                <a:ea typeface="Arial"/>
                <a:cs typeface="Arial"/>
              </a:defRPr>
            </a:lvl8pPr>
            <a:lvl9pPr algn="l">
              <a:defRPr sz="2213" b="1">
                <a:solidFill>
                  <a:srgbClr val="8e96a2"/>
                </a:solidFill>
                <a:latin typeface="Arial"/>
                <a:ea typeface="Arial"/>
                <a:cs typeface="Arial"/>
              </a:defRPr>
            </a:lvl9pPr>
          </a:lstStyle>
          <a:p xmlns:a="http://schemas.openxmlformats.org/drawingml/2006/main">
            <a:pPr algn="l">
              <a:defRPr sz="2213" b="1">
                <a:solidFill>
                  <a:srgbClr val="8e96a2"/>
                </a:solidFill>
                <a:latin typeface="Arial"/>
                <a:ea typeface="Arial"/>
                <a:cs typeface="Arial"/>
              </a:defRPr>
            </a:pPr>
            <a:r>
              <a:rPr sz="2213" b="1">
                <a:solidFill>
                  <a:srgbClr val="8e96a2"/>
                </a:solidFill>
                <a:latin typeface="Arial"/>
                <a:ea typeface="Arial"/>
                <a:cs typeface="Arial"/>
              </a:rPr>
              <a:t>UE</a:t>
            </a:r>
          </a:p>
        </p:txBody>
      </p:sp>
      <p:sp>
        <p:nvSpPr>
          <p:cNvPr id="18" name="f61">
            <a:extLst xmlns:a="http://schemas.openxmlformats.org/drawingml/2006/main">
              <a:ext uri="{FF2B5EF4-FFF2-40B4-BE49-F238E27FC236}">
                <a16:creationId xmlns:a16="http://schemas.microsoft.com/office/drawing/2014/main" id="{DE788D6F-A820-4E4D-8FD0-83735BE74DAF}"/>
              </a:ext>
            </a:extLst>
          </p:cNvPr>
          <p:cNvSpPr>
            <a:spLocks xmlns:a="http://schemas.openxmlformats.org/drawingml/2006/main" noGrp="1"/>
          </p:cNvSpPr>
          <p:nvPr/>
        </p:nvSpPr>
        <p:spPr>
          <a:xfrm xmlns:a="http://schemas.openxmlformats.org/drawingml/2006/main">
            <a:off x="3753609" y="7061216"/>
            <a:ext cx="701427" cy="3793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13" b="1">
                <a:solidFill>
                  <a:srgbClr val="8e96a2"/>
                </a:solidFill>
                <a:latin typeface="Arial"/>
                <a:ea typeface="Arial"/>
                <a:cs typeface="Arial"/>
              </a:defRPr>
            </a:defPPr>
            <a:lvl1pPr algn="l">
              <a:defRPr sz="2213" b="1">
                <a:solidFill>
                  <a:srgbClr val="8e96a2"/>
                </a:solidFill>
                <a:latin typeface="Arial"/>
                <a:ea typeface="Arial"/>
                <a:cs typeface="Arial"/>
              </a:defRPr>
            </a:lvl1pPr>
            <a:lvl2pPr algn="l">
              <a:defRPr sz="2213" b="1">
                <a:solidFill>
                  <a:srgbClr val="8e96a2"/>
                </a:solidFill>
                <a:latin typeface="Arial"/>
                <a:ea typeface="Arial"/>
                <a:cs typeface="Arial"/>
              </a:defRPr>
            </a:lvl2pPr>
            <a:lvl3pPr algn="l">
              <a:defRPr sz="2213" b="1">
                <a:solidFill>
                  <a:srgbClr val="8e96a2"/>
                </a:solidFill>
                <a:latin typeface="Arial"/>
                <a:ea typeface="Arial"/>
                <a:cs typeface="Arial"/>
              </a:defRPr>
            </a:lvl3pPr>
            <a:lvl4pPr algn="l">
              <a:defRPr sz="2213" b="1">
                <a:solidFill>
                  <a:srgbClr val="8e96a2"/>
                </a:solidFill>
                <a:latin typeface="Arial"/>
                <a:ea typeface="Arial"/>
                <a:cs typeface="Arial"/>
              </a:defRPr>
            </a:lvl4pPr>
            <a:lvl5pPr algn="l">
              <a:defRPr sz="2213" b="1">
                <a:solidFill>
                  <a:srgbClr val="8e96a2"/>
                </a:solidFill>
                <a:latin typeface="Arial"/>
                <a:ea typeface="Arial"/>
                <a:cs typeface="Arial"/>
              </a:defRPr>
            </a:lvl5pPr>
            <a:lvl6pPr algn="l">
              <a:defRPr sz="2213" b="1">
                <a:solidFill>
                  <a:srgbClr val="8e96a2"/>
                </a:solidFill>
                <a:latin typeface="Arial"/>
                <a:ea typeface="Arial"/>
                <a:cs typeface="Arial"/>
              </a:defRPr>
            </a:lvl6pPr>
            <a:lvl7pPr algn="l">
              <a:defRPr sz="2213" b="1">
                <a:solidFill>
                  <a:srgbClr val="8e96a2"/>
                </a:solidFill>
                <a:latin typeface="Arial"/>
                <a:ea typeface="Arial"/>
                <a:cs typeface="Arial"/>
              </a:defRPr>
            </a:lvl7pPr>
            <a:lvl8pPr algn="l">
              <a:defRPr sz="2213" b="1">
                <a:solidFill>
                  <a:srgbClr val="8e96a2"/>
                </a:solidFill>
                <a:latin typeface="Arial"/>
                <a:ea typeface="Arial"/>
                <a:cs typeface="Arial"/>
              </a:defRPr>
            </a:lvl8pPr>
            <a:lvl9pPr algn="l">
              <a:defRPr sz="2213" b="1">
                <a:solidFill>
                  <a:srgbClr val="8e96a2"/>
                </a:solidFill>
                <a:latin typeface="Arial"/>
                <a:ea typeface="Arial"/>
                <a:cs typeface="Arial"/>
              </a:defRPr>
            </a:lvl9pPr>
          </a:lstStyle>
          <a:p xmlns:a="http://schemas.openxmlformats.org/drawingml/2006/main">
            <a:pPr algn="l">
              <a:defRPr sz="2213" b="1">
                <a:solidFill>
                  <a:srgbClr val="8e96a2"/>
                </a:solidFill>
                <a:latin typeface="Arial"/>
                <a:ea typeface="Arial"/>
                <a:cs typeface="Arial"/>
              </a:defRPr>
            </a:pPr>
            <a:r>
              <a:rPr sz="2213" b="1">
                <a:solidFill>
                  <a:srgbClr val="8e96a2"/>
                </a:solidFill>
                <a:latin typeface="Arial"/>
                <a:ea typeface="Arial"/>
                <a:cs typeface="Arial"/>
              </a:rPr>
              <a:t>gNB</a:t>
            </a:r>
          </a:p>
        </p:txBody>
      </p:sp>
      <p:sp>
        <p:nvSpPr>
          <p:cNvPr id="19" name="f62">
            <a:extLst xmlns:a="http://schemas.openxmlformats.org/drawingml/2006/main">
              <a:ext uri="{FF2B5EF4-FFF2-40B4-BE49-F238E27FC236}">
                <a16:creationId xmlns:a16="http://schemas.microsoft.com/office/drawing/2014/main" id="{0FCEE583-597D-4B0A-9369-2C47F50DE32E}"/>
              </a:ext>
            </a:extLst>
          </p:cNvPr>
          <p:cNvSpPr>
            <a:spLocks xmlns:a="http://schemas.openxmlformats.org/drawingml/2006/main" noGrp="1"/>
          </p:cNvSpPr>
          <p:nvPr/>
        </p:nvSpPr>
        <p:spPr>
          <a:xfrm xmlns:a="http://schemas.openxmlformats.org/drawingml/2006/main">
            <a:off x="5018946" y="4951787"/>
            <a:ext cx="418654" cy="31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58" b="1">
                <a:solidFill>
                  <a:srgbClr val="93c2b4"/>
                </a:solidFill>
                <a:latin typeface="Arial"/>
                <a:ea typeface="Arial"/>
                <a:cs typeface="Arial"/>
              </a:defRPr>
            </a:defPPr>
            <a:lvl1pPr algn="l">
              <a:defRPr sz="1858" b="1">
                <a:solidFill>
                  <a:srgbClr val="93c2b4"/>
                </a:solidFill>
                <a:latin typeface="Arial"/>
                <a:ea typeface="Arial"/>
                <a:cs typeface="Arial"/>
              </a:defRPr>
            </a:lvl1pPr>
            <a:lvl2pPr algn="l">
              <a:defRPr sz="1858" b="1">
                <a:solidFill>
                  <a:srgbClr val="93c2b4"/>
                </a:solidFill>
                <a:latin typeface="Arial"/>
                <a:ea typeface="Arial"/>
                <a:cs typeface="Arial"/>
              </a:defRPr>
            </a:lvl2pPr>
            <a:lvl3pPr algn="l">
              <a:defRPr sz="1858" b="1">
                <a:solidFill>
                  <a:srgbClr val="93c2b4"/>
                </a:solidFill>
                <a:latin typeface="Arial"/>
                <a:ea typeface="Arial"/>
                <a:cs typeface="Arial"/>
              </a:defRPr>
            </a:lvl3pPr>
            <a:lvl4pPr algn="l">
              <a:defRPr sz="1858" b="1">
                <a:solidFill>
                  <a:srgbClr val="93c2b4"/>
                </a:solidFill>
                <a:latin typeface="Arial"/>
                <a:ea typeface="Arial"/>
                <a:cs typeface="Arial"/>
              </a:defRPr>
            </a:lvl4pPr>
            <a:lvl5pPr algn="l">
              <a:defRPr sz="1858" b="1">
                <a:solidFill>
                  <a:srgbClr val="93c2b4"/>
                </a:solidFill>
                <a:latin typeface="Arial"/>
                <a:ea typeface="Arial"/>
                <a:cs typeface="Arial"/>
              </a:defRPr>
            </a:lvl5pPr>
            <a:lvl6pPr algn="l">
              <a:defRPr sz="1858" b="1">
                <a:solidFill>
                  <a:srgbClr val="93c2b4"/>
                </a:solidFill>
                <a:latin typeface="Arial"/>
                <a:ea typeface="Arial"/>
                <a:cs typeface="Arial"/>
              </a:defRPr>
            </a:lvl6pPr>
            <a:lvl7pPr algn="l">
              <a:defRPr sz="1858" b="1">
                <a:solidFill>
                  <a:srgbClr val="93c2b4"/>
                </a:solidFill>
                <a:latin typeface="Arial"/>
                <a:ea typeface="Arial"/>
                <a:cs typeface="Arial"/>
              </a:defRPr>
            </a:lvl7pPr>
            <a:lvl8pPr algn="l">
              <a:defRPr sz="1858" b="1">
                <a:solidFill>
                  <a:srgbClr val="93c2b4"/>
                </a:solidFill>
                <a:latin typeface="Arial"/>
                <a:ea typeface="Arial"/>
                <a:cs typeface="Arial"/>
              </a:defRPr>
            </a:lvl8pPr>
            <a:lvl9pPr algn="l">
              <a:defRPr sz="1858" b="1">
                <a:solidFill>
                  <a:srgbClr val="93c2b4"/>
                </a:solidFill>
                <a:latin typeface="Arial"/>
                <a:ea typeface="Arial"/>
                <a:cs typeface="Arial"/>
              </a:defRPr>
            </a:lvl9pPr>
          </a:lstStyle>
          <a:p xmlns:a="http://schemas.openxmlformats.org/drawingml/2006/main">
            <a:pPr algn="l">
              <a:defRPr sz="1858" b="1">
                <a:solidFill>
                  <a:srgbClr val="93c2b4"/>
                </a:solidFill>
                <a:latin typeface="Arial"/>
                <a:ea typeface="Arial"/>
                <a:cs typeface="Arial"/>
              </a:defRPr>
            </a:pPr>
            <a:r>
              <a:rPr sz="1858" b="1">
                <a:solidFill>
                  <a:srgbClr val="93c2b4"/>
                </a:solidFill>
                <a:latin typeface="Arial"/>
                <a:ea typeface="Arial"/>
                <a:cs typeface="Arial"/>
              </a:rPr>
              <a:t>N2</a:t>
            </a:r>
          </a:p>
        </p:txBody>
      </p:sp>
      <p:sp>
        <p:nvSpPr>
          <p:cNvPr id="20" name="f63">
            <a:extLst xmlns:a="http://schemas.openxmlformats.org/drawingml/2006/main">
              <a:ext uri="{FF2B5EF4-FFF2-40B4-BE49-F238E27FC236}">
                <a16:creationId xmlns:a16="http://schemas.microsoft.com/office/drawing/2014/main" id="{0E4CCAF4-73DD-47B9-9DFA-1892B67039E5}"/>
              </a:ext>
            </a:extLst>
          </p:cNvPr>
          <p:cNvSpPr>
            <a:spLocks xmlns:a="http://schemas.openxmlformats.org/drawingml/2006/main" noGrp="1"/>
          </p:cNvSpPr>
          <p:nvPr/>
        </p:nvSpPr>
        <p:spPr>
          <a:xfrm xmlns:a="http://schemas.openxmlformats.org/drawingml/2006/main">
            <a:off x="6206109" y="6042018"/>
            <a:ext cx="418654" cy="31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58" b="1">
                <a:solidFill>
                  <a:srgbClr val="b9b0d5"/>
                </a:solidFill>
                <a:latin typeface="Arial"/>
                <a:ea typeface="Arial"/>
                <a:cs typeface="Arial"/>
              </a:defRPr>
            </a:defPPr>
            <a:lvl1pPr algn="l">
              <a:defRPr sz="1858" b="1">
                <a:solidFill>
                  <a:srgbClr val="b9b0d5"/>
                </a:solidFill>
                <a:latin typeface="Arial"/>
                <a:ea typeface="Arial"/>
                <a:cs typeface="Arial"/>
              </a:defRPr>
            </a:lvl1pPr>
            <a:lvl2pPr algn="l">
              <a:defRPr sz="1858" b="1">
                <a:solidFill>
                  <a:srgbClr val="b9b0d5"/>
                </a:solidFill>
                <a:latin typeface="Arial"/>
                <a:ea typeface="Arial"/>
                <a:cs typeface="Arial"/>
              </a:defRPr>
            </a:lvl2pPr>
            <a:lvl3pPr algn="l">
              <a:defRPr sz="1858" b="1">
                <a:solidFill>
                  <a:srgbClr val="b9b0d5"/>
                </a:solidFill>
                <a:latin typeface="Arial"/>
                <a:ea typeface="Arial"/>
                <a:cs typeface="Arial"/>
              </a:defRPr>
            </a:lvl3pPr>
            <a:lvl4pPr algn="l">
              <a:defRPr sz="1858" b="1">
                <a:solidFill>
                  <a:srgbClr val="b9b0d5"/>
                </a:solidFill>
                <a:latin typeface="Arial"/>
                <a:ea typeface="Arial"/>
                <a:cs typeface="Arial"/>
              </a:defRPr>
            </a:lvl4pPr>
            <a:lvl5pPr algn="l">
              <a:defRPr sz="1858" b="1">
                <a:solidFill>
                  <a:srgbClr val="b9b0d5"/>
                </a:solidFill>
                <a:latin typeface="Arial"/>
                <a:ea typeface="Arial"/>
                <a:cs typeface="Arial"/>
              </a:defRPr>
            </a:lvl5pPr>
            <a:lvl6pPr algn="l">
              <a:defRPr sz="1858" b="1">
                <a:solidFill>
                  <a:srgbClr val="b9b0d5"/>
                </a:solidFill>
                <a:latin typeface="Arial"/>
                <a:ea typeface="Arial"/>
                <a:cs typeface="Arial"/>
              </a:defRPr>
            </a:lvl6pPr>
            <a:lvl7pPr algn="l">
              <a:defRPr sz="1858" b="1">
                <a:solidFill>
                  <a:srgbClr val="b9b0d5"/>
                </a:solidFill>
                <a:latin typeface="Arial"/>
                <a:ea typeface="Arial"/>
                <a:cs typeface="Arial"/>
              </a:defRPr>
            </a:lvl7pPr>
            <a:lvl8pPr algn="l">
              <a:defRPr sz="1858" b="1">
                <a:solidFill>
                  <a:srgbClr val="b9b0d5"/>
                </a:solidFill>
                <a:latin typeface="Arial"/>
                <a:ea typeface="Arial"/>
                <a:cs typeface="Arial"/>
              </a:defRPr>
            </a:lvl8pPr>
            <a:lvl9pPr algn="l">
              <a:defRPr sz="1858" b="1">
                <a:solidFill>
                  <a:srgbClr val="b9b0d5"/>
                </a:solidFill>
                <a:latin typeface="Arial"/>
                <a:ea typeface="Arial"/>
                <a:cs typeface="Arial"/>
              </a:defRPr>
            </a:lvl9pPr>
          </a:lstStyle>
          <a:p xmlns:a="http://schemas.openxmlformats.org/drawingml/2006/main">
            <a:pPr algn="l">
              <a:defRPr sz="1858" b="1">
                <a:solidFill>
                  <a:srgbClr val="b9b0d5"/>
                </a:solidFill>
                <a:latin typeface="Arial"/>
                <a:ea typeface="Arial"/>
                <a:cs typeface="Arial"/>
              </a:defRPr>
            </a:pPr>
            <a:r>
              <a:rPr sz="1858" b="1">
                <a:solidFill>
                  <a:srgbClr val="b9b0d5"/>
                </a:solidFill>
                <a:latin typeface="Arial"/>
                <a:ea typeface="Arial"/>
                <a:cs typeface="Arial"/>
              </a:rPr>
              <a:t>N3</a:t>
            </a:r>
          </a:p>
        </p:txBody>
      </p:sp>
      <p:sp>
        <p:nvSpPr>
          <p:cNvPr id="21" name="f64">
            <a:extLst xmlns:a="http://schemas.openxmlformats.org/drawingml/2006/main">
              <a:ext uri="{FF2B5EF4-FFF2-40B4-BE49-F238E27FC236}">
                <a16:creationId xmlns:a16="http://schemas.microsoft.com/office/drawing/2014/main" id="{5AAFAFD0-D881-4457-ADA6-48DBC34D7FF1}"/>
              </a:ext>
            </a:extLst>
          </p:cNvPr>
          <p:cNvSpPr>
            <a:spLocks xmlns:a="http://schemas.openxmlformats.org/drawingml/2006/main" noGrp="1"/>
          </p:cNvSpPr>
          <p:nvPr/>
        </p:nvSpPr>
        <p:spPr>
          <a:xfrm xmlns:a="http://schemas.openxmlformats.org/drawingml/2006/main">
            <a:off x="10544556" y="6042018"/>
            <a:ext cx="418654" cy="31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58" b="1">
                <a:solidFill>
                  <a:srgbClr val="b9b0d5"/>
                </a:solidFill>
                <a:latin typeface="Arial"/>
                <a:ea typeface="Arial"/>
                <a:cs typeface="Arial"/>
              </a:defRPr>
            </a:defPPr>
            <a:lvl1pPr algn="l">
              <a:defRPr sz="1858" b="1">
                <a:solidFill>
                  <a:srgbClr val="b9b0d5"/>
                </a:solidFill>
                <a:latin typeface="Arial"/>
                <a:ea typeface="Arial"/>
                <a:cs typeface="Arial"/>
              </a:defRPr>
            </a:lvl1pPr>
            <a:lvl2pPr algn="l">
              <a:defRPr sz="1858" b="1">
                <a:solidFill>
                  <a:srgbClr val="b9b0d5"/>
                </a:solidFill>
                <a:latin typeface="Arial"/>
                <a:ea typeface="Arial"/>
                <a:cs typeface="Arial"/>
              </a:defRPr>
            </a:lvl2pPr>
            <a:lvl3pPr algn="l">
              <a:defRPr sz="1858" b="1">
                <a:solidFill>
                  <a:srgbClr val="b9b0d5"/>
                </a:solidFill>
                <a:latin typeface="Arial"/>
                <a:ea typeface="Arial"/>
                <a:cs typeface="Arial"/>
              </a:defRPr>
            </a:lvl3pPr>
            <a:lvl4pPr algn="l">
              <a:defRPr sz="1858" b="1">
                <a:solidFill>
                  <a:srgbClr val="b9b0d5"/>
                </a:solidFill>
                <a:latin typeface="Arial"/>
                <a:ea typeface="Arial"/>
                <a:cs typeface="Arial"/>
              </a:defRPr>
            </a:lvl4pPr>
            <a:lvl5pPr algn="l">
              <a:defRPr sz="1858" b="1">
                <a:solidFill>
                  <a:srgbClr val="b9b0d5"/>
                </a:solidFill>
                <a:latin typeface="Arial"/>
                <a:ea typeface="Arial"/>
                <a:cs typeface="Arial"/>
              </a:defRPr>
            </a:lvl5pPr>
            <a:lvl6pPr algn="l">
              <a:defRPr sz="1858" b="1">
                <a:solidFill>
                  <a:srgbClr val="b9b0d5"/>
                </a:solidFill>
                <a:latin typeface="Arial"/>
                <a:ea typeface="Arial"/>
                <a:cs typeface="Arial"/>
              </a:defRPr>
            </a:lvl6pPr>
            <a:lvl7pPr algn="l">
              <a:defRPr sz="1858" b="1">
                <a:solidFill>
                  <a:srgbClr val="b9b0d5"/>
                </a:solidFill>
                <a:latin typeface="Arial"/>
                <a:ea typeface="Arial"/>
                <a:cs typeface="Arial"/>
              </a:defRPr>
            </a:lvl7pPr>
            <a:lvl8pPr algn="l">
              <a:defRPr sz="1858" b="1">
                <a:solidFill>
                  <a:srgbClr val="b9b0d5"/>
                </a:solidFill>
                <a:latin typeface="Arial"/>
                <a:ea typeface="Arial"/>
                <a:cs typeface="Arial"/>
              </a:defRPr>
            </a:lvl8pPr>
            <a:lvl9pPr algn="l">
              <a:defRPr sz="1858" b="1">
                <a:solidFill>
                  <a:srgbClr val="b9b0d5"/>
                </a:solidFill>
                <a:latin typeface="Arial"/>
                <a:ea typeface="Arial"/>
                <a:cs typeface="Arial"/>
              </a:defRPr>
            </a:lvl9pPr>
          </a:lstStyle>
          <a:p xmlns:a="http://schemas.openxmlformats.org/drawingml/2006/main">
            <a:pPr algn="l">
              <a:defRPr sz="1858" b="1">
                <a:solidFill>
                  <a:srgbClr val="b9b0d5"/>
                </a:solidFill>
                <a:latin typeface="Arial"/>
                <a:ea typeface="Arial"/>
                <a:cs typeface="Arial"/>
              </a:defRPr>
            </a:pPr>
            <a:r>
              <a:rPr sz="1858" b="1">
                <a:solidFill>
                  <a:srgbClr val="b9b0d5"/>
                </a:solidFill>
                <a:latin typeface="Arial"/>
                <a:ea typeface="Arial"/>
                <a:cs typeface="Arial"/>
              </a:rPr>
              <a:t>N6</a:t>
            </a:r>
          </a:p>
        </p:txBody>
      </p:sp>
      <p:sp>
        <p:nvSpPr>
          <p:cNvPr id="22" name="f65">
            <a:extLst xmlns:a="http://schemas.openxmlformats.org/drawingml/2006/main">
              <a:ext uri="{FF2B5EF4-FFF2-40B4-BE49-F238E27FC236}">
                <a16:creationId xmlns:a16="http://schemas.microsoft.com/office/drawing/2014/main" id="{C6D359DF-C806-4215-8B48-084A3595E8FC}"/>
              </a:ext>
            </a:extLst>
          </p:cNvPr>
          <p:cNvSpPr>
            <a:spLocks xmlns:a="http://schemas.openxmlformats.org/drawingml/2006/main" noGrp="1"/>
          </p:cNvSpPr>
          <p:nvPr/>
        </p:nvSpPr>
        <p:spPr>
          <a:xfrm xmlns:a="http://schemas.openxmlformats.org/drawingml/2006/main">
            <a:off x="12291670" y="7061216"/>
            <a:ext cx="1158925" cy="3793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13" b="1">
                <a:solidFill>
                  <a:srgbClr val="8e96a2"/>
                </a:solidFill>
                <a:latin typeface="Arial"/>
                <a:ea typeface="Arial"/>
                <a:cs typeface="Arial"/>
              </a:defRPr>
            </a:defPPr>
            <a:lvl1pPr algn="l">
              <a:defRPr sz="2213" b="1">
                <a:solidFill>
                  <a:srgbClr val="8e96a2"/>
                </a:solidFill>
                <a:latin typeface="Arial"/>
                <a:ea typeface="Arial"/>
                <a:cs typeface="Arial"/>
              </a:defRPr>
            </a:lvl1pPr>
            <a:lvl2pPr algn="l">
              <a:defRPr sz="2213" b="1">
                <a:solidFill>
                  <a:srgbClr val="8e96a2"/>
                </a:solidFill>
                <a:latin typeface="Arial"/>
                <a:ea typeface="Arial"/>
                <a:cs typeface="Arial"/>
              </a:defRPr>
            </a:lvl2pPr>
            <a:lvl3pPr algn="l">
              <a:defRPr sz="2213" b="1">
                <a:solidFill>
                  <a:srgbClr val="8e96a2"/>
                </a:solidFill>
                <a:latin typeface="Arial"/>
                <a:ea typeface="Arial"/>
                <a:cs typeface="Arial"/>
              </a:defRPr>
            </a:lvl3pPr>
            <a:lvl4pPr algn="l">
              <a:defRPr sz="2213" b="1">
                <a:solidFill>
                  <a:srgbClr val="8e96a2"/>
                </a:solidFill>
                <a:latin typeface="Arial"/>
                <a:ea typeface="Arial"/>
                <a:cs typeface="Arial"/>
              </a:defRPr>
            </a:lvl4pPr>
            <a:lvl5pPr algn="l">
              <a:defRPr sz="2213" b="1">
                <a:solidFill>
                  <a:srgbClr val="8e96a2"/>
                </a:solidFill>
                <a:latin typeface="Arial"/>
                <a:ea typeface="Arial"/>
                <a:cs typeface="Arial"/>
              </a:defRPr>
            </a:lvl5pPr>
            <a:lvl6pPr algn="l">
              <a:defRPr sz="2213" b="1">
                <a:solidFill>
                  <a:srgbClr val="8e96a2"/>
                </a:solidFill>
                <a:latin typeface="Arial"/>
                <a:ea typeface="Arial"/>
                <a:cs typeface="Arial"/>
              </a:defRPr>
            </a:lvl6pPr>
            <a:lvl7pPr algn="l">
              <a:defRPr sz="2213" b="1">
                <a:solidFill>
                  <a:srgbClr val="8e96a2"/>
                </a:solidFill>
                <a:latin typeface="Arial"/>
                <a:ea typeface="Arial"/>
                <a:cs typeface="Arial"/>
              </a:defRPr>
            </a:lvl7pPr>
            <a:lvl8pPr algn="l">
              <a:defRPr sz="2213" b="1">
                <a:solidFill>
                  <a:srgbClr val="8e96a2"/>
                </a:solidFill>
                <a:latin typeface="Arial"/>
                <a:ea typeface="Arial"/>
                <a:cs typeface="Arial"/>
              </a:defRPr>
            </a:lvl8pPr>
            <a:lvl9pPr algn="l">
              <a:defRPr sz="2213" b="1">
                <a:solidFill>
                  <a:srgbClr val="8e96a2"/>
                </a:solidFill>
                <a:latin typeface="Arial"/>
                <a:ea typeface="Arial"/>
                <a:cs typeface="Arial"/>
              </a:defRPr>
            </a:lvl9pPr>
          </a:lstStyle>
          <a:p xmlns:a="http://schemas.openxmlformats.org/drawingml/2006/main">
            <a:pPr algn="l">
              <a:defRPr sz="2213" b="1">
                <a:solidFill>
                  <a:srgbClr val="8e96a2"/>
                </a:solidFill>
                <a:latin typeface="Arial"/>
                <a:ea typeface="Arial"/>
                <a:cs typeface="Arial"/>
              </a:defRPr>
            </a:pPr>
            <a:r>
              <a:rPr sz="2213" b="1">
                <a:solidFill>
                  <a:srgbClr val="8e96a2"/>
                </a:solidFill>
                <a:latin typeface="Arial"/>
                <a:ea typeface="Arial"/>
                <a:cs typeface="Arial"/>
              </a:rPr>
              <a:t>Internet</a:t>
            </a:r>
          </a:p>
        </p:txBody>
      </p:sp>
    </p:spTree>
    <p:extLst>
      <p:ext uri="{BB962C8B-B14F-4D97-AF65-F5344CB8AC3E}">
        <p14:creationId xmlns:p14="http://schemas.microsoft.com/office/powerpoint/2010/main" val="382457258"/>
      </p:ext>
    </p:extLst>
  </p:cSld>
</p:sld>
</file>

<file path=ppt/slides/slide4.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53" name="f66">
            <a:extLst xmlns:a="http://schemas.openxmlformats.org/drawingml/2006/main">
              <a:ext uri="{FF2B5EF4-FFF2-40B4-BE49-F238E27FC236}">
                <a16:creationId xmlns:a16="http://schemas.microsoft.com/office/drawing/2014/main" id="{312A2E53-ADCA-44D7-9FDF-26F87BF58576}"/>
              </a:ext>
            </a:extLst>
          </p:cNvPr>
          <p:cNvSpPr>
            <a:spLocks xmlns:a="http://schemas.openxmlformats.org/drawingml/2006/main" noGrp="1"/>
          </p:cNvSpPr>
          <p:nvPr/>
        </p:nvSpPr>
        <p:spPr>
          <a:xfrm xmlns:a="http://schemas.openxmlformats.org/drawingml/2006/main">
            <a:off x="1066800" y="6667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52627B"/>
                </a:solidFill>
                <a:latin typeface="Arial"/>
                <a:ea typeface="Arial"/>
                <a:cs typeface="Arial"/>
              </a:defRPr>
            </a:defPPr>
            <a:lvl1pPr algn="l">
              <a:defRPr sz="1500" b="0">
                <a:solidFill>
                  <a:srgbClr val="52627B"/>
                </a:solidFill>
                <a:latin typeface="Arial"/>
                <a:ea typeface="Arial"/>
                <a:cs typeface="Arial"/>
              </a:defRPr>
            </a:lvl1pPr>
            <a:lvl2pPr algn="l">
              <a:defRPr sz="1500" b="0">
                <a:solidFill>
                  <a:srgbClr val="52627B"/>
                </a:solidFill>
                <a:latin typeface="Arial"/>
                <a:ea typeface="Arial"/>
                <a:cs typeface="Arial"/>
              </a:defRPr>
            </a:lvl2pPr>
            <a:lvl3pPr algn="l">
              <a:defRPr sz="1500" b="0">
                <a:solidFill>
                  <a:srgbClr val="52627B"/>
                </a:solidFill>
                <a:latin typeface="Arial"/>
                <a:ea typeface="Arial"/>
                <a:cs typeface="Arial"/>
              </a:defRPr>
            </a:lvl3pPr>
            <a:lvl4pPr algn="l">
              <a:defRPr sz="1500" b="0">
                <a:solidFill>
                  <a:srgbClr val="52627B"/>
                </a:solidFill>
                <a:latin typeface="Arial"/>
                <a:ea typeface="Arial"/>
                <a:cs typeface="Arial"/>
              </a:defRPr>
            </a:lvl4pPr>
            <a:lvl5pPr algn="l">
              <a:defRPr sz="1500" b="0">
                <a:solidFill>
                  <a:srgbClr val="52627B"/>
                </a:solidFill>
                <a:latin typeface="Arial"/>
                <a:ea typeface="Arial"/>
                <a:cs typeface="Arial"/>
              </a:defRPr>
            </a:lvl5pPr>
            <a:lvl6pPr algn="l">
              <a:defRPr sz="1500" b="0">
                <a:solidFill>
                  <a:srgbClr val="52627B"/>
                </a:solidFill>
                <a:latin typeface="Arial"/>
                <a:ea typeface="Arial"/>
                <a:cs typeface="Arial"/>
              </a:defRPr>
            </a:lvl6pPr>
            <a:lvl7pPr algn="l">
              <a:defRPr sz="1500" b="0">
                <a:solidFill>
                  <a:srgbClr val="52627B"/>
                </a:solidFill>
                <a:latin typeface="Arial"/>
                <a:ea typeface="Arial"/>
                <a:cs typeface="Arial"/>
              </a:defRPr>
            </a:lvl7pPr>
            <a:lvl8pPr algn="l">
              <a:defRPr sz="1500" b="0">
                <a:solidFill>
                  <a:srgbClr val="52627B"/>
                </a:solidFill>
                <a:latin typeface="Arial"/>
                <a:ea typeface="Arial"/>
                <a:cs typeface="Arial"/>
              </a:defRPr>
            </a:lvl8pPr>
            <a:lvl9pPr algn="l">
              <a:defRPr sz="1500" b="0">
                <a:solidFill>
                  <a:srgbClr val="52627B"/>
                </a:solidFill>
                <a:latin typeface="Arial"/>
                <a:ea typeface="Arial"/>
                <a:cs typeface="Arial"/>
              </a:defRPr>
            </a:lvl9pPr>
          </a:lstStyle>
          <a:p xmlns:a="http://schemas.openxmlformats.org/drawingml/2006/main">
            <a:pPr algn="l">
              <a:defRPr sz="1500" b="0">
                <a:solidFill>
                  <a:srgbClr val="52627B"/>
                </a:solidFill>
                <a:latin typeface="Arial"/>
                <a:ea typeface="Arial"/>
                <a:cs typeface="Arial"/>
              </a:defRPr>
            </a:pPr>
            <a:r>
              <a:rPr sz="1500" b="0">
                <a:solidFill>
                  <a:srgbClr val="52627B"/>
                </a:solidFill>
                <a:latin typeface="Arial"/>
                <a:ea typeface="Arial"/>
                <a:cs typeface="Arial"/>
              </a:rPr>
              <a:t>CONTRIBUTI DELLA TESI</a:t>
            </a:r>
          </a:p>
        </p:txBody>
      </p:sp>
      <p:sp>
        <p:nvSpPr>
          <p:cNvPr id="2" name="f67">
            <a:extLst xmlns:a="http://schemas.openxmlformats.org/drawingml/2006/main">
              <a:ext uri="{FF2B5EF4-FFF2-40B4-BE49-F238E27FC236}">
                <a16:creationId xmlns:a16="http://schemas.microsoft.com/office/drawing/2014/main" id="{C759C9C2-3F79-4FDA-91B1-815A6E0934BD}"/>
              </a:ext>
            </a:extLst>
          </p:cNvPr>
          <p:cNvSpPr>
            <a:spLocks xmlns:a="http://schemas.openxmlformats.org/drawingml/2006/main" noGrp="1"/>
          </p:cNvSpPr>
          <p:nvPr/>
        </p:nvSpPr>
        <p:spPr>
          <a:xfrm xmlns:a="http://schemas.openxmlformats.org/drawingml/2006/main">
            <a:off x="12858750" y="66675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350" b="0">
                <a:solidFill>
                  <a:srgbClr val="52627B"/>
                </a:solidFill>
                <a:latin typeface="Arial"/>
                <a:ea typeface="Arial"/>
                <a:cs typeface="Arial"/>
              </a:defRPr>
            </a:defPPr>
            <a:lvl1pPr algn="r">
              <a:defRPr sz="1350" b="0">
                <a:solidFill>
                  <a:srgbClr val="52627B"/>
                </a:solidFill>
                <a:latin typeface="Arial"/>
                <a:ea typeface="Arial"/>
                <a:cs typeface="Arial"/>
              </a:defRPr>
            </a:lvl1pPr>
            <a:lvl2pPr algn="r">
              <a:defRPr sz="1350" b="0">
                <a:solidFill>
                  <a:srgbClr val="52627B"/>
                </a:solidFill>
                <a:latin typeface="Arial"/>
                <a:ea typeface="Arial"/>
                <a:cs typeface="Arial"/>
              </a:defRPr>
            </a:lvl2pPr>
            <a:lvl3pPr algn="r">
              <a:defRPr sz="1350" b="0">
                <a:solidFill>
                  <a:srgbClr val="52627B"/>
                </a:solidFill>
                <a:latin typeface="Arial"/>
                <a:ea typeface="Arial"/>
                <a:cs typeface="Arial"/>
              </a:defRPr>
            </a:lvl3pPr>
            <a:lvl4pPr algn="r">
              <a:defRPr sz="1350" b="0">
                <a:solidFill>
                  <a:srgbClr val="52627B"/>
                </a:solidFill>
                <a:latin typeface="Arial"/>
                <a:ea typeface="Arial"/>
                <a:cs typeface="Arial"/>
              </a:defRPr>
            </a:lvl4pPr>
            <a:lvl5pPr algn="r">
              <a:defRPr sz="1350" b="0">
                <a:solidFill>
                  <a:srgbClr val="52627B"/>
                </a:solidFill>
                <a:latin typeface="Arial"/>
                <a:ea typeface="Arial"/>
                <a:cs typeface="Arial"/>
              </a:defRPr>
            </a:lvl5pPr>
            <a:lvl6pPr algn="r">
              <a:defRPr sz="1350" b="0">
                <a:solidFill>
                  <a:srgbClr val="52627B"/>
                </a:solidFill>
                <a:latin typeface="Arial"/>
                <a:ea typeface="Arial"/>
                <a:cs typeface="Arial"/>
              </a:defRPr>
            </a:lvl6pPr>
            <a:lvl7pPr algn="r">
              <a:defRPr sz="1350" b="0">
                <a:solidFill>
                  <a:srgbClr val="52627B"/>
                </a:solidFill>
                <a:latin typeface="Arial"/>
                <a:ea typeface="Arial"/>
                <a:cs typeface="Arial"/>
              </a:defRPr>
            </a:lvl7pPr>
            <a:lvl8pPr algn="r">
              <a:defRPr sz="1350" b="0">
                <a:solidFill>
                  <a:srgbClr val="52627B"/>
                </a:solidFill>
                <a:latin typeface="Arial"/>
                <a:ea typeface="Arial"/>
                <a:cs typeface="Arial"/>
              </a:defRPr>
            </a:lvl8pPr>
            <a:lvl9pPr algn="r">
              <a:defRPr sz="1350" b="0">
                <a:solidFill>
                  <a:srgbClr val="52627B"/>
                </a:solidFill>
                <a:latin typeface="Arial"/>
                <a:ea typeface="Arial"/>
                <a:cs typeface="Arial"/>
              </a:defRPr>
            </a:lvl9pPr>
          </a:lstStyle>
          <a:p xmlns:a="http://schemas.openxmlformats.org/drawingml/2006/main">
            <a:pPr algn="r">
              <a:defRPr sz="1350" b="0">
                <a:solidFill>
                  <a:srgbClr val="52627B"/>
                </a:solidFill>
                <a:latin typeface="Arial"/>
                <a:ea typeface="Arial"/>
                <a:cs typeface="Arial"/>
              </a:defRPr>
            </a:pPr>
            <a:r>
              <a:rPr sz="1350" b="0">
                <a:solidFill>
                  <a:srgbClr val="52627B"/>
                </a:solidFill>
                <a:latin typeface="Arial"/>
                <a:ea typeface="Arial"/>
                <a:cs typeface="Arial"/>
              </a:rPr>
              <a:t>04 / 09</a:t>
            </a:r>
          </a:p>
        </p:txBody>
      </p:sp>
      <p:sp>
        <p:nvSpPr>
          <p:cNvPr id="3" name="f68">
            <a:extLst xmlns:a="http://schemas.openxmlformats.org/drawingml/2006/main">
              <a:ext uri="{FF2B5EF4-FFF2-40B4-BE49-F238E27FC236}">
                <a16:creationId xmlns:a16="http://schemas.microsoft.com/office/drawing/2014/main" id="{6F3A4EF3-4FD8-4B3E-AF07-A27A5A340FCF}"/>
              </a:ext>
            </a:extLst>
          </p:cNvPr>
          <p:cNvSpPr>
            <a:spLocks xmlns:a="http://schemas.openxmlformats.org/drawingml/2006/main" noGrp="1"/>
          </p:cNvSpPr>
          <p:nvPr/>
        </p:nvSpPr>
        <p:spPr>
          <a:xfrm xmlns:a="http://schemas.openxmlformats.org/drawingml/2006/main">
            <a:off x="1066800" y="1200150"/>
            <a:ext cx="13106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Arial"/>
                <a:ea typeface="Arial"/>
                <a:cs typeface="Arial"/>
              </a:defRPr>
            </a:defPPr>
            <a:lvl1pPr algn="l">
              <a:defRPr sz="4050" b="1">
                <a:solidFill>
                  <a:srgbClr val="182536"/>
                </a:solidFill>
                <a:latin typeface="Arial"/>
                <a:ea typeface="Arial"/>
                <a:cs typeface="Arial"/>
              </a:defRPr>
            </a:lvl1pPr>
            <a:lvl2pPr algn="l">
              <a:defRPr sz="4050" b="1">
                <a:solidFill>
                  <a:srgbClr val="182536"/>
                </a:solidFill>
                <a:latin typeface="Arial"/>
                <a:ea typeface="Arial"/>
                <a:cs typeface="Arial"/>
              </a:defRPr>
            </a:lvl2pPr>
            <a:lvl3pPr algn="l">
              <a:defRPr sz="4050" b="1">
                <a:solidFill>
                  <a:srgbClr val="182536"/>
                </a:solidFill>
                <a:latin typeface="Arial"/>
                <a:ea typeface="Arial"/>
                <a:cs typeface="Arial"/>
              </a:defRPr>
            </a:lvl3pPr>
            <a:lvl4pPr algn="l">
              <a:defRPr sz="4050" b="1">
                <a:solidFill>
                  <a:srgbClr val="182536"/>
                </a:solidFill>
                <a:latin typeface="Arial"/>
                <a:ea typeface="Arial"/>
                <a:cs typeface="Arial"/>
              </a:defRPr>
            </a:lvl4pPr>
            <a:lvl5pPr algn="l">
              <a:defRPr sz="4050" b="1">
                <a:solidFill>
                  <a:srgbClr val="182536"/>
                </a:solidFill>
                <a:latin typeface="Arial"/>
                <a:ea typeface="Arial"/>
                <a:cs typeface="Arial"/>
              </a:defRPr>
            </a:lvl5pPr>
            <a:lvl6pPr algn="l">
              <a:defRPr sz="4050" b="1">
                <a:solidFill>
                  <a:srgbClr val="182536"/>
                </a:solidFill>
                <a:latin typeface="Arial"/>
                <a:ea typeface="Arial"/>
                <a:cs typeface="Arial"/>
              </a:defRPr>
            </a:lvl6pPr>
            <a:lvl7pPr algn="l">
              <a:defRPr sz="4050" b="1">
                <a:solidFill>
                  <a:srgbClr val="182536"/>
                </a:solidFill>
                <a:latin typeface="Arial"/>
                <a:ea typeface="Arial"/>
                <a:cs typeface="Arial"/>
              </a:defRPr>
            </a:lvl7pPr>
            <a:lvl8pPr algn="l">
              <a:defRPr sz="4050" b="1">
                <a:solidFill>
                  <a:srgbClr val="182536"/>
                </a:solidFill>
                <a:latin typeface="Arial"/>
                <a:ea typeface="Arial"/>
                <a:cs typeface="Arial"/>
              </a:defRPr>
            </a:lvl8pPr>
            <a:lvl9pPr algn="l">
              <a:defRPr sz="4050" b="1">
                <a:solidFill>
                  <a:srgbClr val="182536"/>
                </a:solidFill>
                <a:latin typeface="Arial"/>
                <a:ea typeface="Arial"/>
                <a:cs typeface="Arial"/>
              </a:defRPr>
            </a:lvl9pPr>
          </a:lstStyle>
          <a:p xmlns:a="http://schemas.openxmlformats.org/drawingml/2006/main">
            <a:pPr algn="l">
              <a:defRPr sz="4050" b="1">
                <a:solidFill>
                  <a:srgbClr val="182536"/>
                </a:solidFill>
                <a:latin typeface="Arial"/>
                <a:ea typeface="Arial"/>
                <a:cs typeface="Arial"/>
              </a:defRPr>
            </a:pPr>
            <a:r>
              <a:rPr sz="4050" b="1">
                <a:solidFill>
                  <a:srgbClr val="182536"/>
                </a:solidFill>
                <a:latin typeface="Arial"/>
                <a:ea typeface="Arial"/>
                <a:cs typeface="Arial"/>
              </a:rPr>
              <a:t>Dagli SCAS al DSL</a:t>
            </a:r>
          </a:p>
        </p:txBody>
      </p:sp>
      <p:sp>
        <p:nvSpPr>
          <p:cNvPr id="4" name="f69">
            <a:extLst xmlns:a="http://schemas.openxmlformats.org/drawingml/2006/main">
              <a:ext uri="{FF2B5EF4-FFF2-40B4-BE49-F238E27FC236}">
                <a16:creationId xmlns:a16="http://schemas.microsoft.com/office/drawing/2014/main" id="{7A277C7F-75C1-4651-877F-9C2C157B7C71}"/>
              </a:ext>
            </a:extLst>
          </p:cNvPr>
          <p:cNvSpPr>
            <a:spLocks xmlns:a="http://schemas.openxmlformats.org/drawingml/2006/main" noGrp="1"/>
          </p:cNvSpPr>
          <p:nvPr/>
        </p:nvSpPr>
        <p:spPr>
          <a:xfrm xmlns:a="http://schemas.openxmlformats.org/drawingml/2006/main">
            <a:off x="1066800" y="2000250"/>
            <a:ext cx="1310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27B"/>
                </a:solidFill>
                <a:latin typeface="Arial"/>
                <a:ea typeface="Arial"/>
                <a:cs typeface="Arial"/>
              </a:defRPr>
            </a:defPPr>
            <a:lvl1pPr algn="l">
              <a:defRPr sz="2025" b="0">
                <a:solidFill>
                  <a:srgbClr val="52627B"/>
                </a:solidFill>
                <a:latin typeface="Arial"/>
                <a:ea typeface="Arial"/>
                <a:cs typeface="Arial"/>
              </a:defRPr>
            </a:lvl1pPr>
            <a:lvl2pPr algn="l">
              <a:defRPr sz="2025" b="0">
                <a:solidFill>
                  <a:srgbClr val="52627B"/>
                </a:solidFill>
                <a:latin typeface="Arial"/>
                <a:ea typeface="Arial"/>
                <a:cs typeface="Arial"/>
              </a:defRPr>
            </a:lvl2pPr>
            <a:lvl3pPr algn="l">
              <a:defRPr sz="2025" b="0">
                <a:solidFill>
                  <a:srgbClr val="52627B"/>
                </a:solidFill>
                <a:latin typeface="Arial"/>
                <a:ea typeface="Arial"/>
                <a:cs typeface="Arial"/>
              </a:defRPr>
            </a:lvl3pPr>
            <a:lvl4pPr algn="l">
              <a:defRPr sz="2025" b="0">
                <a:solidFill>
                  <a:srgbClr val="52627B"/>
                </a:solidFill>
                <a:latin typeface="Arial"/>
                <a:ea typeface="Arial"/>
                <a:cs typeface="Arial"/>
              </a:defRPr>
            </a:lvl4pPr>
            <a:lvl5pPr algn="l">
              <a:defRPr sz="2025" b="0">
                <a:solidFill>
                  <a:srgbClr val="52627B"/>
                </a:solidFill>
                <a:latin typeface="Arial"/>
                <a:ea typeface="Arial"/>
                <a:cs typeface="Arial"/>
              </a:defRPr>
            </a:lvl5pPr>
            <a:lvl6pPr algn="l">
              <a:defRPr sz="2025" b="0">
                <a:solidFill>
                  <a:srgbClr val="52627B"/>
                </a:solidFill>
                <a:latin typeface="Arial"/>
                <a:ea typeface="Arial"/>
                <a:cs typeface="Arial"/>
              </a:defRPr>
            </a:lvl6pPr>
            <a:lvl7pPr algn="l">
              <a:defRPr sz="2025" b="0">
                <a:solidFill>
                  <a:srgbClr val="52627B"/>
                </a:solidFill>
                <a:latin typeface="Arial"/>
                <a:ea typeface="Arial"/>
                <a:cs typeface="Arial"/>
              </a:defRPr>
            </a:lvl7pPr>
            <a:lvl8pPr algn="l">
              <a:defRPr sz="2025" b="0">
                <a:solidFill>
                  <a:srgbClr val="52627B"/>
                </a:solidFill>
                <a:latin typeface="Arial"/>
                <a:ea typeface="Arial"/>
                <a:cs typeface="Arial"/>
              </a:defRPr>
            </a:lvl8pPr>
            <a:lvl9pPr algn="l">
              <a:defRPr sz="2025" b="0">
                <a:solidFill>
                  <a:srgbClr val="52627B"/>
                </a:solidFill>
                <a:latin typeface="Arial"/>
                <a:ea typeface="Arial"/>
                <a:cs typeface="Arial"/>
              </a:defRPr>
            </a:lvl9pPr>
          </a:lstStyle>
          <a:p xmlns:a="http://schemas.openxmlformats.org/drawingml/2006/main">
            <a:pPr algn="l">
              <a:defRPr sz="2025" b="0">
                <a:solidFill>
                  <a:srgbClr val="52627B"/>
                </a:solidFill>
                <a:latin typeface="Arial"/>
                <a:ea typeface="Arial"/>
                <a:cs typeface="Arial"/>
              </a:defRPr>
            </a:pPr>
            <a:r>
              <a:rPr sz="2025" b="0">
                <a:solidFill>
                  <a:srgbClr val="52627B"/>
                </a:solidFill>
                <a:latin typeface="Arial"/>
                <a:ea typeface="Arial"/>
                <a:cs typeface="Arial"/>
              </a:rPr>
              <a:t>Le SCAS descrivono i test di sicurezza in linguaggio naturale.</a:t>
            </a:r>
          </a:p>
        </p:txBody>
      </p:sp>
      <p:sp>
        <p:nvSpPr>
          <p:cNvPr id="7" name="f72">
            <a:extLst xmlns:a="http://schemas.openxmlformats.org/drawingml/2006/main">
              <a:ext uri="{FF2B5EF4-FFF2-40B4-BE49-F238E27FC236}">
                <a16:creationId xmlns:a16="http://schemas.microsoft.com/office/drawing/2014/main" id="{E55B521F-BF3E-40E0-8F32-38FBF58AB5F6}"/>
              </a:ext>
            </a:extLst>
          </p:cNvPr>
          <p:cNvSpPr>
            <a:spLocks xmlns:a="http://schemas.openxmlformats.org/drawingml/2006/main" noGrp="1"/>
          </p:cNvSpPr>
          <p:nvPr/>
        </p:nvSpPr>
        <p:spPr>
          <a:xfrm xmlns:a="http://schemas.openxmlformats.org/drawingml/2006/main">
            <a:off x="1066800" y="2647950"/>
            <a:ext cx="5905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1">
                <a:solidFill>
                  <a:srgbClr val="182536"/>
                </a:solidFill>
                <a:latin typeface="Arial"/>
                <a:ea typeface="Arial"/>
                <a:cs typeface="Arial"/>
              </a:defRPr>
            </a:defPPr>
            <a:lvl1pPr algn="l">
              <a:defRPr sz="2400" b="1">
                <a:solidFill>
                  <a:srgbClr val="182536"/>
                </a:solidFill>
                <a:latin typeface="Arial"/>
                <a:ea typeface="Arial"/>
                <a:cs typeface="Arial"/>
              </a:defRPr>
            </a:lvl1pPr>
            <a:lvl2pPr algn="l">
              <a:defRPr sz="2400" b="1">
                <a:solidFill>
                  <a:srgbClr val="182536"/>
                </a:solidFill>
                <a:latin typeface="Arial"/>
                <a:ea typeface="Arial"/>
                <a:cs typeface="Arial"/>
              </a:defRPr>
            </a:lvl2pPr>
            <a:lvl3pPr algn="l">
              <a:defRPr sz="2400" b="1">
                <a:solidFill>
                  <a:srgbClr val="182536"/>
                </a:solidFill>
                <a:latin typeface="Arial"/>
                <a:ea typeface="Arial"/>
                <a:cs typeface="Arial"/>
              </a:defRPr>
            </a:lvl3pPr>
            <a:lvl4pPr algn="l">
              <a:defRPr sz="2400" b="1">
                <a:solidFill>
                  <a:srgbClr val="182536"/>
                </a:solidFill>
                <a:latin typeface="Arial"/>
                <a:ea typeface="Arial"/>
                <a:cs typeface="Arial"/>
              </a:defRPr>
            </a:lvl4pPr>
            <a:lvl5pPr algn="l">
              <a:defRPr sz="2400" b="1">
                <a:solidFill>
                  <a:srgbClr val="182536"/>
                </a:solidFill>
                <a:latin typeface="Arial"/>
                <a:ea typeface="Arial"/>
                <a:cs typeface="Arial"/>
              </a:defRPr>
            </a:lvl5pPr>
            <a:lvl6pPr algn="l">
              <a:defRPr sz="2400" b="1">
                <a:solidFill>
                  <a:srgbClr val="182536"/>
                </a:solidFill>
                <a:latin typeface="Arial"/>
                <a:ea typeface="Arial"/>
                <a:cs typeface="Arial"/>
              </a:defRPr>
            </a:lvl6pPr>
            <a:lvl7pPr algn="l">
              <a:defRPr sz="2400" b="1">
                <a:solidFill>
                  <a:srgbClr val="182536"/>
                </a:solidFill>
                <a:latin typeface="Arial"/>
                <a:ea typeface="Arial"/>
                <a:cs typeface="Arial"/>
              </a:defRPr>
            </a:lvl7pPr>
            <a:lvl8pPr algn="l">
              <a:defRPr sz="2400" b="1">
                <a:solidFill>
                  <a:srgbClr val="182536"/>
                </a:solidFill>
                <a:latin typeface="Arial"/>
                <a:ea typeface="Arial"/>
                <a:cs typeface="Arial"/>
              </a:defRPr>
            </a:lvl8pPr>
            <a:lvl9pPr algn="l">
              <a:defRPr sz="2400" b="1">
                <a:solidFill>
                  <a:srgbClr val="182536"/>
                </a:solidFill>
                <a:latin typeface="Arial"/>
                <a:ea typeface="Arial"/>
                <a:cs typeface="Arial"/>
              </a:defRPr>
            </a:lvl9pPr>
          </a:lstStyle>
          <a:p xmlns:a="http://schemas.openxmlformats.org/drawingml/2006/main">
            <a:pPr algn="l">
              <a:defRPr sz="2400" b="1">
                <a:solidFill>
                  <a:srgbClr val="182536"/>
                </a:solidFill>
                <a:latin typeface="Arial"/>
                <a:ea typeface="Arial"/>
                <a:cs typeface="Arial"/>
              </a:defRPr>
            </a:pPr>
            <a:r>
              <a:rPr sz="2400" b="1">
                <a:solidFill>
                  <a:srgbClr val="182536"/>
                </a:solidFill>
                <a:latin typeface="Arial"/>
                <a:ea typeface="Arial"/>
                <a:cs typeface="Arial"/>
              </a:rPr>
              <a:t>Specifiche SCAS</a:t>
            </a:r>
          </a:p>
        </p:txBody>
      </p:sp>
      <p:sp>
        <p:nvSpPr>
          <p:cNvPr id="8" name="f73">
            <a:extLst xmlns:a="http://schemas.openxmlformats.org/drawingml/2006/main">
              <a:ext uri="{FF2B5EF4-FFF2-40B4-BE49-F238E27FC236}">
                <a16:creationId xmlns:a16="http://schemas.microsoft.com/office/drawing/2014/main" id="{827F4E8A-BCE4-4527-A3D4-5303B7D012D2}"/>
              </a:ext>
            </a:extLst>
          </p:cNvPr>
          <p:cNvSpPr>
            <a:spLocks xmlns:a="http://schemas.openxmlformats.org/drawingml/2006/main" noGrp="1"/>
          </p:cNvSpPr>
          <p:nvPr/>
        </p:nvSpPr>
        <p:spPr>
          <a:xfrm xmlns:a="http://schemas.openxmlformats.org/drawingml/2006/main">
            <a:off x="1066800" y="3095625"/>
            <a:ext cx="6191250" cy="1400175"/>
          </a:xfrm>
          <a:prstGeom xmlns:a="http://schemas.openxmlformats.org/drawingml/2006/main" prst="roundRect">
            <a:avLst>
              <a:gd name="adj" fmla="val 10884"/>
            </a:avLst>
          </a:prstGeom>
          <a:solidFill xmlns:a="http://schemas.openxmlformats.org/drawingml/2006/main">
            <a:srgbClr val="FFFFFF"/>
          </a:solidFill>
          <a:ln xmlns:a="http://schemas.openxmlformats.org/drawingml/2006/main" w="17145">
            <a:solidFill>
              <a:srgbClr val="D9E3EF"/>
            </a:solidFill>
            <a:prstDash val="solid"/>
          </a:ln>
        </p:spPr>
        <p:txBody xmlns:a="http://schemas.openxmlformats.org/drawingml/2006/main">
          <a:bodyPr/>
          <a:p/>
        </p:txBody>
      </p:sp>
      <p:sp>
        <p:nvSpPr>
          <p:cNvPr id="9" name="f74">
            <a:extLst xmlns:a="http://schemas.openxmlformats.org/drawingml/2006/main">
              <a:ext uri="{FF2B5EF4-FFF2-40B4-BE49-F238E27FC236}">
                <a16:creationId xmlns:a16="http://schemas.microsoft.com/office/drawing/2014/main" id="{B39358E4-5900-4E59-A281-46C6FD18615D}"/>
              </a:ext>
            </a:extLst>
          </p:cNvPr>
          <p:cNvSpPr>
            <a:spLocks xmlns:a="http://schemas.openxmlformats.org/drawingml/2006/main" noGrp="1"/>
          </p:cNvSpPr>
          <p:nvPr/>
        </p:nvSpPr>
        <p:spPr>
          <a:xfrm xmlns:a="http://schemas.openxmlformats.org/drawingml/2006/main">
            <a:off x="1276350" y="3257550"/>
            <a:ext cx="5810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a:solidFill>
                  <a:srgbClr val="4264D0"/>
                </a:solidFill>
                <a:latin typeface="Arial"/>
                <a:ea typeface="Arial"/>
                <a:cs typeface="Arial"/>
              </a:defRPr>
            </a:defPPr>
            <a:lvl1pPr algn="l">
              <a:defRPr sz="1725" b="1">
                <a:solidFill>
                  <a:srgbClr val="4264D0"/>
                </a:solidFill>
                <a:latin typeface="Arial"/>
                <a:ea typeface="Arial"/>
                <a:cs typeface="Arial"/>
              </a:defRPr>
            </a:lvl1pPr>
            <a:lvl2pPr algn="l">
              <a:defRPr sz="1725" b="1">
                <a:solidFill>
                  <a:srgbClr val="4264D0"/>
                </a:solidFill>
                <a:latin typeface="Arial"/>
                <a:ea typeface="Arial"/>
                <a:cs typeface="Arial"/>
              </a:defRPr>
            </a:lvl2pPr>
            <a:lvl3pPr algn="l">
              <a:defRPr sz="1725" b="1">
                <a:solidFill>
                  <a:srgbClr val="4264D0"/>
                </a:solidFill>
                <a:latin typeface="Arial"/>
                <a:ea typeface="Arial"/>
                <a:cs typeface="Arial"/>
              </a:defRPr>
            </a:lvl3pPr>
            <a:lvl4pPr algn="l">
              <a:defRPr sz="1725" b="1">
                <a:solidFill>
                  <a:srgbClr val="4264D0"/>
                </a:solidFill>
                <a:latin typeface="Arial"/>
                <a:ea typeface="Arial"/>
                <a:cs typeface="Arial"/>
              </a:defRPr>
            </a:lvl4pPr>
            <a:lvl5pPr algn="l">
              <a:defRPr sz="1725" b="1">
                <a:solidFill>
                  <a:srgbClr val="4264D0"/>
                </a:solidFill>
                <a:latin typeface="Arial"/>
                <a:ea typeface="Arial"/>
                <a:cs typeface="Arial"/>
              </a:defRPr>
            </a:lvl5pPr>
            <a:lvl6pPr algn="l">
              <a:defRPr sz="1725" b="1">
                <a:solidFill>
                  <a:srgbClr val="4264D0"/>
                </a:solidFill>
                <a:latin typeface="Arial"/>
                <a:ea typeface="Arial"/>
                <a:cs typeface="Arial"/>
              </a:defRPr>
            </a:lvl6pPr>
            <a:lvl7pPr algn="l">
              <a:defRPr sz="1725" b="1">
                <a:solidFill>
                  <a:srgbClr val="4264D0"/>
                </a:solidFill>
                <a:latin typeface="Arial"/>
                <a:ea typeface="Arial"/>
                <a:cs typeface="Arial"/>
              </a:defRPr>
            </a:lvl7pPr>
            <a:lvl8pPr algn="l">
              <a:defRPr sz="1725" b="1">
                <a:solidFill>
                  <a:srgbClr val="4264D0"/>
                </a:solidFill>
                <a:latin typeface="Arial"/>
                <a:ea typeface="Arial"/>
                <a:cs typeface="Arial"/>
              </a:defRPr>
            </a:lvl8pPr>
            <a:lvl9pPr algn="l">
              <a:defRPr sz="1725" b="1">
                <a:solidFill>
                  <a:srgbClr val="4264D0"/>
                </a:solidFill>
                <a:latin typeface="Arial"/>
                <a:ea typeface="Arial"/>
                <a:cs typeface="Arial"/>
              </a:defRPr>
            </a:lvl9pPr>
          </a:lstStyle>
          <a:p xmlns:a="http://schemas.openxmlformats.org/drawingml/2006/main">
            <a:pPr algn="l">
              <a:defRPr sz="1725" b="1">
                <a:solidFill>
                  <a:srgbClr val="4264D0"/>
                </a:solidFill>
                <a:latin typeface="Arial"/>
                <a:ea typeface="Arial"/>
                <a:cs typeface="Arial"/>
              </a:defRPr>
            </a:pPr>
            <a:r>
              <a:rPr sz="1725" b="1">
                <a:solidFill>
                  <a:srgbClr val="4264D0"/>
                </a:solidFill>
                <a:latin typeface="Arial"/>
                <a:ea typeface="Arial"/>
                <a:cs typeface="Arial"/>
              </a:rPr>
              <a:t>3GPP TS 33.512 · AMF · p. 9</a:t>
            </a:r>
          </a:p>
        </p:txBody>
      </p:sp>
      <p:pic>
        <p:nvPicPr>
          <p:cNvPr id="10" name="f75">
            <a:extLst xmlns:a="http://schemas.openxmlformats.org/drawingml/2006/main">
              <a:ext uri="{FF2B5EF4-FFF2-40B4-BE49-F238E27FC236}">
                <a16:creationId xmlns:a16="http://schemas.microsoft.com/office/drawing/2014/main" id="{9FB259DB-629E-49C8-963B-96BC9685059F}"/>
              </a:ext>
            </a:extLst>
          </p:cNvPr>
          <p:cNvPicPr>
            <a:picLocks xmlns:a="http://schemas.openxmlformats.org/drawingml/2006/main" noChangeAspect="1"/>
          </p:cNvPicPr>
          <p:nvPr/>
        </p:nvPicPr>
        <p:blipFill>
          <a:blip xmlns:r="http://schemas.openxmlformats.org/officeDocument/2006/relationships" xmlns:a="http://schemas.openxmlformats.org/drawingml/2006/main" r:embed="rIdV13100"/>
          <a:stretch xmlns:a="http://schemas.openxmlformats.org/drawingml/2006/main"/>
        </p:blipFill>
        <p:spPr>
          <a:xfrm xmlns:a="http://schemas.openxmlformats.org/drawingml/2006/main">
            <a:off x="1276350" y="3639730"/>
            <a:ext cx="5810250" cy="692966"/>
          </a:xfrm>
          <a:prstGeom xmlns:a="http://schemas.openxmlformats.org/drawingml/2006/main" prst="rect">
            <a:avLst/>
          </a:prstGeom>
        </p:spPr>
      </p:pic>
      <p:sp>
        <p:nvSpPr>
          <p:cNvPr id="11" name="f76">
            <a:extLst xmlns:a="http://schemas.openxmlformats.org/drawingml/2006/main">
              <a:ext uri="{FF2B5EF4-FFF2-40B4-BE49-F238E27FC236}">
                <a16:creationId xmlns:a16="http://schemas.microsoft.com/office/drawing/2014/main" id="{ABED128F-0675-464C-8830-F48915A389D9}"/>
              </a:ext>
            </a:extLst>
          </p:cNvPr>
          <p:cNvSpPr>
            <a:spLocks xmlns:a="http://schemas.openxmlformats.org/drawingml/2006/main" noGrp="1"/>
          </p:cNvSpPr>
          <p:nvPr/>
        </p:nvSpPr>
        <p:spPr>
          <a:xfrm xmlns:a="http://schemas.openxmlformats.org/drawingml/2006/main">
            <a:off x="1447800" y="4381500"/>
            <a:ext cx="6191250" cy="1400175"/>
          </a:xfrm>
          <a:prstGeom xmlns:a="http://schemas.openxmlformats.org/drawingml/2006/main" prst="roundRect">
            <a:avLst>
              <a:gd name="adj" fmla="val 10884"/>
            </a:avLst>
          </a:prstGeom>
          <a:solidFill xmlns:a="http://schemas.openxmlformats.org/drawingml/2006/main">
            <a:srgbClr val="FFFFFF"/>
          </a:solidFill>
          <a:ln xmlns:a="http://schemas.openxmlformats.org/drawingml/2006/main" w="17145">
            <a:solidFill>
              <a:srgbClr val="D9E3EF"/>
            </a:solidFill>
            <a:prstDash val="solid"/>
          </a:ln>
        </p:spPr>
        <p:txBody xmlns:a="http://schemas.openxmlformats.org/drawingml/2006/main">
          <a:bodyPr/>
          <a:p/>
        </p:txBody>
      </p:sp>
      <p:sp>
        <p:nvSpPr>
          <p:cNvPr id="12" name="f77">
            <a:extLst xmlns:a="http://schemas.openxmlformats.org/drawingml/2006/main">
              <a:ext uri="{FF2B5EF4-FFF2-40B4-BE49-F238E27FC236}">
                <a16:creationId xmlns:a16="http://schemas.microsoft.com/office/drawing/2014/main" id="{688614C8-78F7-4236-9B2F-0DB20F01F75A}"/>
              </a:ext>
            </a:extLst>
          </p:cNvPr>
          <p:cNvSpPr>
            <a:spLocks xmlns:a="http://schemas.openxmlformats.org/drawingml/2006/main" noGrp="1"/>
          </p:cNvSpPr>
          <p:nvPr/>
        </p:nvSpPr>
        <p:spPr>
          <a:xfrm xmlns:a="http://schemas.openxmlformats.org/drawingml/2006/main">
            <a:off x="1657350" y="4543425"/>
            <a:ext cx="5810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a:solidFill>
                  <a:srgbClr val="4264D0"/>
                </a:solidFill>
                <a:latin typeface="Arial"/>
                <a:ea typeface="Arial"/>
                <a:cs typeface="Arial"/>
              </a:defRPr>
            </a:defPPr>
            <a:lvl1pPr algn="l">
              <a:defRPr sz="1725" b="1">
                <a:solidFill>
                  <a:srgbClr val="4264D0"/>
                </a:solidFill>
                <a:latin typeface="Arial"/>
                <a:ea typeface="Arial"/>
                <a:cs typeface="Arial"/>
              </a:defRPr>
            </a:lvl1pPr>
            <a:lvl2pPr algn="l">
              <a:defRPr sz="1725" b="1">
                <a:solidFill>
                  <a:srgbClr val="4264D0"/>
                </a:solidFill>
                <a:latin typeface="Arial"/>
                <a:ea typeface="Arial"/>
                <a:cs typeface="Arial"/>
              </a:defRPr>
            </a:lvl2pPr>
            <a:lvl3pPr algn="l">
              <a:defRPr sz="1725" b="1">
                <a:solidFill>
                  <a:srgbClr val="4264D0"/>
                </a:solidFill>
                <a:latin typeface="Arial"/>
                <a:ea typeface="Arial"/>
                <a:cs typeface="Arial"/>
              </a:defRPr>
            </a:lvl3pPr>
            <a:lvl4pPr algn="l">
              <a:defRPr sz="1725" b="1">
                <a:solidFill>
                  <a:srgbClr val="4264D0"/>
                </a:solidFill>
                <a:latin typeface="Arial"/>
                <a:ea typeface="Arial"/>
                <a:cs typeface="Arial"/>
              </a:defRPr>
            </a:lvl4pPr>
            <a:lvl5pPr algn="l">
              <a:defRPr sz="1725" b="1">
                <a:solidFill>
                  <a:srgbClr val="4264D0"/>
                </a:solidFill>
                <a:latin typeface="Arial"/>
                <a:ea typeface="Arial"/>
                <a:cs typeface="Arial"/>
              </a:defRPr>
            </a:lvl5pPr>
            <a:lvl6pPr algn="l">
              <a:defRPr sz="1725" b="1">
                <a:solidFill>
                  <a:srgbClr val="4264D0"/>
                </a:solidFill>
                <a:latin typeface="Arial"/>
                <a:ea typeface="Arial"/>
                <a:cs typeface="Arial"/>
              </a:defRPr>
            </a:lvl6pPr>
            <a:lvl7pPr algn="l">
              <a:defRPr sz="1725" b="1">
                <a:solidFill>
                  <a:srgbClr val="4264D0"/>
                </a:solidFill>
                <a:latin typeface="Arial"/>
                <a:ea typeface="Arial"/>
                <a:cs typeface="Arial"/>
              </a:defRPr>
            </a:lvl7pPr>
            <a:lvl8pPr algn="l">
              <a:defRPr sz="1725" b="1">
                <a:solidFill>
                  <a:srgbClr val="4264D0"/>
                </a:solidFill>
                <a:latin typeface="Arial"/>
                <a:ea typeface="Arial"/>
                <a:cs typeface="Arial"/>
              </a:defRPr>
            </a:lvl8pPr>
            <a:lvl9pPr algn="l">
              <a:defRPr sz="1725" b="1">
                <a:solidFill>
                  <a:srgbClr val="4264D0"/>
                </a:solidFill>
                <a:latin typeface="Arial"/>
                <a:ea typeface="Arial"/>
                <a:cs typeface="Arial"/>
              </a:defRPr>
            </a:lvl9pPr>
          </a:lstStyle>
          <a:p xmlns:a="http://schemas.openxmlformats.org/drawingml/2006/main">
            <a:pPr algn="l">
              <a:defRPr sz="1725" b="1">
                <a:solidFill>
                  <a:srgbClr val="4264D0"/>
                </a:solidFill>
                <a:latin typeface="Arial"/>
                <a:ea typeface="Arial"/>
                <a:cs typeface="Arial"/>
              </a:defRPr>
            </a:pPr>
            <a:r>
              <a:rPr sz="1725" b="1">
                <a:solidFill>
                  <a:srgbClr val="4264D0"/>
                </a:solidFill>
                <a:latin typeface="Arial"/>
                <a:ea typeface="Arial"/>
                <a:cs typeface="Arial"/>
              </a:rPr>
              <a:t>3GPP TS 33.518 · NRF · p. 8</a:t>
            </a:r>
          </a:p>
        </p:txBody>
      </p:sp>
      <p:pic>
        <p:nvPicPr>
          <p:cNvPr id="13" name="f78">
            <a:extLst xmlns:a="http://schemas.openxmlformats.org/drawingml/2006/main">
              <a:ext uri="{FF2B5EF4-FFF2-40B4-BE49-F238E27FC236}">
                <a16:creationId xmlns:a16="http://schemas.microsoft.com/office/drawing/2014/main" id="{68BDACC1-E028-4296-9539-1BABC276D964}"/>
              </a:ext>
            </a:extLst>
          </p:cNvPr>
          <p:cNvPicPr>
            <a:picLocks xmlns:a="http://schemas.openxmlformats.org/drawingml/2006/main" noChangeAspect="1"/>
          </p:cNvPicPr>
          <p:nvPr/>
        </p:nvPicPr>
        <p:blipFill>
          <a:blip xmlns:r="http://schemas.openxmlformats.org/officeDocument/2006/relationships" xmlns:a="http://schemas.openxmlformats.org/drawingml/2006/main" r:embed="rIdV13101"/>
          <a:stretch xmlns:a="http://schemas.openxmlformats.org/drawingml/2006/main"/>
        </p:blipFill>
        <p:spPr>
          <a:xfrm xmlns:a="http://schemas.openxmlformats.org/drawingml/2006/main">
            <a:off x="1859756" y="4914900"/>
            <a:ext cx="5405438" cy="714375"/>
          </a:xfrm>
          <a:prstGeom xmlns:a="http://schemas.openxmlformats.org/drawingml/2006/main" prst="rect">
            <a:avLst/>
          </a:prstGeom>
        </p:spPr>
      </p:pic>
      <p:sp>
        <p:nvSpPr>
          <p:cNvPr id="14" name="f79">
            <a:extLst xmlns:a="http://schemas.openxmlformats.org/drawingml/2006/main">
              <a:ext uri="{FF2B5EF4-FFF2-40B4-BE49-F238E27FC236}">
                <a16:creationId xmlns:a16="http://schemas.microsoft.com/office/drawing/2014/main" id="{419265D7-A007-493A-B979-8E3E20308E59}"/>
              </a:ext>
            </a:extLst>
          </p:cNvPr>
          <p:cNvSpPr>
            <a:spLocks xmlns:a="http://schemas.openxmlformats.org/drawingml/2006/main" noGrp="1"/>
          </p:cNvSpPr>
          <p:nvPr/>
        </p:nvSpPr>
        <p:spPr>
          <a:xfrm xmlns:a="http://schemas.openxmlformats.org/drawingml/2006/main">
            <a:off x="1828800" y="5667375"/>
            <a:ext cx="6191250" cy="1400175"/>
          </a:xfrm>
          <a:prstGeom xmlns:a="http://schemas.openxmlformats.org/drawingml/2006/main" prst="roundRect">
            <a:avLst>
              <a:gd name="adj" fmla="val 10884"/>
            </a:avLst>
          </a:prstGeom>
          <a:solidFill xmlns:a="http://schemas.openxmlformats.org/drawingml/2006/main">
            <a:srgbClr val="FFFFFF"/>
          </a:solidFill>
          <a:ln xmlns:a="http://schemas.openxmlformats.org/drawingml/2006/main" w="17145">
            <a:solidFill>
              <a:srgbClr val="D9E3EF"/>
            </a:solidFill>
            <a:prstDash val="solid"/>
          </a:ln>
        </p:spPr>
        <p:txBody xmlns:a="http://schemas.openxmlformats.org/drawingml/2006/main">
          <a:bodyPr/>
          <a:p/>
        </p:txBody>
      </p:sp>
      <p:sp>
        <p:nvSpPr>
          <p:cNvPr id="15" name="f80">
            <a:extLst xmlns:a="http://schemas.openxmlformats.org/drawingml/2006/main">
              <a:ext uri="{FF2B5EF4-FFF2-40B4-BE49-F238E27FC236}">
                <a16:creationId xmlns:a16="http://schemas.microsoft.com/office/drawing/2014/main" id="{A255757F-8665-4CFF-8B61-896A31F7AA53}"/>
              </a:ext>
            </a:extLst>
          </p:cNvPr>
          <p:cNvSpPr>
            <a:spLocks xmlns:a="http://schemas.openxmlformats.org/drawingml/2006/main" noGrp="1"/>
          </p:cNvSpPr>
          <p:nvPr/>
        </p:nvSpPr>
        <p:spPr>
          <a:xfrm xmlns:a="http://schemas.openxmlformats.org/drawingml/2006/main">
            <a:off x="2038350" y="5829300"/>
            <a:ext cx="5810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a:solidFill>
                  <a:srgbClr val="4264D0"/>
                </a:solidFill>
                <a:latin typeface="Arial"/>
                <a:ea typeface="Arial"/>
                <a:cs typeface="Arial"/>
              </a:defRPr>
            </a:defPPr>
            <a:lvl1pPr algn="l">
              <a:defRPr sz="1725" b="1">
                <a:solidFill>
                  <a:srgbClr val="4264D0"/>
                </a:solidFill>
                <a:latin typeface="Arial"/>
                <a:ea typeface="Arial"/>
                <a:cs typeface="Arial"/>
              </a:defRPr>
            </a:lvl1pPr>
            <a:lvl2pPr algn="l">
              <a:defRPr sz="1725" b="1">
                <a:solidFill>
                  <a:srgbClr val="4264D0"/>
                </a:solidFill>
                <a:latin typeface="Arial"/>
                <a:ea typeface="Arial"/>
                <a:cs typeface="Arial"/>
              </a:defRPr>
            </a:lvl2pPr>
            <a:lvl3pPr algn="l">
              <a:defRPr sz="1725" b="1">
                <a:solidFill>
                  <a:srgbClr val="4264D0"/>
                </a:solidFill>
                <a:latin typeface="Arial"/>
                <a:ea typeface="Arial"/>
                <a:cs typeface="Arial"/>
              </a:defRPr>
            </a:lvl3pPr>
            <a:lvl4pPr algn="l">
              <a:defRPr sz="1725" b="1">
                <a:solidFill>
                  <a:srgbClr val="4264D0"/>
                </a:solidFill>
                <a:latin typeface="Arial"/>
                <a:ea typeface="Arial"/>
                <a:cs typeface="Arial"/>
              </a:defRPr>
            </a:lvl4pPr>
            <a:lvl5pPr algn="l">
              <a:defRPr sz="1725" b="1">
                <a:solidFill>
                  <a:srgbClr val="4264D0"/>
                </a:solidFill>
                <a:latin typeface="Arial"/>
                <a:ea typeface="Arial"/>
                <a:cs typeface="Arial"/>
              </a:defRPr>
            </a:lvl5pPr>
            <a:lvl6pPr algn="l">
              <a:defRPr sz="1725" b="1">
                <a:solidFill>
                  <a:srgbClr val="4264D0"/>
                </a:solidFill>
                <a:latin typeface="Arial"/>
                <a:ea typeface="Arial"/>
                <a:cs typeface="Arial"/>
              </a:defRPr>
            </a:lvl6pPr>
            <a:lvl7pPr algn="l">
              <a:defRPr sz="1725" b="1">
                <a:solidFill>
                  <a:srgbClr val="4264D0"/>
                </a:solidFill>
                <a:latin typeface="Arial"/>
                <a:ea typeface="Arial"/>
                <a:cs typeface="Arial"/>
              </a:defRPr>
            </a:lvl7pPr>
            <a:lvl8pPr algn="l">
              <a:defRPr sz="1725" b="1">
                <a:solidFill>
                  <a:srgbClr val="4264D0"/>
                </a:solidFill>
                <a:latin typeface="Arial"/>
                <a:ea typeface="Arial"/>
                <a:cs typeface="Arial"/>
              </a:defRPr>
            </a:lvl8pPr>
            <a:lvl9pPr algn="l">
              <a:defRPr sz="1725" b="1">
                <a:solidFill>
                  <a:srgbClr val="4264D0"/>
                </a:solidFill>
                <a:latin typeface="Arial"/>
                <a:ea typeface="Arial"/>
                <a:cs typeface="Arial"/>
              </a:defRPr>
            </a:lvl9pPr>
          </a:lstStyle>
          <a:p xmlns:a="http://schemas.openxmlformats.org/drawingml/2006/main">
            <a:pPr algn="l">
              <a:defRPr sz="1725" b="1">
                <a:solidFill>
                  <a:srgbClr val="4264D0"/>
                </a:solidFill>
                <a:latin typeface="Arial"/>
                <a:ea typeface="Arial"/>
                <a:cs typeface="Arial"/>
              </a:defRPr>
            </a:pPr>
            <a:r>
              <a:rPr sz="1725" b="1">
                <a:solidFill>
                  <a:srgbClr val="4264D0"/>
                </a:solidFill>
                <a:latin typeface="Arial"/>
                <a:ea typeface="Arial"/>
                <a:cs typeface="Arial"/>
              </a:rPr>
              <a:t>3GPP TS 33.514 · UDM · p. 8</a:t>
            </a:r>
          </a:p>
        </p:txBody>
      </p:sp>
      <p:pic>
        <p:nvPicPr>
          <p:cNvPr id="16" name="f81">
            <a:extLst xmlns:a="http://schemas.openxmlformats.org/drawingml/2006/main">
              <a:ext uri="{FF2B5EF4-FFF2-40B4-BE49-F238E27FC236}">
                <a16:creationId xmlns:a16="http://schemas.microsoft.com/office/drawing/2014/main" id="{2DB7893C-EBCC-4426-B99C-F3329D71ABA3}"/>
              </a:ext>
            </a:extLst>
          </p:cNvPr>
          <p:cNvPicPr>
            <a:picLocks xmlns:a="http://schemas.openxmlformats.org/drawingml/2006/main" noChangeAspect="1"/>
          </p:cNvPicPr>
          <p:nvPr/>
        </p:nvPicPr>
        <p:blipFill>
          <a:blip xmlns:r="http://schemas.openxmlformats.org/officeDocument/2006/relationships" xmlns:a="http://schemas.openxmlformats.org/drawingml/2006/main" r:embed="rIdV13102"/>
          <a:stretch xmlns:a="http://schemas.openxmlformats.org/drawingml/2006/main"/>
        </p:blipFill>
        <p:spPr>
          <a:xfrm xmlns:a="http://schemas.openxmlformats.org/drawingml/2006/main">
            <a:off x="2038350" y="6221761"/>
            <a:ext cx="5810250" cy="672403"/>
          </a:xfrm>
          <a:prstGeom xmlns:a="http://schemas.openxmlformats.org/drawingml/2006/main" prst="rect">
            <a:avLst/>
          </a:prstGeom>
        </p:spPr>
      </p:pic>
      <p:sp>
        <p:nvSpPr>
          <p:cNvPr id="17" name="f82">
            <a:extLst xmlns:a="http://schemas.openxmlformats.org/drawingml/2006/main">
              <a:ext uri="{FF2B5EF4-FFF2-40B4-BE49-F238E27FC236}">
                <a16:creationId xmlns:a16="http://schemas.microsoft.com/office/drawing/2014/main" id="{0E8BFAAF-A8CB-4139-ADB0-1F23D63FEAAA}"/>
              </a:ext>
            </a:extLst>
          </p:cNvPr>
          <p:cNvSpPr>
            <a:spLocks xmlns:a="http://schemas.openxmlformats.org/drawingml/2006/main" noGrp="1"/>
          </p:cNvSpPr>
          <p:nvPr/>
        </p:nvSpPr>
        <p:spPr>
          <a:xfrm xmlns:a="http://schemas.openxmlformats.org/drawingml/2006/main">
            <a:off x="8096250" y="4600575"/>
            <a:ext cx="381000" cy="180975"/>
          </a:xfrm>
          <a:prstGeom xmlns:a="http://schemas.openxmlformats.org/drawingml/2006/main" prst="rightArrow">
            <a:avLst/>
          </a:prstGeom>
          <a:solidFill xmlns:a="http://schemas.openxmlformats.org/drawingml/2006/main">
            <a:srgbClr val="4264D0"/>
          </a:solidFill>
          <a:ln xmlns:a="http://schemas.openxmlformats.org/drawingml/2006/main" w="0">
            <a:noFill/>
            <a:prstDash val="solid"/>
          </a:ln>
        </p:spPr>
        <p:txBody xmlns:a="http://schemas.openxmlformats.org/drawingml/2006/main">
          <a:bodyPr/>
          <a:p/>
        </p:txBody>
      </p:sp>
      <p:sp>
        <p:nvSpPr>
          <p:cNvPr id="18" name="f83">
            <a:extLst xmlns:a="http://schemas.openxmlformats.org/drawingml/2006/main">
              <a:ext uri="{FF2B5EF4-FFF2-40B4-BE49-F238E27FC236}">
                <a16:creationId xmlns:a16="http://schemas.microsoft.com/office/drawing/2014/main" id="{F02FE5A2-35B8-472E-A968-B4D113EF8DF2}"/>
              </a:ext>
            </a:extLst>
          </p:cNvPr>
          <p:cNvSpPr>
            <a:spLocks xmlns:a="http://schemas.openxmlformats.org/drawingml/2006/main" noGrp="1"/>
          </p:cNvSpPr>
          <p:nvPr/>
        </p:nvSpPr>
        <p:spPr>
          <a:xfrm xmlns:a="http://schemas.openxmlformats.org/drawingml/2006/main">
            <a:off x="8629650" y="2647950"/>
            <a:ext cx="5543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1">
                <a:solidFill>
                  <a:srgbClr val="182536"/>
                </a:solidFill>
                <a:latin typeface="Arial"/>
                <a:ea typeface="Arial"/>
                <a:cs typeface="Arial"/>
              </a:defRPr>
            </a:defPPr>
            <a:lvl1pPr algn="l">
              <a:defRPr sz="2400" b="1">
                <a:solidFill>
                  <a:srgbClr val="182536"/>
                </a:solidFill>
                <a:latin typeface="Arial"/>
                <a:ea typeface="Arial"/>
                <a:cs typeface="Arial"/>
              </a:defRPr>
            </a:lvl1pPr>
            <a:lvl2pPr algn="l">
              <a:defRPr sz="2400" b="1">
                <a:solidFill>
                  <a:srgbClr val="182536"/>
                </a:solidFill>
                <a:latin typeface="Arial"/>
                <a:ea typeface="Arial"/>
                <a:cs typeface="Arial"/>
              </a:defRPr>
            </a:lvl2pPr>
            <a:lvl3pPr algn="l">
              <a:defRPr sz="2400" b="1">
                <a:solidFill>
                  <a:srgbClr val="182536"/>
                </a:solidFill>
                <a:latin typeface="Arial"/>
                <a:ea typeface="Arial"/>
                <a:cs typeface="Arial"/>
              </a:defRPr>
            </a:lvl3pPr>
            <a:lvl4pPr algn="l">
              <a:defRPr sz="2400" b="1">
                <a:solidFill>
                  <a:srgbClr val="182536"/>
                </a:solidFill>
                <a:latin typeface="Arial"/>
                <a:ea typeface="Arial"/>
                <a:cs typeface="Arial"/>
              </a:defRPr>
            </a:lvl4pPr>
            <a:lvl5pPr algn="l">
              <a:defRPr sz="2400" b="1">
                <a:solidFill>
                  <a:srgbClr val="182536"/>
                </a:solidFill>
                <a:latin typeface="Arial"/>
                <a:ea typeface="Arial"/>
                <a:cs typeface="Arial"/>
              </a:defRPr>
            </a:lvl5pPr>
            <a:lvl6pPr algn="l">
              <a:defRPr sz="2400" b="1">
                <a:solidFill>
                  <a:srgbClr val="182536"/>
                </a:solidFill>
                <a:latin typeface="Arial"/>
                <a:ea typeface="Arial"/>
                <a:cs typeface="Arial"/>
              </a:defRPr>
            </a:lvl6pPr>
            <a:lvl7pPr algn="l">
              <a:defRPr sz="2400" b="1">
                <a:solidFill>
                  <a:srgbClr val="182536"/>
                </a:solidFill>
                <a:latin typeface="Arial"/>
                <a:ea typeface="Arial"/>
                <a:cs typeface="Arial"/>
              </a:defRPr>
            </a:lvl7pPr>
            <a:lvl8pPr algn="l">
              <a:defRPr sz="2400" b="1">
                <a:solidFill>
                  <a:srgbClr val="182536"/>
                </a:solidFill>
                <a:latin typeface="Arial"/>
                <a:ea typeface="Arial"/>
                <a:cs typeface="Arial"/>
              </a:defRPr>
            </a:lvl8pPr>
            <a:lvl9pPr algn="l">
              <a:defRPr sz="2400" b="1">
                <a:solidFill>
                  <a:srgbClr val="182536"/>
                </a:solidFill>
                <a:latin typeface="Arial"/>
                <a:ea typeface="Arial"/>
                <a:cs typeface="Arial"/>
              </a:defRPr>
            </a:lvl9pPr>
          </a:lstStyle>
          <a:p xmlns:a="http://schemas.openxmlformats.org/drawingml/2006/main">
            <a:pPr algn="l">
              <a:defRPr sz="2400" b="1">
                <a:solidFill>
                  <a:srgbClr val="182536"/>
                </a:solidFill>
                <a:latin typeface="Arial"/>
                <a:ea typeface="Arial"/>
                <a:cs typeface="Arial"/>
              </a:defRPr>
            </a:pPr>
            <a:r>
              <a:rPr sz="2400" b="1">
                <a:solidFill>
                  <a:srgbClr val="182536"/>
                </a:solidFill>
                <a:latin typeface="Arial"/>
                <a:ea typeface="Arial"/>
                <a:cs typeface="Arial"/>
              </a:rPr>
              <a:t>Implementazione del test</a:t>
            </a:r>
          </a:p>
        </p:txBody>
      </p:sp>
      <p:sp>
        <p:nvSpPr>
          <p:cNvPr id="19" name="f84">
            <a:extLst xmlns:a="http://schemas.openxmlformats.org/drawingml/2006/main">
              <a:ext uri="{FF2B5EF4-FFF2-40B4-BE49-F238E27FC236}">
                <a16:creationId xmlns:a16="http://schemas.microsoft.com/office/drawing/2014/main" id="{6434E36C-1B37-4722-BD37-47443D9B9187}"/>
              </a:ext>
            </a:extLst>
          </p:cNvPr>
          <p:cNvSpPr>
            <a:spLocks xmlns:a="http://schemas.openxmlformats.org/drawingml/2006/main" noGrp="1"/>
          </p:cNvSpPr>
          <p:nvPr/>
        </p:nvSpPr>
        <p:spPr>
          <a:xfrm xmlns:a="http://schemas.openxmlformats.org/drawingml/2006/main">
            <a:off x="8629650" y="3619500"/>
            <a:ext cx="5543550" cy="16764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7145">
            <a:solidFill>
              <a:srgbClr val="D9E3EF"/>
            </a:solidFill>
            <a:prstDash val="solid"/>
          </a:ln>
        </p:spPr>
        <p:txBody xmlns:a="http://schemas.openxmlformats.org/drawingml/2006/main">
          <a:bodyPr/>
          <a:p/>
        </p:txBody>
      </p:sp>
      <p:sp>
        <p:nvSpPr>
          <p:cNvPr id="20" name="f85">
            <a:extLst xmlns:a="http://schemas.openxmlformats.org/drawingml/2006/main">
              <a:ext uri="{FF2B5EF4-FFF2-40B4-BE49-F238E27FC236}">
                <a16:creationId xmlns:a16="http://schemas.microsoft.com/office/drawing/2014/main" id="{1B459A6B-CDAB-4C54-A634-D56600B614A6}"/>
              </a:ext>
            </a:extLst>
          </p:cNvPr>
          <p:cNvSpPr>
            <a:spLocks xmlns:a="http://schemas.openxmlformats.org/drawingml/2006/main" noGrp="1"/>
          </p:cNvSpPr>
          <p:nvPr/>
        </p:nvSpPr>
        <p:spPr>
          <a:xfrm xmlns:a="http://schemas.openxmlformats.org/drawingml/2006/main">
            <a:off x="8858250" y="4000500"/>
            <a:ext cx="5143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182536"/>
                </a:solidFill>
                <a:latin typeface="Courier New"/>
                <a:ea typeface="Courier New"/>
                <a:cs typeface="Courier New"/>
              </a:defRPr>
            </a:defPPr>
            <a:lvl1pPr algn="l">
              <a:defRPr sz="1950" b="0">
                <a:solidFill>
                  <a:srgbClr val="182536"/>
                </a:solidFill>
                <a:latin typeface="Courier New"/>
                <a:ea typeface="Courier New"/>
                <a:cs typeface="Courier New"/>
              </a:defRPr>
            </a:lvl1pPr>
            <a:lvl2pPr algn="l">
              <a:defRPr sz="1950" b="0">
                <a:solidFill>
                  <a:srgbClr val="182536"/>
                </a:solidFill>
                <a:latin typeface="Courier New"/>
                <a:ea typeface="Courier New"/>
                <a:cs typeface="Courier New"/>
              </a:defRPr>
            </a:lvl2pPr>
            <a:lvl3pPr algn="l">
              <a:defRPr sz="1950" b="0">
                <a:solidFill>
                  <a:srgbClr val="182536"/>
                </a:solidFill>
                <a:latin typeface="Courier New"/>
                <a:ea typeface="Courier New"/>
                <a:cs typeface="Courier New"/>
              </a:defRPr>
            </a:lvl3pPr>
            <a:lvl4pPr algn="l">
              <a:defRPr sz="1950" b="0">
                <a:solidFill>
                  <a:srgbClr val="182536"/>
                </a:solidFill>
                <a:latin typeface="Courier New"/>
                <a:ea typeface="Courier New"/>
                <a:cs typeface="Courier New"/>
              </a:defRPr>
            </a:lvl4pPr>
            <a:lvl5pPr algn="l">
              <a:defRPr sz="1950" b="0">
                <a:solidFill>
                  <a:srgbClr val="182536"/>
                </a:solidFill>
                <a:latin typeface="Courier New"/>
                <a:ea typeface="Courier New"/>
                <a:cs typeface="Courier New"/>
              </a:defRPr>
            </a:lvl5pPr>
            <a:lvl6pPr algn="l">
              <a:defRPr sz="1950" b="0">
                <a:solidFill>
                  <a:srgbClr val="182536"/>
                </a:solidFill>
                <a:latin typeface="Courier New"/>
                <a:ea typeface="Courier New"/>
                <a:cs typeface="Courier New"/>
              </a:defRPr>
            </a:lvl6pPr>
            <a:lvl7pPr algn="l">
              <a:defRPr sz="1950" b="0">
                <a:solidFill>
                  <a:srgbClr val="182536"/>
                </a:solidFill>
                <a:latin typeface="Courier New"/>
                <a:ea typeface="Courier New"/>
                <a:cs typeface="Courier New"/>
              </a:defRPr>
            </a:lvl7pPr>
            <a:lvl8pPr algn="l">
              <a:defRPr sz="1950" b="0">
                <a:solidFill>
                  <a:srgbClr val="182536"/>
                </a:solidFill>
                <a:latin typeface="Courier New"/>
                <a:ea typeface="Courier New"/>
                <a:cs typeface="Courier New"/>
              </a:defRPr>
            </a:lvl8pPr>
            <a:lvl9pPr algn="l">
              <a:defRPr sz="1950" b="0">
                <a:solidFill>
                  <a:srgbClr val="182536"/>
                </a:solidFill>
                <a:latin typeface="Courier New"/>
                <a:ea typeface="Courier New"/>
                <a:cs typeface="Courier New"/>
              </a:defRPr>
            </a:lvl9pPr>
          </a:lstStyle>
          <a:p xmlns:a="http://schemas.openxmlformats.org/drawingml/2006/main">
            <a:pPr algn="l">
              <a:defRPr sz="1950" b="0">
                <a:solidFill>
                  <a:srgbClr val="182536"/>
                </a:solidFill>
                <a:latin typeface="Courier New"/>
                <a:ea typeface="Courier New"/>
                <a:cs typeface="Courier New"/>
              </a:defRPr>
            </a:pPr>
            <a:r>
              <a:rPr sz="1950" b="0">
                <a:solidFill>
                  <a:srgbClr val="182536"/>
                </a:solidFill>
                <a:latin typeface="Courier New"/>
                <a:ea typeface="Courier New"/>
                <a:cs typeface="Courier New"/>
              </a:rPr>
              <a:t>request = cerca_richiesta()</a:t>
            </a:r>
          </a:p>
          <a:p xmlns:a="http://schemas.openxmlformats.org/drawingml/2006/main">
            <a:pPr algn="l">
              <a:defRPr sz="1950" b="0">
                <a:solidFill>
                  <a:srgbClr val="182536"/>
                </a:solidFill>
                <a:latin typeface="Courier New"/>
                <a:ea typeface="Courier New"/>
                <a:cs typeface="Courier New"/>
              </a:defRPr>
            </a:pPr>
            <a:r>
              <a:rPr sz="1950" b="0">
                <a:solidFill>
                  <a:srgbClr val="182536"/>
                </a:solidFill>
                <a:latin typeface="Courier New"/>
                <a:ea typeface="Courier New"/>
                <a:cs typeface="Courier New"/>
              </a:rPr>
              <a:t>response = cerca_risposta(request)</a:t>
            </a:r>
          </a:p>
          <a:p xmlns:a="http://schemas.openxmlformats.org/drawingml/2006/main">
            <a:pPr algn="l">
              <a:defRPr sz="1950" b="0">
                <a:solidFill>
                  <a:srgbClr val="182536"/>
                </a:solidFill>
                <a:latin typeface="Courier New"/>
                <a:ea typeface="Courier New"/>
                <a:cs typeface="Courier New"/>
              </a:defRPr>
            </a:pPr>
            <a:r>
              <a:rPr sz="1950" b="0">
                <a:solidFill>
                  <a:srgbClr val="182536"/>
                </a:solidFill>
                <a:latin typeface="Courier New"/>
                <a:ea typeface="Courier New"/>
                <a:cs typeface="Courier New"/>
              </a:rPr>
              <a:t>assert response.status == 403</a:t>
            </a:r>
          </a:p>
        </p:txBody>
      </p:sp>
      <p:sp>
        <p:nvSpPr>
          <p:cNvPr id="21" name="f86">
            <a:extLst xmlns:a="http://schemas.openxmlformats.org/drawingml/2006/main">
              <a:ext uri="{FF2B5EF4-FFF2-40B4-BE49-F238E27FC236}">
                <a16:creationId xmlns:a16="http://schemas.microsoft.com/office/drawing/2014/main" id="{64BE0E6B-D3E2-4ED5-9A5E-DFB2FEF7645B}"/>
              </a:ext>
            </a:extLst>
          </p:cNvPr>
          <p:cNvSpPr>
            <a:spLocks xmlns:a="http://schemas.openxmlformats.org/drawingml/2006/main" noGrp="1"/>
          </p:cNvSpPr>
          <p:nvPr/>
        </p:nvSpPr>
        <p:spPr>
          <a:xfrm xmlns:a="http://schemas.openxmlformats.org/drawingml/2006/main">
            <a:off x="8629650" y="5619750"/>
            <a:ext cx="55435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0">
                <a:solidFill>
                  <a:srgbClr val="52627B"/>
                </a:solidFill>
                <a:latin typeface="Arial"/>
                <a:ea typeface="Arial"/>
                <a:cs typeface="Arial"/>
              </a:defRPr>
            </a:defPPr>
            <a:lvl1pPr algn="ctr">
              <a:defRPr sz="1800" b="0">
                <a:solidFill>
                  <a:srgbClr val="52627B"/>
                </a:solidFill>
                <a:latin typeface="Arial"/>
                <a:ea typeface="Arial"/>
                <a:cs typeface="Arial"/>
              </a:defRPr>
            </a:lvl1pPr>
            <a:lvl2pPr algn="ctr">
              <a:defRPr sz="1800" b="0">
                <a:solidFill>
                  <a:srgbClr val="52627B"/>
                </a:solidFill>
                <a:latin typeface="Arial"/>
                <a:ea typeface="Arial"/>
                <a:cs typeface="Arial"/>
              </a:defRPr>
            </a:lvl2pPr>
            <a:lvl3pPr algn="ctr">
              <a:defRPr sz="1800" b="0">
                <a:solidFill>
                  <a:srgbClr val="52627B"/>
                </a:solidFill>
                <a:latin typeface="Arial"/>
                <a:ea typeface="Arial"/>
                <a:cs typeface="Arial"/>
              </a:defRPr>
            </a:lvl3pPr>
            <a:lvl4pPr algn="ctr">
              <a:defRPr sz="1800" b="0">
                <a:solidFill>
                  <a:srgbClr val="52627B"/>
                </a:solidFill>
                <a:latin typeface="Arial"/>
                <a:ea typeface="Arial"/>
                <a:cs typeface="Arial"/>
              </a:defRPr>
            </a:lvl4pPr>
            <a:lvl5pPr algn="ctr">
              <a:defRPr sz="1800" b="0">
                <a:solidFill>
                  <a:srgbClr val="52627B"/>
                </a:solidFill>
                <a:latin typeface="Arial"/>
                <a:ea typeface="Arial"/>
                <a:cs typeface="Arial"/>
              </a:defRPr>
            </a:lvl5pPr>
            <a:lvl6pPr algn="ctr">
              <a:defRPr sz="1800" b="0">
                <a:solidFill>
                  <a:srgbClr val="52627B"/>
                </a:solidFill>
                <a:latin typeface="Arial"/>
                <a:ea typeface="Arial"/>
                <a:cs typeface="Arial"/>
              </a:defRPr>
            </a:lvl6pPr>
            <a:lvl7pPr algn="ctr">
              <a:defRPr sz="1800" b="0">
                <a:solidFill>
                  <a:srgbClr val="52627B"/>
                </a:solidFill>
                <a:latin typeface="Arial"/>
                <a:ea typeface="Arial"/>
                <a:cs typeface="Arial"/>
              </a:defRPr>
            </a:lvl7pPr>
            <a:lvl8pPr algn="ctr">
              <a:defRPr sz="1800" b="0">
                <a:solidFill>
                  <a:srgbClr val="52627B"/>
                </a:solidFill>
                <a:latin typeface="Arial"/>
                <a:ea typeface="Arial"/>
                <a:cs typeface="Arial"/>
              </a:defRPr>
            </a:lvl8pPr>
            <a:lvl9pPr algn="ctr">
              <a:defRPr sz="1800" b="0">
                <a:solidFill>
                  <a:srgbClr val="52627B"/>
                </a:solidFill>
                <a:latin typeface="Arial"/>
                <a:ea typeface="Arial"/>
                <a:cs typeface="Arial"/>
              </a:defRPr>
            </a:lvl9pPr>
          </a:lstStyle>
          <a:p xmlns:a="http://schemas.openxmlformats.org/drawingml/2006/main">
            <a:pPr algn="ctr">
              <a:defRPr sz="1800" b="0">
                <a:solidFill>
                  <a:srgbClr val="52627B"/>
                </a:solidFill>
                <a:latin typeface="Arial"/>
                <a:ea typeface="Arial"/>
                <a:cs typeface="Arial"/>
              </a:defRPr>
            </a:pPr>
            <a:r>
              <a:rPr sz="1800" b="0">
                <a:solidFill>
                  <a:srgbClr val="52627B"/>
                </a:solidFill>
                <a:latin typeface="Arial"/>
                <a:ea typeface="Arial"/>
                <a:cs typeface="Arial"/>
              </a:rPr>
              <a:t>Pseudocodice illustrativo</a:t>
            </a:r>
          </a:p>
        </p:txBody>
      </p:sp>
    </p:spTree>
    <p:extLst>
      <p:ext uri="{BB962C8B-B14F-4D97-AF65-F5344CB8AC3E}">
        <p14:creationId xmlns:p14="http://schemas.microsoft.com/office/powerpoint/2010/main" val="1981823958"/>
      </p:ext>
    </p:extLst>
  </p:cSld>
</p:sld>
</file>

<file path=ppt/slides/slide5.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17727C81-12DF-4032-8B63-80D7830D9C6A}"/>
              </a:ext>
            </a:extLst>
          </p:cNvPr>
          <p:cNvPicPr>
            <a:picLocks xmlns:a="http://schemas.openxmlformats.org/drawingml/2006/main" noChangeAspect="1"/>
          </p:cNvPicPr>
          <p:nvPr/>
        </p:nvPicPr>
        <p:blipFill>
          <a:blip xmlns:r="http://schemas.openxmlformats.org/officeDocument/2006/relationships" xmlns:a="http://schemas.openxmlformats.org/drawingml/2006/main" r:embed="R155686fbcecd4b65"/>
          <a:stretch xmlns:a="http://schemas.openxmlformats.org/drawingml/2006/main"/>
        </p:blipFill>
        <p:spPr>
          <a:xfrm xmlns:a="http://schemas.openxmlformats.org/drawingml/2006/main">
            <a:off x="0" y="0"/>
            <a:ext cx="15240000" cy="8572500"/>
          </a:xfrm>
          <a:prstGeom xmlns:a="http://schemas.openxmlformats.org/drawingml/2006/main" prst="rect">
            <a:avLst/>
          </a:prstGeom>
        </p:spPr>
      </p:pic>
      <p:sp>
        <p:nvSpPr>
          <p:cNvPr id="2" name="f119">
            <a:extLst xmlns:a="http://schemas.openxmlformats.org/drawingml/2006/main">
              <a:ext uri="{FF2B5EF4-FFF2-40B4-BE49-F238E27FC236}">
                <a16:creationId xmlns:a16="http://schemas.microsoft.com/office/drawing/2014/main" id="{ACDC2D8F-2150-4304-9A67-23115AE4A6FC}"/>
              </a:ext>
            </a:extLst>
          </p:cNvPr>
          <p:cNvSpPr>
            <a:spLocks xmlns:a="http://schemas.openxmlformats.org/drawingml/2006/main" noGrp="1"/>
          </p:cNvSpPr>
          <p:nvPr/>
        </p:nvSpPr>
        <p:spPr>
          <a:xfrm xmlns:a="http://schemas.openxmlformats.org/drawingml/2006/main">
            <a:off x="1066800" y="718185"/>
            <a:ext cx="2385417"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52627B"/>
                </a:solidFill>
                <a:latin typeface="Arial"/>
                <a:ea typeface="Arial"/>
                <a:cs typeface="Arial"/>
              </a:defRPr>
            </a:defPPr>
            <a:lvl1pPr algn="l">
              <a:defRPr sz="1500" b="0">
                <a:solidFill>
                  <a:srgbClr val="52627B"/>
                </a:solidFill>
                <a:latin typeface="Arial"/>
                <a:ea typeface="Arial"/>
                <a:cs typeface="Arial"/>
              </a:defRPr>
            </a:lvl1pPr>
            <a:lvl2pPr algn="l">
              <a:defRPr sz="1500" b="0">
                <a:solidFill>
                  <a:srgbClr val="52627B"/>
                </a:solidFill>
                <a:latin typeface="Arial"/>
                <a:ea typeface="Arial"/>
                <a:cs typeface="Arial"/>
              </a:defRPr>
            </a:lvl2pPr>
            <a:lvl3pPr algn="l">
              <a:defRPr sz="1500" b="0">
                <a:solidFill>
                  <a:srgbClr val="52627B"/>
                </a:solidFill>
                <a:latin typeface="Arial"/>
                <a:ea typeface="Arial"/>
                <a:cs typeface="Arial"/>
              </a:defRPr>
            </a:lvl3pPr>
            <a:lvl4pPr algn="l">
              <a:defRPr sz="1500" b="0">
                <a:solidFill>
                  <a:srgbClr val="52627B"/>
                </a:solidFill>
                <a:latin typeface="Arial"/>
                <a:ea typeface="Arial"/>
                <a:cs typeface="Arial"/>
              </a:defRPr>
            </a:lvl4pPr>
            <a:lvl5pPr algn="l">
              <a:defRPr sz="1500" b="0">
                <a:solidFill>
                  <a:srgbClr val="52627B"/>
                </a:solidFill>
                <a:latin typeface="Arial"/>
                <a:ea typeface="Arial"/>
                <a:cs typeface="Arial"/>
              </a:defRPr>
            </a:lvl5pPr>
            <a:lvl6pPr algn="l">
              <a:defRPr sz="1500" b="0">
                <a:solidFill>
                  <a:srgbClr val="52627B"/>
                </a:solidFill>
                <a:latin typeface="Arial"/>
                <a:ea typeface="Arial"/>
                <a:cs typeface="Arial"/>
              </a:defRPr>
            </a:lvl6pPr>
            <a:lvl7pPr algn="l">
              <a:defRPr sz="1500" b="0">
                <a:solidFill>
                  <a:srgbClr val="52627B"/>
                </a:solidFill>
                <a:latin typeface="Arial"/>
                <a:ea typeface="Arial"/>
                <a:cs typeface="Arial"/>
              </a:defRPr>
            </a:lvl7pPr>
            <a:lvl8pPr algn="l">
              <a:defRPr sz="1500" b="0">
                <a:solidFill>
                  <a:srgbClr val="52627B"/>
                </a:solidFill>
                <a:latin typeface="Arial"/>
                <a:ea typeface="Arial"/>
                <a:cs typeface="Arial"/>
              </a:defRPr>
            </a:lvl8pPr>
            <a:lvl9pPr algn="l">
              <a:defRPr sz="1500" b="0">
                <a:solidFill>
                  <a:srgbClr val="52627B"/>
                </a:solidFill>
                <a:latin typeface="Arial"/>
                <a:ea typeface="Arial"/>
                <a:cs typeface="Arial"/>
              </a:defRPr>
            </a:lvl9pPr>
          </a:lstStyle>
          <a:p xmlns:a="http://schemas.openxmlformats.org/drawingml/2006/main">
            <a:pPr algn="l">
              <a:defRPr sz="1500" b="0">
                <a:solidFill>
                  <a:srgbClr val="52627B"/>
                </a:solidFill>
                <a:latin typeface="Arial"/>
                <a:ea typeface="Arial"/>
                <a:cs typeface="Arial"/>
              </a:defRPr>
            </a:pPr>
            <a:r>
              <a:rPr sz="1500" b="0">
                <a:solidFill>
                  <a:srgbClr val="52627B"/>
                </a:solidFill>
                <a:latin typeface="Arial"/>
                <a:ea typeface="Arial"/>
                <a:cs typeface="Arial"/>
              </a:rPr>
              <a:t>CONTRIBUTI DELLA TESI</a:t>
            </a:r>
          </a:p>
        </p:txBody>
      </p:sp>
      <p:sp>
        <p:nvSpPr>
          <p:cNvPr id="3" name="f120">
            <a:extLst xmlns:a="http://schemas.openxmlformats.org/drawingml/2006/main">
              <a:ext uri="{FF2B5EF4-FFF2-40B4-BE49-F238E27FC236}">
                <a16:creationId xmlns:a16="http://schemas.microsoft.com/office/drawing/2014/main" id="{BD28AB83-CE7A-4FBE-BA3C-07F791CABBB4}"/>
              </a:ext>
            </a:extLst>
          </p:cNvPr>
          <p:cNvSpPr>
            <a:spLocks xmlns:a="http://schemas.openxmlformats.org/drawingml/2006/main" noGrp="1"/>
          </p:cNvSpPr>
          <p:nvPr/>
        </p:nvSpPr>
        <p:spPr>
          <a:xfrm xmlns:a="http://schemas.openxmlformats.org/drawingml/2006/main">
            <a:off x="13534430" y="733997"/>
            <a:ext cx="638770"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0">
                <a:solidFill>
                  <a:srgbClr val="52627B"/>
                </a:solidFill>
                <a:latin typeface="Arial"/>
                <a:ea typeface="Arial"/>
                <a:cs typeface="Arial"/>
              </a:defRPr>
            </a:defPPr>
            <a:lvl1pPr algn="l">
              <a:defRPr sz="1350" b="0">
                <a:solidFill>
                  <a:srgbClr val="52627B"/>
                </a:solidFill>
                <a:latin typeface="Arial"/>
                <a:ea typeface="Arial"/>
                <a:cs typeface="Arial"/>
              </a:defRPr>
            </a:lvl1pPr>
            <a:lvl2pPr algn="l">
              <a:defRPr sz="1350" b="0">
                <a:solidFill>
                  <a:srgbClr val="52627B"/>
                </a:solidFill>
                <a:latin typeface="Arial"/>
                <a:ea typeface="Arial"/>
                <a:cs typeface="Arial"/>
              </a:defRPr>
            </a:lvl2pPr>
            <a:lvl3pPr algn="l">
              <a:defRPr sz="1350" b="0">
                <a:solidFill>
                  <a:srgbClr val="52627B"/>
                </a:solidFill>
                <a:latin typeface="Arial"/>
                <a:ea typeface="Arial"/>
                <a:cs typeface="Arial"/>
              </a:defRPr>
            </a:lvl3pPr>
            <a:lvl4pPr algn="l">
              <a:defRPr sz="1350" b="0">
                <a:solidFill>
                  <a:srgbClr val="52627B"/>
                </a:solidFill>
                <a:latin typeface="Arial"/>
                <a:ea typeface="Arial"/>
                <a:cs typeface="Arial"/>
              </a:defRPr>
            </a:lvl4pPr>
            <a:lvl5pPr algn="l">
              <a:defRPr sz="1350" b="0">
                <a:solidFill>
                  <a:srgbClr val="52627B"/>
                </a:solidFill>
                <a:latin typeface="Arial"/>
                <a:ea typeface="Arial"/>
                <a:cs typeface="Arial"/>
              </a:defRPr>
            </a:lvl5pPr>
            <a:lvl6pPr algn="l">
              <a:defRPr sz="1350" b="0">
                <a:solidFill>
                  <a:srgbClr val="52627B"/>
                </a:solidFill>
                <a:latin typeface="Arial"/>
                <a:ea typeface="Arial"/>
                <a:cs typeface="Arial"/>
              </a:defRPr>
            </a:lvl6pPr>
            <a:lvl7pPr algn="l">
              <a:defRPr sz="1350" b="0">
                <a:solidFill>
                  <a:srgbClr val="52627B"/>
                </a:solidFill>
                <a:latin typeface="Arial"/>
                <a:ea typeface="Arial"/>
                <a:cs typeface="Arial"/>
              </a:defRPr>
            </a:lvl7pPr>
            <a:lvl8pPr algn="l">
              <a:defRPr sz="1350" b="0">
                <a:solidFill>
                  <a:srgbClr val="52627B"/>
                </a:solidFill>
                <a:latin typeface="Arial"/>
                <a:ea typeface="Arial"/>
                <a:cs typeface="Arial"/>
              </a:defRPr>
            </a:lvl8pPr>
            <a:lvl9pPr algn="l">
              <a:defRPr sz="1350" b="0">
                <a:solidFill>
                  <a:srgbClr val="52627B"/>
                </a:solidFill>
                <a:latin typeface="Arial"/>
                <a:ea typeface="Arial"/>
                <a:cs typeface="Arial"/>
              </a:defRPr>
            </a:lvl9pPr>
          </a:lstStyle>
          <a:p xmlns:a="http://schemas.openxmlformats.org/drawingml/2006/main">
            <a:pPr algn="l">
              <a:defRPr sz="1350" b="0">
                <a:solidFill>
                  <a:srgbClr val="52627B"/>
                </a:solidFill>
                <a:latin typeface="Arial"/>
                <a:ea typeface="Arial"/>
                <a:cs typeface="Arial"/>
              </a:defRPr>
            </a:pPr>
            <a:r>
              <a:rPr sz="1350" b="0">
                <a:solidFill>
                  <a:srgbClr val="52627B"/>
                </a:solidFill>
                <a:latin typeface="Arial"/>
                <a:ea typeface="Arial"/>
                <a:cs typeface="Arial"/>
              </a:rPr>
              <a:t>05 / 09</a:t>
            </a:r>
          </a:p>
        </p:txBody>
      </p:sp>
      <p:sp>
        <p:nvSpPr>
          <p:cNvPr id="4" name="f121">
            <a:extLst xmlns:a="http://schemas.openxmlformats.org/drawingml/2006/main">
              <a:ext uri="{FF2B5EF4-FFF2-40B4-BE49-F238E27FC236}">
                <a16:creationId xmlns:a16="http://schemas.microsoft.com/office/drawing/2014/main" id="{6BEBC79C-4519-4562-A743-B1A7C0130BAB}"/>
              </a:ext>
            </a:extLst>
          </p:cNvPr>
          <p:cNvSpPr>
            <a:spLocks xmlns:a="http://schemas.openxmlformats.org/drawingml/2006/main" noGrp="1"/>
          </p:cNvSpPr>
          <p:nvPr/>
        </p:nvSpPr>
        <p:spPr>
          <a:xfrm xmlns:a="http://schemas.openxmlformats.org/drawingml/2006/main">
            <a:off x="1066800" y="1163765"/>
            <a:ext cx="5377755" cy="69437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Arial"/>
                <a:ea typeface="Arial"/>
                <a:cs typeface="Arial"/>
              </a:defRPr>
            </a:defPPr>
            <a:lvl1pPr algn="l">
              <a:defRPr sz="4050" b="1">
                <a:solidFill>
                  <a:srgbClr val="182536"/>
                </a:solidFill>
                <a:latin typeface="Arial"/>
                <a:ea typeface="Arial"/>
                <a:cs typeface="Arial"/>
              </a:defRPr>
            </a:lvl1pPr>
            <a:lvl2pPr algn="l">
              <a:defRPr sz="4050" b="1">
                <a:solidFill>
                  <a:srgbClr val="182536"/>
                </a:solidFill>
                <a:latin typeface="Arial"/>
                <a:ea typeface="Arial"/>
                <a:cs typeface="Arial"/>
              </a:defRPr>
            </a:lvl2pPr>
            <a:lvl3pPr algn="l">
              <a:defRPr sz="4050" b="1">
                <a:solidFill>
                  <a:srgbClr val="182536"/>
                </a:solidFill>
                <a:latin typeface="Arial"/>
                <a:ea typeface="Arial"/>
                <a:cs typeface="Arial"/>
              </a:defRPr>
            </a:lvl3pPr>
            <a:lvl4pPr algn="l">
              <a:defRPr sz="4050" b="1">
                <a:solidFill>
                  <a:srgbClr val="182536"/>
                </a:solidFill>
                <a:latin typeface="Arial"/>
                <a:ea typeface="Arial"/>
                <a:cs typeface="Arial"/>
              </a:defRPr>
            </a:lvl4pPr>
            <a:lvl5pPr algn="l">
              <a:defRPr sz="4050" b="1">
                <a:solidFill>
                  <a:srgbClr val="182536"/>
                </a:solidFill>
                <a:latin typeface="Arial"/>
                <a:ea typeface="Arial"/>
                <a:cs typeface="Arial"/>
              </a:defRPr>
            </a:lvl5pPr>
            <a:lvl6pPr algn="l">
              <a:defRPr sz="4050" b="1">
                <a:solidFill>
                  <a:srgbClr val="182536"/>
                </a:solidFill>
                <a:latin typeface="Arial"/>
                <a:ea typeface="Arial"/>
                <a:cs typeface="Arial"/>
              </a:defRPr>
            </a:lvl6pPr>
            <a:lvl7pPr algn="l">
              <a:defRPr sz="4050" b="1">
                <a:solidFill>
                  <a:srgbClr val="182536"/>
                </a:solidFill>
                <a:latin typeface="Arial"/>
                <a:ea typeface="Arial"/>
                <a:cs typeface="Arial"/>
              </a:defRPr>
            </a:lvl7pPr>
            <a:lvl8pPr algn="l">
              <a:defRPr sz="4050" b="1">
                <a:solidFill>
                  <a:srgbClr val="182536"/>
                </a:solidFill>
                <a:latin typeface="Arial"/>
                <a:ea typeface="Arial"/>
                <a:cs typeface="Arial"/>
              </a:defRPr>
            </a:lvl8pPr>
            <a:lvl9pPr algn="l">
              <a:defRPr sz="4050" b="1">
                <a:solidFill>
                  <a:srgbClr val="182536"/>
                </a:solidFill>
                <a:latin typeface="Arial"/>
                <a:ea typeface="Arial"/>
                <a:cs typeface="Arial"/>
              </a:defRPr>
            </a:lvl9pPr>
          </a:lstStyle>
          <a:p xmlns:a="http://schemas.openxmlformats.org/drawingml/2006/main">
            <a:pPr algn="l">
              <a:defRPr sz="4050" b="1">
                <a:solidFill>
                  <a:srgbClr val="182536"/>
                </a:solidFill>
                <a:latin typeface="Arial"/>
                <a:ea typeface="Arial"/>
                <a:cs typeface="Arial"/>
              </a:defRPr>
            </a:pPr>
            <a:r>
              <a:rPr sz="4050" b="1">
                <a:solidFill>
                  <a:srgbClr val="182536"/>
                </a:solidFill>
                <a:latin typeface="Arial"/>
                <a:ea typeface="Arial"/>
                <a:cs typeface="Arial"/>
              </a:rPr>
              <a:t>Architettura proposta</a:t>
            </a:r>
          </a:p>
        </p:txBody>
      </p:sp>
      <p:sp>
        <p:nvSpPr>
          <p:cNvPr id="5" name="f122">
            <a:extLst xmlns:a="http://schemas.openxmlformats.org/drawingml/2006/main">
              <a:ext uri="{FF2B5EF4-FFF2-40B4-BE49-F238E27FC236}">
                <a16:creationId xmlns:a16="http://schemas.microsoft.com/office/drawing/2014/main" id="{CBE175BE-9CD9-4520-A08A-47D382F43CCF}"/>
              </a:ext>
            </a:extLst>
          </p:cNvPr>
          <p:cNvSpPr>
            <a:spLocks xmlns:a="http://schemas.openxmlformats.org/drawingml/2006/main" noGrp="1"/>
          </p:cNvSpPr>
          <p:nvPr/>
        </p:nvSpPr>
        <p:spPr>
          <a:xfrm xmlns:a="http://schemas.openxmlformats.org/drawingml/2006/main">
            <a:off x="7170837" y="2415540"/>
            <a:ext cx="89832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182536"/>
                </a:solidFill>
                <a:latin typeface="Arial"/>
                <a:ea typeface="Arial"/>
                <a:cs typeface="Arial"/>
              </a:defRPr>
            </a:defPPr>
            <a:lvl1pPr algn="l">
              <a:defRPr sz="2250" b="1">
                <a:solidFill>
                  <a:srgbClr val="182536"/>
                </a:solidFill>
                <a:latin typeface="Arial"/>
                <a:ea typeface="Arial"/>
                <a:cs typeface="Arial"/>
              </a:defRPr>
            </a:lvl1pPr>
            <a:lvl2pPr algn="l">
              <a:defRPr sz="2250" b="1">
                <a:solidFill>
                  <a:srgbClr val="182536"/>
                </a:solidFill>
                <a:latin typeface="Arial"/>
                <a:ea typeface="Arial"/>
                <a:cs typeface="Arial"/>
              </a:defRPr>
            </a:lvl2pPr>
            <a:lvl3pPr algn="l">
              <a:defRPr sz="2250" b="1">
                <a:solidFill>
                  <a:srgbClr val="182536"/>
                </a:solidFill>
                <a:latin typeface="Arial"/>
                <a:ea typeface="Arial"/>
                <a:cs typeface="Arial"/>
              </a:defRPr>
            </a:lvl3pPr>
            <a:lvl4pPr algn="l">
              <a:defRPr sz="2250" b="1">
                <a:solidFill>
                  <a:srgbClr val="182536"/>
                </a:solidFill>
                <a:latin typeface="Arial"/>
                <a:ea typeface="Arial"/>
                <a:cs typeface="Arial"/>
              </a:defRPr>
            </a:lvl4pPr>
            <a:lvl5pPr algn="l">
              <a:defRPr sz="2250" b="1">
                <a:solidFill>
                  <a:srgbClr val="182536"/>
                </a:solidFill>
                <a:latin typeface="Arial"/>
                <a:ea typeface="Arial"/>
                <a:cs typeface="Arial"/>
              </a:defRPr>
            </a:lvl5pPr>
            <a:lvl6pPr algn="l">
              <a:defRPr sz="2250" b="1">
                <a:solidFill>
                  <a:srgbClr val="182536"/>
                </a:solidFill>
                <a:latin typeface="Arial"/>
                <a:ea typeface="Arial"/>
                <a:cs typeface="Arial"/>
              </a:defRPr>
            </a:lvl6pPr>
            <a:lvl7pPr algn="l">
              <a:defRPr sz="2250" b="1">
                <a:solidFill>
                  <a:srgbClr val="182536"/>
                </a:solidFill>
                <a:latin typeface="Arial"/>
                <a:ea typeface="Arial"/>
                <a:cs typeface="Arial"/>
              </a:defRPr>
            </a:lvl7pPr>
            <a:lvl8pPr algn="l">
              <a:defRPr sz="2250" b="1">
                <a:solidFill>
                  <a:srgbClr val="182536"/>
                </a:solidFill>
                <a:latin typeface="Arial"/>
                <a:ea typeface="Arial"/>
                <a:cs typeface="Arial"/>
              </a:defRPr>
            </a:lvl8pPr>
            <a:lvl9pPr algn="l">
              <a:defRPr sz="2250" b="1">
                <a:solidFill>
                  <a:srgbClr val="182536"/>
                </a:solidFill>
                <a:latin typeface="Arial"/>
                <a:ea typeface="Arial"/>
                <a:cs typeface="Arial"/>
              </a:defRPr>
            </a:lvl9pPr>
          </a:lstStyle>
          <a:p xmlns:a="http://schemas.openxmlformats.org/drawingml/2006/main">
            <a:pPr algn="l">
              <a:defRPr sz="2250" b="1">
                <a:solidFill>
                  <a:srgbClr val="182536"/>
                </a:solidFill>
                <a:latin typeface="Arial"/>
                <a:ea typeface="Arial"/>
                <a:cs typeface="Arial"/>
              </a:defRPr>
            </a:pPr>
            <a:r>
              <a:rPr sz="2250" b="1">
                <a:solidFill>
                  <a:srgbClr val="182536"/>
                </a:solidFill>
                <a:latin typeface="Arial"/>
                <a:ea typeface="Arial"/>
                <a:cs typeface="Arial"/>
              </a:rPr>
              <a:t>PCAP</a:t>
            </a:r>
          </a:p>
        </p:txBody>
      </p:sp>
      <p:sp>
        <p:nvSpPr>
          <p:cNvPr id="6" name="f123">
            <a:extLst xmlns:a="http://schemas.openxmlformats.org/drawingml/2006/main">
              <a:ext uri="{FF2B5EF4-FFF2-40B4-BE49-F238E27FC236}">
                <a16:creationId xmlns:a16="http://schemas.microsoft.com/office/drawing/2014/main" id="{7BE6DE5F-4F0C-4976-84C1-A8972E9D440C}"/>
              </a:ext>
            </a:extLst>
          </p:cNvPr>
          <p:cNvSpPr>
            <a:spLocks xmlns:a="http://schemas.openxmlformats.org/drawingml/2006/main" noGrp="1"/>
          </p:cNvSpPr>
          <p:nvPr/>
        </p:nvSpPr>
        <p:spPr>
          <a:xfrm xmlns:a="http://schemas.openxmlformats.org/drawingml/2006/main">
            <a:off x="4876800" y="3405854"/>
            <a:ext cx="2257425" cy="27003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75" b="1">
                <a:solidFill>
                  <a:srgbClr val="278766"/>
                </a:solidFill>
                <a:latin typeface="Arial"/>
                <a:ea typeface="Arial"/>
                <a:cs typeface="Arial"/>
              </a:defRPr>
            </a:defPPr>
            <a:lvl1pPr algn="l">
              <a:defRPr sz="1575" b="1">
                <a:solidFill>
                  <a:srgbClr val="278766"/>
                </a:solidFill>
                <a:latin typeface="Arial"/>
                <a:ea typeface="Arial"/>
                <a:cs typeface="Arial"/>
              </a:defRPr>
            </a:lvl1pPr>
            <a:lvl2pPr algn="l">
              <a:defRPr sz="1575" b="1">
                <a:solidFill>
                  <a:srgbClr val="278766"/>
                </a:solidFill>
                <a:latin typeface="Arial"/>
                <a:ea typeface="Arial"/>
                <a:cs typeface="Arial"/>
              </a:defRPr>
            </a:lvl2pPr>
            <a:lvl3pPr algn="l">
              <a:defRPr sz="1575" b="1">
                <a:solidFill>
                  <a:srgbClr val="278766"/>
                </a:solidFill>
                <a:latin typeface="Arial"/>
                <a:ea typeface="Arial"/>
                <a:cs typeface="Arial"/>
              </a:defRPr>
            </a:lvl3pPr>
            <a:lvl4pPr algn="l">
              <a:defRPr sz="1575" b="1">
                <a:solidFill>
                  <a:srgbClr val="278766"/>
                </a:solidFill>
                <a:latin typeface="Arial"/>
                <a:ea typeface="Arial"/>
                <a:cs typeface="Arial"/>
              </a:defRPr>
            </a:lvl4pPr>
            <a:lvl5pPr algn="l">
              <a:defRPr sz="1575" b="1">
                <a:solidFill>
                  <a:srgbClr val="278766"/>
                </a:solidFill>
                <a:latin typeface="Arial"/>
                <a:ea typeface="Arial"/>
                <a:cs typeface="Arial"/>
              </a:defRPr>
            </a:lvl5pPr>
            <a:lvl6pPr algn="l">
              <a:defRPr sz="1575" b="1">
                <a:solidFill>
                  <a:srgbClr val="278766"/>
                </a:solidFill>
                <a:latin typeface="Arial"/>
                <a:ea typeface="Arial"/>
                <a:cs typeface="Arial"/>
              </a:defRPr>
            </a:lvl6pPr>
            <a:lvl7pPr algn="l">
              <a:defRPr sz="1575" b="1">
                <a:solidFill>
                  <a:srgbClr val="278766"/>
                </a:solidFill>
                <a:latin typeface="Arial"/>
                <a:ea typeface="Arial"/>
                <a:cs typeface="Arial"/>
              </a:defRPr>
            </a:lvl7pPr>
            <a:lvl8pPr algn="l">
              <a:defRPr sz="1575" b="1">
                <a:solidFill>
                  <a:srgbClr val="278766"/>
                </a:solidFill>
                <a:latin typeface="Arial"/>
                <a:ea typeface="Arial"/>
                <a:cs typeface="Arial"/>
              </a:defRPr>
            </a:lvl8pPr>
            <a:lvl9pPr algn="l">
              <a:defRPr sz="1575" b="1">
                <a:solidFill>
                  <a:srgbClr val="278766"/>
                </a:solidFill>
                <a:latin typeface="Arial"/>
                <a:ea typeface="Arial"/>
                <a:cs typeface="Arial"/>
              </a:defRPr>
            </a:lvl9pPr>
          </a:lstStyle>
          <a:p xmlns:a="http://schemas.openxmlformats.org/drawingml/2006/main">
            <a:pPr algn="l">
              <a:defRPr sz="1575" b="1">
                <a:solidFill>
                  <a:srgbClr val="278766"/>
                </a:solidFill>
                <a:latin typeface="Arial"/>
                <a:ea typeface="Arial"/>
                <a:cs typeface="Arial"/>
              </a:defRPr>
            </a:pPr>
            <a:r>
              <a:rPr sz="1575" b="1">
                <a:solidFill>
                  <a:srgbClr val="278766"/>
                </a:solidFill>
                <a:latin typeface="Arial"/>
                <a:ea typeface="Arial"/>
                <a:cs typeface="Arial"/>
              </a:rPr>
              <a:t>PIPELINE DI VERIFICA</a:t>
            </a:r>
          </a:p>
        </p:txBody>
      </p:sp>
      <p:sp>
        <p:nvSpPr>
          <p:cNvPr id="7" name="f124">
            <a:extLst xmlns:a="http://schemas.openxmlformats.org/drawingml/2006/main">
              <a:ext uri="{FF2B5EF4-FFF2-40B4-BE49-F238E27FC236}">
                <a16:creationId xmlns:a16="http://schemas.microsoft.com/office/drawing/2014/main" id="{C7F57453-DBED-4E00-A34A-196265D05EC1}"/>
              </a:ext>
            </a:extLst>
          </p:cNvPr>
          <p:cNvSpPr>
            <a:spLocks xmlns:a="http://schemas.openxmlformats.org/drawingml/2006/main" noGrp="1"/>
          </p:cNvSpPr>
          <p:nvPr/>
        </p:nvSpPr>
        <p:spPr>
          <a:xfrm xmlns:a="http://schemas.openxmlformats.org/drawingml/2006/main">
            <a:off x="7003033" y="3917156"/>
            <a:ext cx="1233934"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82536"/>
                </a:solidFill>
                <a:latin typeface="Arial"/>
                <a:ea typeface="Arial"/>
                <a:cs typeface="Arial"/>
              </a:defRPr>
            </a:defPPr>
            <a:lvl1pPr algn="l">
              <a:defRPr sz="1875" b="0">
                <a:solidFill>
                  <a:srgbClr val="182536"/>
                </a:solidFill>
                <a:latin typeface="Arial"/>
                <a:ea typeface="Arial"/>
                <a:cs typeface="Arial"/>
              </a:defRPr>
            </a:lvl1pPr>
            <a:lvl2pPr algn="l">
              <a:defRPr sz="1875" b="0">
                <a:solidFill>
                  <a:srgbClr val="182536"/>
                </a:solidFill>
                <a:latin typeface="Arial"/>
                <a:ea typeface="Arial"/>
                <a:cs typeface="Arial"/>
              </a:defRPr>
            </a:lvl2pPr>
            <a:lvl3pPr algn="l">
              <a:defRPr sz="1875" b="0">
                <a:solidFill>
                  <a:srgbClr val="182536"/>
                </a:solidFill>
                <a:latin typeface="Arial"/>
                <a:ea typeface="Arial"/>
                <a:cs typeface="Arial"/>
              </a:defRPr>
            </a:lvl3pPr>
            <a:lvl4pPr algn="l">
              <a:defRPr sz="1875" b="0">
                <a:solidFill>
                  <a:srgbClr val="182536"/>
                </a:solidFill>
                <a:latin typeface="Arial"/>
                <a:ea typeface="Arial"/>
                <a:cs typeface="Arial"/>
              </a:defRPr>
            </a:lvl4pPr>
            <a:lvl5pPr algn="l">
              <a:defRPr sz="1875" b="0">
                <a:solidFill>
                  <a:srgbClr val="182536"/>
                </a:solidFill>
                <a:latin typeface="Arial"/>
                <a:ea typeface="Arial"/>
                <a:cs typeface="Arial"/>
              </a:defRPr>
            </a:lvl5pPr>
            <a:lvl6pPr algn="l">
              <a:defRPr sz="1875" b="0">
                <a:solidFill>
                  <a:srgbClr val="182536"/>
                </a:solidFill>
                <a:latin typeface="Arial"/>
                <a:ea typeface="Arial"/>
                <a:cs typeface="Arial"/>
              </a:defRPr>
            </a:lvl6pPr>
            <a:lvl7pPr algn="l">
              <a:defRPr sz="1875" b="0">
                <a:solidFill>
                  <a:srgbClr val="182536"/>
                </a:solidFill>
                <a:latin typeface="Arial"/>
                <a:ea typeface="Arial"/>
                <a:cs typeface="Arial"/>
              </a:defRPr>
            </a:lvl7pPr>
            <a:lvl8pPr algn="l">
              <a:defRPr sz="1875" b="0">
                <a:solidFill>
                  <a:srgbClr val="182536"/>
                </a:solidFill>
                <a:latin typeface="Arial"/>
                <a:ea typeface="Arial"/>
                <a:cs typeface="Arial"/>
              </a:defRPr>
            </a:lvl8pPr>
            <a:lvl9pPr algn="l">
              <a:defRPr sz="1875" b="0">
                <a:solidFill>
                  <a:srgbClr val="182536"/>
                </a:solidFill>
                <a:latin typeface="Arial"/>
                <a:ea typeface="Arial"/>
                <a:cs typeface="Arial"/>
              </a:defRPr>
            </a:lvl9pPr>
          </a:lstStyle>
          <a:p xmlns:a="http://schemas.openxmlformats.org/drawingml/2006/main">
            <a:pPr algn="l">
              <a:defRPr sz="1875" b="0">
                <a:solidFill>
                  <a:srgbClr val="182536"/>
                </a:solidFill>
                <a:latin typeface="Arial"/>
                <a:ea typeface="Arial"/>
                <a:cs typeface="Arial"/>
              </a:defRPr>
            </a:pPr>
            <a:r>
              <a:rPr sz="1875" b="0">
                <a:solidFill>
                  <a:srgbClr val="182536"/>
                </a:solidFill>
                <a:latin typeface="Arial"/>
                <a:ea typeface="Arial"/>
                <a:cs typeface="Arial"/>
              </a:rPr>
              <a:t>Estrazione</a:t>
            </a:r>
          </a:p>
        </p:txBody>
      </p:sp>
      <p:sp>
        <p:nvSpPr>
          <p:cNvPr id="8" name="f125">
            <a:extLst xmlns:a="http://schemas.openxmlformats.org/drawingml/2006/main">
              <a:ext uri="{FF2B5EF4-FFF2-40B4-BE49-F238E27FC236}">
                <a16:creationId xmlns:a16="http://schemas.microsoft.com/office/drawing/2014/main" id="{2E617DDE-DB62-4C5C-AE52-46EE4BCF1726}"/>
              </a:ext>
            </a:extLst>
          </p:cNvPr>
          <p:cNvSpPr>
            <a:spLocks xmlns:a="http://schemas.openxmlformats.org/drawingml/2006/main" noGrp="1"/>
          </p:cNvSpPr>
          <p:nvPr/>
        </p:nvSpPr>
        <p:spPr>
          <a:xfrm xmlns:a="http://schemas.openxmlformats.org/drawingml/2006/main">
            <a:off x="5932215" y="4393406"/>
            <a:ext cx="3375571"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82536"/>
                </a:solidFill>
                <a:latin typeface="Arial"/>
                <a:ea typeface="Arial"/>
                <a:cs typeface="Arial"/>
              </a:defRPr>
            </a:defPPr>
            <a:lvl1pPr algn="l">
              <a:defRPr sz="1875" b="0">
                <a:solidFill>
                  <a:srgbClr val="182536"/>
                </a:solidFill>
                <a:latin typeface="Arial"/>
                <a:ea typeface="Arial"/>
                <a:cs typeface="Arial"/>
              </a:defRPr>
            </a:lvl1pPr>
            <a:lvl2pPr algn="l">
              <a:defRPr sz="1875" b="0">
                <a:solidFill>
                  <a:srgbClr val="182536"/>
                </a:solidFill>
                <a:latin typeface="Arial"/>
                <a:ea typeface="Arial"/>
                <a:cs typeface="Arial"/>
              </a:defRPr>
            </a:lvl2pPr>
            <a:lvl3pPr algn="l">
              <a:defRPr sz="1875" b="0">
                <a:solidFill>
                  <a:srgbClr val="182536"/>
                </a:solidFill>
                <a:latin typeface="Arial"/>
                <a:ea typeface="Arial"/>
                <a:cs typeface="Arial"/>
              </a:defRPr>
            </a:lvl3pPr>
            <a:lvl4pPr algn="l">
              <a:defRPr sz="1875" b="0">
                <a:solidFill>
                  <a:srgbClr val="182536"/>
                </a:solidFill>
                <a:latin typeface="Arial"/>
                <a:ea typeface="Arial"/>
                <a:cs typeface="Arial"/>
              </a:defRPr>
            </a:lvl4pPr>
            <a:lvl5pPr algn="l">
              <a:defRPr sz="1875" b="0">
                <a:solidFill>
                  <a:srgbClr val="182536"/>
                </a:solidFill>
                <a:latin typeface="Arial"/>
                <a:ea typeface="Arial"/>
                <a:cs typeface="Arial"/>
              </a:defRPr>
            </a:lvl5pPr>
            <a:lvl6pPr algn="l">
              <a:defRPr sz="1875" b="0">
                <a:solidFill>
                  <a:srgbClr val="182536"/>
                </a:solidFill>
                <a:latin typeface="Arial"/>
                <a:ea typeface="Arial"/>
                <a:cs typeface="Arial"/>
              </a:defRPr>
            </a:lvl6pPr>
            <a:lvl7pPr algn="l">
              <a:defRPr sz="1875" b="0">
                <a:solidFill>
                  <a:srgbClr val="182536"/>
                </a:solidFill>
                <a:latin typeface="Arial"/>
                <a:ea typeface="Arial"/>
                <a:cs typeface="Arial"/>
              </a:defRPr>
            </a:lvl7pPr>
            <a:lvl8pPr algn="l">
              <a:defRPr sz="1875" b="0">
                <a:solidFill>
                  <a:srgbClr val="182536"/>
                </a:solidFill>
                <a:latin typeface="Arial"/>
                <a:ea typeface="Arial"/>
                <a:cs typeface="Arial"/>
              </a:defRPr>
            </a:lvl8pPr>
            <a:lvl9pPr algn="l">
              <a:defRPr sz="1875" b="0">
                <a:solidFill>
                  <a:srgbClr val="182536"/>
                </a:solidFill>
                <a:latin typeface="Arial"/>
                <a:ea typeface="Arial"/>
                <a:cs typeface="Arial"/>
              </a:defRPr>
            </a:lvl9pPr>
          </a:lstStyle>
          <a:p xmlns:a="http://schemas.openxmlformats.org/drawingml/2006/main">
            <a:pPr algn="l">
              <a:defRPr sz="1875" b="0">
                <a:solidFill>
                  <a:srgbClr val="182536"/>
                </a:solidFill>
                <a:latin typeface="Arial"/>
                <a:ea typeface="Arial"/>
                <a:cs typeface="Arial"/>
              </a:defRPr>
            </a:pPr>
            <a:r>
              <a:rPr sz="1875" b="0">
                <a:solidFill>
                  <a:srgbClr val="182536"/>
                </a:solidFill>
                <a:latin typeface="Arial"/>
                <a:ea typeface="Arial"/>
                <a:cs typeface="Arial"/>
              </a:rPr>
              <a:t>Normalizzazione per protocollo</a:t>
            </a:r>
          </a:p>
        </p:txBody>
      </p:sp>
      <p:sp>
        <p:nvSpPr>
          <p:cNvPr id="9" name="f126">
            <a:extLst xmlns:a="http://schemas.openxmlformats.org/drawingml/2006/main">
              <a:ext uri="{FF2B5EF4-FFF2-40B4-BE49-F238E27FC236}">
                <a16:creationId xmlns:a16="http://schemas.microsoft.com/office/drawing/2014/main" id="{F81327E1-5183-4B5F-9AA7-2AF209747A75}"/>
              </a:ext>
            </a:extLst>
          </p:cNvPr>
          <p:cNvSpPr>
            <a:spLocks xmlns:a="http://schemas.openxmlformats.org/drawingml/2006/main" noGrp="1"/>
          </p:cNvSpPr>
          <p:nvPr/>
        </p:nvSpPr>
        <p:spPr>
          <a:xfrm xmlns:a="http://schemas.openxmlformats.org/drawingml/2006/main">
            <a:off x="6520904" y="4869656"/>
            <a:ext cx="2198191"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82536"/>
                </a:solidFill>
                <a:latin typeface="Arial"/>
                <a:ea typeface="Arial"/>
                <a:cs typeface="Arial"/>
              </a:defRPr>
            </a:defPPr>
            <a:lvl1pPr algn="l">
              <a:defRPr sz="1875" b="0">
                <a:solidFill>
                  <a:srgbClr val="182536"/>
                </a:solidFill>
                <a:latin typeface="Arial"/>
                <a:ea typeface="Arial"/>
                <a:cs typeface="Arial"/>
              </a:defRPr>
            </a:lvl1pPr>
            <a:lvl2pPr algn="l">
              <a:defRPr sz="1875" b="0">
                <a:solidFill>
                  <a:srgbClr val="182536"/>
                </a:solidFill>
                <a:latin typeface="Arial"/>
                <a:ea typeface="Arial"/>
                <a:cs typeface="Arial"/>
              </a:defRPr>
            </a:lvl2pPr>
            <a:lvl3pPr algn="l">
              <a:defRPr sz="1875" b="0">
                <a:solidFill>
                  <a:srgbClr val="182536"/>
                </a:solidFill>
                <a:latin typeface="Arial"/>
                <a:ea typeface="Arial"/>
                <a:cs typeface="Arial"/>
              </a:defRPr>
            </a:lvl3pPr>
            <a:lvl4pPr algn="l">
              <a:defRPr sz="1875" b="0">
                <a:solidFill>
                  <a:srgbClr val="182536"/>
                </a:solidFill>
                <a:latin typeface="Arial"/>
                <a:ea typeface="Arial"/>
                <a:cs typeface="Arial"/>
              </a:defRPr>
            </a:lvl4pPr>
            <a:lvl5pPr algn="l">
              <a:defRPr sz="1875" b="0">
                <a:solidFill>
                  <a:srgbClr val="182536"/>
                </a:solidFill>
                <a:latin typeface="Arial"/>
                <a:ea typeface="Arial"/>
                <a:cs typeface="Arial"/>
              </a:defRPr>
            </a:lvl5pPr>
            <a:lvl6pPr algn="l">
              <a:defRPr sz="1875" b="0">
                <a:solidFill>
                  <a:srgbClr val="182536"/>
                </a:solidFill>
                <a:latin typeface="Arial"/>
                <a:ea typeface="Arial"/>
                <a:cs typeface="Arial"/>
              </a:defRPr>
            </a:lvl6pPr>
            <a:lvl7pPr algn="l">
              <a:defRPr sz="1875" b="0">
                <a:solidFill>
                  <a:srgbClr val="182536"/>
                </a:solidFill>
                <a:latin typeface="Arial"/>
                <a:ea typeface="Arial"/>
                <a:cs typeface="Arial"/>
              </a:defRPr>
            </a:lvl7pPr>
            <a:lvl8pPr algn="l">
              <a:defRPr sz="1875" b="0">
                <a:solidFill>
                  <a:srgbClr val="182536"/>
                </a:solidFill>
                <a:latin typeface="Arial"/>
                <a:ea typeface="Arial"/>
                <a:cs typeface="Arial"/>
              </a:defRPr>
            </a:lvl8pPr>
            <a:lvl9pPr algn="l">
              <a:defRPr sz="1875" b="0">
                <a:solidFill>
                  <a:srgbClr val="182536"/>
                </a:solidFill>
                <a:latin typeface="Arial"/>
                <a:ea typeface="Arial"/>
                <a:cs typeface="Arial"/>
              </a:defRPr>
            </a:lvl9pPr>
          </a:lstStyle>
          <a:p xmlns:a="http://schemas.openxmlformats.org/drawingml/2006/main">
            <a:pPr algn="l">
              <a:defRPr sz="1875" b="0">
                <a:solidFill>
                  <a:srgbClr val="182536"/>
                </a:solidFill>
                <a:latin typeface="Arial"/>
                <a:ea typeface="Arial"/>
                <a:cs typeface="Arial"/>
              </a:defRPr>
            </a:pPr>
            <a:r>
              <a:rPr sz="1875" b="0">
                <a:solidFill>
                  <a:srgbClr val="182536"/>
                </a:solidFill>
                <a:latin typeface="Arial"/>
                <a:ea typeface="Arial"/>
                <a:cs typeface="Arial"/>
              </a:rPr>
              <a:t>Resolver semantico</a:t>
            </a:r>
          </a:p>
        </p:txBody>
      </p:sp>
      <p:sp>
        <p:nvSpPr>
          <p:cNvPr id="10" name="f127">
            <a:extLst xmlns:a="http://schemas.openxmlformats.org/drawingml/2006/main">
              <a:ext uri="{FF2B5EF4-FFF2-40B4-BE49-F238E27FC236}">
                <a16:creationId xmlns:a16="http://schemas.microsoft.com/office/drawing/2014/main" id="{CF8F7D91-2524-49A4-A4DF-BA85DEF31634}"/>
              </a:ext>
            </a:extLst>
          </p:cNvPr>
          <p:cNvSpPr>
            <a:spLocks xmlns:a="http://schemas.openxmlformats.org/drawingml/2006/main" noGrp="1"/>
          </p:cNvSpPr>
          <p:nvPr/>
        </p:nvSpPr>
        <p:spPr>
          <a:xfrm xmlns:a="http://schemas.openxmlformats.org/drawingml/2006/main">
            <a:off x="6255841" y="5345906"/>
            <a:ext cx="2728317"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82536"/>
                </a:solidFill>
                <a:latin typeface="Arial"/>
                <a:ea typeface="Arial"/>
                <a:cs typeface="Arial"/>
              </a:defRPr>
            </a:defPPr>
            <a:lvl1pPr algn="l">
              <a:defRPr sz="1875" b="0">
                <a:solidFill>
                  <a:srgbClr val="182536"/>
                </a:solidFill>
                <a:latin typeface="Arial"/>
                <a:ea typeface="Arial"/>
                <a:cs typeface="Arial"/>
              </a:defRPr>
            </a:lvl1pPr>
            <a:lvl2pPr algn="l">
              <a:defRPr sz="1875" b="0">
                <a:solidFill>
                  <a:srgbClr val="182536"/>
                </a:solidFill>
                <a:latin typeface="Arial"/>
                <a:ea typeface="Arial"/>
                <a:cs typeface="Arial"/>
              </a:defRPr>
            </a:lvl2pPr>
            <a:lvl3pPr algn="l">
              <a:defRPr sz="1875" b="0">
                <a:solidFill>
                  <a:srgbClr val="182536"/>
                </a:solidFill>
                <a:latin typeface="Arial"/>
                <a:ea typeface="Arial"/>
                <a:cs typeface="Arial"/>
              </a:defRPr>
            </a:lvl3pPr>
            <a:lvl4pPr algn="l">
              <a:defRPr sz="1875" b="0">
                <a:solidFill>
                  <a:srgbClr val="182536"/>
                </a:solidFill>
                <a:latin typeface="Arial"/>
                <a:ea typeface="Arial"/>
                <a:cs typeface="Arial"/>
              </a:defRPr>
            </a:lvl4pPr>
            <a:lvl5pPr algn="l">
              <a:defRPr sz="1875" b="0">
                <a:solidFill>
                  <a:srgbClr val="182536"/>
                </a:solidFill>
                <a:latin typeface="Arial"/>
                <a:ea typeface="Arial"/>
                <a:cs typeface="Arial"/>
              </a:defRPr>
            </a:lvl5pPr>
            <a:lvl6pPr algn="l">
              <a:defRPr sz="1875" b="0">
                <a:solidFill>
                  <a:srgbClr val="182536"/>
                </a:solidFill>
                <a:latin typeface="Arial"/>
                <a:ea typeface="Arial"/>
                <a:cs typeface="Arial"/>
              </a:defRPr>
            </a:lvl6pPr>
            <a:lvl7pPr algn="l">
              <a:defRPr sz="1875" b="0">
                <a:solidFill>
                  <a:srgbClr val="182536"/>
                </a:solidFill>
                <a:latin typeface="Arial"/>
                <a:ea typeface="Arial"/>
                <a:cs typeface="Arial"/>
              </a:defRPr>
            </a:lvl7pPr>
            <a:lvl8pPr algn="l">
              <a:defRPr sz="1875" b="0">
                <a:solidFill>
                  <a:srgbClr val="182536"/>
                </a:solidFill>
                <a:latin typeface="Arial"/>
                <a:ea typeface="Arial"/>
                <a:cs typeface="Arial"/>
              </a:defRPr>
            </a:lvl8pPr>
            <a:lvl9pPr algn="l">
              <a:defRPr sz="1875" b="0">
                <a:solidFill>
                  <a:srgbClr val="182536"/>
                </a:solidFill>
                <a:latin typeface="Arial"/>
                <a:ea typeface="Arial"/>
                <a:cs typeface="Arial"/>
              </a:defRPr>
            </a:lvl9pPr>
          </a:lstStyle>
          <a:p xmlns:a="http://schemas.openxmlformats.org/drawingml/2006/main">
            <a:pPr algn="l">
              <a:defRPr sz="1875" b="0">
                <a:solidFill>
                  <a:srgbClr val="182536"/>
                </a:solidFill>
                <a:latin typeface="Arial"/>
                <a:ea typeface="Arial"/>
                <a:cs typeface="Arial"/>
              </a:defRPr>
            </a:pPr>
            <a:r>
              <a:rPr sz="1875" b="0">
                <a:solidFill>
                  <a:srgbClr val="182536"/>
                </a:solidFill>
                <a:latin typeface="Arial"/>
                <a:ea typeface="Arial"/>
                <a:cs typeface="Arial"/>
              </a:rPr>
              <a:t>Selezione delle evidenze</a:t>
            </a:r>
          </a:p>
        </p:txBody>
      </p:sp>
      <p:sp>
        <p:nvSpPr>
          <p:cNvPr id="11" name="f128">
            <a:extLst xmlns:a="http://schemas.openxmlformats.org/drawingml/2006/main">
              <a:ext uri="{FF2B5EF4-FFF2-40B4-BE49-F238E27FC236}">
                <a16:creationId xmlns:a16="http://schemas.microsoft.com/office/drawing/2014/main" id="{2E022BCF-567A-4914-9886-220D7179C021}"/>
              </a:ext>
            </a:extLst>
          </p:cNvPr>
          <p:cNvSpPr>
            <a:spLocks xmlns:a="http://schemas.openxmlformats.org/drawingml/2006/main" noGrp="1"/>
          </p:cNvSpPr>
          <p:nvPr/>
        </p:nvSpPr>
        <p:spPr>
          <a:xfrm xmlns:a="http://schemas.openxmlformats.org/drawingml/2006/main">
            <a:off x="6168554" y="5822156"/>
            <a:ext cx="2902893"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82536"/>
                </a:solidFill>
                <a:latin typeface="Arial"/>
                <a:ea typeface="Arial"/>
                <a:cs typeface="Arial"/>
              </a:defRPr>
            </a:defPPr>
            <a:lvl1pPr algn="l">
              <a:defRPr sz="1875" b="0">
                <a:solidFill>
                  <a:srgbClr val="182536"/>
                </a:solidFill>
                <a:latin typeface="Arial"/>
                <a:ea typeface="Arial"/>
                <a:cs typeface="Arial"/>
              </a:defRPr>
            </a:lvl1pPr>
            <a:lvl2pPr algn="l">
              <a:defRPr sz="1875" b="0">
                <a:solidFill>
                  <a:srgbClr val="182536"/>
                </a:solidFill>
                <a:latin typeface="Arial"/>
                <a:ea typeface="Arial"/>
                <a:cs typeface="Arial"/>
              </a:defRPr>
            </a:lvl2pPr>
            <a:lvl3pPr algn="l">
              <a:defRPr sz="1875" b="0">
                <a:solidFill>
                  <a:srgbClr val="182536"/>
                </a:solidFill>
                <a:latin typeface="Arial"/>
                <a:ea typeface="Arial"/>
                <a:cs typeface="Arial"/>
              </a:defRPr>
            </a:lvl3pPr>
            <a:lvl4pPr algn="l">
              <a:defRPr sz="1875" b="0">
                <a:solidFill>
                  <a:srgbClr val="182536"/>
                </a:solidFill>
                <a:latin typeface="Arial"/>
                <a:ea typeface="Arial"/>
                <a:cs typeface="Arial"/>
              </a:defRPr>
            </a:lvl4pPr>
            <a:lvl5pPr algn="l">
              <a:defRPr sz="1875" b="0">
                <a:solidFill>
                  <a:srgbClr val="182536"/>
                </a:solidFill>
                <a:latin typeface="Arial"/>
                <a:ea typeface="Arial"/>
                <a:cs typeface="Arial"/>
              </a:defRPr>
            </a:lvl5pPr>
            <a:lvl6pPr algn="l">
              <a:defRPr sz="1875" b="0">
                <a:solidFill>
                  <a:srgbClr val="182536"/>
                </a:solidFill>
                <a:latin typeface="Arial"/>
                <a:ea typeface="Arial"/>
                <a:cs typeface="Arial"/>
              </a:defRPr>
            </a:lvl6pPr>
            <a:lvl7pPr algn="l">
              <a:defRPr sz="1875" b="0">
                <a:solidFill>
                  <a:srgbClr val="182536"/>
                </a:solidFill>
                <a:latin typeface="Arial"/>
                <a:ea typeface="Arial"/>
                <a:cs typeface="Arial"/>
              </a:defRPr>
            </a:lvl7pPr>
            <a:lvl8pPr algn="l">
              <a:defRPr sz="1875" b="0">
                <a:solidFill>
                  <a:srgbClr val="182536"/>
                </a:solidFill>
                <a:latin typeface="Arial"/>
                <a:ea typeface="Arial"/>
                <a:cs typeface="Arial"/>
              </a:defRPr>
            </a:lvl8pPr>
            <a:lvl9pPr algn="l">
              <a:defRPr sz="1875" b="0">
                <a:solidFill>
                  <a:srgbClr val="182536"/>
                </a:solidFill>
                <a:latin typeface="Arial"/>
                <a:ea typeface="Arial"/>
                <a:cs typeface="Arial"/>
              </a:defRPr>
            </a:lvl9pPr>
          </a:lstStyle>
          <a:p xmlns:a="http://schemas.openxmlformats.org/drawingml/2006/main">
            <a:pPr algn="l">
              <a:defRPr sz="1875" b="0">
                <a:solidFill>
                  <a:srgbClr val="182536"/>
                </a:solidFill>
                <a:latin typeface="Arial"/>
                <a:ea typeface="Arial"/>
                <a:cs typeface="Arial"/>
              </a:defRPr>
            </a:pPr>
            <a:r>
              <a:rPr sz="1875" b="0">
                <a:solidFill>
                  <a:srgbClr val="182536"/>
                </a:solidFill>
                <a:latin typeface="Arial"/>
                <a:ea typeface="Arial"/>
                <a:cs typeface="Arial"/>
              </a:rPr>
              <a:t>Verifica statica / temporale</a:t>
            </a:r>
          </a:p>
        </p:txBody>
      </p:sp>
      <p:sp>
        <p:nvSpPr>
          <p:cNvPr id="12" name="f129">
            <a:extLst xmlns:a="http://schemas.openxmlformats.org/drawingml/2006/main">
              <a:ext uri="{FF2B5EF4-FFF2-40B4-BE49-F238E27FC236}">
                <a16:creationId xmlns:a16="http://schemas.microsoft.com/office/drawing/2014/main" id="{CDF3392D-E213-4583-AF94-2B681E0B0742}"/>
              </a:ext>
            </a:extLst>
          </p:cNvPr>
          <p:cNvSpPr>
            <a:spLocks xmlns:a="http://schemas.openxmlformats.org/drawingml/2006/main" noGrp="1"/>
          </p:cNvSpPr>
          <p:nvPr/>
        </p:nvSpPr>
        <p:spPr>
          <a:xfrm xmlns:a="http://schemas.openxmlformats.org/drawingml/2006/main">
            <a:off x="6343650" y="6298406"/>
            <a:ext cx="2552700"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82536"/>
                </a:solidFill>
                <a:latin typeface="Arial"/>
                <a:ea typeface="Arial"/>
                <a:cs typeface="Arial"/>
              </a:defRPr>
            </a:defPPr>
            <a:lvl1pPr algn="l">
              <a:defRPr sz="1875" b="0">
                <a:solidFill>
                  <a:srgbClr val="182536"/>
                </a:solidFill>
                <a:latin typeface="Arial"/>
                <a:ea typeface="Arial"/>
                <a:cs typeface="Arial"/>
              </a:defRPr>
            </a:lvl1pPr>
            <a:lvl2pPr algn="l">
              <a:defRPr sz="1875" b="0">
                <a:solidFill>
                  <a:srgbClr val="182536"/>
                </a:solidFill>
                <a:latin typeface="Arial"/>
                <a:ea typeface="Arial"/>
                <a:cs typeface="Arial"/>
              </a:defRPr>
            </a:lvl2pPr>
            <a:lvl3pPr algn="l">
              <a:defRPr sz="1875" b="0">
                <a:solidFill>
                  <a:srgbClr val="182536"/>
                </a:solidFill>
                <a:latin typeface="Arial"/>
                <a:ea typeface="Arial"/>
                <a:cs typeface="Arial"/>
              </a:defRPr>
            </a:lvl3pPr>
            <a:lvl4pPr algn="l">
              <a:defRPr sz="1875" b="0">
                <a:solidFill>
                  <a:srgbClr val="182536"/>
                </a:solidFill>
                <a:latin typeface="Arial"/>
                <a:ea typeface="Arial"/>
                <a:cs typeface="Arial"/>
              </a:defRPr>
            </a:lvl4pPr>
            <a:lvl5pPr algn="l">
              <a:defRPr sz="1875" b="0">
                <a:solidFill>
                  <a:srgbClr val="182536"/>
                </a:solidFill>
                <a:latin typeface="Arial"/>
                <a:ea typeface="Arial"/>
                <a:cs typeface="Arial"/>
              </a:defRPr>
            </a:lvl5pPr>
            <a:lvl6pPr algn="l">
              <a:defRPr sz="1875" b="0">
                <a:solidFill>
                  <a:srgbClr val="182536"/>
                </a:solidFill>
                <a:latin typeface="Arial"/>
                <a:ea typeface="Arial"/>
                <a:cs typeface="Arial"/>
              </a:defRPr>
            </a:lvl6pPr>
            <a:lvl7pPr algn="l">
              <a:defRPr sz="1875" b="0">
                <a:solidFill>
                  <a:srgbClr val="182536"/>
                </a:solidFill>
                <a:latin typeface="Arial"/>
                <a:ea typeface="Arial"/>
                <a:cs typeface="Arial"/>
              </a:defRPr>
            </a:lvl7pPr>
            <a:lvl8pPr algn="l">
              <a:defRPr sz="1875" b="0">
                <a:solidFill>
                  <a:srgbClr val="182536"/>
                </a:solidFill>
                <a:latin typeface="Arial"/>
                <a:ea typeface="Arial"/>
                <a:cs typeface="Arial"/>
              </a:defRPr>
            </a:lvl8pPr>
            <a:lvl9pPr algn="l">
              <a:defRPr sz="1875" b="0">
                <a:solidFill>
                  <a:srgbClr val="182536"/>
                </a:solidFill>
                <a:latin typeface="Arial"/>
                <a:ea typeface="Arial"/>
                <a:cs typeface="Arial"/>
              </a:defRPr>
            </a:lvl9pPr>
          </a:lstStyle>
          <a:p xmlns:a="http://schemas.openxmlformats.org/drawingml/2006/main">
            <a:pPr algn="l">
              <a:defRPr sz="1875" b="0">
                <a:solidFill>
                  <a:srgbClr val="182536"/>
                </a:solidFill>
                <a:latin typeface="Arial"/>
                <a:ea typeface="Arial"/>
                <a:cs typeface="Arial"/>
              </a:defRPr>
            </a:pPr>
            <a:r>
              <a:rPr sz="1875" b="0">
                <a:solidFill>
                  <a:srgbClr val="182536"/>
                </a:solidFill>
                <a:latin typeface="Arial"/>
                <a:ea typeface="Arial"/>
                <a:cs typeface="Arial"/>
              </a:rPr>
              <a:t>Generazione del report</a:t>
            </a:r>
          </a:p>
        </p:txBody>
      </p:sp>
      <p:sp>
        <p:nvSpPr>
          <p:cNvPr id="13" name="f130">
            <a:extLst xmlns:a="http://schemas.openxmlformats.org/drawingml/2006/main">
              <a:ext uri="{FF2B5EF4-FFF2-40B4-BE49-F238E27FC236}">
                <a16:creationId xmlns:a16="http://schemas.microsoft.com/office/drawing/2014/main" id="{14AD9C07-8E6D-4167-AEDC-067AC6D14928}"/>
              </a:ext>
            </a:extLst>
          </p:cNvPr>
          <p:cNvSpPr>
            <a:spLocks xmlns:a="http://schemas.openxmlformats.org/drawingml/2006/main" noGrp="1"/>
          </p:cNvSpPr>
          <p:nvPr/>
        </p:nvSpPr>
        <p:spPr>
          <a:xfrm xmlns:a="http://schemas.openxmlformats.org/drawingml/2006/main">
            <a:off x="2362200" y="5525643"/>
            <a:ext cx="800100" cy="4629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700" b="1">
                <a:solidFill>
                  <a:srgbClr val="4264D0"/>
                </a:solidFill>
                <a:latin typeface="Arial"/>
                <a:ea typeface="Arial"/>
                <a:cs typeface="Arial"/>
              </a:defRPr>
            </a:defPPr>
            <a:lvl1pPr algn="l">
              <a:defRPr sz="2700" b="1">
                <a:solidFill>
                  <a:srgbClr val="4264D0"/>
                </a:solidFill>
                <a:latin typeface="Arial"/>
                <a:ea typeface="Arial"/>
                <a:cs typeface="Arial"/>
              </a:defRPr>
            </a:lvl1pPr>
            <a:lvl2pPr algn="l">
              <a:defRPr sz="2700" b="1">
                <a:solidFill>
                  <a:srgbClr val="4264D0"/>
                </a:solidFill>
                <a:latin typeface="Arial"/>
                <a:ea typeface="Arial"/>
                <a:cs typeface="Arial"/>
              </a:defRPr>
            </a:lvl2pPr>
            <a:lvl3pPr algn="l">
              <a:defRPr sz="2700" b="1">
                <a:solidFill>
                  <a:srgbClr val="4264D0"/>
                </a:solidFill>
                <a:latin typeface="Arial"/>
                <a:ea typeface="Arial"/>
                <a:cs typeface="Arial"/>
              </a:defRPr>
            </a:lvl3pPr>
            <a:lvl4pPr algn="l">
              <a:defRPr sz="2700" b="1">
                <a:solidFill>
                  <a:srgbClr val="4264D0"/>
                </a:solidFill>
                <a:latin typeface="Arial"/>
                <a:ea typeface="Arial"/>
                <a:cs typeface="Arial"/>
              </a:defRPr>
            </a:lvl4pPr>
            <a:lvl5pPr algn="l">
              <a:defRPr sz="2700" b="1">
                <a:solidFill>
                  <a:srgbClr val="4264D0"/>
                </a:solidFill>
                <a:latin typeface="Arial"/>
                <a:ea typeface="Arial"/>
                <a:cs typeface="Arial"/>
              </a:defRPr>
            </a:lvl5pPr>
            <a:lvl6pPr algn="l">
              <a:defRPr sz="2700" b="1">
                <a:solidFill>
                  <a:srgbClr val="4264D0"/>
                </a:solidFill>
                <a:latin typeface="Arial"/>
                <a:ea typeface="Arial"/>
                <a:cs typeface="Arial"/>
              </a:defRPr>
            </a:lvl6pPr>
            <a:lvl7pPr algn="l">
              <a:defRPr sz="2700" b="1">
                <a:solidFill>
                  <a:srgbClr val="4264D0"/>
                </a:solidFill>
                <a:latin typeface="Arial"/>
                <a:ea typeface="Arial"/>
                <a:cs typeface="Arial"/>
              </a:defRPr>
            </a:lvl7pPr>
            <a:lvl8pPr algn="l">
              <a:defRPr sz="2700" b="1">
                <a:solidFill>
                  <a:srgbClr val="4264D0"/>
                </a:solidFill>
                <a:latin typeface="Arial"/>
                <a:ea typeface="Arial"/>
                <a:cs typeface="Arial"/>
              </a:defRPr>
            </a:lvl8pPr>
            <a:lvl9pPr algn="l">
              <a:defRPr sz="2700" b="1">
                <a:solidFill>
                  <a:srgbClr val="4264D0"/>
                </a:solidFill>
                <a:latin typeface="Arial"/>
                <a:ea typeface="Arial"/>
                <a:cs typeface="Arial"/>
              </a:defRPr>
            </a:lvl9pPr>
          </a:lstStyle>
          <a:p xmlns:a="http://schemas.openxmlformats.org/drawingml/2006/main">
            <a:pPr algn="l">
              <a:defRPr sz="2700" b="1">
                <a:solidFill>
                  <a:srgbClr val="4264D0"/>
                </a:solidFill>
                <a:latin typeface="Arial"/>
                <a:ea typeface="Arial"/>
                <a:cs typeface="Arial"/>
              </a:defRPr>
            </a:pPr>
            <a:r>
              <a:rPr sz="2700" b="1">
                <a:solidFill>
                  <a:srgbClr val="4264D0"/>
                </a:solidFill>
                <a:latin typeface="Arial"/>
                <a:ea typeface="Arial"/>
                <a:cs typeface="Arial"/>
              </a:rPr>
              <a:t>DSL</a:t>
            </a:r>
          </a:p>
        </p:txBody>
      </p:sp>
      <p:sp>
        <p:nvSpPr>
          <p:cNvPr id="14" name="f131">
            <a:extLst xmlns:a="http://schemas.openxmlformats.org/drawingml/2006/main">
              <a:ext uri="{FF2B5EF4-FFF2-40B4-BE49-F238E27FC236}">
                <a16:creationId xmlns:a16="http://schemas.microsoft.com/office/drawing/2014/main" id="{7F4FB262-0538-45C1-80F4-1264D9ECB912}"/>
              </a:ext>
            </a:extLst>
          </p:cNvPr>
          <p:cNvSpPr>
            <a:spLocks xmlns:a="http://schemas.openxmlformats.org/drawingml/2006/main" noGrp="1"/>
          </p:cNvSpPr>
          <p:nvPr/>
        </p:nvSpPr>
        <p:spPr>
          <a:xfrm xmlns:a="http://schemas.openxmlformats.org/drawingml/2006/main">
            <a:off x="6030069" y="7782878"/>
            <a:ext cx="317986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4264D0"/>
                </a:solidFill>
                <a:latin typeface="Arial"/>
                <a:ea typeface="Arial"/>
                <a:cs typeface="Arial"/>
              </a:defRPr>
            </a:defPPr>
            <a:lvl1pPr algn="l">
              <a:defRPr sz="2250" b="1">
                <a:solidFill>
                  <a:srgbClr val="4264D0"/>
                </a:solidFill>
                <a:latin typeface="Arial"/>
                <a:ea typeface="Arial"/>
                <a:cs typeface="Arial"/>
              </a:defRPr>
            </a:lvl1pPr>
            <a:lvl2pPr algn="l">
              <a:defRPr sz="2250" b="1">
                <a:solidFill>
                  <a:srgbClr val="4264D0"/>
                </a:solidFill>
                <a:latin typeface="Arial"/>
                <a:ea typeface="Arial"/>
                <a:cs typeface="Arial"/>
              </a:defRPr>
            </a:lvl2pPr>
            <a:lvl3pPr algn="l">
              <a:defRPr sz="2250" b="1">
                <a:solidFill>
                  <a:srgbClr val="4264D0"/>
                </a:solidFill>
                <a:latin typeface="Arial"/>
                <a:ea typeface="Arial"/>
                <a:cs typeface="Arial"/>
              </a:defRPr>
            </a:lvl3pPr>
            <a:lvl4pPr algn="l">
              <a:defRPr sz="2250" b="1">
                <a:solidFill>
                  <a:srgbClr val="4264D0"/>
                </a:solidFill>
                <a:latin typeface="Arial"/>
                <a:ea typeface="Arial"/>
                <a:cs typeface="Arial"/>
              </a:defRPr>
            </a:lvl4pPr>
            <a:lvl5pPr algn="l">
              <a:defRPr sz="2250" b="1">
                <a:solidFill>
                  <a:srgbClr val="4264D0"/>
                </a:solidFill>
                <a:latin typeface="Arial"/>
                <a:ea typeface="Arial"/>
                <a:cs typeface="Arial"/>
              </a:defRPr>
            </a:lvl5pPr>
            <a:lvl6pPr algn="l">
              <a:defRPr sz="2250" b="1">
                <a:solidFill>
                  <a:srgbClr val="4264D0"/>
                </a:solidFill>
                <a:latin typeface="Arial"/>
                <a:ea typeface="Arial"/>
                <a:cs typeface="Arial"/>
              </a:defRPr>
            </a:lvl6pPr>
            <a:lvl7pPr algn="l">
              <a:defRPr sz="2250" b="1">
                <a:solidFill>
                  <a:srgbClr val="4264D0"/>
                </a:solidFill>
                <a:latin typeface="Arial"/>
                <a:ea typeface="Arial"/>
                <a:cs typeface="Arial"/>
              </a:defRPr>
            </a:lvl7pPr>
            <a:lvl8pPr algn="l">
              <a:defRPr sz="2250" b="1">
                <a:solidFill>
                  <a:srgbClr val="4264D0"/>
                </a:solidFill>
                <a:latin typeface="Arial"/>
                <a:ea typeface="Arial"/>
                <a:cs typeface="Arial"/>
              </a:defRPr>
            </a:lvl8pPr>
            <a:lvl9pPr algn="l">
              <a:defRPr sz="2250" b="1">
                <a:solidFill>
                  <a:srgbClr val="4264D0"/>
                </a:solidFill>
                <a:latin typeface="Arial"/>
                <a:ea typeface="Arial"/>
                <a:cs typeface="Arial"/>
              </a:defRPr>
            </a:lvl9pPr>
          </a:lstStyle>
          <a:p xmlns:a="http://schemas.openxmlformats.org/drawingml/2006/main">
            <a:pPr algn="l">
              <a:defRPr sz="2250" b="1">
                <a:solidFill>
                  <a:srgbClr val="4264D0"/>
                </a:solidFill>
                <a:latin typeface="Arial"/>
                <a:ea typeface="Arial"/>
                <a:cs typeface="Arial"/>
              </a:defRPr>
            </a:pPr>
            <a:r>
              <a:rPr sz="2250" b="1">
                <a:solidFill>
                  <a:srgbClr val="4264D0"/>
                </a:solidFill>
                <a:latin typeface="Arial"/>
                <a:ea typeface="Arial"/>
                <a:cs typeface="Arial"/>
              </a:rPr>
              <a:t>REPORT + VERDETTO</a:t>
            </a:r>
          </a:p>
        </p:txBody>
      </p:sp>
    </p:spTree>
    <p:extLst>
      <p:ext uri="{BB962C8B-B14F-4D97-AF65-F5344CB8AC3E}">
        <p14:creationId xmlns:p14="http://schemas.microsoft.com/office/powerpoint/2010/main" val="308923364"/>
      </p:ext>
    </p:extLst>
  </p:cSld>
</p:sld>
</file>

<file path=ppt/slides/slide6.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13" name="f132">
            <a:extLst xmlns:a="http://schemas.openxmlformats.org/drawingml/2006/main">
              <a:ext uri="{FF2B5EF4-FFF2-40B4-BE49-F238E27FC236}">
                <a16:creationId xmlns:a16="http://schemas.microsoft.com/office/drawing/2014/main" id="{3C327F76-1DF6-4B2C-BAE8-EC66702C6655}"/>
              </a:ext>
            </a:extLst>
          </p:cNvPr>
          <p:cNvSpPr>
            <a:spLocks xmlns:a="http://schemas.openxmlformats.org/drawingml/2006/main" noGrp="1"/>
          </p:cNvSpPr>
          <p:nvPr/>
        </p:nvSpPr>
        <p:spPr>
          <a:xfrm xmlns:a="http://schemas.openxmlformats.org/drawingml/2006/main">
            <a:off x="1066800" y="6667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52627B"/>
                </a:solidFill>
                <a:latin typeface="Arial"/>
                <a:ea typeface="Arial"/>
                <a:cs typeface="Arial"/>
              </a:defRPr>
            </a:defPPr>
            <a:lvl1pPr algn="l">
              <a:defRPr sz="1500" b="0">
                <a:solidFill>
                  <a:srgbClr val="52627B"/>
                </a:solidFill>
                <a:latin typeface="Arial"/>
                <a:ea typeface="Arial"/>
                <a:cs typeface="Arial"/>
              </a:defRPr>
            </a:lvl1pPr>
            <a:lvl2pPr algn="l">
              <a:defRPr sz="1500" b="0">
                <a:solidFill>
                  <a:srgbClr val="52627B"/>
                </a:solidFill>
                <a:latin typeface="Arial"/>
                <a:ea typeface="Arial"/>
                <a:cs typeface="Arial"/>
              </a:defRPr>
            </a:lvl2pPr>
            <a:lvl3pPr algn="l">
              <a:defRPr sz="1500" b="0">
                <a:solidFill>
                  <a:srgbClr val="52627B"/>
                </a:solidFill>
                <a:latin typeface="Arial"/>
                <a:ea typeface="Arial"/>
                <a:cs typeface="Arial"/>
              </a:defRPr>
            </a:lvl3pPr>
            <a:lvl4pPr algn="l">
              <a:defRPr sz="1500" b="0">
                <a:solidFill>
                  <a:srgbClr val="52627B"/>
                </a:solidFill>
                <a:latin typeface="Arial"/>
                <a:ea typeface="Arial"/>
                <a:cs typeface="Arial"/>
              </a:defRPr>
            </a:lvl4pPr>
            <a:lvl5pPr algn="l">
              <a:defRPr sz="1500" b="0">
                <a:solidFill>
                  <a:srgbClr val="52627B"/>
                </a:solidFill>
                <a:latin typeface="Arial"/>
                <a:ea typeface="Arial"/>
                <a:cs typeface="Arial"/>
              </a:defRPr>
            </a:lvl5pPr>
            <a:lvl6pPr algn="l">
              <a:defRPr sz="1500" b="0">
                <a:solidFill>
                  <a:srgbClr val="52627B"/>
                </a:solidFill>
                <a:latin typeface="Arial"/>
                <a:ea typeface="Arial"/>
                <a:cs typeface="Arial"/>
              </a:defRPr>
            </a:lvl6pPr>
            <a:lvl7pPr algn="l">
              <a:defRPr sz="1500" b="0">
                <a:solidFill>
                  <a:srgbClr val="52627B"/>
                </a:solidFill>
                <a:latin typeface="Arial"/>
                <a:ea typeface="Arial"/>
                <a:cs typeface="Arial"/>
              </a:defRPr>
            </a:lvl7pPr>
            <a:lvl8pPr algn="l">
              <a:defRPr sz="1500" b="0">
                <a:solidFill>
                  <a:srgbClr val="52627B"/>
                </a:solidFill>
                <a:latin typeface="Arial"/>
                <a:ea typeface="Arial"/>
                <a:cs typeface="Arial"/>
              </a:defRPr>
            </a:lvl8pPr>
            <a:lvl9pPr algn="l">
              <a:defRPr sz="1500" b="0">
                <a:solidFill>
                  <a:srgbClr val="52627B"/>
                </a:solidFill>
                <a:latin typeface="Arial"/>
                <a:ea typeface="Arial"/>
                <a:cs typeface="Arial"/>
              </a:defRPr>
            </a:lvl9pPr>
          </a:lstStyle>
          <a:p xmlns:a="http://schemas.openxmlformats.org/drawingml/2006/main">
            <a:pPr algn="l">
              <a:defRPr sz="1500" b="0">
                <a:solidFill>
                  <a:srgbClr val="52627B"/>
                </a:solidFill>
                <a:latin typeface="Arial"/>
                <a:ea typeface="Arial"/>
                <a:cs typeface="Arial"/>
              </a:defRPr>
            </a:pPr>
            <a:r>
              <a:rPr sz="1500" b="0">
                <a:solidFill>
                  <a:srgbClr val="52627B"/>
                </a:solidFill>
                <a:latin typeface="Arial"/>
                <a:ea typeface="Arial"/>
                <a:cs typeface="Arial"/>
              </a:rPr>
              <a:t>VALUTAZIONE</a:t>
            </a:r>
          </a:p>
        </p:txBody>
      </p:sp>
      <p:sp>
        <p:nvSpPr>
          <p:cNvPr id="2" name="f133">
            <a:extLst xmlns:a="http://schemas.openxmlformats.org/drawingml/2006/main">
              <a:ext uri="{FF2B5EF4-FFF2-40B4-BE49-F238E27FC236}">
                <a16:creationId xmlns:a16="http://schemas.microsoft.com/office/drawing/2014/main" id="{04BDE209-10E7-4F56-A01E-F83C25C78287}"/>
              </a:ext>
            </a:extLst>
          </p:cNvPr>
          <p:cNvSpPr>
            <a:spLocks xmlns:a="http://schemas.openxmlformats.org/drawingml/2006/main" noGrp="1"/>
          </p:cNvSpPr>
          <p:nvPr/>
        </p:nvSpPr>
        <p:spPr>
          <a:xfrm xmlns:a="http://schemas.openxmlformats.org/drawingml/2006/main">
            <a:off x="12858750" y="66675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350" b="0">
                <a:solidFill>
                  <a:srgbClr val="52627B"/>
                </a:solidFill>
                <a:latin typeface="Arial"/>
                <a:ea typeface="Arial"/>
                <a:cs typeface="Arial"/>
              </a:defRPr>
            </a:defPPr>
            <a:lvl1pPr algn="r">
              <a:defRPr sz="1350" b="0">
                <a:solidFill>
                  <a:srgbClr val="52627B"/>
                </a:solidFill>
                <a:latin typeface="Arial"/>
                <a:ea typeface="Arial"/>
                <a:cs typeface="Arial"/>
              </a:defRPr>
            </a:lvl1pPr>
            <a:lvl2pPr algn="r">
              <a:defRPr sz="1350" b="0">
                <a:solidFill>
                  <a:srgbClr val="52627B"/>
                </a:solidFill>
                <a:latin typeface="Arial"/>
                <a:ea typeface="Arial"/>
                <a:cs typeface="Arial"/>
              </a:defRPr>
            </a:lvl2pPr>
            <a:lvl3pPr algn="r">
              <a:defRPr sz="1350" b="0">
                <a:solidFill>
                  <a:srgbClr val="52627B"/>
                </a:solidFill>
                <a:latin typeface="Arial"/>
                <a:ea typeface="Arial"/>
                <a:cs typeface="Arial"/>
              </a:defRPr>
            </a:lvl3pPr>
            <a:lvl4pPr algn="r">
              <a:defRPr sz="1350" b="0">
                <a:solidFill>
                  <a:srgbClr val="52627B"/>
                </a:solidFill>
                <a:latin typeface="Arial"/>
                <a:ea typeface="Arial"/>
                <a:cs typeface="Arial"/>
              </a:defRPr>
            </a:lvl4pPr>
            <a:lvl5pPr algn="r">
              <a:defRPr sz="1350" b="0">
                <a:solidFill>
                  <a:srgbClr val="52627B"/>
                </a:solidFill>
                <a:latin typeface="Arial"/>
                <a:ea typeface="Arial"/>
                <a:cs typeface="Arial"/>
              </a:defRPr>
            </a:lvl5pPr>
            <a:lvl6pPr algn="r">
              <a:defRPr sz="1350" b="0">
                <a:solidFill>
                  <a:srgbClr val="52627B"/>
                </a:solidFill>
                <a:latin typeface="Arial"/>
                <a:ea typeface="Arial"/>
                <a:cs typeface="Arial"/>
              </a:defRPr>
            </a:lvl6pPr>
            <a:lvl7pPr algn="r">
              <a:defRPr sz="1350" b="0">
                <a:solidFill>
                  <a:srgbClr val="52627B"/>
                </a:solidFill>
                <a:latin typeface="Arial"/>
                <a:ea typeface="Arial"/>
                <a:cs typeface="Arial"/>
              </a:defRPr>
            </a:lvl7pPr>
            <a:lvl8pPr algn="r">
              <a:defRPr sz="1350" b="0">
                <a:solidFill>
                  <a:srgbClr val="52627B"/>
                </a:solidFill>
                <a:latin typeface="Arial"/>
                <a:ea typeface="Arial"/>
                <a:cs typeface="Arial"/>
              </a:defRPr>
            </a:lvl8pPr>
            <a:lvl9pPr algn="r">
              <a:defRPr sz="1350" b="0">
                <a:solidFill>
                  <a:srgbClr val="52627B"/>
                </a:solidFill>
                <a:latin typeface="Arial"/>
                <a:ea typeface="Arial"/>
                <a:cs typeface="Arial"/>
              </a:defRPr>
            </a:lvl9pPr>
          </a:lstStyle>
          <a:p xmlns:a="http://schemas.openxmlformats.org/drawingml/2006/main">
            <a:pPr algn="r">
              <a:defRPr sz="1350" b="0">
                <a:solidFill>
                  <a:srgbClr val="52627B"/>
                </a:solidFill>
                <a:latin typeface="Arial"/>
                <a:ea typeface="Arial"/>
                <a:cs typeface="Arial"/>
              </a:defRPr>
            </a:pPr>
            <a:r>
              <a:rPr sz="1350" b="0">
                <a:solidFill>
                  <a:srgbClr val="52627B"/>
                </a:solidFill>
                <a:latin typeface="Arial"/>
                <a:ea typeface="Arial"/>
                <a:cs typeface="Arial"/>
              </a:rPr>
              <a:t>06 / 09</a:t>
            </a:r>
          </a:p>
        </p:txBody>
      </p:sp>
      <p:sp>
        <p:nvSpPr>
          <p:cNvPr id="3" name="f134">
            <a:extLst xmlns:a="http://schemas.openxmlformats.org/drawingml/2006/main">
              <a:ext uri="{FF2B5EF4-FFF2-40B4-BE49-F238E27FC236}">
                <a16:creationId xmlns:a16="http://schemas.microsoft.com/office/drawing/2014/main" id="{3BD40488-02A2-46BA-881A-ACD57C8B0AFE}"/>
              </a:ext>
            </a:extLst>
          </p:cNvPr>
          <p:cNvSpPr>
            <a:spLocks xmlns:a="http://schemas.openxmlformats.org/drawingml/2006/main" noGrp="1"/>
          </p:cNvSpPr>
          <p:nvPr/>
        </p:nvSpPr>
        <p:spPr>
          <a:xfrm xmlns:a="http://schemas.openxmlformats.org/drawingml/2006/main">
            <a:off x="1066800" y="1200150"/>
            <a:ext cx="13106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Arial"/>
                <a:ea typeface="Arial"/>
                <a:cs typeface="Arial"/>
              </a:defRPr>
            </a:defPPr>
            <a:lvl1pPr algn="l">
              <a:defRPr sz="4050" b="1">
                <a:solidFill>
                  <a:srgbClr val="182536"/>
                </a:solidFill>
                <a:latin typeface="Arial"/>
                <a:ea typeface="Arial"/>
                <a:cs typeface="Arial"/>
              </a:defRPr>
            </a:lvl1pPr>
            <a:lvl2pPr algn="l">
              <a:defRPr sz="4050" b="1">
                <a:solidFill>
                  <a:srgbClr val="182536"/>
                </a:solidFill>
                <a:latin typeface="Arial"/>
                <a:ea typeface="Arial"/>
                <a:cs typeface="Arial"/>
              </a:defRPr>
            </a:lvl2pPr>
            <a:lvl3pPr algn="l">
              <a:defRPr sz="4050" b="1">
                <a:solidFill>
                  <a:srgbClr val="182536"/>
                </a:solidFill>
                <a:latin typeface="Arial"/>
                <a:ea typeface="Arial"/>
                <a:cs typeface="Arial"/>
              </a:defRPr>
            </a:lvl3pPr>
            <a:lvl4pPr algn="l">
              <a:defRPr sz="4050" b="1">
                <a:solidFill>
                  <a:srgbClr val="182536"/>
                </a:solidFill>
                <a:latin typeface="Arial"/>
                <a:ea typeface="Arial"/>
                <a:cs typeface="Arial"/>
              </a:defRPr>
            </a:lvl4pPr>
            <a:lvl5pPr algn="l">
              <a:defRPr sz="4050" b="1">
                <a:solidFill>
                  <a:srgbClr val="182536"/>
                </a:solidFill>
                <a:latin typeface="Arial"/>
                <a:ea typeface="Arial"/>
                <a:cs typeface="Arial"/>
              </a:defRPr>
            </a:lvl5pPr>
            <a:lvl6pPr algn="l">
              <a:defRPr sz="4050" b="1">
                <a:solidFill>
                  <a:srgbClr val="182536"/>
                </a:solidFill>
                <a:latin typeface="Arial"/>
                <a:ea typeface="Arial"/>
                <a:cs typeface="Arial"/>
              </a:defRPr>
            </a:lvl6pPr>
            <a:lvl7pPr algn="l">
              <a:defRPr sz="4050" b="1">
                <a:solidFill>
                  <a:srgbClr val="182536"/>
                </a:solidFill>
                <a:latin typeface="Arial"/>
                <a:ea typeface="Arial"/>
                <a:cs typeface="Arial"/>
              </a:defRPr>
            </a:lvl7pPr>
            <a:lvl8pPr algn="l">
              <a:defRPr sz="4050" b="1">
                <a:solidFill>
                  <a:srgbClr val="182536"/>
                </a:solidFill>
                <a:latin typeface="Arial"/>
                <a:ea typeface="Arial"/>
                <a:cs typeface="Arial"/>
              </a:defRPr>
            </a:lvl8pPr>
            <a:lvl9pPr algn="l">
              <a:defRPr sz="4050" b="1">
                <a:solidFill>
                  <a:srgbClr val="182536"/>
                </a:solidFill>
                <a:latin typeface="Arial"/>
                <a:ea typeface="Arial"/>
                <a:cs typeface="Arial"/>
              </a:defRPr>
            </a:lvl9pPr>
          </a:lstStyle>
          <a:p xmlns:a="http://schemas.openxmlformats.org/drawingml/2006/main">
            <a:pPr algn="l">
              <a:defRPr sz="4050" b="1">
                <a:solidFill>
                  <a:srgbClr val="182536"/>
                </a:solidFill>
                <a:latin typeface="Arial"/>
                <a:ea typeface="Arial"/>
                <a:cs typeface="Arial"/>
              </a:defRPr>
            </a:pPr>
            <a:r>
              <a:rPr sz="4050" b="1">
                <a:solidFill>
                  <a:srgbClr val="182536"/>
                </a:solidFill>
                <a:latin typeface="Arial"/>
                <a:ea typeface="Arial"/>
                <a:cs typeface="Arial"/>
              </a:rPr>
              <a:t>Risultati dei test baseline</a:t>
            </a:r>
          </a:p>
        </p:txBody>
      </p:sp>
      <p:sp>
        <p:nvSpPr>
          <p:cNvPr id="4" name="f135">
            <a:extLst xmlns:a="http://schemas.openxmlformats.org/drawingml/2006/main">
              <a:ext uri="{FF2B5EF4-FFF2-40B4-BE49-F238E27FC236}">
                <a16:creationId xmlns:a16="http://schemas.microsoft.com/office/drawing/2014/main" id="{55E3868C-103D-4C86-A2BD-5C2BED6ACD2D}"/>
              </a:ext>
            </a:extLst>
          </p:cNvPr>
          <p:cNvSpPr>
            <a:spLocks xmlns:a="http://schemas.openxmlformats.org/drawingml/2006/main" noGrp="1"/>
          </p:cNvSpPr>
          <p:nvPr/>
        </p:nvSpPr>
        <p:spPr>
          <a:xfrm xmlns:a="http://schemas.openxmlformats.org/drawingml/2006/main">
            <a:off x="1066800" y="2000250"/>
            <a:ext cx="1310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27B"/>
                </a:solidFill>
                <a:latin typeface="Arial"/>
                <a:ea typeface="Arial"/>
                <a:cs typeface="Arial"/>
              </a:defRPr>
            </a:defPPr>
            <a:lvl1pPr algn="l">
              <a:defRPr sz="2025" b="0">
                <a:solidFill>
                  <a:srgbClr val="52627B"/>
                </a:solidFill>
                <a:latin typeface="Arial"/>
                <a:ea typeface="Arial"/>
                <a:cs typeface="Arial"/>
              </a:defRPr>
            </a:lvl1pPr>
            <a:lvl2pPr algn="l">
              <a:defRPr sz="2025" b="0">
                <a:solidFill>
                  <a:srgbClr val="52627B"/>
                </a:solidFill>
                <a:latin typeface="Arial"/>
                <a:ea typeface="Arial"/>
                <a:cs typeface="Arial"/>
              </a:defRPr>
            </a:lvl2pPr>
            <a:lvl3pPr algn="l">
              <a:defRPr sz="2025" b="0">
                <a:solidFill>
                  <a:srgbClr val="52627B"/>
                </a:solidFill>
                <a:latin typeface="Arial"/>
                <a:ea typeface="Arial"/>
                <a:cs typeface="Arial"/>
              </a:defRPr>
            </a:lvl3pPr>
            <a:lvl4pPr algn="l">
              <a:defRPr sz="2025" b="0">
                <a:solidFill>
                  <a:srgbClr val="52627B"/>
                </a:solidFill>
                <a:latin typeface="Arial"/>
                <a:ea typeface="Arial"/>
                <a:cs typeface="Arial"/>
              </a:defRPr>
            </a:lvl4pPr>
            <a:lvl5pPr algn="l">
              <a:defRPr sz="2025" b="0">
                <a:solidFill>
                  <a:srgbClr val="52627B"/>
                </a:solidFill>
                <a:latin typeface="Arial"/>
                <a:ea typeface="Arial"/>
                <a:cs typeface="Arial"/>
              </a:defRPr>
            </a:lvl5pPr>
            <a:lvl6pPr algn="l">
              <a:defRPr sz="2025" b="0">
                <a:solidFill>
                  <a:srgbClr val="52627B"/>
                </a:solidFill>
                <a:latin typeface="Arial"/>
                <a:ea typeface="Arial"/>
                <a:cs typeface="Arial"/>
              </a:defRPr>
            </a:lvl6pPr>
            <a:lvl7pPr algn="l">
              <a:defRPr sz="2025" b="0">
                <a:solidFill>
                  <a:srgbClr val="52627B"/>
                </a:solidFill>
                <a:latin typeface="Arial"/>
                <a:ea typeface="Arial"/>
                <a:cs typeface="Arial"/>
              </a:defRPr>
            </a:lvl7pPr>
            <a:lvl8pPr algn="l">
              <a:defRPr sz="2025" b="0">
                <a:solidFill>
                  <a:srgbClr val="52627B"/>
                </a:solidFill>
                <a:latin typeface="Arial"/>
                <a:ea typeface="Arial"/>
                <a:cs typeface="Arial"/>
              </a:defRPr>
            </a:lvl8pPr>
            <a:lvl9pPr algn="l">
              <a:defRPr sz="2025" b="0">
                <a:solidFill>
                  <a:srgbClr val="52627B"/>
                </a:solidFill>
                <a:latin typeface="Arial"/>
                <a:ea typeface="Arial"/>
                <a:cs typeface="Arial"/>
              </a:defRPr>
            </a:lvl9pPr>
          </a:lstStyle>
          <a:p xmlns:a="http://schemas.openxmlformats.org/drawingml/2006/main">
            <a:pPr algn="l">
              <a:defRPr sz="2025" b="0">
                <a:solidFill>
                  <a:srgbClr val="52627B"/>
                </a:solidFill>
                <a:latin typeface="Arial"/>
                <a:ea typeface="Arial"/>
                <a:cs typeface="Arial"/>
              </a:defRPr>
            </a:pPr>
            <a:r>
              <a:rPr sz="2025" b="0">
                <a:solidFill>
                  <a:srgbClr val="52627B"/>
                </a:solidFill>
                <a:latin typeface="Arial"/>
                <a:ea typeface="Arial"/>
                <a:cs typeface="Arial"/>
              </a:rPr>
              <a:t>16 catture di rete, con risultati ottenuti coerenti con quelli attesi.</a:t>
            </a:r>
          </a:p>
        </p:txBody>
      </p:sp>
      <p:graphicFrame>
        <p:nvGraphicFramePr>
          <p:cNvPr id="5" name="">
            <a:extLst xmlns:a="http://schemas.openxmlformats.org/drawingml/2006/main">
              <a:ext uri="{FF2B5EF4-FFF2-40B4-BE49-F238E27FC236}">
                <a16:creationId xmlns:a16="http://schemas.microsoft.com/office/drawing/2014/main" id="{599EDAC5-B0A4-4BCE-AD21-1FBFA61992D3}"/>
              </a:ext>
            </a:extLst>
          </p:cNvPr>
          <p:cNvGraphicFramePr/>
          <p:nvPr/>
        </p:nvGraphicFramePr>
        <p:xfrm>
          <a:off xmlns:a="http://schemas.openxmlformats.org/drawingml/2006/main" x="1066800" y="2619375"/>
          <a:ext xmlns:a="http://schemas.openxmlformats.org/drawingml/2006/main" cx="9429750" cy="4162425"/>
        </p:xfrm>
        <a:graphic xmlns:a="http://schemas.openxmlformats.org/drawingml/2006/main">
          <a:graphicData uri="http://schemas.openxmlformats.org/drawingml/2006/table">
            <a:tbl>
              <a:tblPr firstRow="0" bandRow="0"/>
              <a:tblGrid>
                <a:gridCol w="5048250"/>
                <a:gridCol w="2571750"/>
                <a:gridCol w="1809750"/>
              </a:tblGrid>
              <a:tr h="571500">
                <a:tc>
                  <a:txBody>
                    <a:bodyPr wrap="none">
                      <a:noAutofit/>
                    </a:bodyPr>
                    <a:lstStyle/>
                    <a:p>
                      <a:pPr algn="l"/>
                      <a:r>
                        <a:rPr sz="1875" b="1">
                          <a:solidFill>
                            <a:srgbClr val="182536"/>
                          </a:solidFill>
                          <a:latin typeface="Arial"/>
                          <a:ea typeface="Arial"/>
                          <a:cs typeface="Arial"/>
                        </a:rPr>
                        <a:t>Test</a:t>
                      </a:r>
                    </a:p>
                  </a:txBody>
                  <a:tcPr marL="171450" marR="171450" marT="76200" marB="76200" anchor="ctr">
                    <a:lnL w="14288">
                      <a:solidFill>
                        <a:srgbClr val="D9E3EF"/>
                      </a:solidFill>
                      <a:prstDash val="solid"/>
                    </a:lnL>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c>
                  <a:txBody>
                    <a:bodyPr wrap="none">
                      <a:noAutofit/>
                    </a:bodyPr>
                    <a:lstStyle/>
                    <a:p>
                      <a:pPr algn="ctr"/>
                      <a:r>
                        <a:rPr sz="1875" b="1">
                          <a:solidFill>
                            <a:srgbClr val="182536"/>
                          </a:solidFill>
                          <a:latin typeface="Arial"/>
                          <a:ea typeface="Arial"/>
                          <a:cs typeface="Arial"/>
                        </a:rPr>
                        <a:t>Open5GS</a:t>
                      </a:r>
                    </a:p>
                  </a:txBody>
                  <a:tcPr marL="171450" marR="171450" marT="76200" marB="76200" anchor="ctr">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c>
                  <a:txBody>
                    <a:bodyPr wrap="none">
                      <a:noAutofit/>
                    </a:bodyPr>
                    <a:lstStyle/>
                    <a:p>
                      <a:pPr algn="ctr"/>
                      <a:r>
                        <a:rPr sz="1875" b="1">
                          <a:solidFill>
                            <a:srgbClr val="182536"/>
                          </a:solidFill>
                          <a:latin typeface="Arial"/>
                          <a:ea typeface="Arial"/>
                          <a:cs typeface="Arial"/>
                        </a:rPr>
                        <a:t>free5GC</a:t>
                      </a:r>
                    </a:p>
                  </a:txBody>
                  <a:tcPr marL="171450" marR="171450" marT="76200" marB="76200" anchor="ctr">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r>
              <a:tr h="647700">
                <a:tc>
                  <a:txBody>
                    <a:bodyPr wrap="none">
                      <a:noAutofit/>
                    </a:bodyPr>
                    <a:lstStyle/>
                    <a:p>
                      <a:pPr algn="l"/>
                      <a:r>
                        <a:rPr sz="1875" b="0">
                          <a:solidFill>
                            <a:srgbClr val="182536"/>
                          </a:solidFill>
                          <a:latin typeface="Arial"/>
                          <a:ea typeface="Arial"/>
                          <a:cs typeface="Arial"/>
                        </a:rPr>
                        <a:t>NRF Discovery Authorization</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B64B56"/>
                          </a:solidFill>
                          <a:latin typeface="Arial"/>
                          <a:ea typeface="Arial"/>
                          <a:cs typeface="Arial"/>
                        </a:rPr>
                        <a:t>FAIL</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182536"/>
                          </a:solidFill>
                          <a:latin typeface="Arial"/>
                          <a:ea typeface="Arial"/>
                          <a:cs typeface="Arial"/>
                        </a:rPr>
                        <a:t>—</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809625">
                <a:tc>
                  <a:txBody>
                    <a:bodyPr wrap="none">
                      <a:noAutofit/>
                    </a:bodyPr>
                    <a:lstStyle/>
                    <a:p>
                      <a:pPr algn="l"/>
                      <a:r>
                        <a:rPr sz="1875" b="0">
                          <a:solidFill>
                            <a:srgbClr val="182536"/>
                          </a:solidFill>
                          <a:latin typeface="Arial"/>
                          <a:ea typeface="Arial"/>
                          <a:cs typeface="Arial"/>
                        </a:rPr>
                        <a:t>UDM Resynchronization +</a:t>
                      </a:r>
                    </a:p>
                    <a:p>
                      <a:pPr algn="l"/>
                      <a:r>
                        <a:rPr sz="1875" b="0">
                          <a:solidFill>
                            <a:srgbClr val="182536"/>
                          </a:solidFill>
                          <a:latin typeface="Arial"/>
                          <a:ea typeface="Arial"/>
                          <a:cs typeface="Arial"/>
                        </a:rPr>
                        <a:t>SUCI De-concealment</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278766"/>
                          </a:solidFill>
                          <a:latin typeface="Arial"/>
                          <a:ea typeface="Arial"/>
                          <a:cs typeface="Arial"/>
                        </a:rPr>
                        <a:t>2 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182536"/>
                          </a:solidFill>
                          <a:latin typeface="Arial"/>
                          <a:ea typeface="Arial"/>
                          <a:cs typeface="Arial"/>
                        </a:rPr>
                        <a:t>—</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647700">
                <a:tc>
                  <a:txBody>
                    <a:bodyPr wrap="none">
                      <a:noAutofit/>
                    </a:bodyPr>
                    <a:lstStyle/>
                    <a:p>
                      <a:pPr algn="l"/>
                      <a:r>
                        <a:rPr sz="1875" b="0">
                          <a:solidFill>
                            <a:srgbClr val="182536"/>
                          </a:solidFill>
                          <a:latin typeface="Arial"/>
                          <a:ea typeface="Arial"/>
                          <a:cs typeface="Arial"/>
                        </a:rPr>
                        <a:t>AMF Sync Failure A + B</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278766"/>
                          </a:solidFill>
                          <a:latin typeface="Arial"/>
                          <a:ea typeface="Arial"/>
                          <a:cs typeface="Arial"/>
                        </a:rPr>
                        <a:t>2 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278766"/>
                          </a:solidFill>
                          <a:latin typeface="Arial"/>
                          <a:ea typeface="Arial"/>
                          <a:cs typeface="Arial"/>
                        </a:rPr>
                        <a:t>2 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647700">
                <a:tc>
                  <a:txBody>
                    <a:bodyPr wrap="none">
                      <a:noAutofit/>
                    </a:bodyPr>
                    <a:lstStyle/>
                    <a:p>
                      <a:pPr algn="l"/>
                      <a:r>
                        <a:rPr sz="1875" b="0">
                          <a:solidFill>
                            <a:srgbClr val="182536"/>
                          </a:solidFill>
                          <a:latin typeface="Arial"/>
                          <a:ea typeface="Arial"/>
                          <a:cs typeface="Arial"/>
                        </a:rPr>
                        <a:t>UPF TEID Uniqueness</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278766"/>
                          </a:solidFill>
                          <a:latin typeface="Arial"/>
                          <a:ea typeface="Arial"/>
                          <a:cs typeface="Arial"/>
                        </a:rPr>
                        <a:t>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182536"/>
                          </a:solidFill>
                          <a:latin typeface="Arial"/>
                          <a:ea typeface="Arial"/>
                          <a:cs typeface="Arial"/>
                        </a:rPr>
                        <a:t>—</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838200">
                <a:tc>
                  <a:txBody>
                    <a:bodyPr wrap="none">
                      <a:noAutofit/>
                    </a:bodyPr>
                    <a:lstStyle/>
                    <a:p>
                      <a:pPr algn="l"/>
                      <a:r>
                        <a:rPr sz="1875" b="0">
                          <a:solidFill>
                            <a:srgbClr val="182536"/>
                          </a:solidFill>
                          <a:latin typeface="Arial"/>
                          <a:ea typeface="Arial"/>
                          <a:cs typeface="Arial"/>
                        </a:rPr>
                        <a:t>AMF RES* A–D</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278766"/>
                          </a:solidFill>
                          <a:latin typeface="Arial"/>
                          <a:ea typeface="Arial"/>
                          <a:cs typeface="Arial"/>
                        </a:rPr>
                        <a:t>1 PASS</a:t>
                      </a:r>
                      <a:r>
                        <a:rPr sz="1725" b="1">
                          <a:solidFill>
                            <a:srgbClr val="182536"/>
                          </a:solidFill>
                          <a:latin typeface="Arial"/>
                          <a:ea typeface="Arial"/>
                          <a:cs typeface="Arial"/>
                        </a:rPr>
                        <a:t> +</a:t>
                      </a:r>
                    </a:p>
                    <a:p>
                      <a:pPr algn="ctr"/>
                      <a:r>
                        <a:rPr sz="1725" b="1">
                          <a:solidFill>
                            <a:srgbClr val="9D7139"/>
                          </a:solidFill>
                          <a:latin typeface="Arial"/>
                          <a:ea typeface="Arial"/>
                          <a:cs typeface="Arial"/>
                        </a:rPr>
                        <a:t>3 INCONCLUSIVE</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278766"/>
                          </a:solidFill>
                          <a:latin typeface="Arial"/>
                          <a:ea typeface="Arial"/>
                          <a:cs typeface="Arial"/>
                        </a:rPr>
                        <a:t>4 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bl>
          </a:graphicData>
        </a:graphic>
      </p:graphicFrame>
      <p:sp>
        <p:nvSpPr>
          <p:cNvPr id="6" name="f137">
            <a:extLst xmlns:a="http://schemas.openxmlformats.org/drawingml/2006/main">
              <a:ext uri="{FF2B5EF4-FFF2-40B4-BE49-F238E27FC236}">
                <a16:creationId xmlns:a16="http://schemas.microsoft.com/office/drawing/2014/main" id="{4E8ECAA4-92C0-4962-8748-C48070E17113}"/>
              </a:ext>
            </a:extLst>
          </p:cNvPr>
          <p:cNvSpPr>
            <a:spLocks xmlns:a="http://schemas.openxmlformats.org/drawingml/2006/main" noGrp="1"/>
          </p:cNvSpPr>
          <p:nvPr/>
        </p:nvSpPr>
        <p:spPr>
          <a:xfrm xmlns:a="http://schemas.openxmlformats.org/drawingml/2006/main">
            <a:off x="11049000" y="2895600"/>
            <a:ext cx="3124200" cy="2190750"/>
          </a:xfrm>
          <a:prstGeom xmlns:a="http://schemas.openxmlformats.org/drawingml/2006/main" prst="roundRect">
            <a:avLst>
              <a:gd name="adj" fmla="val 7826"/>
            </a:avLst>
          </a:prstGeom>
          <a:solidFill xmlns:a="http://schemas.openxmlformats.org/drawingml/2006/main">
            <a:srgbClr val="EEF8F3"/>
          </a:solidFill>
          <a:ln xmlns:a="http://schemas.openxmlformats.org/drawingml/2006/main" w="17145">
            <a:solidFill>
              <a:srgbClr val="C4DFD3"/>
            </a:solidFill>
            <a:prstDash val="solid"/>
          </a:ln>
        </p:spPr>
        <p:txBody xmlns:a="http://schemas.openxmlformats.org/drawingml/2006/main">
          <a:bodyPr/>
          <a:p/>
        </p:txBody>
      </p:sp>
      <p:sp>
        <p:nvSpPr>
          <p:cNvPr id="7" name="f138">
            <a:extLst xmlns:a="http://schemas.openxmlformats.org/drawingml/2006/main">
              <a:ext uri="{FF2B5EF4-FFF2-40B4-BE49-F238E27FC236}">
                <a16:creationId xmlns:a16="http://schemas.microsoft.com/office/drawing/2014/main" id="{DD1DDF96-FA31-4B98-B403-AA0D051E2161}"/>
              </a:ext>
            </a:extLst>
          </p:cNvPr>
          <p:cNvSpPr>
            <a:spLocks xmlns:a="http://schemas.openxmlformats.org/drawingml/2006/main" noGrp="1"/>
          </p:cNvSpPr>
          <p:nvPr/>
        </p:nvSpPr>
        <p:spPr>
          <a:xfrm xmlns:a="http://schemas.openxmlformats.org/drawingml/2006/main">
            <a:off x="11220450" y="3409950"/>
            <a:ext cx="27813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5850" b="1">
                <a:solidFill>
                  <a:srgbClr val="278766"/>
                </a:solidFill>
                <a:latin typeface="Arial"/>
                <a:ea typeface="Arial"/>
                <a:cs typeface="Arial"/>
              </a:defRPr>
            </a:defPPr>
            <a:lvl1pPr algn="ctr">
              <a:defRPr sz="5850" b="1">
                <a:solidFill>
                  <a:srgbClr val="278766"/>
                </a:solidFill>
                <a:latin typeface="Arial"/>
                <a:ea typeface="Arial"/>
                <a:cs typeface="Arial"/>
              </a:defRPr>
            </a:lvl1pPr>
            <a:lvl2pPr algn="ctr">
              <a:defRPr sz="5850" b="1">
                <a:solidFill>
                  <a:srgbClr val="278766"/>
                </a:solidFill>
                <a:latin typeface="Arial"/>
                <a:ea typeface="Arial"/>
                <a:cs typeface="Arial"/>
              </a:defRPr>
            </a:lvl2pPr>
            <a:lvl3pPr algn="ctr">
              <a:defRPr sz="5850" b="1">
                <a:solidFill>
                  <a:srgbClr val="278766"/>
                </a:solidFill>
                <a:latin typeface="Arial"/>
                <a:ea typeface="Arial"/>
                <a:cs typeface="Arial"/>
              </a:defRPr>
            </a:lvl3pPr>
            <a:lvl4pPr algn="ctr">
              <a:defRPr sz="5850" b="1">
                <a:solidFill>
                  <a:srgbClr val="278766"/>
                </a:solidFill>
                <a:latin typeface="Arial"/>
                <a:ea typeface="Arial"/>
                <a:cs typeface="Arial"/>
              </a:defRPr>
            </a:lvl4pPr>
            <a:lvl5pPr algn="ctr">
              <a:defRPr sz="5850" b="1">
                <a:solidFill>
                  <a:srgbClr val="278766"/>
                </a:solidFill>
                <a:latin typeface="Arial"/>
                <a:ea typeface="Arial"/>
                <a:cs typeface="Arial"/>
              </a:defRPr>
            </a:lvl5pPr>
            <a:lvl6pPr algn="ctr">
              <a:defRPr sz="5850" b="1">
                <a:solidFill>
                  <a:srgbClr val="278766"/>
                </a:solidFill>
                <a:latin typeface="Arial"/>
                <a:ea typeface="Arial"/>
                <a:cs typeface="Arial"/>
              </a:defRPr>
            </a:lvl6pPr>
            <a:lvl7pPr algn="ctr">
              <a:defRPr sz="5850" b="1">
                <a:solidFill>
                  <a:srgbClr val="278766"/>
                </a:solidFill>
                <a:latin typeface="Arial"/>
                <a:ea typeface="Arial"/>
                <a:cs typeface="Arial"/>
              </a:defRPr>
            </a:lvl7pPr>
            <a:lvl8pPr algn="ctr">
              <a:defRPr sz="5850" b="1">
                <a:solidFill>
                  <a:srgbClr val="278766"/>
                </a:solidFill>
                <a:latin typeface="Arial"/>
                <a:ea typeface="Arial"/>
                <a:cs typeface="Arial"/>
              </a:defRPr>
            </a:lvl8pPr>
            <a:lvl9pPr algn="ctr">
              <a:defRPr sz="5850" b="1">
                <a:solidFill>
                  <a:srgbClr val="278766"/>
                </a:solidFill>
                <a:latin typeface="Arial"/>
                <a:ea typeface="Arial"/>
                <a:cs typeface="Arial"/>
              </a:defRPr>
            </a:lvl9pPr>
          </a:lstStyle>
          <a:p xmlns:a="http://schemas.openxmlformats.org/drawingml/2006/main">
            <a:pPr algn="ctr">
              <a:defRPr sz="5850" b="1">
                <a:solidFill>
                  <a:srgbClr val="278766"/>
                </a:solidFill>
                <a:latin typeface="Arial"/>
                <a:ea typeface="Arial"/>
                <a:cs typeface="Arial"/>
              </a:defRPr>
            </a:pPr>
            <a:r>
              <a:rPr sz="5850" b="1">
                <a:solidFill>
                  <a:srgbClr val="278766"/>
                </a:solidFill>
                <a:latin typeface="Arial"/>
                <a:ea typeface="Arial"/>
                <a:cs typeface="Arial"/>
              </a:rPr>
              <a:t>16/16</a:t>
            </a:r>
          </a:p>
        </p:txBody>
      </p:sp>
      <p:sp>
        <p:nvSpPr>
          <p:cNvPr id="8" name="f139">
            <a:extLst xmlns:a="http://schemas.openxmlformats.org/drawingml/2006/main">
              <a:ext uri="{FF2B5EF4-FFF2-40B4-BE49-F238E27FC236}">
                <a16:creationId xmlns:a16="http://schemas.microsoft.com/office/drawing/2014/main" id="{8925AF10-A27D-4B4E-AAA4-84CEF3DD52C0}"/>
              </a:ext>
            </a:extLst>
          </p:cNvPr>
          <p:cNvSpPr>
            <a:spLocks xmlns:a="http://schemas.openxmlformats.org/drawingml/2006/main" noGrp="1"/>
          </p:cNvSpPr>
          <p:nvPr/>
        </p:nvSpPr>
        <p:spPr>
          <a:xfrm xmlns:a="http://schemas.openxmlformats.org/drawingml/2006/main">
            <a:off x="11220450" y="4419600"/>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175" b="1">
                <a:solidFill>
                  <a:srgbClr val="278766"/>
                </a:solidFill>
                <a:latin typeface="Arial"/>
                <a:ea typeface="Arial"/>
                <a:cs typeface="Arial"/>
              </a:defRPr>
            </a:defPPr>
            <a:lvl1pPr algn="ctr">
              <a:defRPr sz="2175" b="1">
                <a:solidFill>
                  <a:srgbClr val="278766"/>
                </a:solidFill>
                <a:latin typeface="Arial"/>
                <a:ea typeface="Arial"/>
                <a:cs typeface="Arial"/>
              </a:defRPr>
            </a:lvl1pPr>
            <a:lvl2pPr algn="ctr">
              <a:defRPr sz="2175" b="1">
                <a:solidFill>
                  <a:srgbClr val="278766"/>
                </a:solidFill>
                <a:latin typeface="Arial"/>
                <a:ea typeface="Arial"/>
                <a:cs typeface="Arial"/>
              </a:defRPr>
            </a:lvl2pPr>
            <a:lvl3pPr algn="ctr">
              <a:defRPr sz="2175" b="1">
                <a:solidFill>
                  <a:srgbClr val="278766"/>
                </a:solidFill>
                <a:latin typeface="Arial"/>
                <a:ea typeface="Arial"/>
                <a:cs typeface="Arial"/>
              </a:defRPr>
            </a:lvl3pPr>
            <a:lvl4pPr algn="ctr">
              <a:defRPr sz="2175" b="1">
                <a:solidFill>
                  <a:srgbClr val="278766"/>
                </a:solidFill>
                <a:latin typeface="Arial"/>
                <a:ea typeface="Arial"/>
                <a:cs typeface="Arial"/>
              </a:defRPr>
            </a:lvl4pPr>
            <a:lvl5pPr algn="ctr">
              <a:defRPr sz="2175" b="1">
                <a:solidFill>
                  <a:srgbClr val="278766"/>
                </a:solidFill>
                <a:latin typeface="Arial"/>
                <a:ea typeface="Arial"/>
                <a:cs typeface="Arial"/>
              </a:defRPr>
            </a:lvl5pPr>
            <a:lvl6pPr algn="ctr">
              <a:defRPr sz="2175" b="1">
                <a:solidFill>
                  <a:srgbClr val="278766"/>
                </a:solidFill>
                <a:latin typeface="Arial"/>
                <a:ea typeface="Arial"/>
                <a:cs typeface="Arial"/>
              </a:defRPr>
            </a:lvl6pPr>
            <a:lvl7pPr algn="ctr">
              <a:defRPr sz="2175" b="1">
                <a:solidFill>
                  <a:srgbClr val="278766"/>
                </a:solidFill>
                <a:latin typeface="Arial"/>
                <a:ea typeface="Arial"/>
                <a:cs typeface="Arial"/>
              </a:defRPr>
            </a:lvl7pPr>
            <a:lvl8pPr algn="ctr">
              <a:defRPr sz="2175" b="1">
                <a:solidFill>
                  <a:srgbClr val="278766"/>
                </a:solidFill>
                <a:latin typeface="Arial"/>
                <a:ea typeface="Arial"/>
                <a:cs typeface="Arial"/>
              </a:defRPr>
            </a:lvl8pPr>
            <a:lvl9pPr algn="ctr">
              <a:defRPr sz="2175" b="1">
                <a:solidFill>
                  <a:srgbClr val="278766"/>
                </a:solidFill>
                <a:latin typeface="Arial"/>
                <a:ea typeface="Arial"/>
                <a:cs typeface="Arial"/>
              </a:defRPr>
            </a:lvl9pPr>
          </a:lstStyle>
          <a:p xmlns:a="http://schemas.openxmlformats.org/drawingml/2006/main">
            <a:pPr algn="ctr">
              <a:defRPr sz="2175" b="1">
                <a:solidFill>
                  <a:srgbClr val="278766"/>
                </a:solidFill>
                <a:latin typeface="Arial"/>
                <a:ea typeface="Arial"/>
                <a:cs typeface="Arial"/>
              </a:defRPr>
            </a:pPr>
            <a:r>
              <a:rPr sz="2175" b="1">
                <a:solidFill>
                  <a:srgbClr val="278766"/>
                </a:solidFill>
                <a:latin typeface="Arial"/>
                <a:ea typeface="Arial"/>
                <a:cs typeface="Arial"/>
              </a:rPr>
              <a:t>verdetti attesi</a:t>
            </a:r>
          </a:p>
        </p:txBody>
      </p:sp>
      <p:sp>
        <p:nvSpPr>
          <p:cNvPr id="9" name="f140">
            <a:extLst xmlns:a="http://schemas.openxmlformats.org/drawingml/2006/main">
              <a:ext uri="{FF2B5EF4-FFF2-40B4-BE49-F238E27FC236}">
                <a16:creationId xmlns:a16="http://schemas.microsoft.com/office/drawing/2014/main" id="{CBA63465-F630-473C-8C37-340A993DB60D}"/>
              </a:ext>
            </a:extLst>
          </p:cNvPr>
          <p:cNvSpPr>
            <a:spLocks xmlns:a="http://schemas.openxmlformats.org/drawingml/2006/main" noGrp="1"/>
          </p:cNvSpPr>
          <p:nvPr/>
        </p:nvSpPr>
        <p:spPr>
          <a:xfrm xmlns:a="http://schemas.openxmlformats.org/drawingml/2006/main">
            <a:off x="11258550" y="5467350"/>
            <a:ext cx="2705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278766"/>
                </a:solidFill>
                <a:latin typeface="Arial"/>
                <a:ea typeface="Arial"/>
                <a:cs typeface="Arial"/>
              </a:defRPr>
            </a:defPPr>
            <a:lvl1pPr algn="l">
              <a:defRPr sz="2250" b="1">
                <a:solidFill>
                  <a:srgbClr val="278766"/>
                </a:solidFill>
                <a:latin typeface="Arial"/>
                <a:ea typeface="Arial"/>
                <a:cs typeface="Arial"/>
              </a:defRPr>
            </a:lvl1pPr>
            <a:lvl2pPr algn="l">
              <a:defRPr sz="2250" b="1">
                <a:solidFill>
                  <a:srgbClr val="278766"/>
                </a:solidFill>
                <a:latin typeface="Arial"/>
                <a:ea typeface="Arial"/>
                <a:cs typeface="Arial"/>
              </a:defRPr>
            </a:lvl2pPr>
            <a:lvl3pPr algn="l">
              <a:defRPr sz="2250" b="1">
                <a:solidFill>
                  <a:srgbClr val="278766"/>
                </a:solidFill>
                <a:latin typeface="Arial"/>
                <a:ea typeface="Arial"/>
                <a:cs typeface="Arial"/>
              </a:defRPr>
            </a:lvl3pPr>
            <a:lvl4pPr algn="l">
              <a:defRPr sz="2250" b="1">
                <a:solidFill>
                  <a:srgbClr val="278766"/>
                </a:solidFill>
                <a:latin typeface="Arial"/>
                <a:ea typeface="Arial"/>
                <a:cs typeface="Arial"/>
              </a:defRPr>
            </a:lvl4pPr>
            <a:lvl5pPr algn="l">
              <a:defRPr sz="2250" b="1">
                <a:solidFill>
                  <a:srgbClr val="278766"/>
                </a:solidFill>
                <a:latin typeface="Arial"/>
                <a:ea typeface="Arial"/>
                <a:cs typeface="Arial"/>
              </a:defRPr>
            </a:lvl5pPr>
            <a:lvl6pPr algn="l">
              <a:defRPr sz="2250" b="1">
                <a:solidFill>
                  <a:srgbClr val="278766"/>
                </a:solidFill>
                <a:latin typeface="Arial"/>
                <a:ea typeface="Arial"/>
                <a:cs typeface="Arial"/>
              </a:defRPr>
            </a:lvl6pPr>
            <a:lvl7pPr algn="l">
              <a:defRPr sz="2250" b="1">
                <a:solidFill>
                  <a:srgbClr val="278766"/>
                </a:solidFill>
                <a:latin typeface="Arial"/>
                <a:ea typeface="Arial"/>
                <a:cs typeface="Arial"/>
              </a:defRPr>
            </a:lvl7pPr>
            <a:lvl8pPr algn="l">
              <a:defRPr sz="2250" b="1">
                <a:solidFill>
                  <a:srgbClr val="278766"/>
                </a:solidFill>
                <a:latin typeface="Arial"/>
                <a:ea typeface="Arial"/>
                <a:cs typeface="Arial"/>
              </a:defRPr>
            </a:lvl8pPr>
            <a:lvl9pPr algn="l">
              <a:defRPr sz="2250" b="1">
                <a:solidFill>
                  <a:srgbClr val="278766"/>
                </a:solidFill>
                <a:latin typeface="Arial"/>
                <a:ea typeface="Arial"/>
                <a:cs typeface="Arial"/>
              </a:defRPr>
            </a:lvl9pPr>
          </a:lstStyle>
          <a:p xmlns:a="http://schemas.openxmlformats.org/drawingml/2006/main">
            <a:pPr algn="l">
              <a:defRPr sz="2250" b="1">
                <a:solidFill>
                  <a:srgbClr val="278766"/>
                </a:solidFill>
                <a:latin typeface="Arial"/>
                <a:ea typeface="Arial"/>
                <a:cs typeface="Arial"/>
              </a:defRPr>
            </a:pPr>
            <a:r>
              <a:rPr sz="2250" b="1">
                <a:solidFill>
                  <a:srgbClr val="278766"/>
                </a:solidFill>
                <a:latin typeface="Arial"/>
                <a:ea typeface="Arial"/>
                <a:cs typeface="Arial"/>
              </a:rPr>
              <a:t>12 PASS</a:t>
            </a:r>
          </a:p>
        </p:txBody>
      </p:sp>
      <p:sp>
        <p:nvSpPr>
          <p:cNvPr id="10" name="f141">
            <a:extLst xmlns:a="http://schemas.openxmlformats.org/drawingml/2006/main">
              <a:ext uri="{FF2B5EF4-FFF2-40B4-BE49-F238E27FC236}">
                <a16:creationId xmlns:a16="http://schemas.microsoft.com/office/drawing/2014/main" id="{AB11A6BA-6100-48A2-AFFA-FFBB27B026FC}"/>
              </a:ext>
            </a:extLst>
          </p:cNvPr>
          <p:cNvSpPr>
            <a:spLocks xmlns:a="http://schemas.openxmlformats.org/drawingml/2006/main" noGrp="1"/>
          </p:cNvSpPr>
          <p:nvPr/>
        </p:nvSpPr>
        <p:spPr>
          <a:xfrm xmlns:a="http://schemas.openxmlformats.org/drawingml/2006/main">
            <a:off x="11258550" y="5991225"/>
            <a:ext cx="2705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B64B56"/>
                </a:solidFill>
                <a:latin typeface="Arial"/>
                <a:ea typeface="Arial"/>
                <a:cs typeface="Arial"/>
              </a:defRPr>
            </a:defPPr>
            <a:lvl1pPr algn="l">
              <a:defRPr sz="2250" b="1">
                <a:solidFill>
                  <a:srgbClr val="B64B56"/>
                </a:solidFill>
                <a:latin typeface="Arial"/>
                <a:ea typeface="Arial"/>
                <a:cs typeface="Arial"/>
              </a:defRPr>
            </a:lvl1pPr>
            <a:lvl2pPr algn="l">
              <a:defRPr sz="2250" b="1">
                <a:solidFill>
                  <a:srgbClr val="B64B56"/>
                </a:solidFill>
                <a:latin typeface="Arial"/>
                <a:ea typeface="Arial"/>
                <a:cs typeface="Arial"/>
              </a:defRPr>
            </a:lvl2pPr>
            <a:lvl3pPr algn="l">
              <a:defRPr sz="2250" b="1">
                <a:solidFill>
                  <a:srgbClr val="B64B56"/>
                </a:solidFill>
                <a:latin typeface="Arial"/>
                <a:ea typeface="Arial"/>
                <a:cs typeface="Arial"/>
              </a:defRPr>
            </a:lvl3pPr>
            <a:lvl4pPr algn="l">
              <a:defRPr sz="2250" b="1">
                <a:solidFill>
                  <a:srgbClr val="B64B56"/>
                </a:solidFill>
                <a:latin typeface="Arial"/>
                <a:ea typeface="Arial"/>
                <a:cs typeface="Arial"/>
              </a:defRPr>
            </a:lvl4pPr>
            <a:lvl5pPr algn="l">
              <a:defRPr sz="2250" b="1">
                <a:solidFill>
                  <a:srgbClr val="B64B56"/>
                </a:solidFill>
                <a:latin typeface="Arial"/>
                <a:ea typeface="Arial"/>
                <a:cs typeface="Arial"/>
              </a:defRPr>
            </a:lvl5pPr>
            <a:lvl6pPr algn="l">
              <a:defRPr sz="2250" b="1">
                <a:solidFill>
                  <a:srgbClr val="B64B56"/>
                </a:solidFill>
                <a:latin typeface="Arial"/>
                <a:ea typeface="Arial"/>
                <a:cs typeface="Arial"/>
              </a:defRPr>
            </a:lvl6pPr>
            <a:lvl7pPr algn="l">
              <a:defRPr sz="2250" b="1">
                <a:solidFill>
                  <a:srgbClr val="B64B56"/>
                </a:solidFill>
                <a:latin typeface="Arial"/>
                <a:ea typeface="Arial"/>
                <a:cs typeface="Arial"/>
              </a:defRPr>
            </a:lvl7pPr>
            <a:lvl8pPr algn="l">
              <a:defRPr sz="2250" b="1">
                <a:solidFill>
                  <a:srgbClr val="B64B56"/>
                </a:solidFill>
                <a:latin typeface="Arial"/>
                <a:ea typeface="Arial"/>
                <a:cs typeface="Arial"/>
              </a:defRPr>
            </a:lvl8pPr>
            <a:lvl9pPr algn="l">
              <a:defRPr sz="2250" b="1">
                <a:solidFill>
                  <a:srgbClr val="B64B56"/>
                </a:solidFill>
                <a:latin typeface="Arial"/>
                <a:ea typeface="Arial"/>
                <a:cs typeface="Arial"/>
              </a:defRPr>
            </a:lvl9pPr>
          </a:lstStyle>
          <a:p xmlns:a="http://schemas.openxmlformats.org/drawingml/2006/main">
            <a:pPr algn="l">
              <a:defRPr sz="2250" b="1">
                <a:solidFill>
                  <a:srgbClr val="B64B56"/>
                </a:solidFill>
                <a:latin typeface="Arial"/>
                <a:ea typeface="Arial"/>
                <a:cs typeface="Arial"/>
              </a:defRPr>
            </a:pPr>
            <a:r>
              <a:rPr sz="2250" b="1">
                <a:solidFill>
                  <a:srgbClr val="B64B56"/>
                </a:solidFill>
                <a:latin typeface="Arial"/>
                <a:ea typeface="Arial"/>
                <a:cs typeface="Arial"/>
              </a:rPr>
              <a:t>1 FAIL</a:t>
            </a:r>
          </a:p>
        </p:txBody>
      </p:sp>
      <p:sp>
        <p:nvSpPr>
          <p:cNvPr id="11" name="f142">
            <a:extLst xmlns:a="http://schemas.openxmlformats.org/drawingml/2006/main">
              <a:ext uri="{FF2B5EF4-FFF2-40B4-BE49-F238E27FC236}">
                <a16:creationId xmlns:a16="http://schemas.microsoft.com/office/drawing/2014/main" id="{6E5DAECD-DCB7-4F25-A275-86AE11249E47}"/>
              </a:ext>
            </a:extLst>
          </p:cNvPr>
          <p:cNvSpPr>
            <a:spLocks xmlns:a="http://schemas.openxmlformats.org/drawingml/2006/main" noGrp="1"/>
          </p:cNvSpPr>
          <p:nvPr/>
        </p:nvSpPr>
        <p:spPr>
          <a:xfrm xmlns:a="http://schemas.openxmlformats.org/drawingml/2006/main">
            <a:off x="11258550" y="6515100"/>
            <a:ext cx="2705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a:solidFill>
                  <a:srgbClr val="9D7139"/>
                </a:solidFill>
                <a:latin typeface="Arial"/>
                <a:ea typeface="Arial"/>
                <a:cs typeface="Arial"/>
              </a:defRPr>
            </a:defPPr>
            <a:lvl1pPr algn="l">
              <a:defRPr sz="1950" b="1">
                <a:solidFill>
                  <a:srgbClr val="9D7139"/>
                </a:solidFill>
                <a:latin typeface="Arial"/>
                <a:ea typeface="Arial"/>
                <a:cs typeface="Arial"/>
              </a:defRPr>
            </a:lvl1pPr>
            <a:lvl2pPr algn="l">
              <a:defRPr sz="1950" b="1">
                <a:solidFill>
                  <a:srgbClr val="9D7139"/>
                </a:solidFill>
                <a:latin typeface="Arial"/>
                <a:ea typeface="Arial"/>
                <a:cs typeface="Arial"/>
              </a:defRPr>
            </a:lvl2pPr>
            <a:lvl3pPr algn="l">
              <a:defRPr sz="1950" b="1">
                <a:solidFill>
                  <a:srgbClr val="9D7139"/>
                </a:solidFill>
                <a:latin typeface="Arial"/>
                <a:ea typeface="Arial"/>
                <a:cs typeface="Arial"/>
              </a:defRPr>
            </a:lvl3pPr>
            <a:lvl4pPr algn="l">
              <a:defRPr sz="1950" b="1">
                <a:solidFill>
                  <a:srgbClr val="9D7139"/>
                </a:solidFill>
                <a:latin typeface="Arial"/>
                <a:ea typeface="Arial"/>
                <a:cs typeface="Arial"/>
              </a:defRPr>
            </a:lvl4pPr>
            <a:lvl5pPr algn="l">
              <a:defRPr sz="1950" b="1">
                <a:solidFill>
                  <a:srgbClr val="9D7139"/>
                </a:solidFill>
                <a:latin typeface="Arial"/>
                <a:ea typeface="Arial"/>
                <a:cs typeface="Arial"/>
              </a:defRPr>
            </a:lvl5pPr>
            <a:lvl6pPr algn="l">
              <a:defRPr sz="1950" b="1">
                <a:solidFill>
                  <a:srgbClr val="9D7139"/>
                </a:solidFill>
                <a:latin typeface="Arial"/>
                <a:ea typeface="Arial"/>
                <a:cs typeface="Arial"/>
              </a:defRPr>
            </a:lvl6pPr>
            <a:lvl7pPr algn="l">
              <a:defRPr sz="1950" b="1">
                <a:solidFill>
                  <a:srgbClr val="9D7139"/>
                </a:solidFill>
                <a:latin typeface="Arial"/>
                <a:ea typeface="Arial"/>
                <a:cs typeface="Arial"/>
              </a:defRPr>
            </a:lvl7pPr>
            <a:lvl8pPr algn="l">
              <a:defRPr sz="1950" b="1">
                <a:solidFill>
                  <a:srgbClr val="9D7139"/>
                </a:solidFill>
                <a:latin typeface="Arial"/>
                <a:ea typeface="Arial"/>
                <a:cs typeface="Arial"/>
              </a:defRPr>
            </a:lvl8pPr>
            <a:lvl9pPr algn="l">
              <a:defRPr sz="1950" b="1">
                <a:solidFill>
                  <a:srgbClr val="9D7139"/>
                </a:solidFill>
                <a:latin typeface="Arial"/>
                <a:ea typeface="Arial"/>
                <a:cs typeface="Arial"/>
              </a:defRPr>
            </a:lvl9pPr>
          </a:lstStyle>
          <a:p xmlns:a="http://schemas.openxmlformats.org/drawingml/2006/main">
            <a:pPr algn="l">
              <a:defRPr sz="1950" b="1">
                <a:solidFill>
                  <a:srgbClr val="9D7139"/>
                </a:solidFill>
                <a:latin typeface="Arial"/>
                <a:ea typeface="Arial"/>
                <a:cs typeface="Arial"/>
              </a:defRPr>
            </a:pPr>
            <a:r>
              <a:rPr sz="1950" b="1">
                <a:solidFill>
                  <a:srgbClr val="9D7139"/>
                </a:solidFill>
                <a:latin typeface="Arial"/>
                <a:ea typeface="Arial"/>
                <a:cs typeface="Arial"/>
              </a:rPr>
              <a:t>3 INCONCLUSIVE</a:t>
            </a:r>
          </a:p>
        </p:txBody>
      </p:sp>
      <p:sp>
        <p:nvSpPr>
          <p:cNvPr id="12" name="f143">
            <a:extLst xmlns:a="http://schemas.openxmlformats.org/drawingml/2006/main">
              <a:ext uri="{FF2B5EF4-FFF2-40B4-BE49-F238E27FC236}">
                <a16:creationId xmlns:a16="http://schemas.microsoft.com/office/drawing/2014/main" id="{142387E4-37F5-4C50-80D8-13C4F58E3CF0}"/>
              </a:ext>
            </a:extLst>
          </p:cNvPr>
          <p:cNvSpPr>
            <a:spLocks xmlns:a="http://schemas.openxmlformats.org/drawingml/2006/main" noGrp="1"/>
          </p:cNvSpPr>
          <p:nvPr/>
        </p:nvSpPr>
        <p:spPr>
          <a:xfrm xmlns:a="http://schemas.openxmlformats.org/drawingml/2006/main">
            <a:off x="1066800" y="7077075"/>
            <a:ext cx="942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575" b="0">
                <a:solidFill>
                  <a:srgbClr val="52627B"/>
                </a:solidFill>
                <a:latin typeface="Arial"/>
                <a:ea typeface="Arial"/>
                <a:cs typeface="Arial"/>
              </a:defRPr>
            </a:defPPr>
            <a:lvl1pPr algn="ctr">
              <a:defRPr sz="1575" b="0">
                <a:solidFill>
                  <a:srgbClr val="52627B"/>
                </a:solidFill>
                <a:latin typeface="Arial"/>
                <a:ea typeface="Arial"/>
                <a:cs typeface="Arial"/>
              </a:defRPr>
            </a:lvl1pPr>
            <a:lvl2pPr algn="ctr">
              <a:defRPr sz="1575" b="0">
                <a:solidFill>
                  <a:srgbClr val="52627B"/>
                </a:solidFill>
                <a:latin typeface="Arial"/>
                <a:ea typeface="Arial"/>
                <a:cs typeface="Arial"/>
              </a:defRPr>
            </a:lvl2pPr>
            <a:lvl3pPr algn="ctr">
              <a:defRPr sz="1575" b="0">
                <a:solidFill>
                  <a:srgbClr val="52627B"/>
                </a:solidFill>
                <a:latin typeface="Arial"/>
                <a:ea typeface="Arial"/>
                <a:cs typeface="Arial"/>
              </a:defRPr>
            </a:lvl3pPr>
            <a:lvl4pPr algn="ctr">
              <a:defRPr sz="1575" b="0">
                <a:solidFill>
                  <a:srgbClr val="52627B"/>
                </a:solidFill>
                <a:latin typeface="Arial"/>
                <a:ea typeface="Arial"/>
                <a:cs typeface="Arial"/>
              </a:defRPr>
            </a:lvl4pPr>
            <a:lvl5pPr algn="ctr">
              <a:defRPr sz="1575" b="0">
                <a:solidFill>
                  <a:srgbClr val="52627B"/>
                </a:solidFill>
                <a:latin typeface="Arial"/>
                <a:ea typeface="Arial"/>
                <a:cs typeface="Arial"/>
              </a:defRPr>
            </a:lvl5pPr>
            <a:lvl6pPr algn="ctr">
              <a:defRPr sz="1575" b="0">
                <a:solidFill>
                  <a:srgbClr val="52627B"/>
                </a:solidFill>
                <a:latin typeface="Arial"/>
                <a:ea typeface="Arial"/>
                <a:cs typeface="Arial"/>
              </a:defRPr>
            </a:lvl6pPr>
            <a:lvl7pPr algn="ctr">
              <a:defRPr sz="1575" b="0">
                <a:solidFill>
                  <a:srgbClr val="52627B"/>
                </a:solidFill>
                <a:latin typeface="Arial"/>
                <a:ea typeface="Arial"/>
                <a:cs typeface="Arial"/>
              </a:defRPr>
            </a:lvl7pPr>
            <a:lvl8pPr algn="ctr">
              <a:defRPr sz="1575" b="0">
                <a:solidFill>
                  <a:srgbClr val="52627B"/>
                </a:solidFill>
                <a:latin typeface="Arial"/>
                <a:ea typeface="Arial"/>
                <a:cs typeface="Arial"/>
              </a:defRPr>
            </a:lvl8pPr>
            <a:lvl9pPr algn="ctr">
              <a:defRPr sz="1575" b="0">
                <a:solidFill>
                  <a:srgbClr val="52627B"/>
                </a:solidFill>
                <a:latin typeface="Arial"/>
                <a:ea typeface="Arial"/>
                <a:cs typeface="Arial"/>
              </a:defRPr>
            </a:lvl9pPr>
          </a:lstStyle>
          <a:p xmlns:a="http://schemas.openxmlformats.org/drawingml/2006/main">
            <a:pPr algn="ctr">
              <a:defRPr sz="1575" b="0">
                <a:solidFill>
                  <a:srgbClr val="52627B"/>
                </a:solidFill>
                <a:latin typeface="Arial"/>
                <a:ea typeface="Arial"/>
                <a:cs typeface="Arial"/>
              </a:defRPr>
            </a:pPr>
            <a:r>
              <a:rPr sz="1575" b="0">
                <a:solidFill>
                  <a:srgbClr val="52627B"/>
                </a:solidFill>
                <a:latin typeface="Arial"/>
                <a:ea typeface="Arial"/>
                <a:cs typeface="Arial"/>
              </a:rPr>
              <a:t>Tutte le catture sono state ottenute tramite lo strumento esterno SCASDK.</a:t>
            </a:r>
          </a:p>
        </p:txBody>
      </p:sp>
    </p:spTree>
    <p:extLst>
      <p:ext uri="{BB962C8B-B14F-4D97-AF65-F5344CB8AC3E}">
        <p14:creationId xmlns:p14="http://schemas.microsoft.com/office/powerpoint/2010/main" val="557509514"/>
      </p:ext>
    </p:extLst>
  </p:cSld>
</p:sld>
</file>

<file path=ppt/slides/slide7.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49" name="f144">
            <a:extLst xmlns:a="http://schemas.openxmlformats.org/drawingml/2006/main">
              <a:ext uri="{FF2B5EF4-FFF2-40B4-BE49-F238E27FC236}">
                <a16:creationId xmlns:a16="http://schemas.microsoft.com/office/drawing/2014/main" id="{1DDDF487-2240-452D-B61B-A2775F0C8F31}"/>
              </a:ext>
            </a:extLst>
          </p:cNvPr>
          <p:cNvSpPr>
            <a:spLocks xmlns:a="http://schemas.openxmlformats.org/drawingml/2006/main" noGrp="1"/>
          </p:cNvSpPr>
          <p:nvPr/>
        </p:nvSpPr>
        <p:spPr>
          <a:xfrm xmlns:a="http://schemas.openxmlformats.org/drawingml/2006/main">
            <a:off x="1066800" y="6667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52627B"/>
                </a:solidFill>
                <a:latin typeface="Arial"/>
                <a:ea typeface="Arial"/>
                <a:cs typeface="Arial"/>
              </a:defRPr>
            </a:defPPr>
            <a:lvl1pPr algn="l">
              <a:defRPr sz="1500" b="0">
                <a:solidFill>
                  <a:srgbClr val="52627B"/>
                </a:solidFill>
                <a:latin typeface="Arial"/>
                <a:ea typeface="Arial"/>
                <a:cs typeface="Arial"/>
              </a:defRPr>
            </a:lvl1pPr>
            <a:lvl2pPr algn="l">
              <a:defRPr sz="1500" b="0">
                <a:solidFill>
                  <a:srgbClr val="52627B"/>
                </a:solidFill>
                <a:latin typeface="Arial"/>
                <a:ea typeface="Arial"/>
                <a:cs typeface="Arial"/>
              </a:defRPr>
            </a:lvl2pPr>
            <a:lvl3pPr algn="l">
              <a:defRPr sz="1500" b="0">
                <a:solidFill>
                  <a:srgbClr val="52627B"/>
                </a:solidFill>
                <a:latin typeface="Arial"/>
                <a:ea typeface="Arial"/>
                <a:cs typeface="Arial"/>
              </a:defRPr>
            </a:lvl3pPr>
            <a:lvl4pPr algn="l">
              <a:defRPr sz="1500" b="0">
                <a:solidFill>
                  <a:srgbClr val="52627B"/>
                </a:solidFill>
                <a:latin typeface="Arial"/>
                <a:ea typeface="Arial"/>
                <a:cs typeface="Arial"/>
              </a:defRPr>
            </a:lvl4pPr>
            <a:lvl5pPr algn="l">
              <a:defRPr sz="1500" b="0">
                <a:solidFill>
                  <a:srgbClr val="52627B"/>
                </a:solidFill>
                <a:latin typeface="Arial"/>
                <a:ea typeface="Arial"/>
                <a:cs typeface="Arial"/>
              </a:defRPr>
            </a:lvl5pPr>
            <a:lvl6pPr algn="l">
              <a:defRPr sz="1500" b="0">
                <a:solidFill>
                  <a:srgbClr val="52627B"/>
                </a:solidFill>
                <a:latin typeface="Arial"/>
                <a:ea typeface="Arial"/>
                <a:cs typeface="Arial"/>
              </a:defRPr>
            </a:lvl6pPr>
            <a:lvl7pPr algn="l">
              <a:defRPr sz="1500" b="0">
                <a:solidFill>
                  <a:srgbClr val="52627B"/>
                </a:solidFill>
                <a:latin typeface="Arial"/>
                <a:ea typeface="Arial"/>
                <a:cs typeface="Arial"/>
              </a:defRPr>
            </a:lvl7pPr>
            <a:lvl8pPr algn="l">
              <a:defRPr sz="1500" b="0">
                <a:solidFill>
                  <a:srgbClr val="52627B"/>
                </a:solidFill>
                <a:latin typeface="Arial"/>
                <a:ea typeface="Arial"/>
                <a:cs typeface="Arial"/>
              </a:defRPr>
            </a:lvl8pPr>
            <a:lvl9pPr algn="l">
              <a:defRPr sz="1500" b="0">
                <a:solidFill>
                  <a:srgbClr val="52627B"/>
                </a:solidFill>
                <a:latin typeface="Arial"/>
                <a:ea typeface="Arial"/>
                <a:cs typeface="Arial"/>
              </a:defRPr>
            </a:lvl9pPr>
          </a:lstStyle>
          <a:p xmlns:a="http://schemas.openxmlformats.org/drawingml/2006/main">
            <a:pPr algn="l">
              <a:defRPr sz="1500" b="0">
                <a:solidFill>
                  <a:srgbClr val="52627B"/>
                </a:solidFill>
                <a:latin typeface="Arial"/>
                <a:ea typeface="Arial"/>
                <a:cs typeface="Arial"/>
              </a:defRPr>
            </a:pPr>
            <a:r>
              <a:rPr sz="1500" b="0">
                <a:solidFill>
                  <a:srgbClr val="52627B"/>
                </a:solidFill>
                <a:latin typeface="Arial"/>
                <a:ea typeface="Arial"/>
                <a:cs typeface="Arial"/>
              </a:rPr>
              <a:t>VALUTAZIONE</a:t>
            </a:r>
          </a:p>
        </p:txBody>
      </p:sp>
      <p:sp>
        <p:nvSpPr>
          <p:cNvPr id="2" name="f145">
            <a:extLst xmlns:a="http://schemas.openxmlformats.org/drawingml/2006/main">
              <a:ext uri="{FF2B5EF4-FFF2-40B4-BE49-F238E27FC236}">
                <a16:creationId xmlns:a16="http://schemas.microsoft.com/office/drawing/2014/main" id="{AFA9F55E-E6E1-4D8D-BADA-103EC1F974F9}"/>
              </a:ext>
            </a:extLst>
          </p:cNvPr>
          <p:cNvSpPr>
            <a:spLocks xmlns:a="http://schemas.openxmlformats.org/drawingml/2006/main" noGrp="1"/>
          </p:cNvSpPr>
          <p:nvPr/>
        </p:nvSpPr>
        <p:spPr>
          <a:xfrm xmlns:a="http://schemas.openxmlformats.org/drawingml/2006/main">
            <a:off x="12858750" y="66675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350" b="0">
                <a:solidFill>
                  <a:srgbClr val="52627B"/>
                </a:solidFill>
                <a:latin typeface="Arial"/>
                <a:ea typeface="Arial"/>
                <a:cs typeface="Arial"/>
              </a:defRPr>
            </a:defPPr>
            <a:lvl1pPr algn="r">
              <a:defRPr sz="1350" b="0">
                <a:solidFill>
                  <a:srgbClr val="52627B"/>
                </a:solidFill>
                <a:latin typeface="Arial"/>
                <a:ea typeface="Arial"/>
                <a:cs typeface="Arial"/>
              </a:defRPr>
            </a:lvl1pPr>
            <a:lvl2pPr algn="r">
              <a:defRPr sz="1350" b="0">
                <a:solidFill>
                  <a:srgbClr val="52627B"/>
                </a:solidFill>
                <a:latin typeface="Arial"/>
                <a:ea typeface="Arial"/>
                <a:cs typeface="Arial"/>
              </a:defRPr>
            </a:lvl2pPr>
            <a:lvl3pPr algn="r">
              <a:defRPr sz="1350" b="0">
                <a:solidFill>
                  <a:srgbClr val="52627B"/>
                </a:solidFill>
                <a:latin typeface="Arial"/>
                <a:ea typeface="Arial"/>
                <a:cs typeface="Arial"/>
              </a:defRPr>
            </a:lvl3pPr>
            <a:lvl4pPr algn="r">
              <a:defRPr sz="1350" b="0">
                <a:solidFill>
                  <a:srgbClr val="52627B"/>
                </a:solidFill>
                <a:latin typeface="Arial"/>
                <a:ea typeface="Arial"/>
                <a:cs typeface="Arial"/>
              </a:defRPr>
            </a:lvl4pPr>
            <a:lvl5pPr algn="r">
              <a:defRPr sz="1350" b="0">
                <a:solidFill>
                  <a:srgbClr val="52627B"/>
                </a:solidFill>
                <a:latin typeface="Arial"/>
                <a:ea typeface="Arial"/>
                <a:cs typeface="Arial"/>
              </a:defRPr>
            </a:lvl5pPr>
            <a:lvl6pPr algn="r">
              <a:defRPr sz="1350" b="0">
                <a:solidFill>
                  <a:srgbClr val="52627B"/>
                </a:solidFill>
                <a:latin typeface="Arial"/>
                <a:ea typeface="Arial"/>
                <a:cs typeface="Arial"/>
              </a:defRPr>
            </a:lvl6pPr>
            <a:lvl7pPr algn="r">
              <a:defRPr sz="1350" b="0">
                <a:solidFill>
                  <a:srgbClr val="52627B"/>
                </a:solidFill>
                <a:latin typeface="Arial"/>
                <a:ea typeface="Arial"/>
                <a:cs typeface="Arial"/>
              </a:defRPr>
            </a:lvl7pPr>
            <a:lvl8pPr algn="r">
              <a:defRPr sz="1350" b="0">
                <a:solidFill>
                  <a:srgbClr val="52627B"/>
                </a:solidFill>
                <a:latin typeface="Arial"/>
                <a:ea typeface="Arial"/>
                <a:cs typeface="Arial"/>
              </a:defRPr>
            </a:lvl8pPr>
            <a:lvl9pPr algn="r">
              <a:defRPr sz="1350" b="0">
                <a:solidFill>
                  <a:srgbClr val="52627B"/>
                </a:solidFill>
                <a:latin typeface="Arial"/>
                <a:ea typeface="Arial"/>
                <a:cs typeface="Arial"/>
              </a:defRPr>
            </a:lvl9pPr>
          </a:lstStyle>
          <a:p xmlns:a="http://schemas.openxmlformats.org/drawingml/2006/main">
            <a:pPr algn="r">
              <a:defRPr sz="1350" b="0">
                <a:solidFill>
                  <a:srgbClr val="52627B"/>
                </a:solidFill>
                <a:latin typeface="Arial"/>
                <a:ea typeface="Arial"/>
                <a:cs typeface="Arial"/>
              </a:defRPr>
            </a:pPr>
            <a:r>
              <a:rPr sz="1350" b="0">
                <a:solidFill>
                  <a:srgbClr val="52627B"/>
                </a:solidFill>
                <a:latin typeface="Arial"/>
                <a:ea typeface="Arial"/>
                <a:cs typeface="Arial"/>
              </a:rPr>
              <a:t>07 / 09</a:t>
            </a:r>
          </a:p>
        </p:txBody>
      </p:sp>
      <p:sp>
        <p:nvSpPr>
          <p:cNvPr id="3" name="f146">
            <a:extLst xmlns:a="http://schemas.openxmlformats.org/drawingml/2006/main">
              <a:ext uri="{FF2B5EF4-FFF2-40B4-BE49-F238E27FC236}">
                <a16:creationId xmlns:a16="http://schemas.microsoft.com/office/drawing/2014/main" id="{89C89C12-B965-46E7-A9F2-3925BFF74009}"/>
              </a:ext>
            </a:extLst>
          </p:cNvPr>
          <p:cNvSpPr>
            <a:spLocks xmlns:a="http://schemas.openxmlformats.org/drawingml/2006/main" noGrp="1"/>
          </p:cNvSpPr>
          <p:nvPr/>
        </p:nvSpPr>
        <p:spPr>
          <a:xfrm xmlns:a="http://schemas.openxmlformats.org/drawingml/2006/main">
            <a:off x="1066800" y="1200150"/>
            <a:ext cx="13106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Arial"/>
                <a:ea typeface="Arial"/>
                <a:cs typeface="Arial"/>
              </a:defRPr>
            </a:defPPr>
            <a:lvl1pPr algn="l">
              <a:defRPr sz="4050" b="1">
                <a:solidFill>
                  <a:srgbClr val="182536"/>
                </a:solidFill>
                <a:latin typeface="Arial"/>
                <a:ea typeface="Arial"/>
                <a:cs typeface="Arial"/>
              </a:defRPr>
            </a:lvl1pPr>
            <a:lvl2pPr algn="l">
              <a:defRPr sz="4050" b="1">
                <a:solidFill>
                  <a:srgbClr val="182536"/>
                </a:solidFill>
                <a:latin typeface="Arial"/>
                <a:ea typeface="Arial"/>
                <a:cs typeface="Arial"/>
              </a:defRPr>
            </a:lvl2pPr>
            <a:lvl3pPr algn="l">
              <a:defRPr sz="4050" b="1">
                <a:solidFill>
                  <a:srgbClr val="182536"/>
                </a:solidFill>
                <a:latin typeface="Arial"/>
                <a:ea typeface="Arial"/>
                <a:cs typeface="Arial"/>
              </a:defRPr>
            </a:lvl3pPr>
            <a:lvl4pPr algn="l">
              <a:defRPr sz="4050" b="1">
                <a:solidFill>
                  <a:srgbClr val="182536"/>
                </a:solidFill>
                <a:latin typeface="Arial"/>
                <a:ea typeface="Arial"/>
                <a:cs typeface="Arial"/>
              </a:defRPr>
            </a:lvl4pPr>
            <a:lvl5pPr algn="l">
              <a:defRPr sz="4050" b="1">
                <a:solidFill>
                  <a:srgbClr val="182536"/>
                </a:solidFill>
                <a:latin typeface="Arial"/>
                <a:ea typeface="Arial"/>
                <a:cs typeface="Arial"/>
              </a:defRPr>
            </a:lvl5pPr>
            <a:lvl6pPr algn="l">
              <a:defRPr sz="4050" b="1">
                <a:solidFill>
                  <a:srgbClr val="182536"/>
                </a:solidFill>
                <a:latin typeface="Arial"/>
                <a:ea typeface="Arial"/>
                <a:cs typeface="Arial"/>
              </a:defRPr>
            </a:lvl6pPr>
            <a:lvl7pPr algn="l">
              <a:defRPr sz="4050" b="1">
                <a:solidFill>
                  <a:srgbClr val="182536"/>
                </a:solidFill>
                <a:latin typeface="Arial"/>
                <a:ea typeface="Arial"/>
                <a:cs typeface="Arial"/>
              </a:defRPr>
            </a:lvl7pPr>
            <a:lvl8pPr algn="l">
              <a:defRPr sz="4050" b="1">
                <a:solidFill>
                  <a:srgbClr val="182536"/>
                </a:solidFill>
                <a:latin typeface="Arial"/>
                <a:ea typeface="Arial"/>
                <a:cs typeface="Arial"/>
              </a:defRPr>
            </a:lvl8pPr>
            <a:lvl9pPr algn="l">
              <a:defRPr sz="4050" b="1">
                <a:solidFill>
                  <a:srgbClr val="182536"/>
                </a:solidFill>
                <a:latin typeface="Arial"/>
                <a:ea typeface="Arial"/>
                <a:cs typeface="Arial"/>
              </a:defRPr>
            </a:lvl9pPr>
          </a:lstStyle>
          <a:p xmlns:a="http://schemas.openxmlformats.org/drawingml/2006/main">
            <a:pPr algn="l">
              <a:defRPr sz="4050" b="1">
                <a:solidFill>
                  <a:srgbClr val="182536"/>
                </a:solidFill>
                <a:latin typeface="Arial"/>
                <a:ea typeface="Arial"/>
                <a:cs typeface="Arial"/>
              </a:defRPr>
            </a:pPr>
            <a:r>
              <a:rPr sz="4050" b="1">
                <a:solidFill>
                  <a:srgbClr val="182536"/>
                </a:solidFill>
                <a:latin typeface="Arial"/>
                <a:ea typeface="Arial"/>
                <a:cs typeface="Arial"/>
              </a:rPr>
              <a:t>Mutation testing</a:t>
            </a:r>
          </a:p>
        </p:txBody>
      </p:sp>
      <p:sp>
        <p:nvSpPr>
          <p:cNvPr id="4" name="f147">
            <a:extLst xmlns:a="http://schemas.openxmlformats.org/drawingml/2006/main">
              <a:ext uri="{FF2B5EF4-FFF2-40B4-BE49-F238E27FC236}">
                <a16:creationId xmlns:a16="http://schemas.microsoft.com/office/drawing/2014/main" id="{8E96D920-3FC0-489C-9337-34D1D91D4B6B}"/>
              </a:ext>
            </a:extLst>
          </p:cNvPr>
          <p:cNvSpPr>
            <a:spLocks xmlns:a="http://schemas.openxmlformats.org/drawingml/2006/main" noGrp="1"/>
          </p:cNvSpPr>
          <p:nvPr/>
        </p:nvSpPr>
        <p:spPr>
          <a:xfrm xmlns:a="http://schemas.openxmlformats.org/drawingml/2006/main">
            <a:off x="1066800" y="2000250"/>
            <a:ext cx="1310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27B"/>
                </a:solidFill>
                <a:latin typeface="Arial"/>
                <a:ea typeface="Arial"/>
                <a:cs typeface="Arial"/>
              </a:defRPr>
            </a:defPPr>
            <a:lvl1pPr algn="l">
              <a:defRPr sz="2025" b="0">
                <a:solidFill>
                  <a:srgbClr val="52627B"/>
                </a:solidFill>
                <a:latin typeface="Arial"/>
                <a:ea typeface="Arial"/>
                <a:cs typeface="Arial"/>
              </a:defRPr>
            </a:lvl1pPr>
            <a:lvl2pPr algn="l">
              <a:defRPr sz="2025" b="0">
                <a:solidFill>
                  <a:srgbClr val="52627B"/>
                </a:solidFill>
                <a:latin typeface="Arial"/>
                <a:ea typeface="Arial"/>
                <a:cs typeface="Arial"/>
              </a:defRPr>
            </a:lvl2pPr>
            <a:lvl3pPr algn="l">
              <a:defRPr sz="2025" b="0">
                <a:solidFill>
                  <a:srgbClr val="52627B"/>
                </a:solidFill>
                <a:latin typeface="Arial"/>
                <a:ea typeface="Arial"/>
                <a:cs typeface="Arial"/>
              </a:defRPr>
            </a:lvl3pPr>
            <a:lvl4pPr algn="l">
              <a:defRPr sz="2025" b="0">
                <a:solidFill>
                  <a:srgbClr val="52627B"/>
                </a:solidFill>
                <a:latin typeface="Arial"/>
                <a:ea typeface="Arial"/>
                <a:cs typeface="Arial"/>
              </a:defRPr>
            </a:lvl4pPr>
            <a:lvl5pPr algn="l">
              <a:defRPr sz="2025" b="0">
                <a:solidFill>
                  <a:srgbClr val="52627B"/>
                </a:solidFill>
                <a:latin typeface="Arial"/>
                <a:ea typeface="Arial"/>
                <a:cs typeface="Arial"/>
              </a:defRPr>
            </a:lvl5pPr>
            <a:lvl6pPr algn="l">
              <a:defRPr sz="2025" b="0">
                <a:solidFill>
                  <a:srgbClr val="52627B"/>
                </a:solidFill>
                <a:latin typeface="Arial"/>
                <a:ea typeface="Arial"/>
                <a:cs typeface="Arial"/>
              </a:defRPr>
            </a:lvl6pPr>
            <a:lvl7pPr algn="l">
              <a:defRPr sz="2025" b="0">
                <a:solidFill>
                  <a:srgbClr val="52627B"/>
                </a:solidFill>
                <a:latin typeface="Arial"/>
                <a:ea typeface="Arial"/>
                <a:cs typeface="Arial"/>
              </a:defRPr>
            </a:lvl7pPr>
            <a:lvl8pPr algn="l">
              <a:defRPr sz="2025" b="0">
                <a:solidFill>
                  <a:srgbClr val="52627B"/>
                </a:solidFill>
                <a:latin typeface="Arial"/>
                <a:ea typeface="Arial"/>
                <a:cs typeface="Arial"/>
              </a:defRPr>
            </a:lvl8pPr>
            <a:lvl9pPr algn="l">
              <a:defRPr sz="2025" b="0">
                <a:solidFill>
                  <a:srgbClr val="52627B"/>
                </a:solidFill>
                <a:latin typeface="Arial"/>
                <a:ea typeface="Arial"/>
                <a:cs typeface="Arial"/>
              </a:defRPr>
            </a:lvl9pPr>
          </a:lstStyle>
          <a:p xmlns:a="http://schemas.openxmlformats.org/drawingml/2006/main">
            <a:pPr algn="l">
              <a:defRPr sz="2025" b="0">
                <a:solidFill>
                  <a:srgbClr val="52627B"/>
                </a:solidFill>
                <a:latin typeface="Arial"/>
                <a:ea typeface="Arial"/>
                <a:cs typeface="Arial"/>
              </a:defRPr>
            </a:pPr>
            <a:r>
              <a:rPr sz="2025" b="0">
                <a:solidFill>
                  <a:srgbClr val="52627B"/>
                </a:solidFill>
                <a:latin typeface="Arial"/>
                <a:ea typeface="Arial"/>
                <a:cs typeface="Arial"/>
              </a:rPr>
              <a:t>Mutazioni controllate sul PCAP originale e verifica mediante la stessa pipeline e le stesse regole DSL.</a:t>
            </a:r>
          </a:p>
        </p:txBody>
      </p:sp>
      <p:sp>
        <p:nvSpPr>
          <p:cNvPr id="50" name="dim_f148">
            <a:extLst xmlns:a="http://schemas.openxmlformats.org/drawingml/2006/main">
              <a:ext uri="{FF2B5EF4-FFF2-40B4-BE49-F238E27FC236}">
                <a16:creationId xmlns:a16="http://schemas.microsoft.com/office/drawing/2014/main" id="{26586A5C-9C2C-4E52-AEDD-8F92C8E40361}"/>
              </a:ext>
            </a:extLst>
          </p:cNvPr>
          <p:cNvSpPr>
            <a:spLocks xmlns:a="http://schemas.openxmlformats.org/drawingml/2006/main" noGrp="1"/>
          </p:cNvSpPr>
          <p:nvPr/>
        </p:nvSpPr>
        <p:spPr>
          <a:xfrm xmlns:a="http://schemas.openxmlformats.org/drawingml/2006/main">
            <a:off x="571500" y="3048000"/>
            <a:ext cx="1428750" cy="590550"/>
          </a:xfrm>
          <a:prstGeom xmlns:a="http://schemas.openxmlformats.org/drawingml/2006/main" prst="roundRect">
            <a:avLst>
              <a:gd name="adj" fmla="val 19355"/>
            </a:avLst>
          </a:prstGeom>
          <a:solidFill xmlns:a="http://schemas.openxmlformats.org/drawingml/2006/main">
            <a:srgbClr val="F2F6FA"/>
          </a:solidFill>
          <a:ln xmlns:a="http://schemas.openxmlformats.org/drawingml/2006/main" w="17145">
            <a:solidFill>
              <a:srgbClr val="ECF1F6"/>
            </a:solidFill>
            <a:prstDash val="solid"/>
          </a:ln>
        </p:spPr>
        <p:txBody xmlns:a="http://schemas.openxmlformats.org/drawingml/2006/main">
          <a:bodyPr/>
          <a:p/>
        </p:txBody>
      </p:sp>
      <p:sp>
        <p:nvSpPr>
          <p:cNvPr id="5" name="f148">
            <a:extLst xmlns:a="http://schemas.openxmlformats.org/drawingml/2006/main">
              <a:ext uri="{FF2B5EF4-FFF2-40B4-BE49-F238E27FC236}">
                <a16:creationId xmlns:a16="http://schemas.microsoft.com/office/drawing/2014/main" id="{26586A5C-9C2C-4E52-AEDD-8F92C8E40361}"/>
              </a:ext>
            </a:extLst>
          </p:cNvPr>
          <p:cNvSpPr>
            <a:spLocks xmlns:a="http://schemas.openxmlformats.org/drawingml/2006/main" noGrp="1"/>
          </p:cNvSpPr>
          <p:nvPr/>
        </p:nvSpPr>
        <p:spPr>
          <a:xfrm xmlns:a="http://schemas.openxmlformats.org/drawingml/2006/main">
            <a:off x="571500" y="3048000"/>
            <a:ext cx="1428750" cy="590550"/>
          </a:xfrm>
          <a:prstGeom xmlns:a="http://schemas.openxmlformats.org/drawingml/2006/main" prst="roundRect">
            <a:avLst>
              <a:gd name="adj" fmla="val 19355"/>
            </a:avLst>
          </a:prstGeom>
          <a:solidFill xmlns:a="http://schemas.openxmlformats.org/drawingml/2006/main">
            <a:srgbClr val="F0F4FF"/>
          </a:solidFill>
          <a:ln xmlns:a="http://schemas.openxmlformats.org/drawingml/2006/main" w="20955">
            <a:solidFill>
              <a:srgbClr val="D9E3EF"/>
            </a:solidFill>
            <a:prstDash val="solid"/>
          </a:ln>
          <ns0:effectLst xmlns:ns0="http://schemas.openxmlformats.org/drawingml/2006/main">
            <ns0:outerShdw blurRad="57150" dist="38100" dir="5400000" algn="ctr" rotWithShape="0">
              <ns0:srgbClr val="182536">
                <ns0:alpha val="10000"/>
              </ns0:srgbClr>
            </ns0:outerShdw>
          </ns0:effectLst>
        </p:spPr>
        <p:txBody xmlns:a="http://schemas.openxmlformats.org/drawingml/2006/main">
          <a:bodyPr/>
          <a:p/>
        </p:txBody>
      </p:sp>
      <p:sp>
        <p:nvSpPr>
          <p:cNvPr id="52" name="dim_f149">
            <a:extLst xmlns:a="http://schemas.openxmlformats.org/drawingml/2006/main">
              <a:ext uri="{FF2B5EF4-FFF2-40B4-BE49-F238E27FC236}">
                <a16:creationId xmlns:a16="http://schemas.microsoft.com/office/drawing/2014/main" id="{4553D562-E450-4CBF-AB0A-841DD2B1FDE8}"/>
              </a:ext>
            </a:extLst>
          </p:cNvPr>
          <p:cNvSpPr>
            <a:spLocks xmlns:a="http://schemas.openxmlformats.org/drawingml/2006/main" noGrp="1"/>
          </p:cNvSpPr>
          <p:nvPr/>
        </p:nvSpPr>
        <p:spPr>
          <a:xfrm xmlns:a="http://schemas.openxmlformats.org/drawingml/2006/main">
            <a:off x="666750" y="320040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250" b="1">
                <a:solidFill>
                  <a:srgbClr val="C7D2EF"/>
                </a:solidFill>
                <a:latin typeface="Arial"/>
                <a:ea typeface="Arial"/>
                <a:cs typeface="Arial"/>
              </a:defRPr>
            </a:defPPr>
            <a:lvl1pPr algn="ctr">
              <a:defRPr sz="2250" b="1">
                <a:solidFill>
                  <a:srgbClr val="C7D2EF"/>
                </a:solidFill>
                <a:latin typeface="Arial"/>
                <a:ea typeface="Arial"/>
                <a:cs typeface="Arial"/>
              </a:defRPr>
            </a:lvl1pPr>
            <a:lvl2pPr algn="ctr">
              <a:defRPr sz="2250" b="1">
                <a:solidFill>
                  <a:srgbClr val="C7D2EF"/>
                </a:solidFill>
                <a:latin typeface="Arial"/>
                <a:ea typeface="Arial"/>
                <a:cs typeface="Arial"/>
              </a:defRPr>
            </a:lvl2pPr>
            <a:lvl3pPr algn="ctr">
              <a:defRPr sz="2250" b="1">
                <a:solidFill>
                  <a:srgbClr val="C7D2EF"/>
                </a:solidFill>
                <a:latin typeface="Arial"/>
                <a:ea typeface="Arial"/>
                <a:cs typeface="Arial"/>
              </a:defRPr>
            </a:lvl3pPr>
            <a:lvl4pPr algn="ctr">
              <a:defRPr sz="2250" b="1">
                <a:solidFill>
                  <a:srgbClr val="C7D2EF"/>
                </a:solidFill>
                <a:latin typeface="Arial"/>
                <a:ea typeface="Arial"/>
                <a:cs typeface="Arial"/>
              </a:defRPr>
            </a:lvl4pPr>
            <a:lvl5pPr algn="ctr">
              <a:defRPr sz="2250" b="1">
                <a:solidFill>
                  <a:srgbClr val="C7D2EF"/>
                </a:solidFill>
                <a:latin typeface="Arial"/>
                <a:ea typeface="Arial"/>
                <a:cs typeface="Arial"/>
              </a:defRPr>
            </a:lvl5pPr>
            <a:lvl6pPr algn="ctr">
              <a:defRPr sz="2250" b="1">
                <a:solidFill>
                  <a:srgbClr val="C7D2EF"/>
                </a:solidFill>
                <a:latin typeface="Arial"/>
                <a:ea typeface="Arial"/>
                <a:cs typeface="Arial"/>
              </a:defRPr>
            </a:lvl6pPr>
            <a:lvl7pPr algn="ctr">
              <a:defRPr sz="2250" b="1">
                <a:solidFill>
                  <a:srgbClr val="C7D2EF"/>
                </a:solidFill>
                <a:latin typeface="Arial"/>
                <a:ea typeface="Arial"/>
                <a:cs typeface="Arial"/>
              </a:defRPr>
            </a:lvl7pPr>
            <a:lvl8pPr algn="ctr">
              <a:defRPr sz="2250" b="1">
                <a:solidFill>
                  <a:srgbClr val="C7D2EF"/>
                </a:solidFill>
                <a:latin typeface="Arial"/>
                <a:ea typeface="Arial"/>
                <a:cs typeface="Arial"/>
              </a:defRPr>
            </a:lvl8pPr>
            <a:lvl9pPr algn="ctr">
              <a:defRPr sz="2250" b="1">
                <a:solidFill>
                  <a:srgbClr val="C7D2EF"/>
                </a:solidFill>
                <a:latin typeface="Arial"/>
                <a:ea typeface="Arial"/>
                <a:cs typeface="Arial"/>
              </a:defRPr>
            </a:lvl9pPr>
          </a:lstStyle>
          <a:p xmlns:a="http://schemas.openxmlformats.org/drawingml/2006/main">
            <a:pPr algn="ctr">
              <a:defRPr sz="2250" b="1">
                <a:solidFill>
                  <a:srgbClr val="C7D2EF"/>
                </a:solidFill>
                <a:latin typeface="Arial"/>
                <a:ea typeface="Arial"/>
                <a:cs typeface="Arial"/>
              </a:defRPr>
            </a:pPr>
            <a:r>
              <a:rPr sz="2250" b="1">
                <a:solidFill>
                  <a:srgbClr val="C7D2EF"/>
                </a:solidFill>
                <a:latin typeface="Arial"/>
                <a:ea typeface="Arial"/>
                <a:cs typeface="Arial"/>
              </a:rPr>
              <a:t>DSL</a:t>
            </a:r>
          </a:p>
        </p:txBody>
      </p:sp>
      <p:sp>
        <p:nvSpPr>
          <p:cNvPr id="6" name="f149">
            <a:extLst xmlns:a="http://schemas.openxmlformats.org/drawingml/2006/main">
              <a:ext uri="{FF2B5EF4-FFF2-40B4-BE49-F238E27FC236}">
                <a16:creationId xmlns:a16="http://schemas.microsoft.com/office/drawing/2014/main" id="{4553D562-E450-4CBF-AB0A-841DD2B1FDE8}"/>
              </a:ext>
            </a:extLst>
          </p:cNvPr>
          <p:cNvSpPr>
            <a:spLocks xmlns:a="http://schemas.openxmlformats.org/drawingml/2006/main" noGrp="1"/>
          </p:cNvSpPr>
          <p:nvPr/>
        </p:nvSpPr>
        <p:spPr>
          <a:xfrm xmlns:a="http://schemas.openxmlformats.org/drawingml/2006/main">
            <a:off x="666750" y="320040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250" b="1">
                <a:solidFill>
                  <a:srgbClr val="4264D0"/>
                </a:solidFill>
                <a:latin typeface="Arial"/>
                <a:ea typeface="Arial"/>
                <a:cs typeface="Arial"/>
              </a:defRPr>
            </a:defPPr>
            <a:lvl1pPr algn="ctr">
              <a:defRPr sz="2250" b="1">
                <a:solidFill>
                  <a:srgbClr val="4264D0"/>
                </a:solidFill>
                <a:latin typeface="Arial"/>
                <a:ea typeface="Arial"/>
                <a:cs typeface="Arial"/>
              </a:defRPr>
            </a:lvl1pPr>
            <a:lvl2pPr algn="ctr">
              <a:defRPr sz="2250" b="1">
                <a:solidFill>
                  <a:srgbClr val="4264D0"/>
                </a:solidFill>
                <a:latin typeface="Arial"/>
                <a:ea typeface="Arial"/>
                <a:cs typeface="Arial"/>
              </a:defRPr>
            </a:lvl2pPr>
            <a:lvl3pPr algn="ctr">
              <a:defRPr sz="2250" b="1">
                <a:solidFill>
                  <a:srgbClr val="4264D0"/>
                </a:solidFill>
                <a:latin typeface="Arial"/>
                <a:ea typeface="Arial"/>
                <a:cs typeface="Arial"/>
              </a:defRPr>
            </a:lvl3pPr>
            <a:lvl4pPr algn="ctr">
              <a:defRPr sz="2250" b="1">
                <a:solidFill>
                  <a:srgbClr val="4264D0"/>
                </a:solidFill>
                <a:latin typeface="Arial"/>
                <a:ea typeface="Arial"/>
                <a:cs typeface="Arial"/>
              </a:defRPr>
            </a:lvl4pPr>
            <a:lvl5pPr algn="ctr">
              <a:defRPr sz="2250" b="1">
                <a:solidFill>
                  <a:srgbClr val="4264D0"/>
                </a:solidFill>
                <a:latin typeface="Arial"/>
                <a:ea typeface="Arial"/>
                <a:cs typeface="Arial"/>
              </a:defRPr>
            </a:lvl5pPr>
            <a:lvl6pPr algn="ctr">
              <a:defRPr sz="2250" b="1">
                <a:solidFill>
                  <a:srgbClr val="4264D0"/>
                </a:solidFill>
                <a:latin typeface="Arial"/>
                <a:ea typeface="Arial"/>
                <a:cs typeface="Arial"/>
              </a:defRPr>
            </a:lvl6pPr>
            <a:lvl7pPr algn="ctr">
              <a:defRPr sz="2250" b="1">
                <a:solidFill>
                  <a:srgbClr val="4264D0"/>
                </a:solidFill>
                <a:latin typeface="Arial"/>
                <a:ea typeface="Arial"/>
                <a:cs typeface="Arial"/>
              </a:defRPr>
            </a:lvl7pPr>
            <a:lvl8pPr algn="ctr">
              <a:defRPr sz="2250" b="1">
                <a:solidFill>
                  <a:srgbClr val="4264D0"/>
                </a:solidFill>
                <a:latin typeface="Arial"/>
                <a:ea typeface="Arial"/>
                <a:cs typeface="Arial"/>
              </a:defRPr>
            </a:lvl8pPr>
            <a:lvl9pPr algn="ctr">
              <a:defRPr sz="2250" b="1">
                <a:solidFill>
                  <a:srgbClr val="4264D0"/>
                </a:solidFill>
                <a:latin typeface="Arial"/>
                <a:ea typeface="Arial"/>
                <a:cs typeface="Arial"/>
              </a:defRPr>
            </a:lvl9pPr>
          </a:lstStyle>
          <a:p xmlns:a="http://schemas.openxmlformats.org/drawingml/2006/main">
            <a:pPr algn="ctr">
              <a:defRPr sz="2250" b="1">
                <a:solidFill>
                  <a:srgbClr val="4264D0"/>
                </a:solidFill>
                <a:latin typeface="Arial"/>
                <a:ea typeface="Arial"/>
                <a:cs typeface="Arial"/>
              </a:defRPr>
            </a:pPr>
            <a:r>
              <a:rPr sz="2250" b="1">
                <a:solidFill>
                  <a:srgbClr val="4264D0"/>
                </a:solidFill>
                <a:latin typeface="Arial"/>
                <a:ea typeface="Arial"/>
                <a:cs typeface="Arial"/>
              </a:rPr>
              <a:t>DSL</a:t>
            </a:r>
          </a:p>
        </p:txBody>
      </p:sp>
      <p:sp>
        <p:nvSpPr>
          <p:cNvPr id="54" name="dim_f150">
            <a:extLst xmlns:a="http://schemas.openxmlformats.org/drawingml/2006/main">
              <a:ext uri="{FF2B5EF4-FFF2-40B4-BE49-F238E27FC236}">
                <a16:creationId xmlns:a16="http://schemas.microsoft.com/office/drawing/2014/main" id="{35FBC402-A4D0-4D86-8BC3-0A4AC2D62C01}"/>
              </a:ext>
            </a:extLst>
          </p:cNvPr>
          <p:cNvSpPr>
            <a:spLocks xmlns:a="http://schemas.openxmlformats.org/drawingml/2006/main" noGrp="1"/>
          </p:cNvSpPr>
          <p:nvPr/>
        </p:nvSpPr>
        <p:spPr>
          <a:xfrm xmlns:a="http://schemas.openxmlformats.org/drawingml/2006/main">
            <a:off x="2952750" y="3048000"/>
            <a:ext cx="2095500" cy="590550"/>
          </a:xfrm>
          <a:prstGeom xmlns:a="http://schemas.openxmlformats.org/drawingml/2006/main" prst="roundRect">
            <a:avLst>
              <a:gd name="adj" fmla="val 19355"/>
            </a:avLst>
          </a:prstGeom>
          <a:solidFill xmlns:a="http://schemas.openxmlformats.org/drawingml/2006/main">
            <a:srgbClr val="F6F8FA"/>
          </a:solidFill>
          <a:ln xmlns:a="http://schemas.openxmlformats.org/drawingml/2006/main" w="17145">
            <a:solidFill>
              <a:srgbClr val="ECF1F6"/>
            </a:solidFill>
            <a:prstDash val="solid"/>
          </a:ln>
        </p:spPr>
        <p:txBody xmlns:a="http://schemas.openxmlformats.org/drawingml/2006/main">
          <a:bodyPr/>
          <a:p/>
        </p:txBody>
      </p:sp>
      <p:sp>
        <p:nvSpPr>
          <p:cNvPr id="7" name="f150">
            <a:extLst xmlns:a="http://schemas.openxmlformats.org/drawingml/2006/main">
              <a:ext uri="{FF2B5EF4-FFF2-40B4-BE49-F238E27FC236}">
                <a16:creationId xmlns:a16="http://schemas.microsoft.com/office/drawing/2014/main" id="{35FBC402-A4D0-4D86-8BC3-0A4AC2D62C01}"/>
              </a:ext>
            </a:extLst>
          </p:cNvPr>
          <p:cNvSpPr>
            <a:spLocks xmlns:a="http://schemas.openxmlformats.org/drawingml/2006/main" noGrp="1"/>
          </p:cNvSpPr>
          <p:nvPr/>
        </p:nvSpPr>
        <p:spPr>
          <a:xfrm xmlns:a="http://schemas.openxmlformats.org/drawingml/2006/main">
            <a:off x="2952750" y="3048000"/>
            <a:ext cx="209550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20955">
            <a:solidFill>
              <a:srgbClr val="D9E3EF"/>
            </a:solidFill>
            <a:prstDash val="solid"/>
          </a:ln>
          <ns1:effectLst xmlns:ns1="http://schemas.openxmlformats.org/drawingml/2006/main">
            <ns1:outerShdw blurRad="57150" dist="38100" dir="5400000" algn="ctr" rotWithShape="0">
              <ns1:srgbClr val="182536">
                <ns1:alpha val="10000"/>
              </ns1:srgbClr>
            </ns1:outerShdw>
          </ns1:effectLst>
        </p:spPr>
        <p:txBody xmlns:a="http://schemas.openxmlformats.org/drawingml/2006/main">
          <a:bodyPr/>
          <a:p/>
        </p:txBody>
      </p:sp>
      <p:sp>
        <p:nvSpPr>
          <p:cNvPr id="55" name="dim_f151">
            <a:extLst xmlns:a="http://schemas.openxmlformats.org/drawingml/2006/main">
              <a:ext uri="{FF2B5EF4-FFF2-40B4-BE49-F238E27FC236}">
                <a16:creationId xmlns:a16="http://schemas.microsoft.com/office/drawing/2014/main" id="{09A7665F-1AA9-4034-B887-5A74DBD77070}"/>
              </a:ext>
            </a:extLst>
          </p:cNvPr>
          <p:cNvSpPr>
            <a:spLocks xmlns:a="http://schemas.openxmlformats.org/drawingml/2006/main" noGrp="1"/>
          </p:cNvSpPr>
          <p:nvPr/>
        </p:nvSpPr>
        <p:spPr>
          <a:xfrm xmlns:a="http://schemas.openxmlformats.org/drawingml/2006/main">
            <a:off x="3048000" y="323850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650" b="1">
                <a:solidFill>
                  <a:srgbClr val="BCC2C8"/>
                </a:solidFill>
                <a:latin typeface="Arial"/>
                <a:ea typeface="Arial"/>
                <a:cs typeface="Arial"/>
              </a:defRPr>
            </a:defPPr>
            <a:lvl1pPr algn="ctr">
              <a:defRPr sz="1650" b="1">
                <a:solidFill>
                  <a:srgbClr val="BCC2C8"/>
                </a:solidFill>
                <a:latin typeface="Arial"/>
                <a:ea typeface="Arial"/>
                <a:cs typeface="Arial"/>
              </a:defRPr>
            </a:lvl1pPr>
            <a:lvl2pPr algn="ctr">
              <a:defRPr sz="1650" b="1">
                <a:solidFill>
                  <a:srgbClr val="BCC2C8"/>
                </a:solidFill>
                <a:latin typeface="Arial"/>
                <a:ea typeface="Arial"/>
                <a:cs typeface="Arial"/>
              </a:defRPr>
            </a:lvl2pPr>
            <a:lvl3pPr algn="ctr">
              <a:defRPr sz="1650" b="1">
                <a:solidFill>
                  <a:srgbClr val="BCC2C8"/>
                </a:solidFill>
                <a:latin typeface="Arial"/>
                <a:ea typeface="Arial"/>
                <a:cs typeface="Arial"/>
              </a:defRPr>
            </a:lvl3pPr>
            <a:lvl4pPr algn="ctr">
              <a:defRPr sz="1650" b="1">
                <a:solidFill>
                  <a:srgbClr val="BCC2C8"/>
                </a:solidFill>
                <a:latin typeface="Arial"/>
                <a:ea typeface="Arial"/>
                <a:cs typeface="Arial"/>
              </a:defRPr>
            </a:lvl4pPr>
            <a:lvl5pPr algn="ctr">
              <a:defRPr sz="1650" b="1">
                <a:solidFill>
                  <a:srgbClr val="BCC2C8"/>
                </a:solidFill>
                <a:latin typeface="Arial"/>
                <a:ea typeface="Arial"/>
                <a:cs typeface="Arial"/>
              </a:defRPr>
            </a:lvl5pPr>
            <a:lvl6pPr algn="ctr">
              <a:defRPr sz="1650" b="1">
                <a:solidFill>
                  <a:srgbClr val="BCC2C8"/>
                </a:solidFill>
                <a:latin typeface="Arial"/>
                <a:ea typeface="Arial"/>
                <a:cs typeface="Arial"/>
              </a:defRPr>
            </a:lvl6pPr>
            <a:lvl7pPr algn="ctr">
              <a:defRPr sz="1650" b="1">
                <a:solidFill>
                  <a:srgbClr val="BCC2C8"/>
                </a:solidFill>
                <a:latin typeface="Arial"/>
                <a:ea typeface="Arial"/>
                <a:cs typeface="Arial"/>
              </a:defRPr>
            </a:lvl7pPr>
            <a:lvl8pPr algn="ctr">
              <a:defRPr sz="1650" b="1">
                <a:solidFill>
                  <a:srgbClr val="BCC2C8"/>
                </a:solidFill>
                <a:latin typeface="Arial"/>
                <a:ea typeface="Arial"/>
                <a:cs typeface="Arial"/>
              </a:defRPr>
            </a:lvl8pPr>
            <a:lvl9pPr algn="ctr">
              <a:defRPr sz="1650" b="1">
                <a:solidFill>
                  <a:srgbClr val="BCC2C8"/>
                </a:solidFill>
                <a:latin typeface="Arial"/>
                <a:ea typeface="Arial"/>
                <a:cs typeface="Arial"/>
              </a:defRPr>
            </a:lvl9pPr>
          </a:lstStyle>
          <a:p xmlns:a="http://schemas.openxmlformats.org/drawingml/2006/main">
            <a:pPr algn="ctr">
              <a:defRPr sz="1650" b="1">
                <a:solidFill>
                  <a:srgbClr val="BCC2C8"/>
                </a:solidFill>
                <a:latin typeface="Arial"/>
                <a:ea typeface="Arial"/>
                <a:cs typeface="Arial"/>
              </a:defRPr>
            </a:pPr>
            <a:r>
              <a:rPr sz="1650" b="1">
                <a:solidFill>
                  <a:srgbClr val="BCC2C8"/>
                </a:solidFill>
                <a:latin typeface="Arial"/>
                <a:ea typeface="Arial"/>
                <a:cs typeface="Arial"/>
              </a:rPr>
              <a:t>PCAP ORIGINALE</a:t>
            </a:r>
          </a:p>
        </p:txBody>
      </p:sp>
      <p:sp>
        <p:nvSpPr>
          <p:cNvPr id="8" name="f151">
            <a:extLst xmlns:a="http://schemas.openxmlformats.org/drawingml/2006/main">
              <a:ext uri="{FF2B5EF4-FFF2-40B4-BE49-F238E27FC236}">
                <a16:creationId xmlns:a16="http://schemas.microsoft.com/office/drawing/2014/main" id="{09A7665F-1AA9-4034-B887-5A74DBD77070}"/>
              </a:ext>
            </a:extLst>
          </p:cNvPr>
          <p:cNvSpPr>
            <a:spLocks xmlns:a="http://schemas.openxmlformats.org/drawingml/2006/main" noGrp="1"/>
          </p:cNvSpPr>
          <p:nvPr/>
        </p:nvSpPr>
        <p:spPr>
          <a:xfrm xmlns:a="http://schemas.openxmlformats.org/drawingml/2006/main">
            <a:off x="3048000" y="323850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650" b="1">
                <a:solidFill>
                  <a:srgbClr val="182536"/>
                </a:solidFill>
                <a:latin typeface="Arial"/>
                <a:ea typeface="Arial"/>
                <a:cs typeface="Arial"/>
              </a:defRPr>
            </a:defPPr>
            <a:lvl1pPr algn="ctr">
              <a:defRPr sz="1650" b="1">
                <a:solidFill>
                  <a:srgbClr val="182536"/>
                </a:solidFill>
                <a:latin typeface="Arial"/>
                <a:ea typeface="Arial"/>
                <a:cs typeface="Arial"/>
              </a:defRPr>
            </a:lvl1pPr>
            <a:lvl2pPr algn="ctr">
              <a:defRPr sz="1650" b="1">
                <a:solidFill>
                  <a:srgbClr val="182536"/>
                </a:solidFill>
                <a:latin typeface="Arial"/>
                <a:ea typeface="Arial"/>
                <a:cs typeface="Arial"/>
              </a:defRPr>
            </a:lvl2pPr>
            <a:lvl3pPr algn="ctr">
              <a:defRPr sz="1650" b="1">
                <a:solidFill>
                  <a:srgbClr val="182536"/>
                </a:solidFill>
                <a:latin typeface="Arial"/>
                <a:ea typeface="Arial"/>
                <a:cs typeface="Arial"/>
              </a:defRPr>
            </a:lvl3pPr>
            <a:lvl4pPr algn="ctr">
              <a:defRPr sz="1650" b="1">
                <a:solidFill>
                  <a:srgbClr val="182536"/>
                </a:solidFill>
                <a:latin typeface="Arial"/>
                <a:ea typeface="Arial"/>
                <a:cs typeface="Arial"/>
              </a:defRPr>
            </a:lvl4pPr>
            <a:lvl5pPr algn="ctr">
              <a:defRPr sz="1650" b="1">
                <a:solidFill>
                  <a:srgbClr val="182536"/>
                </a:solidFill>
                <a:latin typeface="Arial"/>
                <a:ea typeface="Arial"/>
                <a:cs typeface="Arial"/>
              </a:defRPr>
            </a:lvl5pPr>
            <a:lvl6pPr algn="ctr">
              <a:defRPr sz="1650" b="1">
                <a:solidFill>
                  <a:srgbClr val="182536"/>
                </a:solidFill>
                <a:latin typeface="Arial"/>
                <a:ea typeface="Arial"/>
                <a:cs typeface="Arial"/>
              </a:defRPr>
            </a:lvl6pPr>
            <a:lvl7pPr algn="ctr">
              <a:defRPr sz="1650" b="1">
                <a:solidFill>
                  <a:srgbClr val="182536"/>
                </a:solidFill>
                <a:latin typeface="Arial"/>
                <a:ea typeface="Arial"/>
                <a:cs typeface="Arial"/>
              </a:defRPr>
            </a:lvl7pPr>
            <a:lvl8pPr algn="ctr">
              <a:defRPr sz="1650" b="1">
                <a:solidFill>
                  <a:srgbClr val="182536"/>
                </a:solidFill>
                <a:latin typeface="Arial"/>
                <a:ea typeface="Arial"/>
                <a:cs typeface="Arial"/>
              </a:defRPr>
            </a:lvl8pPr>
            <a:lvl9pPr algn="ctr">
              <a:defRPr sz="1650" b="1">
                <a:solidFill>
                  <a:srgbClr val="182536"/>
                </a:solidFill>
                <a:latin typeface="Arial"/>
                <a:ea typeface="Arial"/>
                <a:cs typeface="Arial"/>
              </a:defRPr>
            </a:lvl9pPr>
          </a:lstStyle>
          <a:p xmlns:a="http://schemas.openxmlformats.org/drawingml/2006/main">
            <a:pPr algn="ctr">
              <a:defRPr sz="1650" b="1">
                <a:solidFill>
                  <a:srgbClr val="182536"/>
                </a:solidFill>
                <a:latin typeface="Arial"/>
                <a:ea typeface="Arial"/>
                <a:cs typeface="Arial"/>
              </a:defRPr>
            </a:pPr>
            <a:r>
              <a:rPr sz="1650" b="1">
                <a:solidFill>
                  <a:srgbClr val="182536"/>
                </a:solidFill>
                <a:latin typeface="Arial"/>
                <a:ea typeface="Arial"/>
                <a:cs typeface="Arial"/>
              </a:rPr>
              <a:t>PCAP ORIGINALE</a:t>
            </a:r>
          </a:p>
        </p:txBody>
      </p:sp>
      <p:sp>
        <p:nvSpPr>
          <p:cNvPr id="56" name="dim_f152">
            <a:extLst xmlns:a="http://schemas.openxmlformats.org/drawingml/2006/main">
              <a:ext uri="{FF2B5EF4-FFF2-40B4-BE49-F238E27FC236}">
                <a16:creationId xmlns:a16="http://schemas.microsoft.com/office/drawing/2014/main" id="{032A6CD8-C12E-49DF-9C45-991B4315A69A}"/>
              </a:ext>
            </a:extLst>
          </p:cNvPr>
          <p:cNvSpPr>
            <a:spLocks xmlns:a="http://schemas.openxmlformats.org/drawingml/2006/main" noGrp="1"/>
          </p:cNvSpPr>
          <p:nvPr/>
        </p:nvSpPr>
        <p:spPr>
          <a:xfrm xmlns:a="http://schemas.openxmlformats.org/drawingml/2006/main">
            <a:off x="381000" y="4524375"/>
            <a:ext cx="4667250" cy="819150"/>
          </a:xfrm>
          <a:prstGeom xmlns:a="http://schemas.openxmlformats.org/drawingml/2006/main" prst="roundRect">
            <a:avLst>
              <a:gd name="adj" fmla="val 13953"/>
            </a:avLst>
          </a:prstGeom>
          <a:solidFill xmlns:a="http://schemas.openxmlformats.org/drawingml/2006/main">
            <a:srgbClr val="F2F6F8"/>
          </a:solidFill>
          <a:ln xmlns:a="http://schemas.openxmlformats.org/drawingml/2006/main" w="17145">
            <a:solidFill>
              <a:srgbClr val="E7F0F0"/>
            </a:solidFill>
            <a:prstDash val="solid"/>
          </a:ln>
        </p:spPr>
        <p:txBody xmlns:a="http://schemas.openxmlformats.org/drawingml/2006/main">
          <a:bodyPr/>
          <a:p/>
        </p:txBody>
      </p:sp>
      <p:sp>
        <p:nvSpPr>
          <p:cNvPr id="9" name="f152">
            <a:extLst xmlns:a="http://schemas.openxmlformats.org/drawingml/2006/main">
              <a:ext uri="{FF2B5EF4-FFF2-40B4-BE49-F238E27FC236}">
                <a16:creationId xmlns:a16="http://schemas.microsoft.com/office/drawing/2014/main" id="{032A6CD8-C12E-49DF-9C45-991B4315A69A}"/>
              </a:ext>
            </a:extLst>
          </p:cNvPr>
          <p:cNvSpPr>
            <a:spLocks xmlns:a="http://schemas.openxmlformats.org/drawingml/2006/main" noGrp="1"/>
          </p:cNvSpPr>
          <p:nvPr/>
        </p:nvSpPr>
        <p:spPr>
          <a:xfrm xmlns:a="http://schemas.openxmlformats.org/drawingml/2006/main">
            <a:off x="381000" y="4524375"/>
            <a:ext cx="4667250" cy="819150"/>
          </a:xfrm>
          <a:prstGeom xmlns:a="http://schemas.openxmlformats.org/drawingml/2006/main" prst="roundRect">
            <a:avLst>
              <a:gd name="adj" fmla="val 13953"/>
            </a:avLst>
          </a:prstGeom>
          <a:solidFill xmlns:a="http://schemas.openxmlformats.org/drawingml/2006/main">
            <a:srgbClr val="EEF8F3"/>
          </a:solidFill>
          <a:ln xmlns:a="http://schemas.openxmlformats.org/drawingml/2006/main" w="20955">
            <a:solidFill>
              <a:srgbClr val="C4DFD3"/>
            </a:solidFill>
            <a:prstDash val="solid"/>
          </a:ln>
          <ns2:effectLst xmlns:ns2="http://schemas.openxmlformats.org/drawingml/2006/main">
            <ns2:outerShdw blurRad="57150" dist="38100" dir="5400000" algn="ctr" rotWithShape="0">
              <ns2:srgbClr val="182536">
                <ns2:alpha val="10000"/>
              </ns2:srgbClr>
            </ns2:outerShdw>
          </ns2:effectLst>
        </p:spPr>
        <p:txBody xmlns:a="http://schemas.openxmlformats.org/drawingml/2006/main">
          <a:bodyPr/>
          <a:p/>
        </p:txBody>
      </p:sp>
      <p:sp>
        <p:nvSpPr>
          <p:cNvPr id="58" name="dim_f153">
            <a:extLst xmlns:a="http://schemas.openxmlformats.org/drawingml/2006/main">
              <a:ext uri="{FF2B5EF4-FFF2-40B4-BE49-F238E27FC236}">
                <a16:creationId xmlns:a16="http://schemas.microsoft.com/office/drawing/2014/main" id="{2B86DCDF-2D6F-49B8-B7F6-2BB3749C2CAC}"/>
              </a:ext>
            </a:extLst>
          </p:cNvPr>
          <p:cNvSpPr>
            <a:spLocks xmlns:a="http://schemas.openxmlformats.org/drawingml/2006/main" noGrp="1"/>
          </p:cNvSpPr>
          <p:nvPr/>
        </p:nvSpPr>
        <p:spPr>
          <a:xfrm xmlns:a="http://schemas.openxmlformats.org/drawingml/2006/main">
            <a:off x="476250" y="479107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250" b="1">
                <a:solidFill>
                  <a:srgbClr val="C0DAD4"/>
                </a:solidFill>
                <a:latin typeface="Arial"/>
                <a:ea typeface="Arial"/>
                <a:cs typeface="Arial"/>
              </a:defRPr>
            </a:defPPr>
            <a:lvl1pPr algn="ctr">
              <a:defRPr sz="2250" b="1">
                <a:solidFill>
                  <a:srgbClr val="C0DAD4"/>
                </a:solidFill>
                <a:latin typeface="Arial"/>
                <a:ea typeface="Arial"/>
                <a:cs typeface="Arial"/>
              </a:defRPr>
            </a:lvl1pPr>
            <a:lvl2pPr algn="ctr">
              <a:defRPr sz="2250" b="1">
                <a:solidFill>
                  <a:srgbClr val="C0DAD4"/>
                </a:solidFill>
                <a:latin typeface="Arial"/>
                <a:ea typeface="Arial"/>
                <a:cs typeface="Arial"/>
              </a:defRPr>
            </a:lvl2pPr>
            <a:lvl3pPr algn="ctr">
              <a:defRPr sz="2250" b="1">
                <a:solidFill>
                  <a:srgbClr val="C0DAD4"/>
                </a:solidFill>
                <a:latin typeface="Arial"/>
                <a:ea typeface="Arial"/>
                <a:cs typeface="Arial"/>
              </a:defRPr>
            </a:lvl3pPr>
            <a:lvl4pPr algn="ctr">
              <a:defRPr sz="2250" b="1">
                <a:solidFill>
                  <a:srgbClr val="C0DAD4"/>
                </a:solidFill>
                <a:latin typeface="Arial"/>
                <a:ea typeface="Arial"/>
                <a:cs typeface="Arial"/>
              </a:defRPr>
            </a:lvl4pPr>
            <a:lvl5pPr algn="ctr">
              <a:defRPr sz="2250" b="1">
                <a:solidFill>
                  <a:srgbClr val="C0DAD4"/>
                </a:solidFill>
                <a:latin typeface="Arial"/>
                <a:ea typeface="Arial"/>
                <a:cs typeface="Arial"/>
              </a:defRPr>
            </a:lvl5pPr>
            <a:lvl6pPr algn="ctr">
              <a:defRPr sz="2250" b="1">
                <a:solidFill>
                  <a:srgbClr val="C0DAD4"/>
                </a:solidFill>
                <a:latin typeface="Arial"/>
                <a:ea typeface="Arial"/>
                <a:cs typeface="Arial"/>
              </a:defRPr>
            </a:lvl6pPr>
            <a:lvl7pPr algn="ctr">
              <a:defRPr sz="2250" b="1">
                <a:solidFill>
                  <a:srgbClr val="C0DAD4"/>
                </a:solidFill>
                <a:latin typeface="Arial"/>
                <a:ea typeface="Arial"/>
                <a:cs typeface="Arial"/>
              </a:defRPr>
            </a:lvl7pPr>
            <a:lvl8pPr algn="ctr">
              <a:defRPr sz="2250" b="1">
                <a:solidFill>
                  <a:srgbClr val="C0DAD4"/>
                </a:solidFill>
                <a:latin typeface="Arial"/>
                <a:ea typeface="Arial"/>
                <a:cs typeface="Arial"/>
              </a:defRPr>
            </a:lvl8pPr>
            <a:lvl9pPr algn="ctr">
              <a:defRPr sz="2250" b="1">
                <a:solidFill>
                  <a:srgbClr val="C0DAD4"/>
                </a:solidFill>
                <a:latin typeface="Arial"/>
                <a:ea typeface="Arial"/>
                <a:cs typeface="Arial"/>
              </a:defRPr>
            </a:lvl9pPr>
          </a:lstStyle>
          <a:p xmlns:a="http://schemas.openxmlformats.org/drawingml/2006/main">
            <a:pPr algn="ctr">
              <a:defRPr sz="2250" b="1">
                <a:solidFill>
                  <a:srgbClr val="C0DAD4"/>
                </a:solidFill>
                <a:latin typeface="Arial"/>
                <a:ea typeface="Arial"/>
                <a:cs typeface="Arial"/>
              </a:defRPr>
            </a:pPr>
            <a:r>
              <a:rPr sz="2250" b="1">
                <a:solidFill>
                  <a:srgbClr val="C0DAD4"/>
                </a:solidFill>
                <a:latin typeface="Arial"/>
                <a:ea typeface="Arial"/>
                <a:cs typeface="Arial"/>
              </a:rPr>
              <a:t>Pipeline di verifica</a:t>
            </a:r>
          </a:p>
        </p:txBody>
      </p:sp>
      <p:sp>
        <p:nvSpPr>
          <p:cNvPr id="10" name="f153">
            <a:extLst xmlns:a="http://schemas.openxmlformats.org/drawingml/2006/main">
              <a:ext uri="{FF2B5EF4-FFF2-40B4-BE49-F238E27FC236}">
                <a16:creationId xmlns:a16="http://schemas.microsoft.com/office/drawing/2014/main" id="{2B86DCDF-2D6F-49B8-B7F6-2BB3749C2CAC}"/>
              </a:ext>
            </a:extLst>
          </p:cNvPr>
          <p:cNvSpPr>
            <a:spLocks xmlns:a="http://schemas.openxmlformats.org/drawingml/2006/main" noGrp="1"/>
          </p:cNvSpPr>
          <p:nvPr/>
        </p:nvSpPr>
        <p:spPr>
          <a:xfrm xmlns:a="http://schemas.openxmlformats.org/drawingml/2006/main">
            <a:off x="476250" y="479107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250" b="1">
                <a:solidFill>
                  <a:srgbClr val="278766"/>
                </a:solidFill>
                <a:latin typeface="Arial"/>
                <a:ea typeface="Arial"/>
                <a:cs typeface="Arial"/>
              </a:defRPr>
            </a:defPPr>
            <a:lvl1pPr algn="ctr">
              <a:defRPr sz="2250" b="1">
                <a:solidFill>
                  <a:srgbClr val="278766"/>
                </a:solidFill>
                <a:latin typeface="Arial"/>
                <a:ea typeface="Arial"/>
                <a:cs typeface="Arial"/>
              </a:defRPr>
            </a:lvl1pPr>
            <a:lvl2pPr algn="ctr">
              <a:defRPr sz="2250" b="1">
                <a:solidFill>
                  <a:srgbClr val="278766"/>
                </a:solidFill>
                <a:latin typeface="Arial"/>
                <a:ea typeface="Arial"/>
                <a:cs typeface="Arial"/>
              </a:defRPr>
            </a:lvl2pPr>
            <a:lvl3pPr algn="ctr">
              <a:defRPr sz="2250" b="1">
                <a:solidFill>
                  <a:srgbClr val="278766"/>
                </a:solidFill>
                <a:latin typeface="Arial"/>
                <a:ea typeface="Arial"/>
                <a:cs typeface="Arial"/>
              </a:defRPr>
            </a:lvl3pPr>
            <a:lvl4pPr algn="ctr">
              <a:defRPr sz="2250" b="1">
                <a:solidFill>
                  <a:srgbClr val="278766"/>
                </a:solidFill>
                <a:latin typeface="Arial"/>
                <a:ea typeface="Arial"/>
                <a:cs typeface="Arial"/>
              </a:defRPr>
            </a:lvl4pPr>
            <a:lvl5pPr algn="ctr">
              <a:defRPr sz="2250" b="1">
                <a:solidFill>
                  <a:srgbClr val="278766"/>
                </a:solidFill>
                <a:latin typeface="Arial"/>
                <a:ea typeface="Arial"/>
                <a:cs typeface="Arial"/>
              </a:defRPr>
            </a:lvl5pPr>
            <a:lvl6pPr algn="ctr">
              <a:defRPr sz="2250" b="1">
                <a:solidFill>
                  <a:srgbClr val="278766"/>
                </a:solidFill>
                <a:latin typeface="Arial"/>
                <a:ea typeface="Arial"/>
                <a:cs typeface="Arial"/>
              </a:defRPr>
            </a:lvl6pPr>
            <a:lvl7pPr algn="ctr">
              <a:defRPr sz="2250" b="1">
                <a:solidFill>
                  <a:srgbClr val="278766"/>
                </a:solidFill>
                <a:latin typeface="Arial"/>
                <a:ea typeface="Arial"/>
                <a:cs typeface="Arial"/>
              </a:defRPr>
            </a:lvl7pPr>
            <a:lvl8pPr algn="ctr">
              <a:defRPr sz="2250" b="1">
                <a:solidFill>
                  <a:srgbClr val="278766"/>
                </a:solidFill>
                <a:latin typeface="Arial"/>
                <a:ea typeface="Arial"/>
                <a:cs typeface="Arial"/>
              </a:defRPr>
            </a:lvl8pPr>
            <a:lvl9pPr algn="ctr">
              <a:defRPr sz="2250" b="1">
                <a:solidFill>
                  <a:srgbClr val="278766"/>
                </a:solidFill>
                <a:latin typeface="Arial"/>
                <a:ea typeface="Arial"/>
                <a:cs typeface="Arial"/>
              </a:defRPr>
            </a:lvl9pPr>
          </a:lstStyle>
          <a:p xmlns:a="http://schemas.openxmlformats.org/drawingml/2006/main">
            <a:pPr algn="ctr">
              <a:defRPr sz="2250" b="1">
                <a:solidFill>
                  <a:srgbClr val="278766"/>
                </a:solidFill>
                <a:latin typeface="Arial"/>
                <a:ea typeface="Arial"/>
                <a:cs typeface="Arial"/>
              </a:defRPr>
            </a:pPr>
            <a:r>
              <a:rPr sz="2250" b="1">
                <a:solidFill>
                  <a:srgbClr val="278766"/>
                </a:solidFill>
                <a:latin typeface="Arial"/>
                <a:ea typeface="Arial"/>
                <a:cs typeface="Arial"/>
              </a:rPr>
              <a:t>Pipeline di verifica</a:t>
            </a:r>
          </a:p>
        </p:txBody>
      </p:sp>
      <p:sp>
        <p:nvSpPr>
          <p:cNvPr id="60" name="dim_f154">
            <a:extLst xmlns:a="http://schemas.openxmlformats.org/drawingml/2006/main">
              <a:ext uri="{FF2B5EF4-FFF2-40B4-BE49-F238E27FC236}">
                <a16:creationId xmlns:a16="http://schemas.microsoft.com/office/drawing/2014/main" id="{7180FAF6-3DC8-40A1-A2F5-140B5F252CBB}"/>
              </a:ext>
            </a:extLst>
          </p:cNvPr>
          <p:cNvSpPr>
            <a:spLocks xmlns:a="http://schemas.openxmlformats.org/drawingml/2006/main" noGrp="1"/>
          </p:cNvSpPr>
          <p:nvPr/>
        </p:nvSpPr>
        <p:spPr>
          <a:xfrm xmlns:a="http://schemas.openxmlformats.org/drawingml/2006/main">
            <a:off x="381000" y="6286500"/>
            <a:ext cx="2095500" cy="590550"/>
          </a:xfrm>
          <a:prstGeom xmlns:a="http://schemas.openxmlformats.org/drawingml/2006/main" prst="roundRect">
            <a:avLst>
              <a:gd name="adj" fmla="val 19355"/>
            </a:avLst>
          </a:prstGeom>
          <a:solidFill xmlns:a="http://schemas.openxmlformats.org/drawingml/2006/main">
            <a:srgbClr val="F2F6FA"/>
          </a:solidFill>
          <a:ln xmlns:a="http://schemas.openxmlformats.org/drawingml/2006/main" w="17145">
            <a:solidFill>
              <a:srgbClr val="ECF1F6"/>
            </a:solidFill>
            <a:prstDash val="solid"/>
          </a:ln>
        </p:spPr>
        <p:txBody xmlns:a="http://schemas.openxmlformats.org/drawingml/2006/main">
          <a:bodyPr/>
          <a:p/>
        </p:txBody>
      </p:sp>
      <p:sp>
        <p:nvSpPr>
          <p:cNvPr id="11" name="f154">
            <a:extLst xmlns:a="http://schemas.openxmlformats.org/drawingml/2006/main">
              <a:ext uri="{FF2B5EF4-FFF2-40B4-BE49-F238E27FC236}">
                <a16:creationId xmlns:a16="http://schemas.microsoft.com/office/drawing/2014/main" id="{7180FAF6-3DC8-40A1-A2F5-140B5F252CBB}"/>
              </a:ext>
            </a:extLst>
          </p:cNvPr>
          <p:cNvSpPr>
            <a:spLocks xmlns:a="http://schemas.openxmlformats.org/drawingml/2006/main" noGrp="1"/>
          </p:cNvSpPr>
          <p:nvPr/>
        </p:nvSpPr>
        <p:spPr>
          <a:xfrm xmlns:a="http://schemas.openxmlformats.org/drawingml/2006/main">
            <a:off x="381000" y="6286500"/>
            <a:ext cx="2095500" cy="590550"/>
          </a:xfrm>
          <a:prstGeom xmlns:a="http://schemas.openxmlformats.org/drawingml/2006/main" prst="roundRect">
            <a:avLst>
              <a:gd name="adj" fmla="val 19355"/>
            </a:avLst>
          </a:prstGeom>
          <a:solidFill xmlns:a="http://schemas.openxmlformats.org/drawingml/2006/main">
            <a:srgbClr val="F0F4FF"/>
          </a:solidFill>
          <a:ln xmlns:a="http://schemas.openxmlformats.org/drawingml/2006/main" w="20955">
            <a:solidFill>
              <a:srgbClr val="D9E3EF"/>
            </a:solidFill>
            <a:prstDash val="solid"/>
          </a:ln>
          <ns3:effectLst xmlns:ns3="http://schemas.openxmlformats.org/drawingml/2006/main">
            <ns3:outerShdw blurRad="57150" dist="38100" dir="5400000" algn="ctr" rotWithShape="0">
              <ns3:srgbClr val="182536">
                <ns3:alpha val="10000"/>
              </ns3:srgbClr>
            </ns3:outerShdw>
          </ns3:effectLst>
        </p:spPr>
        <p:txBody xmlns:a="http://schemas.openxmlformats.org/drawingml/2006/main">
          <a:bodyPr/>
          <a:p/>
        </p:txBody>
      </p:sp>
      <p:sp>
        <p:nvSpPr>
          <p:cNvPr id="61" name="dim_f155">
            <a:extLst xmlns:a="http://schemas.openxmlformats.org/drawingml/2006/main">
              <a:ext uri="{FF2B5EF4-FFF2-40B4-BE49-F238E27FC236}">
                <a16:creationId xmlns:a16="http://schemas.microsoft.com/office/drawing/2014/main" id="{76159C0C-0534-4820-8DC5-E4699B6F5162}"/>
              </a:ext>
            </a:extLst>
          </p:cNvPr>
          <p:cNvSpPr>
            <a:spLocks xmlns:a="http://schemas.openxmlformats.org/drawingml/2006/main" noGrp="1"/>
          </p:cNvSpPr>
          <p:nvPr/>
        </p:nvSpPr>
        <p:spPr>
          <a:xfrm xmlns:a="http://schemas.openxmlformats.org/drawingml/2006/main">
            <a:off x="476250" y="6467475"/>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a:solidFill>
                  <a:srgbClr val="C7D2EF"/>
                </a:solidFill>
                <a:latin typeface="Arial"/>
                <a:ea typeface="Arial"/>
                <a:cs typeface="Arial"/>
              </a:defRPr>
            </a:defPPr>
            <a:lvl1pPr algn="ctr">
              <a:defRPr sz="1800" b="1">
                <a:solidFill>
                  <a:srgbClr val="C7D2EF"/>
                </a:solidFill>
                <a:latin typeface="Arial"/>
                <a:ea typeface="Arial"/>
                <a:cs typeface="Arial"/>
              </a:defRPr>
            </a:lvl1pPr>
            <a:lvl2pPr algn="ctr">
              <a:defRPr sz="1800" b="1">
                <a:solidFill>
                  <a:srgbClr val="C7D2EF"/>
                </a:solidFill>
                <a:latin typeface="Arial"/>
                <a:ea typeface="Arial"/>
                <a:cs typeface="Arial"/>
              </a:defRPr>
            </a:lvl2pPr>
            <a:lvl3pPr algn="ctr">
              <a:defRPr sz="1800" b="1">
                <a:solidFill>
                  <a:srgbClr val="C7D2EF"/>
                </a:solidFill>
                <a:latin typeface="Arial"/>
                <a:ea typeface="Arial"/>
                <a:cs typeface="Arial"/>
              </a:defRPr>
            </a:lvl3pPr>
            <a:lvl4pPr algn="ctr">
              <a:defRPr sz="1800" b="1">
                <a:solidFill>
                  <a:srgbClr val="C7D2EF"/>
                </a:solidFill>
                <a:latin typeface="Arial"/>
                <a:ea typeface="Arial"/>
                <a:cs typeface="Arial"/>
              </a:defRPr>
            </a:lvl4pPr>
            <a:lvl5pPr algn="ctr">
              <a:defRPr sz="1800" b="1">
                <a:solidFill>
                  <a:srgbClr val="C7D2EF"/>
                </a:solidFill>
                <a:latin typeface="Arial"/>
                <a:ea typeface="Arial"/>
                <a:cs typeface="Arial"/>
              </a:defRPr>
            </a:lvl5pPr>
            <a:lvl6pPr algn="ctr">
              <a:defRPr sz="1800" b="1">
                <a:solidFill>
                  <a:srgbClr val="C7D2EF"/>
                </a:solidFill>
                <a:latin typeface="Arial"/>
                <a:ea typeface="Arial"/>
                <a:cs typeface="Arial"/>
              </a:defRPr>
            </a:lvl6pPr>
            <a:lvl7pPr algn="ctr">
              <a:defRPr sz="1800" b="1">
                <a:solidFill>
                  <a:srgbClr val="C7D2EF"/>
                </a:solidFill>
                <a:latin typeface="Arial"/>
                <a:ea typeface="Arial"/>
                <a:cs typeface="Arial"/>
              </a:defRPr>
            </a:lvl7pPr>
            <a:lvl8pPr algn="ctr">
              <a:defRPr sz="1800" b="1">
                <a:solidFill>
                  <a:srgbClr val="C7D2EF"/>
                </a:solidFill>
                <a:latin typeface="Arial"/>
                <a:ea typeface="Arial"/>
                <a:cs typeface="Arial"/>
              </a:defRPr>
            </a:lvl8pPr>
            <a:lvl9pPr algn="ctr">
              <a:defRPr sz="1800" b="1">
                <a:solidFill>
                  <a:srgbClr val="C7D2EF"/>
                </a:solidFill>
                <a:latin typeface="Arial"/>
                <a:ea typeface="Arial"/>
                <a:cs typeface="Arial"/>
              </a:defRPr>
            </a:lvl9pPr>
          </a:lstStyle>
          <a:p xmlns:a="http://schemas.openxmlformats.org/drawingml/2006/main">
            <a:pPr algn="ctr">
              <a:defRPr sz="1800" b="1">
                <a:solidFill>
                  <a:srgbClr val="C7D2EF"/>
                </a:solidFill>
                <a:latin typeface="Arial"/>
                <a:ea typeface="Arial"/>
                <a:cs typeface="Arial"/>
              </a:defRPr>
            </a:pPr>
            <a:r>
              <a:rPr sz="1800" b="1">
                <a:solidFill>
                  <a:srgbClr val="C7D2EF"/>
                </a:solidFill>
                <a:latin typeface="Arial"/>
                <a:ea typeface="Arial"/>
                <a:cs typeface="Arial"/>
              </a:rPr>
              <a:t>Report baseline</a:t>
            </a:r>
          </a:p>
        </p:txBody>
      </p:sp>
      <p:sp>
        <p:nvSpPr>
          <p:cNvPr id="12" name="f155">
            <a:extLst xmlns:a="http://schemas.openxmlformats.org/drawingml/2006/main">
              <a:ext uri="{FF2B5EF4-FFF2-40B4-BE49-F238E27FC236}">
                <a16:creationId xmlns:a16="http://schemas.microsoft.com/office/drawing/2014/main" id="{76159C0C-0534-4820-8DC5-E4699B6F5162}"/>
              </a:ext>
            </a:extLst>
          </p:cNvPr>
          <p:cNvSpPr>
            <a:spLocks xmlns:a="http://schemas.openxmlformats.org/drawingml/2006/main" noGrp="1"/>
          </p:cNvSpPr>
          <p:nvPr/>
        </p:nvSpPr>
        <p:spPr>
          <a:xfrm xmlns:a="http://schemas.openxmlformats.org/drawingml/2006/main">
            <a:off x="476250" y="6467475"/>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a:solidFill>
                  <a:srgbClr val="4264D0"/>
                </a:solidFill>
                <a:latin typeface="Arial"/>
                <a:ea typeface="Arial"/>
                <a:cs typeface="Arial"/>
              </a:defRPr>
            </a:defPPr>
            <a:lvl1pPr algn="ctr">
              <a:defRPr sz="1800" b="1">
                <a:solidFill>
                  <a:srgbClr val="4264D0"/>
                </a:solidFill>
                <a:latin typeface="Arial"/>
                <a:ea typeface="Arial"/>
                <a:cs typeface="Arial"/>
              </a:defRPr>
            </a:lvl1pPr>
            <a:lvl2pPr algn="ctr">
              <a:defRPr sz="1800" b="1">
                <a:solidFill>
                  <a:srgbClr val="4264D0"/>
                </a:solidFill>
                <a:latin typeface="Arial"/>
                <a:ea typeface="Arial"/>
                <a:cs typeface="Arial"/>
              </a:defRPr>
            </a:lvl2pPr>
            <a:lvl3pPr algn="ctr">
              <a:defRPr sz="1800" b="1">
                <a:solidFill>
                  <a:srgbClr val="4264D0"/>
                </a:solidFill>
                <a:latin typeface="Arial"/>
                <a:ea typeface="Arial"/>
                <a:cs typeface="Arial"/>
              </a:defRPr>
            </a:lvl3pPr>
            <a:lvl4pPr algn="ctr">
              <a:defRPr sz="1800" b="1">
                <a:solidFill>
                  <a:srgbClr val="4264D0"/>
                </a:solidFill>
                <a:latin typeface="Arial"/>
                <a:ea typeface="Arial"/>
                <a:cs typeface="Arial"/>
              </a:defRPr>
            </a:lvl4pPr>
            <a:lvl5pPr algn="ctr">
              <a:defRPr sz="1800" b="1">
                <a:solidFill>
                  <a:srgbClr val="4264D0"/>
                </a:solidFill>
                <a:latin typeface="Arial"/>
                <a:ea typeface="Arial"/>
                <a:cs typeface="Arial"/>
              </a:defRPr>
            </a:lvl5pPr>
            <a:lvl6pPr algn="ctr">
              <a:defRPr sz="1800" b="1">
                <a:solidFill>
                  <a:srgbClr val="4264D0"/>
                </a:solidFill>
                <a:latin typeface="Arial"/>
                <a:ea typeface="Arial"/>
                <a:cs typeface="Arial"/>
              </a:defRPr>
            </a:lvl6pPr>
            <a:lvl7pPr algn="ctr">
              <a:defRPr sz="1800" b="1">
                <a:solidFill>
                  <a:srgbClr val="4264D0"/>
                </a:solidFill>
                <a:latin typeface="Arial"/>
                <a:ea typeface="Arial"/>
                <a:cs typeface="Arial"/>
              </a:defRPr>
            </a:lvl7pPr>
            <a:lvl8pPr algn="ctr">
              <a:defRPr sz="1800" b="1">
                <a:solidFill>
                  <a:srgbClr val="4264D0"/>
                </a:solidFill>
                <a:latin typeface="Arial"/>
                <a:ea typeface="Arial"/>
                <a:cs typeface="Arial"/>
              </a:defRPr>
            </a:lvl8pPr>
            <a:lvl9pPr algn="ctr">
              <a:defRPr sz="1800" b="1">
                <a:solidFill>
                  <a:srgbClr val="4264D0"/>
                </a:solidFill>
                <a:latin typeface="Arial"/>
                <a:ea typeface="Arial"/>
                <a:cs typeface="Arial"/>
              </a:defRPr>
            </a:lvl9pPr>
          </a:lstStyle>
          <a:p xmlns:a="http://schemas.openxmlformats.org/drawingml/2006/main">
            <a:pPr algn="ctr">
              <a:defRPr sz="1800" b="1">
                <a:solidFill>
                  <a:srgbClr val="4264D0"/>
                </a:solidFill>
                <a:latin typeface="Arial"/>
                <a:ea typeface="Arial"/>
                <a:cs typeface="Arial"/>
              </a:defRPr>
            </a:pPr>
            <a:r>
              <a:rPr sz="1800" b="1">
                <a:solidFill>
                  <a:srgbClr val="4264D0"/>
                </a:solidFill>
                <a:latin typeface="Arial"/>
                <a:ea typeface="Arial"/>
                <a:cs typeface="Arial"/>
              </a:rPr>
              <a:t>Report baseline</a:t>
            </a:r>
          </a:p>
        </p:txBody>
      </p:sp>
      <p:sp>
        <p:nvSpPr>
          <p:cNvPr id="62" name="dim_f156">
            <a:extLst xmlns:a="http://schemas.openxmlformats.org/drawingml/2006/main">
              <a:ext uri="{FF2B5EF4-FFF2-40B4-BE49-F238E27FC236}">
                <a16:creationId xmlns:a16="http://schemas.microsoft.com/office/drawing/2014/main" id="{483A3DF5-D15F-4FD7-A3ED-637359E09182}"/>
              </a:ext>
            </a:extLst>
          </p:cNvPr>
          <p:cNvSpPr>
            <a:spLocks xmlns:a="http://schemas.openxmlformats.org/drawingml/2006/main" noGrp="1"/>
          </p:cNvSpPr>
          <p:nvPr/>
        </p:nvSpPr>
        <p:spPr>
          <a:xfrm xmlns:a="http://schemas.openxmlformats.org/drawingml/2006/main">
            <a:off x="2952750" y="6286500"/>
            <a:ext cx="2095500" cy="590550"/>
          </a:xfrm>
          <a:prstGeom xmlns:a="http://schemas.openxmlformats.org/drawingml/2006/main" prst="roundRect">
            <a:avLst>
              <a:gd name="adj" fmla="val 19355"/>
            </a:avLst>
          </a:prstGeom>
          <a:solidFill xmlns:a="http://schemas.openxmlformats.org/drawingml/2006/main">
            <a:srgbClr val="F2F6FA"/>
          </a:solidFill>
          <a:ln xmlns:a="http://schemas.openxmlformats.org/drawingml/2006/main" w="17145">
            <a:solidFill>
              <a:srgbClr val="ECF1F6"/>
            </a:solidFill>
            <a:prstDash val="solid"/>
          </a:ln>
        </p:spPr>
        <p:txBody xmlns:a="http://schemas.openxmlformats.org/drawingml/2006/main">
          <a:bodyPr/>
          <a:p/>
        </p:txBody>
      </p:sp>
      <p:sp>
        <p:nvSpPr>
          <p:cNvPr id="63" name="dim_f157">
            <a:extLst xmlns:a="http://schemas.openxmlformats.org/drawingml/2006/main">
              <a:ext uri="{FF2B5EF4-FFF2-40B4-BE49-F238E27FC236}">
                <a16:creationId xmlns:a16="http://schemas.microsoft.com/office/drawing/2014/main" id="{0C68D93F-1CB2-4C4D-9004-76F2870941C7}"/>
              </a:ext>
            </a:extLst>
          </p:cNvPr>
          <p:cNvSpPr>
            <a:spLocks xmlns:a="http://schemas.openxmlformats.org/drawingml/2006/main" noGrp="1"/>
          </p:cNvSpPr>
          <p:nvPr/>
        </p:nvSpPr>
        <p:spPr>
          <a:xfrm xmlns:a="http://schemas.openxmlformats.org/drawingml/2006/main">
            <a:off x="3048000" y="6467475"/>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a:solidFill>
                  <a:srgbClr val="C7D2EF"/>
                </a:solidFill>
                <a:latin typeface="Arial"/>
                <a:ea typeface="Arial"/>
                <a:cs typeface="Arial"/>
              </a:defRPr>
            </a:defPPr>
            <a:lvl1pPr algn="ctr">
              <a:defRPr sz="1800" b="1">
                <a:solidFill>
                  <a:srgbClr val="C7D2EF"/>
                </a:solidFill>
                <a:latin typeface="Arial"/>
                <a:ea typeface="Arial"/>
                <a:cs typeface="Arial"/>
              </a:defRPr>
            </a:lvl1pPr>
            <a:lvl2pPr algn="ctr">
              <a:defRPr sz="1800" b="1">
                <a:solidFill>
                  <a:srgbClr val="C7D2EF"/>
                </a:solidFill>
                <a:latin typeface="Arial"/>
                <a:ea typeface="Arial"/>
                <a:cs typeface="Arial"/>
              </a:defRPr>
            </a:lvl2pPr>
            <a:lvl3pPr algn="ctr">
              <a:defRPr sz="1800" b="1">
                <a:solidFill>
                  <a:srgbClr val="C7D2EF"/>
                </a:solidFill>
                <a:latin typeface="Arial"/>
                <a:ea typeface="Arial"/>
                <a:cs typeface="Arial"/>
              </a:defRPr>
            </a:lvl3pPr>
            <a:lvl4pPr algn="ctr">
              <a:defRPr sz="1800" b="1">
                <a:solidFill>
                  <a:srgbClr val="C7D2EF"/>
                </a:solidFill>
                <a:latin typeface="Arial"/>
                <a:ea typeface="Arial"/>
                <a:cs typeface="Arial"/>
              </a:defRPr>
            </a:lvl4pPr>
            <a:lvl5pPr algn="ctr">
              <a:defRPr sz="1800" b="1">
                <a:solidFill>
                  <a:srgbClr val="C7D2EF"/>
                </a:solidFill>
                <a:latin typeface="Arial"/>
                <a:ea typeface="Arial"/>
                <a:cs typeface="Arial"/>
              </a:defRPr>
            </a:lvl5pPr>
            <a:lvl6pPr algn="ctr">
              <a:defRPr sz="1800" b="1">
                <a:solidFill>
                  <a:srgbClr val="C7D2EF"/>
                </a:solidFill>
                <a:latin typeface="Arial"/>
                <a:ea typeface="Arial"/>
                <a:cs typeface="Arial"/>
              </a:defRPr>
            </a:lvl6pPr>
            <a:lvl7pPr algn="ctr">
              <a:defRPr sz="1800" b="1">
                <a:solidFill>
                  <a:srgbClr val="C7D2EF"/>
                </a:solidFill>
                <a:latin typeface="Arial"/>
                <a:ea typeface="Arial"/>
                <a:cs typeface="Arial"/>
              </a:defRPr>
            </a:lvl7pPr>
            <a:lvl8pPr algn="ctr">
              <a:defRPr sz="1800" b="1">
                <a:solidFill>
                  <a:srgbClr val="C7D2EF"/>
                </a:solidFill>
                <a:latin typeface="Arial"/>
                <a:ea typeface="Arial"/>
                <a:cs typeface="Arial"/>
              </a:defRPr>
            </a:lvl8pPr>
            <a:lvl9pPr algn="ctr">
              <a:defRPr sz="1800" b="1">
                <a:solidFill>
                  <a:srgbClr val="C7D2EF"/>
                </a:solidFill>
                <a:latin typeface="Arial"/>
                <a:ea typeface="Arial"/>
                <a:cs typeface="Arial"/>
              </a:defRPr>
            </a:lvl9pPr>
          </a:lstStyle>
          <a:p xmlns:a="http://schemas.openxmlformats.org/drawingml/2006/main">
            <a:pPr algn="ctr">
              <a:defRPr sz="1800" b="1">
                <a:solidFill>
                  <a:srgbClr val="C7D2EF"/>
                </a:solidFill>
                <a:latin typeface="Arial"/>
                <a:ea typeface="Arial"/>
                <a:cs typeface="Arial"/>
              </a:defRPr>
            </a:pPr>
            <a:r>
              <a:rPr sz="1800" b="1">
                <a:solidFill>
                  <a:srgbClr val="C7D2EF"/>
                </a:solidFill>
                <a:latin typeface="Arial"/>
                <a:ea typeface="Arial"/>
                <a:cs typeface="Arial"/>
              </a:rPr>
              <a:t>Report mutation</a:t>
            </a:r>
          </a:p>
        </p:txBody>
      </p:sp>
      <p:sp>
        <p:nvSpPr>
          <p:cNvPr id="64" name="dim_f158">
            <a:extLst xmlns:a="http://schemas.openxmlformats.org/drawingml/2006/main">
              <a:ext uri="{FF2B5EF4-FFF2-40B4-BE49-F238E27FC236}">
                <a16:creationId xmlns:a16="http://schemas.microsoft.com/office/drawing/2014/main" id="{3788064E-0621-47C8-A4F9-51417F3CDB47}"/>
              </a:ext>
            </a:extLst>
          </p:cNvPr>
          <p:cNvSpPr>
            <a:spLocks xmlns:a="http://schemas.openxmlformats.org/drawingml/2006/main" noGrp="1"/>
          </p:cNvSpPr>
          <p:nvPr/>
        </p:nvSpPr>
        <p:spPr>
          <a:xfrm xmlns:a="http://schemas.openxmlformats.org/drawingml/2006/main">
            <a:off x="5953125" y="5143500"/>
            <a:ext cx="1714500" cy="857250"/>
          </a:xfrm>
          <a:prstGeom xmlns:a="http://schemas.openxmlformats.org/drawingml/2006/main" prst="roundRect">
            <a:avLst>
              <a:gd name="adj" fmla="val 13333"/>
            </a:avLst>
          </a:prstGeom>
          <a:solidFill xmlns:a="http://schemas.openxmlformats.org/drawingml/2006/main">
            <a:srgbClr val="F6F6F5"/>
          </a:solidFill>
          <a:ln xmlns:a="http://schemas.openxmlformats.org/drawingml/2006/main" w="17145">
            <a:solidFill>
              <a:srgbClr val="F1EEE6"/>
            </a:solidFill>
            <a:prstDash val="solid"/>
          </a:ln>
        </p:spPr>
        <p:txBody xmlns:a="http://schemas.openxmlformats.org/drawingml/2006/main">
          <a:bodyPr/>
          <a:p/>
        </p:txBody>
      </p:sp>
      <p:sp>
        <p:nvSpPr>
          <p:cNvPr id="65" name="dim_f159">
            <a:extLst xmlns:a="http://schemas.openxmlformats.org/drawingml/2006/main">
              <a:ext uri="{FF2B5EF4-FFF2-40B4-BE49-F238E27FC236}">
                <a16:creationId xmlns:a16="http://schemas.microsoft.com/office/drawing/2014/main" id="{F338787D-A4D4-494A-AC05-6AF2D907E969}"/>
              </a:ext>
            </a:extLst>
          </p:cNvPr>
          <p:cNvSpPr>
            <a:spLocks xmlns:a="http://schemas.openxmlformats.org/drawingml/2006/main" noGrp="1"/>
          </p:cNvSpPr>
          <p:nvPr/>
        </p:nvSpPr>
        <p:spPr>
          <a:xfrm xmlns:a="http://schemas.openxmlformats.org/drawingml/2006/main">
            <a:off x="6048375" y="5300663"/>
            <a:ext cx="1524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1">
                <a:solidFill>
                  <a:srgbClr val="DED5C9"/>
                </a:solidFill>
                <a:latin typeface="Arial"/>
                <a:ea typeface="Arial"/>
                <a:cs typeface="Arial"/>
              </a:defRPr>
            </a:defPPr>
            <a:lvl1pPr algn="ctr">
              <a:defRPr sz="1875" b="1">
                <a:solidFill>
                  <a:srgbClr val="DED5C9"/>
                </a:solidFill>
                <a:latin typeface="Arial"/>
                <a:ea typeface="Arial"/>
                <a:cs typeface="Arial"/>
              </a:defRPr>
            </a:lvl1pPr>
            <a:lvl2pPr algn="ctr">
              <a:defRPr sz="1875" b="1">
                <a:solidFill>
                  <a:srgbClr val="DED5C9"/>
                </a:solidFill>
                <a:latin typeface="Arial"/>
                <a:ea typeface="Arial"/>
                <a:cs typeface="Arial"/>
              </a:defRPr>
            </a:lvl2pPr>
            <a:lvl3pPr algn="ctr">
              <a:defRPr sz="1875" b="1">
                <a:solidFill>
                  <a:srgbClr val="DED5C9"/>
                </a:solidFill>
                <a:latin typeface="Arial"/>
                <a:ea typeface="Arial"/>
                <a:cs typeface="Arial"/>
              </a:defRPr>
            </a:lvl3pPr>
            <a:lvl4pPr algn="ctr">
              <a:defRPr sz="1875" b="1">
                <a:solidFill>
                  <a:srgbClr val="DED5C9"/>
                </a:solidFill>
                <a:latin typeface="Arial"/>
                <a:ea typeface="Arial"/>
                <a:cs typeface="Arial"/>
              </a:defRPr>
            </a:lvl4pPr>
            <a:lvl5pPr algn="ctr">
              <a:defRPr sz="1875" b="1">
                <a:solidFill>
                  <a:srgbClr val="DED5C9"/>
                </a:solidFill>
                <a:latin typeface="Arial"/>
                <a:ea typeface="Arial"/>
                <a:cs typeface="Arial"/>
              </a:defRPr>
            </a:lvl5pPr>
            <a:lvl6pPr algn="ctr">
              <a:defRPr sz="1875" b="1">
                <a:solidFill>
                  <a:srgbClr val="DED5C9"/>
                </a:solidFill>
                <a:latin typeface="Arial"/>
                <a:ea typeface="Arial"/>
                <a:cs typeface="Arial"/>
              </a:defRPr>
            </a:lvl6pPr>
            <a:lvl7pPr algn="ctr">
              <a:defRPr sz="1875" b="1">
                <a:solidFill>
                  <a:srgbClr val="DED5C9"/>
                </a:solidFill>
                <a:latin typeface="Arial"/>
                <a:ea typeface="Arial"/>
                <a:cs typeface="Arial"/>
              </a:defRPr>
            </a:lvl7pPr>
            <a:lvl8pPr algn="ctr">
              <a:defRPr sz="1875" b="1">
                <a:solidFill>
                  <a:srgbClr val="DED5C9"/>
                </a:solidFill>
                <a:latin typeface="Arial"/>
                <a:ea typeface="Arial"/>
                <a:cs typeface="Arial"/>
              </a:defRPr>
            </a:lvl8pPr>
            <a:lvl9pPr algn="ctr">
              <a:defRPr sz="1875" b="1">
                <a:solidFill>
                  <a:srgbClr val="DED5C9"/>
                </a:solidFill>
                <a:latin typeface="Arial"/>
                <a:ea typeface="Arial"/>
                <a:cs typeface="Arial"/>
              </a:defRPr>
            </a:lvl9pPr>
          </a:lstStyle>
          <a:p xmlns:a="http://schemas.openxmlformats.org/drawingml/2006/main">
            <a:pPr algn="ctr">
              <a:defRPr sz="1875" b="1">
                <a:solidFill>
                  <a:srgbClr val="DED5C9"/>
                </a:solidFill>
                <a:latin typeface="Arial"/>
                <a:ea typeface="Arial"/>
                <a:cs typeface="Arial"/>
              </a:defRPr>
            </a:pPr>
            <a:r>
              <a:rPr sz="1875" b="1">
                <a:solidFill>
                  <a:srgbClr val="DED5C9"/>
                </a:solidFill>
                <a:latin typeface="Arial"/>
                <a:ea typeface="Arial"/>
                <a:cs typeface="Arial"/>
              </a:rPr>
              <a:t>MOTORE</a:t>
            </a:r>
          </a:p>
          <a:p xmlns:a="http://schemas.openxmlformats.org/drawingml/2006/main">
            <a:pPr algn="ctr">
              <a:defRPr sz="1875" b="1">
                <a:solidFill>
                  <a:srgbClr val="DED5C9"/>
                </a:solidFill>
                <a:latin typeface="Arial"/>
                <a:ea typeface="Arial"/>
                <a:cs typeface="Arial"/>
              </a:defRPr>
            </a:pPr>
            <a:r>
              <a:rPr sz="1875" b="1">
                <a:solidFill>
                  <a:srgbClr val="DED5C9"/>
                </a:solidFill>
                <a:latin typeface="Arial"/>
                <a:ea typeface="Arial"/>
                <a:cs typeface="Arial"/>
              </a:rPr>
              <a:t>di mutazione</a:t>
            </a:r>
          </a:p>
        </p:txBody>
      </p:sp>
      <p:sp>
        <p:nvSpPr>
          <p:cNvPr id="66" name="dim_f160">
            <a:extLst xmlns:a="http://schemas.openxmlformats.org/drawingml/2006/main">
              <a:ext uri="{FF2B5EF4-FFF2-40B4-BE49-F238E27FC236}">
                <a16:creationId xmlns:a16="http://schemas.microsoft.com/office/drawing/2014/main" id="{18B439E4-F392-4E70-8F81-D07C0E7E418E}"/>
              </a:ext>
            </a:extLst>
          </p:cNvPr>
          <p:cNvSpPr>
            <a:spLocks xmlns:a="http://schemas.openxmlformats.org/drawingml/2006/main" noGrp="1"/>
          </p:cNvSpPr>
          <p:nvPr/>
        </p:nvSpPr>
        <p:spPr>
          <a:xfrm xmlns:a="http://schemas.openxmlformats.org/drawingml/2006/main">
            <a:off x="5953125" y="3714750"/>
            <a:ext cx="1714500" cy="590550"/>
          </a:xfrm>
          <a:prstGeom xmlns:a="http://schemas.openxmlformats.org/drawingml/2006/main" prst="roundRect">
            <a:avLst>
              <a:gd name="adj" fmla="val 19355"/>
            </a:avLst>
          </a:prstGeom>
          <a:solidFill xmlns:a="http://schemas.openxmlformats.org/drawingml/2006/main">
            <a:srgbClr val="F6F8FA"/>
          </a:solidFill>
          <a:ln xmlns:a="http://schemas.openxmlformats.org/drawingml/2006/main" w="17145">
            <a:solidFill>
              <a:srgbClr val="ECF1F6"/>
            </a:solidFill>
            <a:prstDash val="solid"/>
          </a:ln>
        </p:spPr>
        <p:txBody xmlns:a="http://schemas.openxmlformats.org/drawingml/2006/main">
          <a:bodyPr/>
          <a:p/>
        </p:txBody>
      </p:sp>
      <p:sp>
        <p:nvSpPr>
          <p:cNvPr id="67" name="dim_f161">
            <a:extLst xmlns:a="http://schemas.openxmlformats.org/drawingml/2006/main">
              <a:ext uri="{FF2B5EF4-FFF2-40B4-BE49-F238E27FC236}">
                <a16:creationId xmlns:a16="http://schemas.microsoft.com/office/drawing/2014/main" id="{6C8915AE-5A18-439A-8AE5-C1F043E9FE0D}"/>
              </a:ext>
            </a:extLst>
          </p:cNvPr>
          <p:cNvSpPr>
            <a:spLocks xmlns:a="http://schemas.openxmlformats.org/drawingml/2006/main" noGrp="1"/>
          </p:cNvSpPr>
          <p:nvPr/>
        </p:nvSpPr>
        <p:spPr>
          <a:xfrm xmlns:a="http://schemas.openxmlformats.org/drawingml/2006/main">
            <a:off x="6048375" y="3905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650" b="1">
                <a:solidFill>
                  <a:srgbClr val="BCC2C8"/>
                </a:solidFill>
                <a:latin typeface="Arial"/>
                <a:ea typeface="Arial"/>
                <a:cs typeface="Arial"/>
              </a:defRPr>
            </a:defPPr>
            <a:lvl1pPr algn="ctr">
              <a:defRPr sz="1650" b="1">
                <a:solidFill>
                  <a:srgbClr val="BCC2C8"/>
                </a:solidFill>
                <a:latin typeface="Arial"/>
                <a:ea typeface="Arial"/>
                <a:cs typeface="Arial"/>
              </a:defRPr>
            </a:lvl1pPr>
            <a:lvl2pPr algn="ctr">
              <a:defRPr sz="1650" b="1">
                <a:solidFill>
                  <a:srgbClr val="BCC2C8"/>
                </a:solidFill>
                <a:latin typeface="Arial"/>
                <a:ea typeface="Arial"/>
                <a:cs typeface="Arial"/>
              </a:defRPr>
            </a:lvl2pPr>
            <a:lvl3pPr algn="ctr">
              <a:defRPr sz="1650" b="1">
                <a:solidFill>
                  <a:srgbClr val="BCC2C8"/>
                </a:solidFill>
                <a:latin typeface="Arial"/>
                <a:ea typeface="Arial"/>
                <a:cs typeface="Arial"/>
              </a:defRPr>
            </a:lvl3pPr>
            <a:lvl4pPr algn="ctr">
              <a:defRPr sz="1650" b="1">
                <a:solidFill>
                  <a:srgbClr val="BCC2C8"/>
                </a:solidFill>
                <a:latin typeface="Arial"/>
                <a:ea typeface="Arial"/>
                <a:cs typeface="Arial"/>
              </a:defRPr>
            </a:lvl4pPr>
            <a:lvl5pPr algn="ctr">
              <a:defRPr sz="1650" b="1">
                <a:solidFill>
                  <a:srgbClr val="BCC2C8"/>
                </a:solidFill>
                <a:latin typeface="Arial"/>
                <a:ea typeface="Arial"/>
                <a:cs typeface="Arial"/>
              </a:defRPr>
            </a:lvl5pPr>
            <a:lvl6pPr algn="ctr">
              <a:defRPr sz="1650" b="1">
                <a:solidFill>
                  <a:srgbClr val="BCC2C8"/>
                </a:solidFill>
                <a:latin typeface="Arial"/>
                <a:ea typeface="Arial"/>
                <a:cs typeface="Arial"/>
              </a:defRPr>
            </a:lvl6pPr>
            <a:lvl7pPr algn="ctr">
              <a:defRPr sz="1650" b="1">
                <a:solidFill>
                  <a:srgbClr val="BCC2C8"/>
                </a:solidFill>
                <a:latin typeface="Arial"/>
                <a:ea typeface="Arial"/>
                <a:cs typeface="Arial"/>
              </a:defRPr>
            </a:lvl7pPr>
            <a:lvl8pPr algn="ctr">
              <a:defRPr sz="1650" b="1">
                <a:solidFill>
                  <a:srgbClr val="BCC2C8"/>
                </a:solidFill>
                <a:latin typeface="Arial"/>
                <a:ea typeface="Arial"/>
                <a:cs typeface="Arial"/>
              </a:defRPr>
            </a:lvl8pPr>
            <a:lvl9pPr algn="ctr">
              <a:defRPr sz="1650" b="1">
                <a:solidFill>
                  <a:srgbClr val="BCC2C8"/>
                </a:solidFill>
                <a:latin typeface="Arial"/>
                <a:ea typeface="Arial"/>
                <a:cs typeface="Arial"/>
              </a:defRPr>
            </a:lvl9pPr>
          </a:lstStyle>
          <a:p xmlns:a="http://schemas.openxmlformats.org/drawingml/2006/main">
            <a:pPr algn="ctr">
              <a:defRPr sz="1650" b="1">
                <a:solidFill>
                  <a:srgbClr val="BCC2C8"/>
                </a:solidFill>
                <a:latin typeface="Arial"/>
                <a:ea typeface="Arial"/>
                <a:cs typeface="Arial"/>
              </a:defRPr>
            </a:pPr>
            <a:r>
              <a:rPr sz="1650" b="1">
                <a:solidFill>
                  <a:srgbClr val="BCC2C8"/>
                </a:solidFill>
                <a:latin typeface="Arial"/>
                <a:ea typeface="Arial"/>
                <a:cs typeface="Arial"/>
              </a:rPr>
              <a:t>PCAP MUTATA</a:t>
            </a:r>
          </a:p>
        </p:txBody>
      </p:sp>
      <p:sp>
        <p:nvSpPr>
          <p:cNvPr id="68" name="dim_f162">
            <a:extLst xmlns:a="http://schemas.openxmlformats.org/drawingml/2006/main">
              <a:ext uri="{FF2B5EF4-FFF2-40B4-BE49-F238E27FC236}">
                <a16:creationId xmlns:a16="http://schemas.microsoft.com/office/drawing/2014/main" id="{5A3CA7E9-6F29-4349-8EAE-963E63818A42}"/>
              </a:ext>
            </a:extLst>
          </p:cNvPr>
          <p:cNvSpPr>
            <a:spLocks xmlns:a="http://schemas.openxmlformats.org/drawingml/2006/main" noGrp="1"/>
          </p:cNvSpPr>
          <p:nvPr/>
        </p:nvSpPr>
        <p:spPr>
          <a:xfrm xmlns:a="http://schemas.openxmlformats.org/drawingml/2006/main">
            <a:off x="1285875" y="3752850"/>
            <a:ext cx="95" cy="61912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19" name="f162">
            <a:extLst xmlns:a="http://schemas.openxmlformats.org/drawingml/2006/main">
              <a:ext uri="{FF2B5EF4-FFF2-40B4-BE49-F238E27FC236}">
                <a16:creationId xmlns:a16="http://schemas.microsoft.com/office/drawing/2014/main" id="{5A3CA7E9-6F29-4349-8EAE-963E63818A42}"/>
              </a:ext>
            </a:extLst>
          </p:cNvPr>
          <p:cNvSpPr>
            <a:spLocks xmlns:a="http://schemas.openxmlformats.org/drawingml/2006/main" noGrp="1"/>
          </p:cNvSpPr>
          <p:nvPr/>
        </p:nvSpPr>
        <p:spPr>
          <a:xfrm xmlns:a="http://schemas.openxmlformats.org/drawingml/2006/main">
            <a:off x="1285875" y="3752850"/>
            <a:ext cx="95" cy="61912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70" name="dim_f163">
            <a:extLst xmlns:a="http://schemas.openxmlformats.org/drawingml/2006/main">
              <a:ext uri="{FF2B5EF4-FFF2-40B4-BE49-F238E27FC236}">
                <a16:creationId xmlns:a16="http://schemas.microsoft.com/office/drawing/2014/main" id="{73153D25-025B-45FB-A577-0E8B888545E9}"/>
              </a:ext>
            </a:extLst>
          </p:cNvPr>
          <p:cNvSpPr>
            <a:spLocks xmlns:a="http://schemas.openxmlformats.org/drawingml/2006/main" noGrp="1"/>
          </p:cNvSpPr>
          <p:nvPr/>
        </p:nvSpPr>
        <p:spPr>
          <a:xfrm xmlns:a="http://schemas.openxmlformats.org/drawingml/2006/main" rot="10800000">
            <a:off x="1228725" y="4371975"/>
            <a:ext cx="114300" cy="114300"/>
          </a:xfrm>
          <a:prstGeom xmlns:a="http://schemas.openxmlformats.org/drawingml/2006/main" prst="triangle">
            <a:avLst/>
          </a:prstGeom>
          <a:solidFill xmlns:a="http://schemas.openxmlformats.org/drawingml/2006/main">
            <a:srgbClr val="C7D2EF"/>
          </a:solidFill>
          <a:ln xmlns:a="http://schemas.openxmlformats.org/drawingml/2006/main" w="0">
            <a:noFill/>
            <a:prstDash val="solid"/>
          </a:ln>
        </p:spPr>
        <p:txBody xmlns:a="http://schemas.openxmlformats.org/drawingml/2006/main">
          <a:bodyPr/>
          <a:p/>
        </p:txBody>
      </p:sp>
      <p:sp>
        <p:nvSpPr>
          <p:cNvPr id="20" name="f163">
            <a:extLst xmlns:a="http://schemas.openxmlformats.org/drawingml/2006/main">
              <a:ext uri="{FF2B5EF4-FFF2-40B4-BE49-F238E27FC236}">
                <a16:creationId xmlns:a16="http://schemas.microsoft.com/office/drawing/2014/main" id="{73153D25-025B-45FB-A577-0E8B888545E9}"/>
              </a:ext>
            </a:extLst>
          </p:cNvPr>
          <p:cNvSpPr>
            <a:spLocks xmlns:a="http://schemas.openxmlformats.org/drawingml/2006/main" noGrp="1"/>
          </p:cNvSpPr>
          <p:nvPr/>
        </p:nvSpPr>
        <p:spPr>
          <a:xfrm xmlns:a="http://schemas.openxmlformats.org/drawingml/2006/main" rot="10800000">
            <a:off x="1228725" y="4371975"/>
            <a:ext cx="114300" cy="114300"/>
          </a:xfrm>
          <a:prstGeom xmlns:a="http://schemas.openxmlformats.org/drawingml/2006/main" prst="triangle">
            <a:avLst/>
          </a:prstGeom>
          <a:solidFill xmlns:a="http://schemas.openxmlformats.org/drawingml/2006/main">
            <a:srgbClr val="4264D0"/>
          </a:solidFill>
          <a:ln xmlns:a="http://schemas.openxmlformats.org/drawingml/2006/main" w="0">
            <a:noFill/>
            <a:prstDash val="solid"/>
          </a:ln>
        </p:spPr>
        <p:txBody xmlns:a="http://schemas.openxmlformats.org/drawingml/2006/main">
          <a:bodyPr/>
          <a:p/>
        </p:txBody>
      </p:sp>
      <p:sp>
        <p:nvSpPr>
          <p:cNvPr id="72" name="dim_f164">
            <a:extLst xmlns:a="http://schemas.openxmlformats.org/drawingml/2006/main">
              <a:ext uri="{FF2B5EF4-FFF2-40B4-BE49-F238E27FC236}">
                <a16:creationId xmlns:a16="http://schemas.microsoft.com/office/drawing/2014/main" id="{BC771DFA-E54B-4108-999C-0FE1C3A7C8E4}"/>
              </a:ext>
            </a:extLst>
          </p:cNvPr>
          <p:cNvSpPr>
            <a:spLocks xmlns:a="http://schemas.openxmlformats.org/drawingml/2006/main" noGrp="1"/>
          </p:cNvSpPr>
          <p:nvPr/>
        </p:nvSpPr>
        <p:spPr>
          <a:xfrm xmlns:a="http://schemas.openxmlformats.org/drawingml/2006/main">
            <a:off x="4000500" y="3752850"/>
            <a:ext cx="95" cy="61912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21" name="f164">
            <a:extLst xmlns:a="http://schemas.openxmlformats.org/drawingml/2006/main">
              <a:ext uri="{FF2B5EF4-FFF2-40B4-BE49-F238E27FC236}">
                <a16:creationId xmlns:a16="http://schemas.microsoft.com/office/drawing/2014/main" id="{BC771DFA-E54B-4108-999C-0FE1C3A7C8E4}"/>
              </a:ext>
            </a:extLst>
          </p:cNvPr>
          <p:cNvSpPr>
            <a:spLocks xmlns:a="http://schemas.openxmlformats.org/drawingml/2006/main" noGrp="1"/>
          </p:cNvSpPr>
          <p:nvPr/>
        </p:nvSpPr>
        <p:spPr>
          <a:xfrm xmlns:a="http://schemas.openxmlformats.org/drawingml/2006/main">
            <a:off x="4000500" y="3752850"/>
            <a:ext cx="95" cy="61912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73" name="dim_f165">
            <a:extLst xmlns:a="http://schemas.openxmlformats.org/drawingml/2006/main">
              <a:ext uri="{FF2B5EF4-FFF2-40B4-BE49-F238E27FC236}">
                <a16:creationId xmlns:a16="http://schemas.microsoft.com/office/drawing/2014/main" id="{28E57B43-2982-4C41-AFBD-FD12FA1C8757}"/>
              </a:ext>
            </a:extLst>
          </p:cNvPr>
          <p:cNvSpPr>
            <a:spLocks xmlns:a="http://schemas.openxmlformats.org/drawingml/2006/main" noGrp="1"/>
          </p:cNvSpPr>
          <p:nvPr/>
        </p:nvSpPr>
        <p:spPr>
          <a:xfrm xmlns:a="http://schemas.openxmlformats.org/drawingml/2006/main" rot="10800000">
            <a:off x="3943350" y="4371975"/>
            <a:ext cx="114300" cy="114300"/>
          </a:xfrm>
          <a:prstGeom xmlns:a="http://schemas.openxmlformats.org/drawingml/2006/main" prst="triangle">
            <a:avLst/>
          </a:prstGeom>
          <a:solidFill xmlns:a="http://schemas.openxmlformats.org/drawingml/2006/main">
            <a:srgbClr val="C7D2EF"/>
          </a:solidFill>
          <a:ln xmlns:a="http://schemas.openxmlformats.org/drawingml/2006/main" w="0">
            <a:noFill/>
            <a:prstDash val="solid"/>
          </a:ln>
        </p:spPr>
        <p:txBody xmlns:a="http://schemas.openxmlformats.org/drawingml/2006/main">
          <a:bodyPr/>
          <a:p/>
        </p:txBody>
      </p:sp>
      <p:sp>
        <p:nvSpPr>
          <p:cNvPr id="22" name="f165">
            <a:extLst xmlns:a="http://schemas.openxmlformats.org/drawingml/2006/main">
              <a:ext uri="{FF2B5EF4-FFF2-40B4-BE49-F238E27FC236}">
                <a16:creationId xmlns:a16="http://schemas.microsoft.com/office/drawing/2014/main" id="{28E57B43-2982-4C41-AFBD-FD12FA1C8757}"/>
              </a:ext>
            </a:extLst>
          </p:cNvPr>
          <p:cNvSpPr>
            <a:spLocks xmlns:a="http://schemas.openxmlformats.org/drawingml/2006/main" noGrp="1"/>
          </p:cNvSpPr>
          <p:nvPr/>
        </p:nvSpPr>
        <p:spPr>
          <a:xfrm xmlns:a="http://schemas.openxmlformats.org/drawingml/2006/main" rot="10800000">
            <a:off x="3943350" y="4371975"/>
            <a:ext cx="114300" cy="114300"/>
          </a:xfrm>
          <a:prstGeom xmlns:a="http://schemas.openxmlformats.org/drawingml/2006/main" prst="triangle">
            <a:avLst/>
          </a:prstGeom>
          <a:solidFill xmlns:a="http://schemas.openxmlformats.org/drawingml/2006/main">
            <a:srgbClr val="4264D0"/>
          </a:solidFill>
          <a:ln xmlns:a="http://schemas.openxmlformats.org/drawingml/2006/main" w="0">
            <a:noFill/>
            <a:prstDash val="solid"/>
          </a:ln>
        </p:spPr>
        <p:txBody xmlns:a="http://schemas.openxmlformats.org/drawingml/2006/main">
          <a:bodyPr/>
          <a:p/>
        </p:txBody>
      </p:sp>
      <p:sp>
        <p:nvSpPr>
          <p:cNvPr id="74" name="dim_f166">
            <a:extLst xmlns:a="http://schemas.openxmlformats.org/drawingml/2006/main">
              <a:ext uri="{FF2B5EF4-FFF2-40B4-BE49-F238E27FC236}">
                <a16:creationId xmlns:a16="http://schemas.microsoft.com/office/drawing/2014/main" id="{085DC25B-1477-4F97-9E57-C2326CC3100D}"/>
              </a:ext>
            </a:extLst>
          </p:cNvPr>
          <p:cNvSpPr>
            <a:spLocks xmlns:a="http://schemas.openxmlformats.org/drawingml/2006/main" noGrp="1"/>
          </p:cNvSpPr>
          <p:nvPr/>
        </p:nvSpPr>
        <p:spPr>
          <a:xfrm xmlns:a="http://schemas.openxmlformats.org/drawingml/2006/main">
            <a:off x="2714625" y="5457825"/>
            <a:ext cx="95" cy="31432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23" name="f166">
            <a:extLst xmlns:a="http://schemas.openxmlformats.org/drawingml/2006/main">
              <a:ext uri="{FF2B5EF4-FFF2-40B4-BE49-F238E27FC236}">
                <a16:creationId xmlns:a16="http://schemas.microsoft.com/office/drawing/2014/main" id="{085DC25B-1477-4F97-9E57-C2326CC3100D}"/>
              </a:ext>
            </a:extLst>
          </p:cNvPr>
          <p:cNvSpPr>
            <a:spLocks xmlns:a="http://schemas.openxmlformats.org/drawingml/2006/main" noGrp="1"/>
          </p:cNvSpPr>
          <p:nvPr/>
        </p:nvSpPr>
        <p:spPr>
          <a:xfrm xmlns:a="http://schemas.openxmlformats.org/drawingml/2006/main">
            <a:off x="2714625" y="5457825"/>
            <a:ext cx="95" cy="31432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76" name="dim_f167">
            <a:extLst xmlns:a="http://schemas.openxmlformats.org/drawingml/2006/main">
              <a:ext uri="{FF2B5EF4-FFF2-40B4-BE49-F238E27FC236}">
                <a16:creationId xmlns:a16="http://schemas.microsoft.com/office/drawing/2014/main" id="{5FF97A97-77E0-469B-9083-DA21F13C1586}"/>
              </a:ext>
            </a:extLst>
          </p:cNvPr>
          <p:cNvSpPr>
            <a:spLocks xmlns:a="http://schemas.openxmlformats.org/drawingml/2006/main" noGrp="1"/>
          </p:cNvSpPr>
          <p:nvPr/>
        </p:nvSpPr>
        <p:spPr>
          <a:xfrm xmlns:a="http://schemas.openxmlformats.org/drawingml/2006/main">
            <a:off x="1428750" y="5772150"/>
            <a:ext cx="1285875" cy="9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24" name="f167">
            <a:extLst xmlns:a="http://schemas.openxmlformats.org/drawingml/2006/main">
              <a:ext uri="{FF2B5EF4-FFF2-40B4-BE49-F238E27FC236}">
                <a16:creationId xmlns:a16="http://schemas.microsoft.com/office/drawing/2014/main" id="{5FF97A97-77E0-469B-9083-DA21F13C1586}"/>
              </a:ext>
            </a:extLst>
          </p:cNvPr>
          <p:cNvSpPr>
            <a:spLocks xmlns:a="http://schemas.openxmlformats.org/drawingml/2006/main" noGrp="1"/>
          </p:cNvSpPr>
          <p:nvPr/>
        </p:nvSpPr>
        <p:spPr>
          <a:xfrm xmlns:a="http://schemas.openxmlformats.org/drawingml/2006/main">
            <a:off x="1428750" y="5772150"/>
            <a:ext cx="1285875" cy="9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77" name="dim_f168">
            <a:extLst xmlns:a="http://schemas.openxmlformats.org/drawingml/2006/main">
              <a:ext uri="{FF2B5EF4-FFF2-40B4-BE49-F238E27FC236}">
                <a16:creationId xmlns:a16="http://schemas.microsoft.com/office/drawing/2014/main" id="{689327B9-05D7-4FCB-BEA2-84FC4FABE238}"/>
              </a:ext>
            </a:extLst>
          </p:cNvPr>
          <p:cNvSpPr>
            <a:spLocks xmlns:a="http://schemas.openxmlformats.org/drawingml/2006/main" noGrp="1"/>
          </p:cNvSpPr>
          <p:nvPr/>
        </p:nvSpPr>
        <p:spPr>
          <a:xfrm xmlns:a="http://schemas.openxmlformats.org/drawingml/2006/main">
            <a:off x="1428750" y="5772150"/>
            <a:ext cx="95" cy="35242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25" name="f168">
            <a:extLst xmlns:a="http://schemas.openxmlformats.org/drawingml/2006/main">
              <a:ext uri="{FF2B5EF4-FFF2-40B4-BE49-F238E27FC236}">
                <a16:creationId xmlns:a16="http://schemas.microsoft.com/office/drawing/2014/main" id="{689327B9-05D7-4FCB-BEA2-84FC4FABE238}"/>
              </a:ext>
            </a:extLst>
          </p:cNvPr>
          <p:cNvSpPr>
            <a:spLocks xmlns:a="http://schemas.openxmlformats.org/drawingml/2006/main" noGrp="1"/>
          </p:cNvSpPr>
          <p:nvPr/>
        </p:nvSpPr>
        <p:spPr>
          <a:xfrm xmlns:a="http://schemas.openxmlformats.org/drawingml/2006/main">
            <a:off x="1428750" y="5772150"/>
            <a:ext cx="95" cy="35242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78" name="dim_f169">
            <a:extLst xmlns:a="http://schemas.openxmlformats.org/drawingml/2006/main">
              <a:ext uri="{FF2B5EF4-FFF2-40B4-BE49-F238E27FC236}">
                <a16:creationId xmlns:a16="http://schemas.microsoft.com/office/drawing/2014/main" id="{13C6AB67-78A6-40A1-A828-1E83AFFECB11}"/>
              </a:ext>
            </a:extLst>
          </p:cNvPr>
          <p:cNvSpPr>
            <a:spLocks xmlns:a="http://schemas.openxmlformats.org/drawingml/2006/main" noGrp="1"/>
          </p:cNvSpPr>
          <p:nvPr/>
        </p:nvSpPr>
        <p:spPr>
          <a:xfrm xmlns:a="http://schemas.openxmlformats.org/drawingml/2006/main" rot="10800000">
            <a:off x="1371600" y="6124575"/>
            <a:ext cx="114300" cy="114300"/>
          </a:xfrm>
          <a:prstGeom xmlns:a="http://schemas.openxmlformats.org/drawingml/2006/main" prst="triangle">
            <a:avLst/>
          </a:prstGeom>
          <a:solidFill xmlns:a="http://schemas.openxmlformats.org/drawingml/2006/main">
            <a:srgbClr val="C7D2EF"/>
          </a:solidFill>
          <a:ln xmlns:a="http://schemas.openxmlformats.org/drawingml/2006/main" w="0">
            <a:noFill/>
            <a:prstDash val="solid"/>
          </a:ln>
        </p:spPr>
        <p:txBody xmlns:a="http://schemas.openxmlformats.org/drawingml/2006/main">
          <a:bodyPr/>
          <a:p/>
        </p:txBody>
      </p:sp>
      <p:sp>
        <p:nvSpPr>
          <p:cNvPr id="26" name="f169">
            <a:extLst xmlns:a="http://schemas.openxmlformats.org/drawingml/2006/main">
              <a:ext uri="{FF2B5EF4-FFF2-40B4-BE49-F238E27FC236}">
                <a16:creationId xmlns:a16="http://schemas.microsoft.com/office/drawing/2014/main" id="{13C6AB67-78A6-40A1-A828-1E83AFFECB11}"/>
              </a:ext>
            </a:extLst>
          </p:cNvPr>
          <p:cNvSpPr>
            <a:spLocks xmlns:a="http://schemas.openxmlformats.org/drawingml/2006/main" noGrp="1"/>
          </p:cNvSpPr>
          <p:nvPr/>
        </p:nvSpPr>
        <p:spPr>
          <a:xfrm xmlns:a="http://schemas.openxmlformats.org/drawingml/2006/main" rot="10800000">
            <a:off x="1371600" y="6124575"/>
            <a:ext cx="114300" cy="114300"/>
          </a:xfrm>
          <a:prstGeom xmlns:a="http://schemas.openxmlformats.org/drawingml/2006/main" prst="triangle">
            <a:avLst/>
          </a:prstGeom>
          <a:solidFill xmlns:a="http://schemas.openxmlformats.org/drawingml/2006/main">
            <a:srgbClr val="4264D0"/>
          </a:solidFill>
          <a:ln xmlns:a="http://schemas.openxmlformats.org/drawingml/2006/main" w="0">
            <a:noFill/>
            <a:prstDash val="solid"/>
          </a:ln>
        </p:spPr>
        <p:txBody xmlns:a="http://schemas.openxmlformats.org/drawingml/2006/main">
          <a:bodyPr/>
          <a:p/>
        </p:txBody>
      </p:sp>
      <p:sp>
        <p:nvSpPr>
          <p:cNvPr id="79" name="dim_f170">
            <a:extLst xmlns:a="http://schemas.openxmlformats.org/drawingml/2006/main">
              <a:ext uri="{FF2B5EF4-FFF2-40B4-BE49-F238E27FC236}">
                <a16:creationId xmlns:a16="http://schemas.microsoft.com/office/drawing/2014/main" id="{71F98747-0474-47FA-8086-51D8F3CE3F32}"/>
              </a:ext>
            </a:extLst>
          </p:cNvPr>
          <p:cNvSpPr>
            <a:spLocks xmlns:a="http://schemas.openxmlformats.org/drawingml/2006/main" noGrp="1"/>
          </p:cNvSpPr>
          <p:nvPr/>
        </p:nvSpPr>
        <p:spPr>
          <a:xfrm xmlns:a="http://schemas.openxmlformats.org/drawingml/2006/main">
            <a:off x="2714625" y="5772150"/>
            <a:ext cx="1285875" cy="9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80" name="dim_f171">
            <a:extLst xmlns:a="http://schemas.openxmlformats.org/drawingml/2006/main">
              <a:ext uri="{FF2B5EF4-FFF2-40B4-BE49-F238E27FC236}">
                <a16:creationId xmlns:a16="http://schemas.microsoft.com/office/drawing/2014/main" id="{DFC60DF5-892E-4C97-90BB-0DE2742B7925}"/>
              </a:ext>
            </a:extLst>
          </p:cNvPr>
          <p:cNvSpPr>
            <a:spLocks xmlns:a="http://schemas.openxmlformats.org/drawingml/2006/main" noGrp="1"/>
          </p:cNvSpPr>
          <p:nvPr/>
        </p:nvSpPr>
        <p:spPr>
          <a:xfrm xmlns:a="http://schemas.openxmlformats.org/drawingml/2006/main">
            <a:off x="4000500" y="5772150"/>
            <a:ext cx="95" cy="35242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81" name="dim_f172">
            <a:extLst xmlns:a="http://schemas.openxmlformats.org/drawingml/2006/main">
              <a:ext uri="{FF2B5EF4-FFF2-40B4-BE49-F238E27FC236}">
                <a16:creationId xmlns:a16="http://schemas.microsoft.com/office/drawing/2014/main" id="{6CC3148C-7AF0-4649-BBAF-2F449C0E6141}"/>
              </a:ext>
            </a:extLst>
          </p:cNvPr>
          <p:cNvSpPr>
            <a:spLocks xmlns:a="http://schemas.openxmlformats.org/drawingml/2006/main" noGrp="1"/>
          </p:cNvSpPr>
          <p:nvPr/>
        </p:nvSpPr>
        <p:spPr>
          <a:xfrm xmlns:a="http://schemas.openxmlformats.org/drawingml/2006/main" rot="10800000">
            <a:off x="3943350" y="6124575"/>
            <a:ext cx="114300" cy="114300"/>
          </a:xfrm>
          <a:prstGeom xmlns:a="http://schemas.openxmlformats.org/drawingml/2006/main" prst="triangle">
            <a:avLst/>
          </a:prstGeom>
          <a:solidFill xmlns:a="http://schemas.openxmlformats.org/drawingml/2006/main">
            <a:srgbClr val="C7D2EF"/>
          </a:solidFill>
          <a:ln xmlns:a="http://schemas.openxmlformats.org/drawingml/2006/main" w="0">
            <a:noFill/>
            <a:prstDash val="solid"/>
          </a:ln>
        </p:spPr>
        <p:txBody xmlns:a="http://schemas.openxmlformats.org/drawingml/2006/main">
          <a:bodyPr/>
          <a:p/>
        </p:txBody>
      </p:sp>
      <p:sp>
        <p:nvSpPr>
          <p:cNvPr id="82" name="dim_f173">
            <a:extLst xmlns:a="http://schemas.openxmlformats.org/drawingml/2006/main">
              <a:ext uri="{FF2B5EF4-FFF2-40B4-BE49-F238E27FC236}">
                <a16:creationId xmlns:a16="http://schemas.microsoft.com/office/drawing/2014/main" id="{1F94A9E1-8ACD-4E1E-AB63-0B9073C65A02}"/>
              </a:ext>
            </a:extLst>
          </p:cNvPr>
          <p:cNvSpPr>
            <a:spLocks xmlns:a="http://schemas.openxmlformats.org/drawingml/2006/main" noGrp="1"/>
          </p:cNvSpPr>
          <p:nvPr/>
        </p:nvSpPr>
        <p:spPr>
          <a:xfrm xmlns:a="http://schemas.openxmlformats.org/drawingml/2006/main">
            <a:off x="1428750" y="6877050"/>
            <a:ext cx="95" cy="647700"/>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83" name="dim_f174">
            <a:extLst xmlns:a="http://schemas.openxmlformats.org/drawingml/2006/main">
              <a:ext uri="{FF2B5EF4-FFF2-40B4-BE49-F238E27FC236}">
                <a16:creationId xmlns:a16="http://schemas.microsoft.com/office/drawing/2014/main" id="{F086FB46-476F-424C-865A-FEE3640BB69C}"/>
              </a:ext>
            </a:extLst>
          </p:cNvPr>
          <p:cNvSpPr>
            <a:spLocks xmlns:a="http://schemas.openxmlformats.org/drawingml/2006/main" noGrp="1"/>
          </p:cNvSpPr>
          <p:nvPr/>
        </p:nvSpPr>
        <p:spPr>
          <a:xfrm xmlns:a="http://schemas.openxmlformats.org/drawingml/2006/main">
            <a:off x="1428750" y="7524750"/>
            <a:ext cx="5381625" cy="9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84" name="dim_f175">
            <a:extLst xmlns:a="http://schemas.openxmlformats.org/drawingml/2006/main">
              <a:ext uri="{FF2B5EF4-FFF2-40B4-BE49-F238E27FC236}">
                <a16:creationId xmlns:a16="http://schemas.microsoft.com/office/drawing/2014/main" id="{E657DBB7-0E07-4C82-B1BE-DA9895AEA06C}"/>
              </a:ext>
            </a:extLst>
          </p:cNvPr>
          <p:cNvSpPr>
            <a:spLocks xmlns:a="http://schemas.openxmlformats.org/drawingml/2006/main" noGrp="1"/>
          </p:cNvSpPr>
          <p:nvPr/>
        </p:nvSpPr>
        <p:spPr>
          <a:xfrm xmlns:a="http://schemas.openxmlformats.org/drawingml/2006/main">
            <a:off x="6810375" y="6172200"/>
            <a:ext cx="95" cy="1352550"/>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85" name="dim_f176">
            <a:extLst xmlns:a="http://schemas.openxmlformats.org/drawingml/2006/main">
              <a:ext uri="{FF2B5EF4-FFF2-40B4-BE49-F238E27FC236}">
                <a16:creationId xmlns:a16="http://schemas.microsoft.com/office/drawing/2014/main" id="{1674C8AA-8714-4825-8D13-1BFD7D7AA969}"/>
              </a:ext>
            </a:extLst>
          </p:cNvPr>
          <p:cNvSpPr>
            <a:spLocks xmlns:a="http://schemas.openxmlformats.org/drawingml/2006/main" noGrp="1"/>
          </p:cNvSpPr>
          <p:nvPr/>
        </p:nvSpPr>
        <p:spPr>
          <a:xfrm xmlns:a="http://schemas.openxmlformats.org/drawingml/2006/main" rot="0">
            <a:off x="6753225" y="6057900"/>
            <a:ext cx="114300" cy="114300"/>
          </a:xfrm>
          <a:prstGeom xmlns:a="http://schemas.openxmlformats.org/drawingml/2006/main" prst="triangle">
            <a:avLst/>
          </a:prstGeom>
          <a:solidFill xmlns:a="http://schemas.openxmlformats.org/drawingml/2006/main">
            <a:srgbClr val="C7D2EF"/>
          </a:solidFill>
          <a:ln xmlns:a="http://schemas.openxmlformats.org/drawingml/2006/main" w="0">
            <a:noFill/>
            <a:prstDash val="solid"/>
          </a:ln>
        </p:spPr>
        <p:txBody xmlns:a="http://schemas.openxmlformats.org/drawingml/2006/main">
          <a:bodyPr/>
          <a:p/>
        </p:txBody>
      </p:sp>
      <p:sp>
        <p:nvSpPr>
          <p:cNvPr id="86" name="dim_f177">
            <a:extLst xmlns:a="http://schemas.openxmlformats.org/drawingml/2006/main">
              <a:ext uri="{FF2B5EF4-FFF2-40B4-BE49-F238E27FC236}">
                <a16:creationId xmlns:a16="http://schemas.microsoft.com/office/drawing/2014/main" id="{E96B493D-1AB8-425B-9398-008013999E6E}"/>
              </a:ext>
            </a:extLst>
          </p:cNvPr>
          <p:cNvSpPr>
            <a:spLocks xmlns:a="http://schemas.openxmlformats.org/drawingml/2006/main" noGrp="1"/>
          </p:cNvSpPr>
          <p:nvPr/>
        </p:nvSpPr>
        <p:spPr>
          <a:xfrm xmlns:a="http://schemas.openxmlformats.org/drawingml/2006/main">
            <a:off x="1905000" y="71628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575" b="0">
                <a:solidFill>
                  <a:srgbClr val="CBD1DA"/>
                </a:solidFill>
                <a:latin typeface="Arial"/>
                <a:ea typeface="Arial"/>
                <a:cs typeface="Arial"/>
              </a:defRPr>
            </a:defPPr>
            <a:lvl1pPr algn="ctr">
              <a:defRPr sz="1575" b="0">
                <a:solidFill>
                  <a:srgbClr val="CBD1DA"/>
                </a:solidFill>
                <a:latin typeface="Arial"/>
                <a:ea typeface="Arial"/>
                <a:cs typeface="Arial"/>
              </a:defRPr>
            </a:lvl1pPr>
            <a:lvl2pPr algn="ctr">
              <a:defRPr sz="1575" b="0">
                <a:solidFill>
                  <a:srgbClr val="CBD1DA"/>
                </a:solidFill>
                <a:latin typeface="Arial"/>
                <a:ea typeface="Arial"/>
                <a:cs typeface="Arial"/>
              </a:defRPr>
            </a:lvl2pPr>
            <a:lvl3pPr algn="ctr">
              <a:defRPr sz="1575" b="0">
                <a:solidFill>
                  <a:srgbClr val="CBD1DA"/>
                </a:solidFill>
                <a:latin typeface="Arial"/>
                <a:ea typeface="Arial"/>
                <a:cs typeface="Arial"/>
              </a:defRPr>
            </a:lvl3pPr>
            <a:lvl4pPr algn="ctr">
              <a:defRPr sz="1575" b="0">
                <a:solidFill>
                  <a:srgbClr val="CBD1DA"/>
                </a:solidFill>
                <a:latin typeface="Arial"/>
                <a:ea typeface="Arial"/>
                <a:cs typeface="Arial"/>
              </a:defRPr>
            </a:lvl4pPr>
            <a:lvl5pPr algn="ctr">
              <a:defRPr sz="1575" b="0">
                <a:solidFill>
                  <a:srgbClr val="CBD1DA"/>
                </a:solidFill>
                <a:latin typeface="Arial"/>
                <a:ea typeface="Arial"/>
                <a:cs typeface="Arial"/>
              </a:defRPr>
            </a:lvl5pPr>
            <a:lvl6pPr algn="ctr">
              <a:defRPr sz="1575" b="0">
                <a:solidFill>
                  <a:srgbClr val="CBD1DA"/>
                </a:solidFill>
                <a:latin typeface="Arial"/>
                <a:ea typeface="Arial"/>
                <a:cs typeface="Arial"/>
              </a:defRPr>
            </a:lvl6pPr>
            <a:lvl7pPr algn="ctr">
              <a:defRPr sz="1575" b="0">
                <a:solidFill>
                  <a:srgbClr val="CBD1DA"/>
                </a:solidFill>
                <a:latin typeface="Arial"/>
                <a:ea typeface="Arial"/>
                <a:cs typeface="Arial"/>
              </a:defRPr>
            </a:lvl7pPr>
            <a:lvl8pPr algn="ctr">
              <a:defRPr sz="1575" b="0">
                <a:solidFill>
                  <a:srgbClr val="CBD1DA"/>
                </a:solidFill>
                <a:latin typeface="Arial"/>
                <a:ea typeface="Arial"/>
                <a:cs typeface="Arial"/>
              </a:defRPr>
            </a:lvl8pPr>
            <a:lvl9pPr algn="ctr">
              <a:defRPr sz="1575" b="0">
                <a:solidFill>
                  <a:srgbClr val="CBD1DA"/>
                </a:solidFill>
                <a:latin typeface="Arial"/>
                <a:ea typeface="Arial"/>
                <a:cs typeface="Arial"/>
              </a:defRPr>
            </a:lvl9pPr>
          </a:lstStyle>
          <a:p xmlns:a="http://schemas.openxmlformats.org/drawingml/2006/main">
            <a:pPr algn="ctr">
              <a:defRPr sz="1575" b="0">
                <a:solidFill>
                  <a:srgbClr val="CBD1DA"/>
                </a:solidFill>
                <a:latin typeface="Arial"/>
                <a:ea typeface="Arial"/>
                <a:cs typeface="Arial"/>
              </a:defRPr>
            </a:pPr>
            <a:r>
              <a:rPr sz="1575" b="0">
                <a:solidFill>
                  <a:srgbClr val="CBD1DA"/>
                </a:solidFill>
                <a:latin typeface="Arial"/>
                <a:ea typeface="Arial"/>
                <a:cs typeface="Arial"/>
              </a:rPr>
              <a:t>Selezione dei frame rilevanti da modificare</a:t>
            </a:r>
          </a:p>
        </p:txBody>
      </p:sp>
      <p:sp>
        <p:nvSpPr>
          <p:cNvPr id="87" name="dim_f178">
            <a:extLst xmlns:a="http://schemas.openxmlformats.org/drawingml/2006/main">
              <a:ext uri="{FF2B5EF4-FFF2-40B4-BE49-F238E27FC236}">
                <a16:creationId xmlns:a16="http://schemas.microsoft.com/office/drawing/2014/main" id="{D6AA45BA-A915-43F7-9278-1FF1F0091132}"/>
              </a:ext>
            </a:extLst>
          </p:cNvPr>
          <p:cNvSpPr>
            <a:spLocks xmlns:a="http://schemas.openxmlformats.org/drawingml/2006/main" noGrp="1"/>
          </p:cNvSpPr>
          <p:nvPr/>
        </p:nvSpPr>
        <p:spPr>
          <a:xfrm xmlns:a="http://schemas.openxmlformats.org/drawingml/2006/main">
            <a:off x="5200650" y="3343275"/>
            <a:ext cx="2895600" cy="9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88" name="dim_f179">
            <a:extLst xmlns:a="http://schemas.openxmlformats.org/drawingml/2006/main">
              <a:ext uri="{FF2B5EF4-FFF2-40B4-BE49-F238E27FC236}">
                <a16:creationId xmlns:a16="http://schemas.microsoft.com/office/drawing/2014/main" id="{187A2D89-B88C-45AB-99C0-24E13466B66F}"/>
              </a:ext>
            </a:extLst>
          </p:cNvPr>
          <p:cNvSpPr>
            <a:spLocks xmlns:a="http://schemas.openxmlformats.org/drawingml/2006/main" noGrp="1"/>
          </p:cNvSpPr>
          <p:nvPr/>
        </p:nvSpPr>
        <p:spPr>
          <a:xfrm xmlns:a="http://schemas.openxmlformats.org/drawingml/2006/main">
            <a:off x="8096250" y="3343275"/>
            <a:ext cx="95" cy="2228850"/>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89" name="dim_f180">
            <a:extLst xmlns:a="http://schemas.openxmlformats.org/drawingml/2006/main">
              <a:ext uri="{FF2B5EF4-FFF2-40B4-BE49-F238E27FC236}">
                <a16:creationId xmlns:a16="http://schemas.microsoft.com/office/drawing/2014/main" id="{D8B15C1C-FFDB-49DE-A6AF-C8D95B720805}"/>
              </a:ext>
            </a:extLst>
          </p:cNvPr>
          <p:cNvSpPr>
            <a:spLocks xmlns:a="http://schemas.openxmlformats.org/drawingml/2006/main" noGrp="1"/>
          </p:cNvSpPr>
          <p:nvPr/>
        </p:nvSpPr>
        <p:spPr>
          <a:xfrm xmlns:a="http://schemas.openxmlformats.org/drawingml/2006/main">
            <a:off x="7839075" y="5572125"/>
            <a:ext cx="257175" cy="9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90" name="dim_f181">
            <a:extLst xmlns:a="http://schemas.openxmlformats.org/drawingml/2006/main">
              <a:ext uri="{FF2B5EF4-FFF2-40B4-BE49-F238E27FC236}">
                <a16:creationId xmlns:a16="http://schemas.microsoft.com/office/drawing/2014/main" id="{E67F4B52-FD79-4CB0-9681-CF61A545DA56}"/>
              </a:ext>
            </a:extLst>
          </p:cNvPr>
          <p:cNvSpPr>
            <a:spLocks xmlns:a="http://schemas.openxmlformats.org/drawingml/2006/main" noGrp="1"/>
          </p:cNvSpPr>
          <p:nvPr/>
        </p:nvSpPr>
        <p:spPr>
          <a:xfrm xmlns:a="http://schemas.openxmlformats.org/drawingml/2006/main" rot="16200000">
            <a:off x="7724775" y="5514975"/>
            <a:ext cx="114300" cy="114300"/>
          </a:xfrm>
          <a:prstGeom xmlns:a="http://schemas.openxmlformats.org/drawingml/2006/main" prst="triangle">
            <a:avLst/>
          </a:prstGeom>
          <a:solidFill xmlns:a="http://schemas.openxmlformats.org/drawingml/2006/main">
            <a:srgbClr val="C7D2EF"/>
          </a:solidFill>
          <a:ln xmlns:a="http://schemas.openxmlformats.org/drawingml/2006/main" w="0">
            <a:noFill/>
            <a:prstDash val="solid"/>
          </a:ln>
        </p:spPr>
        <p:txBody xmlns:a="http://schemas.openxmlformats.org/drawingml/2006/main">
          <a:bodyPr/>
          <a:p/>
        </p:txBody>
      </p:sp>
      <p:sp>
        <p:nvSpPr>
          <p:cNvPr id="91" name="dim_f182">
            <a:extLst xmlns:a="http://schemas.openxmlformats.org/drawingml/2006/main">
              <a:ext uri="{FF2B5EF4-FFF2-40B4-BE49-F238E27FC236}">
                <a16:creationId xmlns:a16="http://schemas.microsoft.com/office/drawing/2014/main" id="{759989F0-EFD3-4463-9B2E-023F73D0057B}"/>
              </a:ext>
            </a:extLst>
          </p:cNvPr>
          <p:cNvSpPr>
            <a:spLocks xmlns:a="http://schemas.openxmlformats.org/drawingml/2006/main" noGrp="1"/>
          </p:cNvSpPr>
          <p:nvPr/>
        </p:nvSpPr>
        <p:spPr>
          <a:xfrm xmlns:a="http://schemas.openxmlformats.org/drawingml/2006/main">
            <a:off x="6810375" y="4476750"/>
            <a:ext cx="95" cy="552450"/>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92" name="dim_f183">
            <a:extLst xmlns:a="http://schemas.openxmlformats.org/drawingml/2006/main">
              <a:ext uri="{FF2B5EF4-FFF2-40B4-BE49-F238E27FC236}">
                <a16:creationId xmlns:a16="http://schemas.microsoft.com/office/drawing/2014/main" id="{E63C763D-43EF-4733-882A-A627F84B1604}"/>
              </a:ext>
            </a:extLst>
          </p:cNvPr>
          <p:cNvSpPr>
            <a:spLocks xmlns:a="http://schemas.openxmlformats.org/drawingml/2006/main" noGrp="1"/>
          </p:cNvSpPr>
          <p:nvPr/>
        </p:nvSpPr>
        <p:spPr>
          <a:xfrm xmlns:a="http://schemas.openxmlformats.org/drawingml/2006/main" rot="0">
            <a:off x="6753225" y="4362450"/>
            <a:ext cx="114300" cy="114300"/>
          </a:xfrm>
          <a:prstGeom xmlns:a="http://schemas.openxmlformats.org/drawingml/2006/main" prst="triangle">
            <a:avLst/>
          </a:prstGeom>
          <a:solidFill xmlns:a="http://schemas.openxmlformats.org/drawingml/2006/main">
            <a:srgbClr val="C7D2EF"/>
          </a:solidFill>
          <a:ln xmlns:a="http://schemas.openxmlformats.org/drawingml/2006/main" w="0">
            <a:noFill/>
            <a:prstDash val="solid"/>
          </a:ln>
        </p:spPr>
        <p:txBody xmlns:a="http://schemas.openxmlformats.org/drawingml/2006/main">
          <a:bodyPr/>
          <a:p/>
        </p:txBody>
      </p:sp>
      <p:sp>
        <p:nvSpPr>
          <p:cNvPr id="93" name="dim_f184">
            <a:extLst xmlns:a="http://schemas.openxmlformats.org/drawingml/2006/main">
              <a:ext uri="{FF2B5EF4-FFF2-40B4-BE49-F238E27FC236}">
                <a16:creationId xmlns:a16="http://schemas.microsoft.com/office/drawing/2014/main" id="{2418BC82-1F6F-43AC-8DA5-CA029F5D9B92}"/>
              </a:ext>
            </a:extLst>
          </p:cNvPr>
          <p:cNvSpPr>
            <a:spLocks xmlns:a="http://schemas.openxmlformats.org/drawingml/2006/main" noGrp="1"/>
          </p:cNvSpPr>
          <p:nvPr/>
        </p:nvSpPr>
        <p:spPr>
          <a:xfrm xmlns:a="http://schemas.openxmlformats.org/drawingml/2006/main">
            <a:off x="5572125" y="4010025"/>
            <a:ext cx="266700" cy="9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94" name="dim_f185">
            <a:extLst xmlns:a="http://schemas.openxmlformats.org/drawingml/2006/main">
              <a:ext uri="{FF2B5EF4-FFF2-40B4-BE49-F238E27FC236}">
                <a16:creationId xmlns:a16="http://schemas.microsoft.com/office/drawing/2014/main" id="{4164A735-0E79-418B-BCC0-048ABFE025FA}"/>
              </a:ext>
            </a:extLst>
          </p:cNvPr>
          <p:cNvSpPr>
            <a:spLocks xmlns:a="http://schemas.openxmlformats.org/drawingml/2006/main" noGrp="1"/>
          </p:cNvSpPr>
          <p:nvPr/>
        </p:nvSpPr>
        <p:spPr>
          <a:xfrm xmlns:a="http://schemas.openxmlformats.org/drawingml/2006/main">
            <a:off x="5572125" y="4010025"/>
            <a:ext cx="95" cy="800100"/>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95" name="dim_f186">
            <a:extLst xmlns:a="http://schemas.openxmlformats.org/drawingml/2006/main">
              <a:ext uri="{FF2B5EF4-FFF2-40B4-BE49-F238E27FC236}">
                <a16:creationId xmlns:a16="http://schemas.microsoft.com/office/drawing/2014/main" id="{E621B0A4-E124-41F9-BF3F-BD26980DCE48}"/>
              </a:ext>
            </a:extLst>
          </p:cNvPr>
          <p:cNvSpPr>
            <a:spLocks xmlns:a="http://schemas.openxmlformats.org/drawingml/2006/main" noGrp="1"/>
          </p:cNvSpPr>
          <p:nvPr/>
        </p:nvSpPr>
        <p:spPr>
          <a:xfrm xmlns:a="http://schemas.openxmlformats.org/drawingml/2006/main">
            <a:off x="5219700" y="4810125"/>
            <a:ext cx="352425" cy="9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96" name="dim_f187">
            <a:extLst xmlns:a="http://schemas.openxmlformats.org/drawingml/2006/main">
              <a:ext uri="{FF2B5EF4-FFF2-40B4-BE49-F238E27FC236}">
                <a16:creationId xmlns:a16="http://schemas.microsoft.com/office/drawing/2014/main" id="{7C24E027-ECAD-46F7-8DCB-9C8829F2BB4B}"/>
              </a:ext>
            </a:extLst>
          </p:cNvPr>
          <p:cNvSpPr>
            <a:spLocks xmlns:a="http://schemas.openxmlformats.org/drawingml/2006/main" noGrp="1"/>
          </p:cNvSpPr>
          <p:nvPr/>
        </p:nvSpPr>
        <p:spPr>
          <a:xfrm xmlns:a="http://schemas.openxmlformats.org/drawingml/2006/main" rot="16200000">
            <a:off x="5105400" y="4752975"/>
            <a:ext cx="114300" cy="114300"/>
          </a:xfrm>
          <a:prstGeom xmlns:a="http://schemas.openxmlformats.org/drawingml/2006/main" prst="triangle">
            <a:avLst/>
          </a:prstGeom>
          <a:solidFill xmlns:a="http://schemas.openxmlformats.org/drawingml/2006/main">
            <a:srgbClr val="C7D2EF"/>
          </a:solidFill>
          <a:ln xmlns:a="http://schemas.openxmlformats.org/drawingml/2006/main" w="0">
            <a:noFill/>
            <a:prstDash val="solid"/>
          </a:ln>
        </p:spPr>
        <p:txBody xmlns:a="http://schemas.openxmlformats.org/drawingml/2006/main">
          <a:bodyPr/>
          <a:p/>
        </p:txBody>
      </p:sp>
      <p:sp>
        <p:nvSpPr>
          <p:cNvPr id="45" name="f188">
            <a:extLst xmlns:a="http://schemas.openxmlformats.org/drawingml/2006/main">
              <a:ext uri="{FF2B5EF4-FFF2-40B4-BE49-F238E27FC236}">
                <a16:creationId xmlns:a16="http://schemas.microsoft.com/office/drawing/2014/main" id="{F4B8E756-B76C-4B86-B251-C5461BB3DA31}"/>
              </a:ext>
            </a:extLst>
          </p:cNvPr>
          <p:cNvSpPr>
            <a:spLocks xmlns:a="http://schemas.openxmlformats.org/drawingml/2006/main" noGrp="1"/>
          </p:cNvSpPr>
          <p:nvPr/>
        </p:nvSpPr>
        <p:spPr>
          <a:xfrm xmlns:a="http://schemas.openxmlformats.org/drawingml/2006/main">
            <a:off x="8420100" y="2686050"/>
            <a:ext cx="5753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1">
                <a:solidFill>
                  <a:srgbClr val="182536"/>
                </a:solidFill>
                <a:latin typeface="Arial"/>
                <a:ea typeface="Arial"/>
                <a:cs typeface="Arial"/>
              </a:defRPr>
            </a:defPPr>
            <a:lvl1pPr algn="l">
              <a:defRPr sz="2175" b="1">
                <a:solidFill>
                  <a:srgbClr val="182536"/>
                </a:solidFill>
                <a:latin typeface="Arial"/>
                <a:ea typeface="Arial"/>
                <a:cs typeface="Arial"/>
              </a:defRPr>
            </a:lvl1pPr>
            <a:lvl2pPr algn="l">
              <a:defRPr sz="2175" b="1">
                <a:solidFill>
                  <a:srgbClr val="182536"/>
                </a:solidFill>
                <a:latin typeface="Arial"/>
                <a:ea typeface="Arial"/>
                <a:cs typeface="Arial"/>
              </a:defRPr>
            </a:lvl2pPr>
            <a:lvl3pPr algn="l">
              <a:defRPr sz="2175" b="1">
                <a:solidFill>
                  <a:srgbClr val="182536"/>
                </a:solidFill>
                <a:latin typeface="Arial"/>
                <a:ea typeface="Arial"/>
                <a:cs typeface="Arial"/>
              </a:defRPr>
            </a:lvl3pPr>
            <a:lvl4pPr algn="l">
              <a:defRPr sz="2175" b="1">
                <a:solidFill>
                  <a:srgbClr val="182536"/>
                </a:solidFill>
                <a:latin typeface="Arial"/>
                <a:ea typeface="Arial"/>
                <a:cs typeface="Arial"/>
              </a:defRPr>
            </a:lvl4pPr>
            <a:lvl5pPr algn="l">
              <a:defRPr sz="2175" b="1">
                <a:solidFill>
                  <a:srgbClr val="182536"/>
                </a:solidFill>
                <a:latin typeface="Arial"/>
                <a:ea typeface="Arial"/>
                <a:cs typeface="Arial"/>
              </a:defRPr>
            </a:lvl5pPr>
            <a:lvl6pPr algn="l">
              <a:defRPr sz="2175" b="1">
                <a:solidFill>
                  <a:srgbClr val="182536"/>
                </a:solidFill>
                <a:latin typeface="Arial"/>
                <a:ea typeface="Arial"/>
                <a:cs typeface="Arial"/>
              </a:defRPr>
            </a:lvl6pPr>
            <a:lvl7pPr algn="l">
              <a:defRPr sz="2175" b="1">
                <a:solidFill>
                  <a:srgbClr val="182536"/>
                </a:solidFill>
                <a:latin typeface="Arial"/>
                <a:ea typeface="Arial"/>
                <a:cs typeface="Arial"/>
              </a:defRPr>
            </a:lvl7pPr>
            <a:lvl8pPr algn="l">
              <a:defRPr sz="2175" b="1">
                <a:solidFill>
                  <a:srgbClr val="182536"/>
                </a:solidFill>
                <a:latin typeface="Arial"/>
                <a:ea typeface="Arial"/>
                <a:cs typeface="Arial"/>
              </a:defRPr>
            </a:lvl8pPr>
            <a:lvl9pPr algn="l">
              <a:defRPr sz="2175" b="1">
                <a:solidFill>
                  <a:srgbClr val="182536"/>
                </a:solidFill>
                <a:latin typeface="Arial"/>
                <a:ea typeface="Arial"/>
                <a:cs typeface="Arial"/>
              </a:defRPr>
            </a:lvl9pPr>
          </a:lstStyle>
          <a:p xmlns:a="http://schemas.openxmlformats.org/drawingml/2006/main">
            <a:pPr algn="l">
              <a:defRPr sz="2175" b="1">
                <a:solidFill>
                  <a:srgbClr val="182536"/>
                </a:solidFill>
                <a:latin typeface="Arial"/>
                <a:ea typeface="Arial"/>
                <a:cs typeface="Arial"/>
              </a:defRPr>
            </a:pPr>
            <a:r>
              <a:rPr sz="2175" b="1">
                <a:solidFill>
                  <a:srgbClr val="182536"/>
                </a:solidFill>
                <a:latin typeface="Arial"/>
                <a:ea typeface="Arial"/>
                <a:cs typeface="Arial"/>
              </a:rPr>
              <a:t>Esempi di tre mutazioni</a:t>
            </a:r>
          </a:p>
        </p:txBody>
      </p:sp>
      <p:graphicFrame>
        <p:nvGraphicFramePr>
          <p:cNvPr id="46" name="">
            <a:extLst xmlns:a="http://schemas.openxmlformats.org/drawingml/2006/main">
              <a:ext uri="{FF2B5EF4-FFF2-40B4-BE49-F238E27FC236}">
                <a16:creationId xmlns:a16="http://schemas.microsoft.com/office/drawing/2014/main" id="{50F8AB88-FDD7-4FC1-AA5F-5E8306831C88}"/>
              </a:ext>
            </a:extLst>
          </p:cNvPr>
          <p:cNvGraphicFramePr/>
          <p:nvPr/>
        </p:nvGraphicFramePr>
        <p:xfrm>
          <a:off xmlns:a="http://schemas.openxmlformats.org/drawingml/2006/main" x="8420100" y="3238500"/>
          <a:ext xmlns:a="http://schemas.openxmlformats.org/drawingml/2006/main" cx="5753100" cy="3371850"/>
        </p:xfrm>
        <a:graphic xmlns:a="http://schemas.openxmlformats.org/drawingml/2006/main">
          <a:graphicData uri="http://schemas.openxmlformats.org/drawingml/2006/table">
            <a:tbl>
              <a:tblPr firstRow="0" bandRow="0"/>
              <a:tblGrid>
                <a:gridCol w="2476500"/>
                <a:gridCol w="1352550"/>
                <a:gridCol w="1924050"/>
              </a:tblGrid>
              <a:tr h="514350">
                <a:tc>
                  <a:txBody>
                    <a:bodyPr wrap="none">
                      <a:noAutofit/>
                    </a:bodyPr>
                    <a:lstStyle/>
                    <a:p>
                      <a:pPr algn="l"/>
                      <a:r>
                        <a:rPr sz="1725" b="1">
                          <a:solidFill>
                            <a:srgbClr val="182536"/>
                          </a:solidFill>
                          <a:latin typeface="Arial"/>
                          <a:ea typeface="Arial"/>
                          <a:cs typeface="Arial"/>
                        </a:rPr>
                        <a:t>Mutazione</a:t>
                      </a:r>
                    </a:p>
                  </a:txBody>
                  <a:tcPr marL="171450" marR="171450" marT="76200" marB="76200" anchor="ctr">
                    <a:lnL w="14288">
                      <a:solidFill>
                        <a:srgbClr val="D9E3EF"/>
                      </a:solidFill>
                      <a:prstDash val="solid"/>
                    </a:lnL>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c>
                  <a:txBody>
                    <a:bodyPr wrap="none">
                      <a:noAutofit/>
                    </a:bodyPr>
                    <a:lstStyle/>
                    <a:p>
                      <a:pPr algn="ctr"/>
                      <a:r>
                        <a:rPr sz="1725" b="1">
                          <a:solidFill>
                            <a:srgbClr val="182536"/>
                          </a:solidFill>
                          <a:latin typeface="Arial"/>
                          <a:ea typeface="Arial"/>
                          <a:cs typeface="Arial"/>
                        </a:rPr>
                        <a:t>Originale</a:t>
                      </a:r>
                    </a:p>
                  </a:txBody>
                  <a:tcPr marL="171450" marR="171450" marT="76200" marB="76200" anchor="ctr">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c>
                  <a:txBody>
                    <a:bodyPr wrap="none">
                      <a:noAutofit/>
                    </a:bodyPr>
                    <a:lstStyle/>
                    <a:p>
                      <a:pPr algn="ctr"/>
                      <a:r>
                        <a:rPr sz="1725" b="1">
                          <a:solidFill>
                            <a:srgbClr val="182536"/>
                          </a:solidFill>
                          <a:latin typeface="Arial"/>
                          <a:ea typeface="Arial"/>
                          <a:cs typeface="Arial"/>
                        </a:rPr>
                        <a:t>Mutato</a:t>
                      </a:r>
                    </a:p>
                  </a:txBody>
                  <a:tcPr marL="171450" marR="171450" marT="76200" marB="76200" anchor="ctr">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r>
              <a:tr h="876300">
                <a:tc>
                  <a:txBody>
                    <a:bodyPr wrap="none">
                      <a:noAutofit/>
                    </a:bodyPr>
                    <a:lstStyle/>
                    <a:p>
                      <a:pPr algn="l"/>
                      <a:r>
                        <a:rPr sz="1725" b="0">
                          <a:solidFill>
                            <a:srgbClr val="182536"/>
                          </a:solidFill>
                          <a:latin typeface="Arial"/>
                          <a:ea typeface="Arial"/>
                          <a:cs typeface="Arial"/>
                        </a:rPr>
                        <a:t>NRF: HTTP</a:t>
                      </a:r>
                    </a:p>
                    <a:p>
                      <a:pPr algn="l"/>
                      <a:r>
                        <a:rPr sz="1725" b="0">
                          <a:solidFill>
                            <a:srgbClr val="182536"/>
                          </a:solidFill>
                          <a:latin typeface="Arial"/>
                          <a:ea typeface="Arial"/>
                          <a:cs typeface="Arial"/>
                        </a:rPr>
                        <a:t>200 → 403</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B64B56"/>
                          </a:solidFill>
                          <a:latin typeface="Arial"/>
                          <a:ea typeface="Arial"/>
                          <a:cs typeface="Arial"/>
                        </a:rPr>
                        <a:t>FAIL</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278766"/>
                          </a:solidFill>
                          <a:latin typeface="Arial"/>
                          <a:ea typeface="Arial"/>
                          <a:cs typeface="Arial"/>
                        </a:rPr>
                        <a:t>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1104900">
                <a:tc>
                  <a:txBody>
                    <a:bodyPr wrap="none">
                      <a:noAutofit/>
                    </a:bodyPr>
                    <a:lstStyle/>
                    <a:p>
                      <a:pPr algn="l"/>
                      <a:r>
                        <a:rPr sz="1725" b="0">
                          <a:solidFill>
                            <a:srgbClr val="182536"/>
                          </a:solidFill>
                          <a:latin typeface="Arial"/>
                          <a:ea typeface="Arial"/>
                          <a:cs typeface="Arial"/>
                        </a:rPr>
                        <a:t>AMF A: Intervallo</a:t>
                      </a:r>
                    </a:p>
                    <a:p>
                      <a:pPr algn="l"/>
                      <a:r>
                        <a:rPr sz="1725" b="0">
                          <a:solidFill>
                            <a:srgbClr val="182536"/>
                          </a:solidFill>
                          <a:latin typeface="Arial"/>
                          <a:ea typeface="Arial"/>
                          <a:cs typeface="Arial"/>
                        </a:rPr>
                        <a:t>temporale non</a:t>
                      </a:r>
                    </a:p>
                    <a:p>
                      <a:pPr algn="l"/>
                      <a:r>
                        <a:rPr sz="1725" b="0">
                          <a:solidFill>
                            <a:srgbClr val="182536"/>
                          </a:solidFill>
                          <a:latin typeface="Arial"/>
                          <a:ea typeface="Arial"/>
                          <a:cs typeface="Arial"/>
                        </a:rPr>
                        <a:t>rispettato</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278766"/>
                          </a:solidFill>
                          <a:latin typeface="Arial"/>
                          <a:ea typeface="Arial"/>
                          <a:cs typeface="Arial"/>
                        </a:rPr>
                        <a:t>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B64B56"/>
                          </a:solidFill>
                          <a:latin typeface="Arial"/>
                          <a:ea typeface="Arial"/>
                          <a:cs typeface="Arial"/>
                        </a:rPr>
                        <a:t>FAIL</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876300">
                <a:tc>
                  <a:txBody>
                    <a:bodyPr wrap="none">
                      <a:noAutofit/>
                    </a:bodyPr>
                    <a:lstStyle/>
                    <a:p>
                      <a:pPr algn="l"/>
                      <a:r>
                        <a:rPr sz="1725" b="0">
                          <a:solidFill>
                            <a:srgbClr val="182536"/>
                          </a:solidFill>
                          <a:latin typeface="Arial"/>
                          <a:ea typeface="Arial"/>
                          <a:cs typeface="Arial"/>
                        </a:rPr>
                        <a:t>UPF: F-TEID</a:t>
                      </a:r>
                    </a:p>
                    <a:p>
                      <a:pPr algn="l"/>
                      <a:r>
                        <a:rPr sz="1725" b="0">
                          <a:solidFill>
                            <a:srgbClr val="182536"/>
                          </a:solidFill>
                          <a:latin typeface="Arial"/>
                          <a:ea typeface="Arial"/>
                          <a:cs typeface="Arial"/>
                        </a:rPr>
                        <a:t>rimossi</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278766"/>
                          </a:solidFill>
                          <a:latin typeface="Arial"/>
                          <a:ea typeface="Arial"/>
                          <a:cs typeface="Arial"/>
                        </a:rPr>
                        <a:t>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575" b="1">
                          <a:solidFill>
                            <a:srgbClr val="9D7139"/>
                          </a:solidFill>
                          <a:latin typeface="Arial"/>
                          <a:ea typeface="Arial"/>
                          <a:cs typeface="Arial"/>
                        </a:rPr>
                        <a:t>INCONCLUSIVE</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bl>
          </a:graphicData>
        </a:graphic>
      </p:graphicFrame>
      <p:sp>
        <p:nvSpPr>
          <p:cNvPr id="47" name="f190">
            <a:extLst xmlns:a="http://schemas.openxmlformats.org/drawingml/2006/main">
              <a:ext uri="{FF2B5EF4-FFF2-40B4-BE49-F238E27FC236}">
                <a16:creationId xmlns:a16="http://schemas.microsoft.com/office/drawing/2014/main" id="{DB013DA0-C5D0-4312-8ACB-D6EDC95AB21A}"/>
              </a:ext>
            </a:extLst>
          </p:cNvPr>
          <p:cNvSpPr>
            <a:spLocks xmlns:a="http://schemas.openxmlformats.org/drawingml/2006/main" noGrp="1"/>
          </p:cNvSpPr>
          <p:nvPr/>
        </p:nvSpPr>
        <p:spPr>
          <a:xfrm xmlns:a="http://schemas.openxmlformats.org/drawingml/2006/main">
            <a:off x="8420100" y="7038975"/>
            <a:ext cx="2000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5250" b="1">
                <a:solidFill>
                  <a:srgbClr val="4264D0"/>
                </a:solidFill>
                <a:latin typeface="Arial"/>
                <a:ea typeface="Arial"/>
                <a:cs typeface="Arial"/>
              </a:defRPr>
            </a:defPPr>
            <a:lvl1pPr algn="ctr">
              <a:defRPr sz="5250" b="1">
                <a:solidFill>
                  <a:srgbClr val="4264D0"/>
                </a:solidFill>
                <a:latin typeface="Arial"/>
                <a:ea typeface="Arial"/>
                <a:cs typeface="Arial"/>
              </a:defRPr>
            </a:lvl1pPr>
            <a:lvl2pPr algn="ctr">
              <a:defRPr sz="5250" b="1">
                <a:solidFill>
                  <a:srgbClr val="4264D0"/>
                </a:solidFill>
                <a:latin typeface="Arial"/>
                <a:ea typeface="Arial"/>
                <a:cs typeface="Arial"/>
              </a:defRPr>
            </a:lvl2pPr>
            <a:lvl3pPr algn="ctr">
              <a:defRPr sz="5250" b="1">
                <a:solidFill>
                  <a:srgbClr val="4264D0"/>
                </a:solidFill>
                <a:latin typeface="Arial"/>
                <a:ea typeface="Arial"/>
                <a:cs typeface="Arial"/>
              </a:defRPr>
            </a:lvl3pPr>
            <a:lvl4pPr algn="ctr">
              <a:defRPr sz="5250" b="1">
                <a:solidFill>
                  <a:srgbClr val="4264D0"/>
                </a:solidFill>
                <a:latin typeface="Arial"/>
                <a:ea typeface="Arial"/>
                <a:cs typeface="Arial"/>
              </a:defRPr>
            </a:lvl4pPr>
            <a:lvl5pPr algn="ctr">
              <a:defRPr sz="5250" b="1">
                <a:solidFill>
                  <a:srgbClr val="4264D0"/>
                </a:solidFill>
                <a:latin typeface="Arial"/>
                <a:ea typeface="Arial"/>
                <a:cs typeface="Arial"/>
              </a:defRPr>
            </a:lvl5pPr>
            <a:lvl6pPr algn="ctr">
              <a:defRPr sz="5250" b="1">
                <a:solidFill>
                  <a:srgbClr val="4264D0"/>
                </a:solidFill>
                <a:latin typeface="Arial"/>
                <a:ea typeface="Arial"/>
                <a:cs typeface="Arial"/>
              </a:defRPr>
            </a:lvl6pPr>
            <a:lvl7pPr algn="ctr">
              <a:defRPr sz="5250" b="1">
                <a:solidFill>
                  <a:srgbClr val="4264D0"/>
                </a:solidFill>
                <a:latin typeface="Arial"/>
                <a:ea typeface="Arial"/>
                <a:cs typeface="Arial"/>
              </a:defRPr>
            </a:lvl7pPr>
            <a:lvl8pPr algn="ctr">
              <a:defRPr sz="5250" b="1">
                <a:solidFill>
                  <a:srgbClr val="4264D0"/>
                </a:solidFill>
                <a:latin typeface="Arial"/>
                <a:ea typeface="Arial"/>
                <a:cs typeface="Arial"/>
              </a:defRPr>
            </a:lvl8pPr>
            <a:lvl9pPr algn="ctr">
              <a:defRPr sz="5250" b="1">
                <a:solidFill>
                  <a:srgbClr val="4264D0"/>
                </a:solidFill>
                <a:latin typeface="Arial"/>
                <a:ea typeface="Arial"/>
                <a:cs typeface="Arial"/>
              </a:defRPr>
            </a:lvl9pPr>
          </a:lstStyle>
          <a:p xmlns:a="http://schemas.openxmlformats.org/drawingml/2006/main">
            <a:pPr algn="ctr">
              <a:defRPr sz="5250" b="1">
                <a:solidFill>
                  <a:srgbClr val="4264D0"/>
                </a:solidFill>
                <a:latin typeface="Arial"/>
                <a:ea typeface="Arial"/>
                <a:cs typeface="Arial"/>
              </a:defRPr>
            </a:pPr>
            <a:r>
              <a:rPr sz="5250" b="1">
                <a:solidFill>
                  <a:srgbClr val="4264D0"/>
                </a:solidFill>
                <a:latin typeface="Arial"/>
                <a:ea typeface="Arial"/>
                <a:cs typeface="Arial"/>
              </a:rPr>
              <a:t>13/13</a:t>
            </a:r>
          </a:p>
        </p:txBody>
      </p:sp>
      <p:sp>
        <p:nvSpPr>
          <p:cNvPr id="48" name="f191">
            <a:extLst xmlns:a="http://schemas.openxmlformats.org/drawingml/2006/main">
              <a:ext uri="{FF2B5EF4-FFF2-40B4-BE49-F238E27FC236}">
                <a16:creationId xmlns:a16="http://schemas.microsoft.com/office/drawing/2014/main" id="{DACFD009-A1CE-4BDB-BC6C-FDFB9624D885}"/>
              </a:ext>
            </a:extLst>
          </p:cNvPr>
          <p:cNvSpPr>
            <a:spLocks xmlns:a="http://schemas.openxmlformats.org/drawingml/2006/main" noGrp="1"/>
          </p:cNvSpPr>
          <p:nvPr/>
        </p:nvSpPr>
        <p:spPr>
          <a:xfrm xmlns:a="http://schemas.openxmlformats.org/drawingml/2006/main">
            <a:off x="10572750" y="7105650"/>
            <a:ext cx="3600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100" b="1">
                <a:solidFill>
                  <a:srgbClr val="182536"/>
                </a:solidFill>
                <a:latin typeface="Arial"/>
                <a:ea typeface="Arial"/>
                <a:cs typeface="Arial"/>
              </a:defRPr>
            </a:defPPr>
            <a:lvl1pPr algn="ctr">
              <a:defRPr sz="2100" b="1">
                <a:solidFill>
                  <a:srgbClr val="182536"/>
                </a:solidFill>
                <a:latin typeface="Arial"/>
                <a:ea typeface="Arial"/>
                <a:cs typeface="Arial"/>
              </a:defRPr>
            </a:lvl1pPr>
            <a:lvl2pPr algn="ctr">
              <a:defRPr sz="2100" b="1">
                <a:solidFill>
                  <a:srgbClr val="182536"/>
                </a:solidFill>
                <a:latin typeface="Arial"/>
                <a:ea typeface="Arial"/>
                <a:cs typeface="Arial"/>
              </a:defRPr>
            </a:lvl2pPr>
            <a:lvl3pPr algn="ctr">
              <a:defRPr sz="2100" b="1">
                <a:solidFill>
                  <a:srgbClr val="182536"/>
                </a:solidFill>
                <a:latin typeface="Arial"/>
                <a:ea typeface="Arial"/>
                <a:cs typeface="Arial"/>
              </a:defRPr>
            </a:lvl3pPr>
            <a:lvl4pPr algn="ctr">
              <a:defRPr sz="2100" b="1">
                <a:solidFill>
                  <a:srgbClr val="182536"/>
                </a:solidFill>
                <a:latin typeface="Arial"/>
                <a:ea typeface="Arial"/>
                <a:cs typeface="Arial"/>
              </a:defRPr>
            </a:lvl4pPr>
            <a:lvl5pPr algn="ctr">
              <a:defRPr sz="2100" b="1">
                <a:solidFill>
                  <a:srgbClr val="182536"/>
                </a:solidFill>
                <a:latin typeface="Arial"/>
                <a:ea typeface="Arial"/>
                <a:cs typeface="Arial"/>
              </a:defRPr>
            </a:lvl5pPr>
            <a:lvl6pPr algn="ctr">
              <a:defRPr sz="2100" b="1">
                <a:solidFill>
                  <a:srgbClr val="182536"/>
                </a:solidFill>
                <a:latin typeface="Arial"/>
                <a:ea typeface="Arial"/>
                <a:cs typeface="Arial"/>
              </a:defRPr>
            </a:lvl6pPr>
            <a:lvl7pPr algn="ctr">
              <a:defRPr sz="2100" b="1">
                <a:solidFill>
                  <a:srgbClr val="182536"/>
                </a:solidFill>
                <a:latin typeface="Arial"/>
                <a:ea typeface="Arial"/>
                <a:cs typeface="Arial"/>
              </a:defRPr>
            </a:lvl7pPr>
            <a:lvl8pPr algn="ctr">
              <a:defRPr sz="2100" b="1">
                <a:solidFill>
                  <a:srgbClr val="182536"/>
                </a:solidFill>
                <a:latin typeface="Arial"/>
                <a:ea typeface="Arial"/>
                <a:cs typeface="Arial"/>
              </a:defRPr>
            </a:lvl8pPr>
            <a:lvl9pPr algn="ctr">
              <a:defRPr sz="2100" b="1">
                <a:solidFill>
                  <a:srgbClr val="182536"/>
                </a:solidFill>
                <a:latin typeface="Arial"/>
                <a:ea typeface="Arial"/>
                <a:cs typeface="Arial"/>
              </a:defRPr>
            </a:lvl9pPr>
          </a:lstStyle>
          <a:p xmlns:a="http://schemas.openxmlformats.org/drawingml/2006/main">
            <a:pPr algn="ctr">
              <a:defRPr sz="2100" b="1">
                <a:solidFill>
                  <a:srgbClr val="182536"/>
                </a:solidFill>
                <a:latin typeface="Arial"/>
                <a:ea typeface="Arial"/>
                <a:cs typeface="Arial"/>
              </a:defRPr>
            </a:pPr>
            <a:r>
              <a:rPr sz="2100" b="1">
                <a:solidFill>
                  <a:srgbClr val="182536"/>
                </a:solidFill>
                <a:latin typeface="Arial"/>
                <a:ea typeface="Arial"/>
                <a:cs typeface="Arial"/>
              </a:rPr>
              <a:t>scenari completati</a:t>
            </a:r>
          </a:p>
          <a:p xmlns:a="http://schemas.openxmlformats.org/drawingml/2006/main">
            <a:pPr algn="ctr">
              <a:defRPr sz="2100" b="1">
                <a:solidFill>
                  <a:srgbClr val="182536"/>
                </a:solidFill>
                <a:latin typeface="Arial"/>
                <a:ea typeface="Arial"/>
                <a:cs typeface="Arial"/>
              </a:defRPr>
            </a:pPr>
            <a:r>
              <a:rPr sz="2100" b="1">
                <a:solidFill>
                  <a:srgbClr val="182536"/>
                </a:solidFill>
                <a:latin typeface="Arial"/>
                <a:ea typeface="Arial"/>
                <a:cs typeface="Arial"/>
              </a:rPr>
              <a:t>con verdetto atteso</a:t>
            </a:r>
          </a:p>
        </p:txBody>
      </p:sp>
    </p:spTree>
    <p:extLst>
      <p:ext uri="{BB962C8B-B14F-4D97-AF65-F5344CB8AC3E}">
        <p14:creationId xmlns:p14="http://schemas.microsoft.com/office/powerpoint/2010/main" val="518081371"/>
      </p:ext>
    </p:extLst>
  </p:cSld>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5240000" cy="8572500"/>
          </a:xfrm>
          <a:prstGeom prst="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6800" y="676274"/>
            <a:ext cx="8572500" cy="400050"/>
          </a:xfrm>
          <a:prstGeom prst="rect">
            <a:avLst/>
          </a:prstGeom>
          <a:noFill/>
        </p:spPr>
        <p:txBody>
          <a:bodyPr wrap="none" lIns="0" rIns="0" tIns="0" bIns="0">
            <a:spAutoFit/>
          </a:bodyPr>
          <a:lstStyle/>
          <a:p>
            <a:pPr algn="l">
              <a:spcBef>
                <a:spcPts val="0"/>
              </a:spcBef>
              <a:spcAft>
                <a:spcPts val="0"/>
              </a:spcAft>
            </a:pPr>
            <a:r>
              <a:rPr sz="1350" b="0">
                <a:solidFill>
                  <a:srgbClr val="52627B"/>
                </a:solidFill>
                <a:latin typeface="Arial"/>
              </a:rPr>
              <a:t>CONCLUSIONI E SVILUPPI FUTURI</a:t>
            </a:r>
          </a:p>
        </p:txBody>
      </p:sp>
      <p:sp>
        <p:nvSpPr>
          <p:cNvPr id="6" name="TextBox 5"/>
          <p:cNvSpPr txBox="1"/>
          <p:nvPr/>
        </p:nvSpPr>
        <p:spPr>
          <a:xfrm>
            <a:off x="12725400" y="676274"/>
            <a:ext cx="1457325" cy="361950"/>
          </a:xfrm>
          <a:prstGeom prst="rect">
            <a:avLst/>
          </a:prstGeom>
          <a:noFill/>
        </p:spPr>
        <p:txBody>
          <a:bodyPr wrap="none" lIns="0" rIns="0" tIns="0" bIns="0">
            <a:spAutoFit/>
          </a:bodyPr>
          <a:lstStyle/>
          <a:p>
            <a:pPr algn="r">
              <a:spcBef>
                <a:spcPts val="0"/>
              </a:spcBef>
              <a:spcAft>
                <a:spcPts val="0"/>
              </a:spcAft>
            </a:pPr>
            <a:r>
              <a:rPr sz="1350" b="0">
                <a:solidFill>
                  <a:srgbClr val="52627B"/>
                </a:solidFill>
                <a:latin typeface="Arial"/>
              </a:rPr>
              <a:t>08 / 09</a:t>
            </a:r>
          </a:p>
        </p:txBody>
      </p:sp>
      <p:sp>
        <p:nvSpPr>
          <p:cNvPr id="7" name="TextBox 6"/>
          <p:cNvSpPr txBox="1"/>
          <p:nvPr/>
        </p:nvSpPr>
        <p:spPr>
          <a:xfrm>
            <a:off x="1066800" y="1323974"/>
            <a:ext cx="12382500" cy="809625"/>
          </a:xfrm>
          <a:prstGeom prst="rect">
            <a:avLst/>
          </a:prstGeom>
          <a:noFill/>
        </p:spPr>
        <p:txBody>
          <a:bodyPr wrap="none" lIns="0" rIns="0" tIns="0" bIns="0">
            <a:spAutoFit/>
          </a:bodyPr>
          <a:lstStyle/>
          <a:p>
            <a:pPr algn="l">
              <a:spcBef>
                <a:spcPts val="0"/>
              </a:spcBef>
              <a:spcAft>
                <a:spcPts val="0"/>
              </a:spcAft>
            </a:pPr>
            <a:r>
              <a:rPr sz="4050" b="1">
                <a:solidFill>
                  <a:srgbClr val="182536"/>
                </a:solidFill>
                <a:latin typeface="Arial"/>
              </a:rPr>
              <a:t>Futuri sviluppi</a:t>
            </a:r>
          </a:p>
        </p:txBody>
      </p:sp>
      <p:sp>
        <p:nvSpPr>
          <p:cNvPr id="8" name="Rounded Rectangle 7"/>
          <p:cNvSpPr/>
          <p:nvPr/>
        </p:nvSpPr>
        <p:spPr>
          <a:xfrm>
            <a:off x="1066800" y="3000375"/>
            <a:ext cx="6362700" cy="2952750"/>
          </a:xfrm>
          <a:prstGeom prst="roundRect">
            <a:avLst>
              <a:gd name="adj" fmla="val 7000"/>
            </a:avLst>
          </a:prstGeom>
          <a:solidFill>
            <a:srgbClr val="F0F4FF"/>
          </a:solidFill>
          <a:ln w="17145">
            <a:solidFill>
              <a:srgbClr val="D9E3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810500" y="3000375"/>
            <a:ext cx="6362700" cy="2952750"/>
          </a:xfrm>
          <a:prstGeom prst="roundRect">
            <a:avLst>
              <a:gd name="adj" fmla="val 7000"/>
            </a:avLst>
          </a:prstGeom>
          <a:solidFill>
            <a:srgbClr val="EEF8F3"/>
          </a:solidFill>
          <a:ln w="17145">
            <a:solidFill>
              <a:srgbClr val="D9E3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3333749"/>
            <a:ext cx="5619750" cy="495299"/>
          </a:xfrm>
          <a:prstGeom prst="rect">
            <a:avLst/>
          </a:prstGeom>
          <a:noFill/>
        </p:spPr>
        <p:txBody>
          <a:bodyPr wrap="none" lIns="0" rIns="0" tIns="0" bIns="0">
            <a:spAutoFit/>
          </a:bodyPr>
          <a:lstStyle/>
          <a:p>
            <a:pPr algn="l">
              <a:spcBef>
                <a:spcPts val="0"/>
              </a:spcBef>
              <a:spcAft>
                <a:spcPts val="0"/>
              </a:spcAft>
            </a:pPr>
            <a:r>
              <a:rPr sz="2450" b="1">
                <a:solidFill>
                  <a:srgbClr val="4264A8"/>
                </a:solidFill>
                <a:latin typeface="Arial"/>
              </a:rPr>
              <a:t>Ampliare i test supportati</a:t>
            </a:r>
          </a:p>
        </p:txBody>
      </p:sp>
      <p:sp>
        <p:nvSpPr>
          <p:cNvPr id="11" name="TextBox 10"/>
          <p:cNvSpPr txBox="1"/>
          <p:nvPr/>
        </p:nvSpPr>
        <p:spPr>
          <a:xfrm>
            <a:off x="1371600" y="4114800"/>
            <a:ext cx="5762625" cy="371475"/>
          </a:xfrm>
          <a:prstGeom prst="rect">
            <a:avLst/>
          </a:prstGeom>
          <a:noFill/>
        </p:spPr>
        <p:txBody>
          <a:bodyPr wrap="none" lIns="0" rIns="0" tIns="0" bIns="0">
            <a:spAutoFit/>
          </a:bodyPr>
          <a:lstStyle/>
          <a:p>
            <a:pPr algn="l">
              <a:spcBef>
                <a:spcPts val="0"/>
              </a:spcBef>
              <a:spcAft>
                <a:spcPts val="0"/>
              </a:spcAft>
            </a:pPr>
            <a:r>
              <a:rPr sz="2025" b="0">
                <a:solidFill>
                  <a:srgbClr val="52627B"/>
                </a:solidFill>
                <a:latin typeface="Arial"/>
              </a:rPr>
              <a:t>Estendere i normalizzatori a nuovi protocolli</a:t>
            </a:r>
          </a:p>
        </p:txBody>
      </p:sp>
      <p:sp>
        <p:nvSpPr>
          <p:cNvPr id="12" name="TextBox 11"/>
          <p:cNvSpPr txBox="1"/>
          <p:nvPr/>
        </p:nvSpPr>
        <p:spPr>
          <a:xfrm>
            <a:off x="1371600" y="4514850"/>
            <a:ext cx="5762625" cy="371475"/>
          </a:xfrm>
          <a:prstGeom prst="rect">
            <a:avLst/>
          </a:prstGeom>
          <a:noFill/>
        </p:spPr>
        <p:txBody>
          <a:bodyPr wrap="none" lIns="0" rIns="0" tIns="0" bIns="0">
            <a:spAutoFit/>
          </a:bodyPr>
          <a:lstStyle/>
          <a:p>
            <a:pPr algn="l">
              <a:spcBef>
                <a:spcPts val="0"/>
              </a:spcBef>
              <a:spcAft>
                <a:spcPts val="0"/>
              </a:spcAft>
            </a:pPr>
            <a:r>
              <a:rPr sz="2025" b="0">
                <a:solidFill>
                  <a:srgbClr val="52627B"/>
                </a:solidFill>
                <a:latin typeface="Arial"/>
              </a:rPr>
              <a:t>e ricavare nuove evidenze, per coprire</a:t>
            </a:r>
          </a:p>
        </p:txBody>
      </p:sp>
      <p:sp>
        <p:nvSpPr>
          <p:cNvPr id="13" name="TextBox 12"/>
          <p:cNvSpPr txBox="1"/>
          <p:nvPr/>
        </p:nvSpPr>
        <p:spPr>
          <a:xfrm>
            <a:off x="1371600" y="4914900"/>
            <a:ext cx="5762625" cy="371475"/>
          </a:xfrm>
          <a:prstGeom prst="rect">
            <a:avLst/>
          </a:prstGeom>
          <a:noFill/>
        </p:spPr>
        <p:txBody>
          <a:bodyPr wrap="none" lIns="0" rIns="0" tIns="0" bIns="0">
            <a:spAutoFit/>
          </a:bodyPr>
          <a:lstStyle/>
          <a:p>
            <a:pPr algn="l">
              <a:spcBef>
                <a:spcPts val="0"/>
              </a:spcBef>
              <a:spcAft>
                <a:spcPts val="0"/>
              </a:spcAft>
            </a:pPr>
            <a:r>
              <a:rPr sz="2025" b="0">
                <a:solidFill>
                  <a:srgbClr val="52627B"/>
                </a:solidFill>
                <a:latin typeface="Arial"/>
              </a:rPr>
              <a:t>più requisiti e casi di test SCAS.</a:t>
            </a:r>
          </a:p>
        </p:txBody>
      </p:sp>
      <p:sp>
        <p:nvSpPr>
          <p:cNvPr id="14" name="TextBox 13"/>
          <p:cNvSpPr txBox="1"/>
          <p:nvPr/>
        </p:nvSpPr>
        <p:spPr>
          <a:xfrm>
            <a:off x="8115300" y="3333749"/>
            <a:ext cx="5810250" cy="495299"/>
          </a:xfrm>
          <a:prstGeom prst="rect">
            <a:avLst/>
          </a:prstGeom>
          <a:noFill/>
        </p:spPr>
        <p:txBody>
          <a:bodyPr wrap="none" lIns="0" rIns="0" tIns="0" bIns="0">
            <a:spAutoFit/>
          </a:bodyPr>
          <a:lstStyle/>
          <a:p>
            <a:pPr algn="l">
              <a:spcBef>
                <a:spcPts val="0"/>
              </a:spcBef>
              <a:spcAft>
                <a:spcPts val="0"/>
              </a:spcAft>
            </a:pPr>
            <a:r>
              <a:rPr sz="2450" b="1">
                <a:solidFill>
                  <a:srgbClr val="278766"/>
                </a:solidFill>
                <a:latin typeface="Arial"/>
              </a:rPr>
              <a:t>Automatizzare il mutation testing</a:t>
            </a:r>
          </a:p>
        </p:txBody>
      </p:sp>
      <p:sp>
        <p:nvSpPr>
          <p:cNvPr id="15" name="TextBox 14"/>
          <p:cNvSpPr txBox="1"/>
          <p:nvPr/>
        </p:nvSpPr>
        <p:spPr>
          <a:xfrm>
            <a:off x="8115300" y="4114800"/>
            <a:ext cx="5810250" cy="371475"/>
          </a:xfrm>
          <a:prstGeom prst="rect">
            <a:avLst/>
          </a:prstGeom>
          <a:noFill/>
        </p:spPr>
        <p:txBody>
          <a:bodyPr wrap="none" lIns="0" rIns="0" tIns="0" bIns="0">
            <a:spAutoFit/>
          </a:bodyPr>
          <a:lstStyle/>
          <a:p>
            <a:pPr algn="l">
              <a:spcBef>
                <a:spcPts val="0"/>
              </a:spcBef>
              <a:spcAft>
                <a:spcPts val="0"/>
              </a:spcAft>
            </a:pPr>
            <a:r>
              <a:rPr sz="2025" b="0">
                <a:solidFill>
                  <a:srgbClr val="52627B"/>
                </a:solidFill>
                <a:latin typeface="Arial"/>
              </a:rPr>
              <a:t>Utilizzare un unico motore comune</a:t>
            </a:r>
          </a:p>
        </p:txBody>
      </p:sp>
      <p:sp>
        <p:nvSpPr>
          <p:cNvPr id="16" name="TextBox 15"/>
          <p:cNvSpPr txBox="1"/>
          <p:nvPr/>
        </p:nvSpPr>
        <p:spPr>
          <a:xfrm>
            <a:off x="8115300" y="4514850"/>
            <a:ext cx="5810250" cy="371475"/>
          </a:xfrm>
          <a:prstGeom prst="rect">
            <a:avLst/>
          </a:prstGeom>
          <a:noFill/>
        </p:spPr>
        <p:txBody>
          <a:bodyPr wrap="none" lIns="0" rIns="0" tIns="0" bIns="0">
            <a:spAutoFit/>
          </a:bodyPr>
          <a:lstStyle/>
          <a:p>
            <a:pPr algn="l">
              <a:spcBef>
                <a:spcPts val="0"/>
              </a:spcBef>
              <a:spcAft>
                <a:spcPts val="0"/>
              </a:spcAft>
            </a:pPr>
            <a:r>
              <a:rPr sz="2025" b="0">
                <a:solidFill>
                  <a:srgbClr val="52627B"/>
                </a:solidFill>
                <a:latin typeface="Arial"/>
              </a:rPr>
              <a:t>anche per i casi di mutation testing,</a:t>
            </a:r>
          </a:p>
        </p:txBody>
      </p:sp>
      <p:sp>
        <p:nvSpPr>
          <p:cNvPr id="17" name="TextBox 16"/>
          <p:cNvSpPr txBox="1"/>
          <p:nvPr/>
        </p:nvSpPr>
        <p:spPr>
          <a:xfrm>
            <a:off x="8115300" y="4914900"/>
            <a:ext cx="5810250" cy="371475"/>
          </a:xfrm>
          <a:prstGeom prst="rect">
            <a:avLst/>
          </a:prstGeom>
          <a:noFill/>
        </p:spPr>
        <p:txBody>
          <a:bodyPr wrap="none" lIns="0" rIns="0" tIns="0" bIns="0">
            <a:spAutoFit/>
          </a:bodyPr>
          <a:lstStyle/>
          <a:p>
            <a:pPr algn="l">
              <a:spcBef>
                <a:spcPts val="0"/>
              </a:spcBef>
              <a:spcAft>
                <a:spcPts val="0"/>
              </a:spcAft>
            </a:pPr>
            <a:r>
              <a:rPr sz="2025" b="0">
                <a:solidFill>
                  <a:srgbClr val="52627B"/>
                </a:solidFill>
                <a:latin typeface="Arial"/>
              </a:rPr>
              <a:t>guidato dalle regole della DSL.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5240000" cy="8572500"/>
          </a:xfrm>
          <a:prstGeom prst="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725400" y="676274"/>
            <a:ext cx="1457325" cy="361950"/>
          </a:xfrm>
          <a:prstGeom prst="rect">
            <a:avLst/>
          </a:prstGeom>
          <a:noFill/>
        </p:spPr>
        <p:txBody>
          <a:bodyPr wrap="none" lIns="0" rIns="0" tIns="0" bIns="0">
            <a:spAutoFit/>
          </a:bodyPr>
          <a:lstStyle/>
          <a:p>
            <a:pPr algn="r">
              <a:spcBef>
                <a:spcPts val="0"/>
              </a:spcBef>
              <a:spcAft>
                <a:spcPts val="0"/>
              </a:spcAft>
            </a:pPr>
            <a:r>
              <a:rPr sz="1350" b="0">
                <a:solidFill>
                  <a:srgbClr val="52627B"/>
                </a:solidFill>
                <a:latin typeface="Arial"/>
              </a:rPr>
              <a:t>09 / 09</a:t>
            </a:r>
          </a:p>
        </p:txBody>
      </p:sp>
      <p:cxnSp>
        <p:nvCxnSpPr>
          <p:cNvPr id="6" name="Connector 5"/>
          <p:cNvCxnSpPr/>
          <p:nvPr/>
        </p:nvCxnSpPr>
        <p:spPr>
          <a:xfrm>
            <a:off x="1371600" y="3314700"/>
            <a:ext cx="1200150" cy="0"/>
          </a:xfrm>
          <a:prstGeom prst="line">
            <a:avLst/>
          </a:prstGeom>
          <a:ln w="47625">
            <a:solidFill>
              <a:srgbClr val="60758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371600" y="3571875"/>
            <a:ext cx="8096250" cy="1047749"/>
          </a:xfrm>
          <a:prstGeom prst="rect">
            <a:avLst/>
          </a:prstGeom>
          <a:noFill/>
        </p:spPr>
        <p:txBody>
          <a:bodyPr wrap="none" lIns="0" rIns="0" tIns="0" bIns="0">
            <a:spAutoFit/>
          </a:bodyPr>
          <a:lstStyle/>
          <a:p>
            <a:pPr algn="l">
              <a:spcBef>
                <a:spcPts val="0"/>
              </a:spcBef>
              <a:spcAft>
                <a:spcPts val="0"/>
              </a:spcAft>
            </a:pPr>
            <a:r>
              <a:rPr sz="5250" b="1">
                <a:solidFill>
                  <a:srgbClr val="182536"/>
                </a:solidFill>
                <a:latin typeface="Arial"/>
              </a:rPr>
              <a:t>Grazie per l’attenzione.</a:t>
            </a:r>
          </a:p>
        </p:txBody>
      </p:sp>
      <p:pic>
        <p:nvPicPr>
          <p:cNvPr id="8" name="Picture 7" descr="closing-web.png"/>
          <p:cNvPicPr>
            <a:picLocks noChangeAspect="1"/>
          </p:cNvPicPr>
          <p:nvPr/>
        </p:nvPicPr>
        <p:blipFill>
          <a:blip r:embed="rId2"/>
          <a:stretch>
            <a:fillRect/>
          </a:stretch>
        </p:blipFill>
        <p:spPr>
          <a:xfrm>
            <a:off x="9696450" y="2857500"/>
            <a:ext cx="4762500" cy="409574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3" name="f66">
            <a:extLst>
              <a:ext uri="{FF2B5EF4-FFF2-40B4-BE49-F238E27FC236}">
                <a16:creationId xmlns:a16="http://schemas.microsoft.com/office/drawing/2014/main" id="{312A2E53-ADCA-44D7-9FDF-26F87BF58576}"/>
              </a:ext>
            </a:extLst>
          </p:cNvPr>
          <p:cNvSpPr>
            <a:spLocks noGrp="1"/>
          </p:cNvSpPr>
          <p:nvPr/>
        </p:nvSpPr>
        <p:spPr>
          <a:xfrm>
            <a:off x="1066800" y="666750"/>
            <a:ext cx="10953750" cy="285750"/>
          </a:xfrm>
          <a:prstGeom prst="rect">
            <a:avLst/>
          </a:prstGeom>
          <a:noFill/>
          <a:ln w="0">
            <a:noFill/>
            <a:prstDash val="solid"/>
          </a:ln>
        </p:spPr>
        <p:txBody>
          <a:bodyPr wrap="none" lIns="0" tIns="0" rIns="0" bIns="0" anchor="t">
            <a:noAutofit/>
          </a:bodyPr>
          <a:lstStyle>
            <a:defPPr algn="l">
              <a:defRPr sz="1500" b="0">
                <a:solidFill>
                  <a:srgbClr val="52627B"/>
                </a:solidFill>
                <a:latin typeface="Arial"/>
                <a:ea typeface="Arial"/>
                <a:cs typeface="Arial"/>
              </a:defRPr>
            </a:defPPr>
            <a:lvl1pPr algn="l">
              <a:defRPr sz="1500" b="0">
                <a:solidFill>
                  <a:srgbClr val="52627B"/>
                </a:solidFill>
                <a:latin typeface="Arial"/>
                <a:ea typeface="Arial"/>
                <a:cs typeface="Arial"/>
              </a:defRPr>
            </a:lvl1pPr>
            <a:lvl2pPr algn="l">
              <a:defRPr sz="1500" b="0">
                <a:solidFill>
                  <a:srgbClr val="52627B"/>
                </a:solidFill>
                <a:latin typeface="Arial"/>
                <a:ea typeface="Arial"/>
                <a:cs typeface="Arial"/>
              </a:defRPr>
            </a:lvl2pPr>
            <a:lvl3pPr algn="l">
              <a:defRPr sz="1500" b="0">
                <a:solidFill>
                  <a:srgbClr val="52627B"/>
                </a:solidFill>
                <a:latin typeface="Arial"/>
                <a:ea typeface="Arial"/>
                <a:cs typeface="Arial"/>
              </a:defRPr>
            </a:lvl3pPr>
            <a:lvl4pPr algn="l">
              <a:defRPr sz="1500" b="0">
                <a:solidFill>
                  <a:srgbClr val="52627B"/>
                </a:solidFill>
                <a:latin typeface="Arial"/>
                <a:ea typeface="Arial"/>
                <a:cs typeface="Arial"/>
              </a:defRPr>
            </a:lvl4pPr>
            <a:lvl5pPr algn="l">
              <a:defRPr sz="1500" b="0">
                <a:solidFill>
                  <a:srgbClr val="52627B"/>
                </a:solidFill>
                <a:latin typeface="Arial"/>
                <a:ea typeface="Arial"/>
                <a:cs typeface="Arial"/>
              </a:defRPr>
            </a:lvl5pPr>
            <a:lvl6pPr algn="l">
              <a:defRPr sz="1500" b="0">
                <a:solidFill>
                  <a:srgbClr val="52627B"/>
                </a:solidFill>
                <a:latin typeface="Arial"/>
                <a:ea typeface="Arial"/>
                <a:cs typeface="Arial"/>
              </a:defRPr>
            </a:lvl6pPr>
            <a:lvl7pPr algn="l">
              <a:defRPr sz="1500" b="0">
                <a:solidFill>
                  <a:srgbClr val="52627B"/>
                </a:solidFill>
                <a:latin typeface="Arial"/>
                <a:ea typeface="Arial"/>
                <a:cs typeface="Arial"/>
              </a:defRPr>
            </a:lvl7pPr>
            <a:lvl8pPr algn="l">
              <a:defRPr sz="1500" b="0">
                <a:solidFill>
                  <a:srgbClr val="52627B"/>
                </a:solidFill>
                <a:latin typeface="Arial"/>
                <a:ea typeface="Arial"/>
                <a:cs typeface="Arial"/>
              </a:defRPr>
            </a:lvl8pPr>
            <a:lvl9pPr algn="l">
              <a:defRPr sz="1500" b="0">
                <a:solidFill>
                  <a:srgbClr val="52627B"/>
                </a:solidFill>
                <a:latin typeface="Arial"/>
                <a:ea typeface="Arial"/>
                <a:cs typeface="Arial"/>
              </a:defRPr>
            </a:lvl9pPr>
          </a:lstStyle>
          <a:p>
            <a:pPr algn="l">
              <a:defRPr sz="1500" b="0">
                <a:solidFill>
                  <a:srgbClr val="52627B"/>
                </a:solidFill>
                <a:latin typeface="Arial"/>
                <a:ea typeface="Arial"/>
                <a:cs typeface="Arial"/>
              </a:defRPr>
            </a:pPr>
            <a:r>
              <a:rPr sz="1500" b="0">
                <a:solidFill>
                  <a:srgbClr val="52627B"/>
                </a:solidFill>
                <a:latin typeface="Arial"/>
                <a:ea typeface="Arial"/>
                <a:cs typeface="Arial"/>
              </a:rPr>
              <a:t>CONTRIBUTI DELLA TESI</a:t>
            </a:r>
          </a:p>
        </p:txBody>
      </p:sp>
      <p:sp>
        <p:nvSpPr>
          <p:cNvPr id="2" name="f67">
            <a:extLst>
              <a:ext uri="{FF2B5EF4-FFF2-40B4-BE49-F238E27FC236}">
                <a16:creationId xmlns:a16="http://schemas.microsoft.com/office/drawing/2014/main" id="{C759C9C2-3F79-4FDA-91B1-815A6E0934BD}"/>
              </a:ext>
            </a:extLst>
          </p:cNvPr>
          <p:cNvSpPr>
            <a:spLocks noGrp="1"/>
          </p:cNvSpPr>
          <p:nvPr/>
        </p:nvSpPr>
        <p:spPr>
          <a:xfrm>
            <a:off x="12858750" y="666750"/>
            <a:ext cx="1314450" cy="285750"/>
          </a:xfrm>
          <a:prstGeom prst="rect">
            <a:avLst/>
          </a:prstGeom>
          <a:noFill/>
          <a:ln w="0">
            <a:noFill/>
            <a:prstDash val="solid"/>
          </a:ln>
        </p:spPr>
        <p:txBody>
          <a:bodyPr wrap="none" lIns="0" tIns="0" rIns="0" bIns="0" anchor="t">
            <a:noAutofit/>
          </a:bodyPr>
          <a:lstStyle>
            <a:defPPr algn="r">
              <a:defRPr sz="1350" b="0">
                <a:solidFill>
                  <a:srgbClr val="52627B"/>
                </a:solidFill>
                <a:latin typeface="Arial"/>
                <a:ea typeface="Arial"/>
                <a:cs typeface="Arial"/>
              </a:defRPr>
            </a:defPPr>
            <a:lvl1pPr algn="r">
              <a:defRPr sz="1350" b="0">
                <a:solidFill>
                  <a:srgbClr val="52627B"/>
                </a:solidFill>
                <a:latin typeface="Arial"/>
                <a:ea typeface="Arial"/>
                <a:cs typeface="Arial"/>
              </a:defRPr>
            </a:lvl1pPr>
            <a:lvl2pPr algn="r">
              <a:defRPr sz="1350" b="0">
                <a:solidFill>
                  <a:srgbClr val="52627B"/>
                </a:solidFill>
                <a:latin typeface="Arial"/>
                <a:ea typeface="Arial"/>
                <a:cs typeface="Arial"/>
              </a:defRPr>
            </a:lvl2pPr>
            <a:lvl3pPr algn="r">
              <a:defRPr sz="1350" b="0">
                <a:solidFill>
                  <a:srgbClr val="52627B"/>
                </a:solidFill>
                <a:latin typeface="Arial"/>
                <a:ea typeface="Arial"/>
                <a:cs typeface="Arial"/>
              </a:defRPr>
            </a:lvl3pPr>
            <a:lvl4pPr algn="r">
              <a:defRPr sz="1350" b="0">
                <a:solidFill>
                  <a:srgbClr val="52627B"/>
                </a:solidFill>
                <a:latin typeface="Arial"/>
                <a:ea typeface="Arial"/>
                <a:cs typeface="Arial"/>
              </a:defRPr>
            </a:lvl4pPr>
            <a:lvl5pPr algn="r">
              <a:defRPr sz="1350" b="0">
                <a:solidFill>
                  <a:srgbClr val="52627B"/>
                </a:solidFill>
                <a:latin typeface="Arial"/>
                <a:ea typeface="Arial"/>
                <a:cs typeface="Arial"/>
              </a:defRPr>
            </a:lvl5pPr>
            <a:lvl6pPr algn="r">
              <a:defRPr sz="1350" b="0">
                <a:solidFill>
                  <a:srgbClr val="52627B"/>
                </a:solidFill>
                <a:latin typeface="Arial"/>
                <a:ea typeface="Arial"/>
                <a:cs typeface="Arial"/>
              </a:defRPr>
            </a:lvl6pPr>
            <a:lvl7pPr algn="r">
              <a:defRPr sz="1350" b="0">
                <a:solidFill>
                  <a:srgbClr val="52627B"/>
                </a:solidFill>
                <a:latin typeface="Arial"/>
                <a:ea typeface="Arial"/>
                <a:cs typeface="Arial"/>
              </a:defRPr>
            </a:lvl7pPr>
            <a:lvl8pPr algn="r">
              <a:defRPr sz="1350" b="0">
                <a:solidFill>
                  <a:srgbClr val="52627B"/>
                </a:solidFill>
                <a:latin typeface="Arial"/>
                <a:ea typeface="Arial"/>
                <a:cs typeface="Arial"/>
              </a:defRPr>
            </a:lvl8pPr>
            <a:lvl9pPr algn="r">
              <a:defRPr sz="1350" b="0">
                <a:solidFill>
                  <a:srgbClr val="52627B"/>
                </a:solidFill>
                <a:latin typeface="Arial"/>
                <a:ea typeface="Arial"/>
                <a:cs typeface="Arial"/>
              </a:defRPr>
            </a:lvl9pPr>
          </a:lstStyle>
          <a:p>
            <a:pPr algn="r">
              <a:defRPr sz="1350" b="0">
                <a:solidFill>
                  <a:srgbClr val="52627B"/>
                </a:solidFill>
                <a:latin typeface="Arial"/>
                <a:ea typeface="Arial"/>
                <a:cs typeface="Arial"/>
              </a:defRPr>
            </a:pPr>
            <a:r>
              <a:rPr sz="1350" b="0">
                <a:solidFill>
                  <a:srgbClr val="52627B"/>
                </a:solidFill>
                <a:latin typeface="Arial"/>
                <a:ea typeface="Arial"/>
                <a:cs typeface="Arial"/>
              </a:rPr>
              <a:t>04 / 09</a:t>
            </a:r>
          </a:p>
        </p:txBody>
      </p:sp>
      <p:sp>
        <p:nvSpPr>
          <p:cNvPr id="3" name="f68">
            <a:extLst>
              <a:ext uri="{FF2B5EF4-FFF2-40B4-BE49-F238E27FC236}">
                <a16:creationId xmlns:a16="http://schemas.microsoft.com/office/drawing/2014/main" id="{6F3A4EF3-4FD8-4B3E-AF07-A27A5A340FCF}"/>
              </a:ext>
            </a:extLst>
          </p:cNvPr>
          <p:cNvSpPr>
            <a:spLocks noGrp="1"/>
          </p:cNvSpPr>
          <p:nvPr/>
        </p:nvSpPr>
        <p:spPr>
          <a:xfrm>
            <a:off x="1066800" y="1200150"/>
            <a:ext cx="13106400" cy="723900"/>
          </a:xfrm>
          <a:prstGeom prst="rect">
            <a:avLst/>
          </a:prstGeom>
          <a:noFill/>
          <a:ln w="0">
            <a:noFill/>
            <a:prstDash val="solid"/>
          </a:ln>
        </p:spPr>
        <p:txBody>
          <a:bodyPr wrap="none" lIns="0" tIns="0" rIns="0" bIns="0" anchor="t">
            <a:noAutofit/>
          </a:bodyPr>
          <a:lstStyle>
            <a:defPPr algn="l">
              <a:defRPr sz="4050" b="1">
                <a:solidFill>
                  <a:srgbClr val="182536"/>
                </a:solidFill>
                <a:latin typeface="Arial"/>
                <a:ea typeface="Arial"/>
                <a:cs typeface="Arial"/>
              </a:defRPr>
            </a:defPPr>
            <a:lvl1pPr algn="l">
              <a:defRPr sz="4050" b="1">
                <a:solidFill>
                  <a:srgbClr val="182536"/>
                </a:solidFill>
                <a:latin typeface="Arial"/>
                <a:ea typeface="Arial"/>
                <a:cs typeface="Arial"/>
              </a:defRPr>
            </a:lvl1pPr>
            <a:lvl2pPr algn="l">
              <a:defRPr sz="4050" b="1">
                <a:solidFill>
                  <a:srgbClr val="182536"/>
                </a:solidFill>
                <a:latin typeface="Arial"/>
                <a:ea typeface="Arial"/>
                <a:cs typeface="Arial"/>
              </a:defRPr>
            </a:lvl2pPr>
            <a:lvl3pPr algn="l">
              <a:defRPr sz="4050" b="1">
                <a:solidFill>
                  <a:srgbClr val="182536"/>
                </a:solidFill>
                <a:latin typeface="Arial"/>
                <a:ea typeface="Arial"/>
                <a:cs typeface="Arial"/>
              </a:defRPr>
            </a:lvl3pPr>
            <a:lvl4pPr algn="l">
              <a:defRPr sz="4050" b="1">
                <a:solidFill>
                  <a:srgbClr val="182536"/>
                </a:solidFill>
                <a:latin typeface="Arial"/>
                <a:ea typeface="Arial"/>
                <a:cs typeface="Arial"/>
              </a:defRPr>
            </a:lvl4pPr>
            <a:lvl5pPr algn="l">
              <a:defRPr sz="4050" b="1">
                <a:solidFill>
                  <a:srgbClr val="182536"/>
                </a:solidFill>
                <a:latin typeface="Arial"/>
                <a:ea typeface="Arial"/>
                <a:cs typeface="Arial"/>
              </a:defRPr>
            </a:lvl5pPr>
            <a:lvl6pPr algn="l">
              <a:defRPr sz="4050" b="1">
                <a:solidFill>
                  <a:srgbClr val="182536"/>
                </a:solidFill>
                <a:latin typeface="Arial"/>
                <a:ea typeface="Arial"/>
                <a:cs typeface="Arial"/>
              </a:defRPr>
            </a:lvl6pPr>
            <a:lvl7pPr algn="l">
              <a:defRPr sz="4050" b="1">
                <a:solidFill>
                  <a:srgbClr val="182536"/>
                </a:solidFill>
                <a:latin typeface="Arial"/>
                <a:ea typeface="Arial"/>
                <a:cs typeface="Arial"/>
              </a:defRPr>
            </a:lvl7pPr>
            <a:lvl8pPr algn="l">
              <a:defRPr sz="4050" b="1">
                <a:solidFill>
                  <a:srgbClr val="182536"/>
                </a:solidFill>
                <a:latin typeface="Arial"/>
                <a:ea typeface="Arial"/>
                <a:cs typeface="Arial"/>
              </a:defRPr>
            </a:lvl8pPr>
            <a:lvl9pPr algn="l">
              <a:defRPr sz="4050" b="1">
                <a:solidFill>
                  <a:srgbClr val="182536"/>
                </a:solidFill>
                <a:latin typeface="Arial"/>
                <a:ea typeface="Arial"/>
                <a:cs typeface="Arial"/>
              </a:defRPr>
            </a:lvl9pPr>
          </a:lstStyle>
          <a:p>
            <a:pPr algn="l">
              <a:defRPr sz="4050" b="1">
                <a:solidFill>
                  <a:srgbClr val="182536"/>
                </a:solidFill>
                <a:latin typeface="Arial"/>
                <a:ea typeface="Arial"/>
                <a:cs typeface="Arial"/>
              </a:defRPr>
            </a:pPr>
            <a:r>
              <a:rPr sz="4050" b="1">
                <a:solidFill>
                  <a:srgbClr val="182536"/>
                </a:solidFill>
                <a:latin typeface="Arial"/>
                <a:ea typeface="Arial"/>
                <a:cs typeface="Arial"/>
              </a:rPr>
              <a:t>Dagli SCAS al DSL</a:t>
            </a:r>
          </a:p>
        </p:txBody>
      </p:sp>
      <p:sp>
        <p:nvSpPr>
          <p:cNvPr id="54" name="state-mask-1"/>
          <p:cNvSpPr/>
          <p:nvPr/>
        </p:nvSpPr>
        <p:spPr>
          <a:xfrm>
            <a:off x="952500" y="1952625"/>
            <a:ext cx="13335000" cy="5810250"/>
          </a:xfrm>
          <a:prstGeom prst="rect">
            <a:avLst/>
          </a:prstGeom>
          <a:solidFill>
            <a:srgbClr val="F3F6F9"/>
          </a:solidFill>
          <a:ln w="0">
            <a:noFill/>
          </a:ln>
        </p:spPr>
        <p:txBody>
          <a:bodyPr/>
          <a:p/>
        </p:txBody>
      </p:sp>
      <p:sp>
        <p:nvSpPr>
          <p:cNvPr id="5" name="f70">
            <a:extLst>
              <a:ext uri="{FF2B5EF4-FFF2-40B4-BE49-F238E27FC236}">
                <a16:creationId xmlns:a16="http://schemas.microsoft.com/office/drawing/2014/main" id="{7B5E7FC7-10FC-4818-998D-5C94F6333871}"/>
              </a:ext>
            </a:extLst>
          </p:cNvPr>
          <p:cNvSpPr>
            <a:spLocks noGrp="1"/>
          </p:cNvSpPr>
          <p:nvPr/>
        </p:nvSpPr>
        <p:spPr>
          <a:xfrm>
            <a:off x="1066800" y="2000250"/>
            <a:ext cx="13106400" cy="438150"/>
          </a:xfrm>
          <a:prstGeom prst="rect">
            <a:avLst/>
          </a:prstGeom>
          <a:noFill/>
          <a:ln w="0">
            <a:noFill/>
            <a:prstDash val="solid"/>
          </a:ln>
        </p:spPr>
        <p:txBody>
          <a:bodyPr wrap="none" lIns="0" tIns="0" rIns="0" bIns="0" anchor="t">
            <a:noAutofit/>
          </a:bodyPr>
          <a:lstStyle>
            <a:defPPr algn="l">
              <a:defRPr sz="2025" b="0">
                <a:solidFill>
                  <a:srgbClr val="52627B"/>
                </a:solidFill>
                <a:latin typeface="Arial"/>
                <a:ea typeface="Arial"/>
                <a:cs typeface="Arial"/>
              </a:defRPr>
            </a:defPPr>
            <a:lvl1pPr algn="l">
              <a:defRPr sz="2025" b="0">
                <a:solidFill>
                  <a:srgbClr val="52627B"/>
                </a:solidFill>
                <a:latin typeface="Arial"/>
                <a:ea typeface="Arial"/>
                <a:cs typeface="Arial"/>
              </a:defRPr>
            </a:lvl1pPr>
            <a:lvl2pPr algn="l">
              <a:defRPr sz="2025" b="0">
                <a:solidFill>
                  <a:srgbClr val="52627B"/>
                </a:solidFill>
                <a:latin typeface="Arial"/>
                <a:ea typeface="Arial"/>
                <a:cs typeface="Arial"/>
              </a:defRPr>
            </a:lvl2pPr>
            <a:lvl3pPr algn="l">
              <a:defRPr sz="2025" b="0">
                <a:solidFill>
                  <a:srgbClr val="52627B"/>
                </a:solidFill>
                <a:latin typeface="Arial"/>
                <a:ea typeface="Arial"/>
                <a:cs typeface="Arial"/>
              </a:defRPr>
            </a:lvl3pPr>
            <a:lvl4pPr algn="l">
              <a:defRPr sz="2025" b="0">
                <a:solidFill>
                  <a:srgbClr val="52627B"/>
                </a:solidFill>
                <a:latin typeface="Arial"/>
                <a:ea typeface="Arial"/>
                <a:cs typeface="Arial"/>
              </a:defRPr>
            </a:lvl4pPr>
            <a:lvl5pPr algn="l">
              <a:defRPr sz="2025" b="0">
                <a:solidFill>
                  <a:srgbClr val="52627B"/>
                </a:solidFill>
                <a:latin typeface="Arial"/>
                <a:ea typeface="Arial"/>
                <a:cs typeface="Arial"/>
              </a:defRPr>
            </a:lvl5pPr>
            <a:lvl6pPr algn="l">
              <a:defRPr sz="2025" b="0">
                <a:solidFill>
                  <a:srgbClr val="52627B"/>
                </a:solidFill>
                <a:latin typeface="Arial"/>
                <a:ea typeface="Arial"/>
                <a:cs typeface="Arial"/>
              </a:defRPr>
            </a:lvl6pPr>
            <a:lvl7pPr algn="l">
              <a:defRPr sz="2025" b="0">
                <a:solidFill>
                  <a:srgbClr val="52627B"/>
                </a:solidFill>
                <a:latin typeface="Arial"/>
                <a:ea typeface="Arial"/>
                <a:cs typeface="Arial"/>
              </a:defRPr>
            </a:lvl7pPr>
            <a:lvl8pPr algn="l">
              <a:defRPr sz="2025" b="0">
                <a:solidFill>
                  <a:srgbClr val="52627B"/>
                </a:solidFill>
                <a:latin typeface="Arial"/>
                <a:ea typeface="Arial"/>
                <a:cs typeface="Arial"/>
              </a:defRPr>
            </a:lvl8pPr>
            <a:lvl9pPr algn="l">
              <a:defRPr sz="2025" b="0">
                <a:solidFill>
                  <a:srgbClr val="52627B"/>
                </a:solidFill>
                <a:latin typeface="Arial"/>
                <a:ea typeface="Arial"/>
                <a:cs typeface="Arial"/>
              </a:defRPr>
            </a:lvl9pPr>
          </a:lstStyle>
          <a:p>
            <a:pPr algn="l">
              <a:defRPr sz="2025" b="0">
                <a:solidFill>
                  <a:srgbClr val="52627B"/>
                </a:solidFill>
                <a:latin typeface="Arial"/>
                <a:ea typeface="Arial"/>
                <a:cs typeface="Arial"/>
              </a:defRPr>
            </a:pPr>
            <a:r>
              <a:rPr sz="2025" b="0">
                <a:solidFill>
                  <a:srgbClr val="52627B"/>
                </a:solidFill>
                <a:latin typeface="Arial"/>
                <a:ea typeface="Arial"/>
                <a:cs typeface="Arial"/>
              </a:rPr>
              <a:t>Analizzando i test emergono due operazioni ricorrenti: selezione e verifica.</a:t>
            </a:r>
          </a:p>
        </p:txBody>
      </p:sp>
      <p:sp>
        <p:nvSpPr>
          <p:cNvPr id="22" name="f87">
            <a:extLst>
              <a:ext uri="{FF2B5EF4-FFF2-40B4-BE49-F238E27FC236}">
                <a16:creationId xmlns:a16="http://schemas.microsoft.com/office/drawing/2014/main" id="{FC6EF413-4428-450B-BA62-58C27CEA10C8}"/>
              </a:ext>
            </a:extLst>
          </p:cNvPr>
          <p:cNvSpPr>
            <a:spLocks noGrp="1"/>
          </p:cNvSpPr>
          <p:nvPr/>
        </p:nvSpPr>
        <p:spPr>
          <a:xfrm>
            <a:off x="1066800" y="2724150"/>
            <a:ext cx="13106400" cy="438150"/>
          </a:xfrm>
          <a:prstGeom prst="rect">
            <a:avLst/>
          </a:prstGeom>
          <a:noFill/>
          <a:ln w="0">
            <a:noFill/>
            <a:prstDash val="solid"/>
          </a:ln>
        </p:spPr>
        <p:txBody>
          <a:bodyPr wrap="none" lIns="0" tIns="0" rIns="0" bIns="0" anchor="t">
            <a:noAutofit/>
          </a:bodyPr>
          <a:lstStyle>
            <a:defPPr algn="l">
              <a:defRPr sz="2700" b="1">
                <a:solidFill>
                  <a:srgbClr val="182536"/>
                </a:solidFill>
                <a:latin typeface="Arial"/>
                <a:ea typeface="Arial"/>
                <a:cs typeface="Arial"/>
              </a:defRPr>
            </a:defPPr>
            <a:lvl1pPr algn="l">
              <a:defRPr sz="2700" b="1">
                <a:solidFill>
                  <a:srgbClr val="182536"/>
                </a:solidFill>
                <a:latin typeface="Arial"/>
                <a:ea typeface="Arial"/>
                <a:cs typeface="Arial"/>
              </a:defRPr>
            </a:lvl1pPr>
            <a:lvl2pPr algn="l">
              <a:defRPr sz="2700" b="1">
                <a:solidFill>
                  <a:srgbClr val="182536"/>
                </a:solidFill>
                <a:latin typeface="Arial"/>
                <a:ea typeface="Arial"/>
                <a:cs typeface="Arial"/>
              </a:defRPr>
            </a:lvl2pPr>
            <a:lvl3pPr algn="l">
              <a:defRPr sz="2700" b="1">
                <a:solidFill>
                  <a:srgbClr val="182536"/>
                </a:solidFill>
                <a:latin typeface="Arial"/>
                <a:ea typeface="Arial"/>
                <a:cs typeface="Arial"/>
              </a:defRPr>
            </a:lvl3pPr>
            <a:lvl4pPr algn="l">
              <a:defRPr sz="2700" b="1">
                <a:solidFill>
                  <a:srgbClr val="182536"/>
                </a:solidFill>
                <a:latin typeface="Arial"/>
                <a:ea typeface="Arial"/>
                <a:cs typeface="Arial"/>
              </a:defRPr>
            </a:lvl4pPr>
            <a:lvl5pPr algn="l">
              <a:defRPr sz="2700" b="1">
                <a:solidFill>
                  <a:srgbClr val="182536"/>
                </a:solidFill>
                <a:latin typeface="Arial"/>
                <a:ea typeface="Arial"/>
                <a:cs typeface="Arial"/>
              </a:defRPr>
            </a:lvl5pPr>
            <a:lvl6pPr algn="l">
              <a:defRPr sz="2700" b="1">
                <a:solidFill>
                  <a:srgbClr val="182536"/>
                </a:solidFill>
                <a:latin typeface="Arial"/>
                <a:ea typeface="Arial"/>
                <a:cs typeface="Arial"/>
              </a:defRPr>
            </a:lvl6pPr>
            <a:lvl7pPr algn="l">
              <a:defRPr sz="2700" b="1">
                <a:solidFill>
                  <a:srgbClr val="182536"/>
                </a:solidFill>
                <a:latin typeface="Arial"/>
                <a:ea typeface="Arial"/>
                <a:cs typeface="Arial"/>
              </a:defRPr>
            </a:lvl7pPr>
            <a:lvl8pPr algn="l">
              <a:defRPr sz="2700" b="1">
                <a:solidFill>
                  <a:srgbClr val="182536"/>
                </a:solidFill>
                <a:latin typeface="Arial"/>
                <a:ea typeface="Arial"/>
                <a:cs typeface="Arial"/>
              </a:defRPr>
            </a:lvl8pPr>
            <a:lvl9pPr algn="l">
              <a:defRPr sz="2700" b="1">
                <a:solidFill>
                  <a:srgbClr val="182536"/>
                </a:solidFill>
                <a:latin typeface="Arial"/>
                <a:ea typeface="Arial"/>
                <a:cs typeface="Arial"/>
              </a:defRPr>
            </a:lvl9pPr>
          </a:lstStyle>
          <a:p>
            <a:pPr algn="l">
              <a:defRPr sz="2700" b="1">
                <a:solidFill>
                  <a:srgbClr val="182536"/>
                </a:solidFill>
                <a:latin typeface="Arial"/>
                <a:ea typeface="Arial"/>
                <a:cs typeface="Arial"/>
              </a:defRPr>
            </a:pPr>
            <a:r>
              <a:rPr sz="2700" b="1">
                <a:solidFill>
                  <a:srgbClr val="182536"/>
                </a:solidFill>
                <a:latin typeface="Arial"/>
                <a:ea typeface="Arial"/>
                <a:cs typeface="Arial"/>
              </a:rPr>
              <a:t>NRF Discovery Authorization</a:t>
            </a:r>
          </a:p>
        </p:txBody>
      </p:sp>
      <p:sp>
        <p:nvSpPr>
          <p:cNvPr id="23" name="f88">
            <a:extLst>
              <a:ext uri="{FF2B5EF4-FFF2-40B4-BE49-F238E27FC236}">
                <a16:creationId xmlns:a16="http://schemas.microsoft.com/office/drawing/2014/main" id="{E9E582CC-9DAB-4740-AE77-9180C77362BC}"/>
              </a:ext>
            </a:extLst>
          </p:cNvPr>
          <p:cNvSpPr>
            <a:spLocks noGrp="1"/>
          </p:cNvSpPr>
          <p:nvPr/>
        </p:nvSpPr>
        <p:spPr>
          <a:xfrm>
            <a:off x="1066800" y="3381375"/>
            <a:ext cx="7239000" cy="3581400"/>
          </a:xfrm>
          <a:prstGeom prst="roundRect">
            <a:avLst>
              <a:gd name="adj" fmla="val 4255"/>
            </a:avLst>
          </a:prstGeom>
          <a:solidFill>
            <a:srgbClr val="FFFFFF"/>
          </a:solidFill>
          <a:ln w="17145">
            <a:solidFill>
              <a:srgbClr val="D9E3EF"/>
            </a:solidFill>
            <a:prstDash val="solid"/>
          </a:ln>
        </p:spPr>
        <p:txBody>
          <a:bodyPr/>
          <a:p/>
        </p:txBody>
      </p:sp>
      <p:sp>
        <p:nvSpPr>
          <p:cNvPr id="24" name="f89">
            <a:extLst>
              <a:ext uri="{FF2B5EF4-FFF2-40B4-BE49-F238E27FC236}">
                <a16:creationId xmlns:a16="http://schemas.microsoft.com/office/drawing/2014/main" id="{0D8EE77A-496E-422D-9EF3-01BDEE4C3960}"/>
              </a:ext>
            </a:extLst>
          </p:cNvPr>
          <p:cNvSpPr>
            <a:spLocks noGrp="1"/>
          </p:cNvSpPr>
          <p:nvPr/>
        </p:nvSpPr>
        <p:spPr>
          <a:xfrm>
            <a:off x="1295400" y="3581400"/>
            <a:ext cx="6781800" cy="314325"/>
          </a:xfrm>
          <a:prstGeom prst="rect">
            <a:avLst/>
          </a:prstGeom>
          <a:noFill/>
          <a:ln w="0">
            <a:noFill/>
            <a:prstDash val="solid"/>
          </a:ln>
        </p:spPr>
        <p:txBody>
          <a:bodyPr wrap="none" lIns="0" tIns="0" rIns="0" bIns="0" anchor="t">
            <a:noAutofit/>
          </a:bodyPr>
          <a:lstStyle>
            <a:defPPr algn="l">
              <a:defRPr sz="1800" b="0">
                <a:solidFill>
                  <a:srgbClr val="52627B"/>
                </a:solidFill>
                <a:latin typeface="Courier New"/>
                <a:ea typeface="Courier New"/>
                <a:cs typeface="Courier New"/>
              </a:defRPr>
            </a:defPPr>
            <a:lvl1pPr algn="l">
              <a:defRPr sz="1800" b="0">
                <a:solidFill>
                  <a:srgbClr val="52627B"/>
                </a:solidFill>
                <a:latin typeface="Courier New"/>
                <a:ea typeface="Courier New"/>
                <a:cs typeface="Courier New"/>
              </a:defRPr>
            </a:lvl1pPr>
            <a:lvl2pPr algn="l">
              <a:defRPr sz="1800" b="0">
                <a:solidFill>
                  <a:srgbClr val="52627B"/>
                </a:solidFill>
                <a:latin typeface="Courier New"/>
                <a:ea typeface="Courier New"/>
                <a:cs typeface="Courier New"/>
              </a:defRPr>
            </a:lvl2pPr>
            <a:lvl3pPr algn="l">
              <a:defRPr sz="1800" b="0">
                <a:solidFill>
                  <a:srgbClr val="52627B"/>
                </a:solidFill>
                <a:latin typeface="Courier New"/>
                <a:ea typeface="Courier New"/>
                <a:cs typeface="Courier New"/>
              </a:defRPr>
            </a:lvl3pPr>
            <a:lvl4pPr algn="l">
              <a:defRPr sz="1800" b="0">
                <a:solidFill>
                  <a:srgbClr val="52627B"/>
                </a:solidFill>
                <a:latin typeface="Courier New"/>
                <a:ea typeface="Courier New"/>
                <a:cs typeface="Courier New"/>
              </a:defRPr>
            </a:lvl4pPr>
            <a:lvl5pPr algn="l">
              <a:defRPr sz="1800" b="0">
                <a:solidFill>
                  <a:srgbClr val="52627B"/>
                </a:solidFill>
                <a:latin typeface="Courier New"/>
                <a:ea typeface="Courier New"/>
                <a:cs typeface="Courier New"/>
              </a:defRPr>
            </a:lvl5pPr>
            <a:lvl6pPr algn="l">
              <a:defRPr sz="1800" b="0">
                <a:solidFill>
                  <a:srgbClr val="52627B"/>
                </a:solidFill>
                <a:latin typeface="Courier New"/>
                <a:ea typeface="Courier New"/>
                <a:cs typeface="Courier New"/>
              </a:defRPr>
            </a:lvl6pPr>
            <a:lvl7pPr algn="l">
              <a:defRPr sz="1800" b="0">
                <a:solidFill>
                  <a:srgbClr val="52627B"/>
                </a:solidFill>
                <a:latin typeface="Courier New"/>
                <a:ea typeface="Courier New"/>
                <a:cs typeface="Courier New"/>
              </a:defRPr>
            </a:lvl7pPr>
            <a:lvl8pPr algn="l">
              <a:defRPr sz="1800" b="0">
                <a:solidFill>
                  <a:srgbClr val="52627B"/>
                </a:solidFill>
                <a:latin typeface="Courier New"/>
                <a:ea typeface="Courier New"/>
                <a:cs typeface="Courier New"/>
              </a:defRPr>
            </a:lvl8pPr>
            <a:lvl9pPr algn="l">
              <a:defRPr sz="1800" b="0">
                <a:solidFill>
                  <a:srgbClr val="52627B"/>
                </a:solidFill>
                <a:latin typeface="Courier New"/>
                <a:ea typeface="Courier New"/>
                <a:cs typeface="Courier New"/>
              </a:defRPr>
            </a:lvl9pPr>
          </a:lstStyle>
          <a:p>
            <a:pPr algn="l">
              <a:defRPr sz="1800" b="0">
                <a:solidFill>
                  <a:srgbClr val="52627B"/>
                </a:solidFill>
                <a:latin typeface="Courier New"/>
                <a:ea typeface="Courier New"/>
                <a:cs typeface="Courier New"/>
              </a:defRPr>
            </a:pPr>
            <a:r>
              <a:rPr sz="1800" b="0">
                <a:solidFill>
                  <a:srgbClr val="52627B"/>
                </a:solidFill>
                <a:latin typeface="Courier New"/>
                <a:ea typeface="Courier New"/>
                <a:cs typeface="Courier New"/>
              </a:rPr>
              <a:t>TC_DISC_AUTHORIZATION_SLICE_NRF</a:t>
            </a:r>
          </a:p>
        </p:txBody>
      </p:sp>
      <p:sp>
        <p:nvSpPr>
          <p:cNvPr id="25" name="f90">
            <a:extLst>
              <a:ext uri="{FF2B5EF4-FFF2-40B4-BE49-F238E27FC236}">
                <a16:creationId xmlns:a16="http://schemas.microsoft.com/office/drawing/2014/main" id="{8A3FB5DF-C4A8-468A-971D-C38DF5A6A6A2}"/>
              </a:ext>
            </a:extLst>
          </p:cNvPr>
          <p:cNvSpPr>
            <a:spLocks noGrp="1"/>
          </p:cNvSpPr>
          <p:nvPr/>
        </p:nvSpPr>
        <p:spPr>
          <a:xfrm>
            <a:off x="1219200" y="4067175"/>
            <a:ext cx="6934200" cy="790575"/>
          </a:xfrm>
          <a:prstGeom prst="roundRect">
            <a:avLst>
              <a:gd name="adj" fmla="val 10843"/>
            </a:avLst>
          </a:prstGeom>
          <a:solidFill>
            <a:srgbClr val="F3F6F9"/>
          </a:solidFill>
          <a:ln w="17145">
            <a:solidFill>
              <a:srgbClr val="D9E3EF"/>
            </a:solidFill>
            <a:prstDash val="solid"/>
          </a:ln>
        </p:spPr>
        <p:txBody>
          <a:bodyPr/>
          <a:p/>
        </p:txBody>
      </p:sp>
      <p:sp>
        <p:nvSpPr>
          <p:cNvPr id="26" name="f91">
            <a:extLst>
              <a:ext uri="{FF2B5EF4-FFF2-40B4-BE49-F238E27FC236}">
                <a16:creationId xmlns:a16="http://schemas.microsoft.com/office/drawing/2014/main" id="{314577F4-F061-4F66-844D-BCDDBE536735}"/>
              </a:ext>
            </a:extLst>
          </p:cNvPr>
          <p:cNvSpPr>
            <a:spLocks noGrp="1"/>
          </p:cNvSpPr>
          <p:nvPr/>
        </p:nvSpPr>
        <p:spPr>
          <a:xfrm>
            <a:off x="1371600" y="4162425"/>
            <a:ext cx="6629400" cy="295275"/>
          </a:xfrm>
          <a:prstGeom prst="rect">
            <a:avLst/>
          </a:prstGeom>
          <a:noFill/>
          <a:ln w="0">
            <a:noFill/>
            <a:prstDash val="solid"/>
          </a:ln>
        </p:spPr>
        <p:txBody>
          <a:bodyPr wrap="none" lIns="0" tIns="0" rIns="0" bIns="0" anchor="t">
            <a:noAutofit/>
          </a:bodyPr>
          <a:lstStyle>
            <a:defPPr algn="l">
              <a:defRPr sz="1875" b="1">
                <a:solidFill>
                  <a:srgbClr val="182536"/>
                </a:solidFill>
                <a:latin typeface="Arial"/>
                <a:ea typeface="Arial"/>
                <a:cs typeface="Arial"/>
              </a:defRPr>
            </a:defPPr>
            <a:lvl1pPr algn="l">
              <a:defRPr sz="1875" b="1">
                <a:solidFill>
                  <a:srgbClr val="182536"/>
                </a:solidFill>
                <a:latin typeface="Arial"/>
                <a:ea typeface="Arial"/>
                <a:cs typeface="Arial"/>
              </a:defRPr>
            </a:lvl1pPr>
            <a:lvl2pPr algn="l">
              <a:defRPr sz="1875" b="1">
                <a:solidFill>
                  <a:srgbClr val="182536"/>
                </a:solidFill>
                <a:latin typeface="Arial"/>
                <a:ea typeface="Arial"/>
                <a:cs typeface="Arial"/>
              </a:defRPr>
            </a:lvl2pPr>
            <a:lvl3pPr algn="l">
              <a:defRPr sz="1875" b="1">
                <a:solidFill>
                  <a:srgbClr val="182536"/>
                </a:solidFill>
                <a:latin typeface="Arial"/>
                <a:ea typeface="Arial"/>
                <a:cs typeface="Arial"/>
              </a:defRPr>
            </a:lvl3pPr>
            <a:lvl4pPr algn="l">
              <a:defRPr sz="1875" b="1">
                <a:solidFill>
                  <a:srgbClr val="182536"/>
                </a:solidFill>
                <a:latin typeface="Arial"/>
                <a:ea typeface="Arial"/>
                <a:cs typeface="Arial"/>
              </a:defRPr>
            </a:lvl4pPr>
            <a:lvl5pPr algn="l">
              <a:defRPr sz="1875" b="1">
                <a:solidFill>
                  <a:srgbClr val="182536"/>
                </a:solidFill>
                <a:latin typeface="Arial"/>
                <a:ea typeface="Arial"/>
                <a:cs typeface="Arial"/>
              </a:defRPr>
            </a:lvl5pPr>
            <a:lvl6pPr algn="l">
              <a:defRPr sz="1875" b="1">
                <a:solidFill>
                  <a:srgbClr val="182536"/>
                </a:solidFill>
                <a:latin typeface="Arial"/>
                <a:ea typeface="Arial"/>
                <a:cs typeface="Arial"/>
              </a:defRPr>
            </a:lvl6pPr>
            <a:lvl7pPr algn="l">
              <a:defRPr sz="1875" b="1">
                <a:solidFill>
                  <a:srgbClr val="182536"/>
                </a:solidFill>
                <a:latin typeface="Arial"/>
                <a:ea typeface="Arial"/>
                <a:cs typeface="Arial"/>
              </a:defRPr>
            </a:lvl7pPr>
            <a:lvl8pPr algn="l">
              <a:defRPr sz="1875" b="1">
                <a:solidFill>
                  <a:srgbClr val="182536"/>
                </a:solidFill>
                <a:latin typeface="Arial"/>
                <a:ea typeface="Arial"/>
                <a:cs typeface="Arial"/>
              </a:defRPr>
            </a:lvl8pPr>
            <a:lvl9pPr algn="l">
              <a:defRPr sz="1875" b="1">
                <a:solidFill>
                  <a:srgbClr val="182536"/>
                </a:solidFill>
                <a:latin typeface="Arial"/>
                <a:ea typeface="Arial"/>
                <a:cs typeface="Arial"/>
              </a:defRPr>
            </a:lvl9pPr>
          </a:lstStyle>
          <a:p>
            <a:pPr algn="l">
              <a:defRPr sz="1875" b="1">
                <a:solidFill>
                  <a:srgbClr val="182536"/>
                </a:solidFill>
                <a:latin typeface="Arial"/>
                <a:ea typeface="Arial"/>
                <a:cs typeface="Arial"/>
              </a:defRPr>
            </a:pPr>
            <a:r>
              <a:rPr sz="1875" b="1">
                <a:solidFill>
                  <a:srgbClr val="182536"/>
                </a:solidFill>
                <a:latin typeface="Arial"/>
                <a:ea typeface="Arial"/>
                <a:cs typeface="Arial"/>
              </a:rPr>
              <a:t>Purpose:</a:t>
            </a:r>
          </a:p>
        </p:txBody>
      </p:sp>
      <p:sp>
        <p:nvSpPr>
          <p:cNvPr id="27" name="f92">
            <a:extLst>
              <a:ext uri="{FF2B5EF4-FFF2-40B4-BE49-F238E27FC236}">
                <a16:creationId xmlns:a16="http://schemas.microsoft.com/office/drawing/2014/main" id="{554F5F5B-52BC-47CD-A159-AB0FDBEFDBC0}"/>
              </a:ext>
            </a:extLst>
          </p:cNvPr>
          <p:cNvSpPr>
            <a:spLocks noGrp="1"/>
          </p:cNvSpPr>
          <p:nvPr/>
        </p:nvSpPr>
        <p:spPr>
          <a:xfrm>
            <a:off x="1371600" y="4524375"/>
            <a:ext cx="6629400" cy="314325"/>
          </a:xfrm>
          <a:prstGeom prst="rect">
            <a:avLst/>
          </a:prstGeom>
          <a:noFill/>
          <a:ln w="0">
            <a:noFill/>
            <a:prstDash val="solid"/>
          </a:ln>
        </p:spPr>
        <p:txBody>
          <a:bodyPr wrap="none" lIns="0" tIns="0" rIns="0" bIns="0" anchor="t">
            <a:noAutofit/>
          </a:bodyPr>
          <a:lstStyle>
            <a:defPPr algn="l">
              <a:defRPr sz="1875" b="0">
                <a:solidFill>
                  <a:srgbClr val="182536"/>
                </a:solidFill>
                <a:latin typeface="Arial"/>
                <a:ea typeface="Arial"/>
                <a:cs typeface="Arial"/>
              </a:defRPr>
            </a:defPPr>
            <a:lvl1pPr algn="l">
              <a:defRPr sz="1875" b="0">
                <a:solidFill>
                  <a:srgbClr val="182536"/>
                </a:solidFill>
                <a:latin typeface="Arial"/>
                <a:ea typeface="Arial"/>
                <a:cs typeface="Arial"/>
              </a:defRPr>
            </a:lvl1pPr>
            <a:lvl2pPr algn="l">
              <a:defRPr sz="1875" b="0">
                <a:solidFill>
                  <a:srgbClr val="182536"/>
                </a:solidFill>
                <a:latin typeface="Arial"/>
                <a:ea typeface="Arial"/>
                <a:cs typeface="Arial"/>
              </a:defRPr>
            </a:lvl2pPr>
            <a:lvl3pPr algn="l">
              <a:defRPr sz="1875" b="0">
                <a:solidFill>
                  <a:srgbClr val="182536"/>
                </a:solidFill>
                <a:latin typeface="Arial"/>
                <a:ea typeface="Arial"/>
                <a:cs typeface="Arial"/>
              </a:defRPr>
            </a:lvl3pPr>
            <a:lvl4pPr algn="l">
              <a:defRPr sz="1875" b="0">
                <a:solidFill>
                  <a:srgbClr val="182536"/>
                </a:solidFill>
                <a:latin typeface="Arial"/>
                <a:ea typeface="Arial"/>
                <a:cs typeface="Arial"/>
              </a:defRPr>
            </a:lvl4pPr>
            <a:lvl5pPr algn="l">
              <a:defRPr sz="1875" b="0">
                <a:solidFill>
                  <a:srgbClr val="182536"/>
                </a:solidFill>
                <a:latin typeface="Arial"/>
                <a:ea typeface="Arial"/>
                <a:cs typeface="Arial"/>
              </a:defRPr>
            </a:lvl5pPr>
            <a:lvl6pPr algn="l">
              <a:defRPr sz="1875" b="0">
                <a:solidFill>
                  <a:srgbClr val="182536"/>
                </a:solidFill>
                <a:latin typeface="Arial"/>
                <a:ea typeface="Arial"/>
                <a:cs typeface="Arial"/>
              </a:defRPr>
            </a:lvl6pPr>
            <a:lvl7pPr algn="l">
              <a:defRPr sz="1875" b="0">
                <a:solidFill>
                  <a:srgbClr val="182536"/>
                </a:solidFill>
                <a:latin typeface="Arial"/>
                <a:ea typeface="Arial"/>
                <a:cs typeface="Arial"/>
              </a:defRPr>
            </a:lvl7pPr>
            <a:lvl8pPr algn="l">
              <a:defRPr sz="1875" b="0">
                <a:solidFill>
                  <a:srgbClr val="182536"/>
                </a:solidFill>
                <a:latin typeface="Arial"/>
                <a:ea typeface="Arial"/>
                <a:cs typeface="Arial"/>
              </a:defRPr>
            </a:lvl8pPr>
            <a:lvl9pPr algn="l">
              <a:defRPr sz="1875" b="0">
                <a:solidFill>
                  <a:srgbClr val="182536"/>
                </a:solidFill>
                <a:latin typeface="Arial"/>
                <a:ea typeface="Arial"/>
                <a:cs typeface="Arial"/>
              </a:defRPr>
            </a:lvl9pPr>
          </a:lstStyle>
          <a:p>
            <a:pPr algn="l">
              <a:defRPr sz="1875" b="0">
                <a:solidFill>
                  <a:srgbClr val="182536"/>
                </a:solidFill>
                <a:latin typeface="Arial"/>
                <a:ea typeface="Arial"/>
                <a:cs typeface="Arial"/>
              </a:defRPr>
            </a:pPr>
            <a:r>
              <a:rPr sz="1875" b="0">
                <a:solidFill>
                  <a:srgbClr val="182536"/>
                </a:solidFill>
                <a:latin typeface="Arial"/>
                <a:ea typeface="Arial"/>
                <a:cs typeface="Arial"/>
              </a:rPr>
              <a:t>Reject discovery from an unauthorized network slice.</a:t>
            </a:r>
          </a:p>
        </p:txBody>
      </p:sp>
      <p:sp>
        <p:nvSpPr>
          <p:cNvPr id="28" name="f93">
            <a:extLst>
              <a:ext uri="{FF2B5EF4-FFF2-40B4-BE49-F238E27FC236}">
                <a16:creationId xmlns:a16="http://schemas.microsoft.com/office/drawing/2014/main" id="{E87759A3-AA18-4EC8-B484-471627F09441}"/>
              </a:ext>
            </a:extLst>
          </p:cNvPr>
          <p:cNvSpPr>
            <a:spLocks noGrp="1"/>
          </p:cNvSpPr>
          <p:nvPr/>
        </p:nvSpPr>
        <p:spPr>
          <a:xfrm>
            <a:off x="1219200" y="5057775"/>
            <a:ext cx="6934200" cy="790575"/>
          </a:xfrm>
          <a:prstGeom prst="roundRect">
            <a:avLst>
              <a:gd name="adj" fmla="val 10843"/>
            </a:avLst>
          </a:prstGeom>
          <a:solidFill>
            <a:srgbClr val="F0F4FF"/>
          </a:solidFill>
          <a:ln w="17145">
            <a:solidFill>
              <a:srgbClr val="C7D5FA"/>
            </a:solidFill>
            <a:prstDash val="solid"/>
          </a:ln>
        </p:spPr>
        <p:txBody>
          <a:bodyPr/>
          <a:p/>
        </p:txBody>
      </p:sp>
      <p:sp>
        <p:nvSpPr>
          <p:cNvPr id="29" name="f94">
            <a:extLst>
              <a:ext uri="{FF2B5EF4-FFF2-40B4-BE49-F238E27FC236}">
                <a16:creationId xmlns:a16="http://schemas.microsoft.com/office/drawing/2014/main" id="{C251F956-0BCA-4402-9A99-53F1B3DDBBFB}"/>
              </a:ext>
            </a:extLst>
          </p:cNvPr>
          <p:cNvSpPr>
            <a:spLocks noGrp="1"/>
          </p:cNvSpPr>
          <p:nvPr/>
        </p:nvSpPr>
        <p:spPr>
          <a:xfrm>
            <a:off x="1371600" y="5153025"/>
            <a:ext cx="6629400" cy="295275"/>
          </a:xfrm>
          <a:prstGeom prst="rect">
            <a:avLst/>
          </a:prstGeom>
          <a:noFill/>
          <a:ln w="0">
            <a:noFill/>
            <a:prstDash val="solid"/>
          </a:ln>
        </p:spPr>
        <p:txBody>
          <a:bodyPr wrap="none" lIns="0" tIns="0" rIns="0" bIns="0" anchor="t">
            <a:noAutofit/>
          </a:bodyPr>
          <a:lstStyle>
            <a:defPPr algn="l">
              <a:defRPr sz="1875" b="1">
                <a:solidFill>
                  <a:srgbClr val="4264D0"/>
                </a:solidFill>
                <a:latin typeface="Arial"/>
                <a:ea typeface="Arial"/>
                <a:cs typeface="Arial"/>
              </a:defRPr>
            </a:defPPr>
            <a:lvl1pPr algn="l">
              <a:defRPr sz="1875" b="1">
                <a:solidFill>
                  <a:srgbClr val="4264D0"/>
                </a:solidFill>
                <a:latin typeface="Arial"/>
                <a:ea typeface="Arial"/>
                <a:cs typeface="Arial"/>
              </a:defRPr>
            </a:lvl1pPr>
            <a:lvl2pPr algn="l">
              <a:defRPr sz="1875" b="1">
                <a:solidFill>
                  <a:srgbClr val="4264D0"/>
                </a:solidFill>
                <a:latin typeface="Arial"/>
                <a:ea typeface="Arial"/>
                <a:cs typeface="Arial"/>
              </a:defRPr>
            </a:lvl2pPr>
            <a:lvl3pPr algn="l">
              <a:defRPr sz="1875" b="1">
                <a:solidFill>
                  <a:srgbClr val="4264D0"/>
                </a:solidFill>
                <a:latin typeface="Arial"/>
                <a:ea typeface="Arial"/>
                <a:cs typeface="Arial"/>
              </a:defRPr>
            </a:lvl3pPr>
            <a:lvl4pPr algn="l">
              <a:defRPr sz="1875" b="1">
                <a:solidFill>
                  <a:srgbClr val="4264D0"/>
                </a:solidFill>
                <a:latin typeface="Arial"/>
                <a:ea typeface="Arial"/>
                <a:cs typeface="Arial"/>
              </a:defRPr>
            </a:lvl4pPr>
            <a:lvl5pPr algn="l">
              <a:defRPr sz="1875" b="1">
                <a:solidFill>
                  <a:srgbClr val="4264D0"/>
                </a:solidFill>
                <a:latin typeface="Arial"/>
                <a:ea typeface="Arial"/>
                <a:cs typeface="Arial"/>
              </a:defRPr>
            </a:lvl5pPr>
            <a:lvl6pPr algn="l">
              <a:defRPr sz="1875" b="1">
                <a:solidFill>
                  <a:srgbClr val="4264D0"/>
                </a:solidFill>
                <a:latin typeface="Arial"/>
                <a:ea typeface="Arial"/>
                <a:cs typeface="Arial"/>
              </a:defRPr>
            </a:lvl6pPr>
            <a:lvl7pPr algn="l">
              <a:defRPr sz="1875" b="1">
                <a:solidFill>
                  <a:srgbClr val="4264D0"/>
                </a:solidFill>
                <a:latin typeface="Arial"/>
                <a:ea typeface="Arial"/>
                <a:cs typeface="Arial"/>
              </a:defRPr>
            </a:lvl7pPr>
            <a:lvl8pPr algn="l">
              <a:defRPr sz="1875" b="1">
                <a:solidFill>
                  <a:srgbClr val="4264D0"/>
                </a:solidFill>
                <a:latin typeface="Arial"/>
                <a:ea typeface="Arial"/>
                <a:cs typeface="Arial"/>
              </a:defRPr>
            </a:lvl8pPr>
            <a:lvl9pPr algn="l">
              <a:defRPr sz="1875" b="1">
                <a:solidFill>
                  <a:srgbClr val="4264D0"/>
                </a:solidFill>
                <a:latin typeface="Arial"/>
                <a:ea typeface="Arial"/>
                <a:cs typeface="Arial"/>
              </a:defRPr>
            </a:lvl9pPr>
          </a:lstStyle>
          <a:p>
            <a:pPr algn="l">
              <a:defRPr sz="1875" b="1">
                <a:solidFill>
                  <a:srgbClr val="4264D0"/>
                </a:solidFill>
                <a:latin typeface="Arial"/>
                <a:ea typeface="Arial"/>
                <a:cs typeface="Arial"/>
              </a:defRPr>
            </a:pPr>
            <a:r>
              <a:rPr sz="1875" b="1">
                <a:solidFill>
                  <a:srgbClr val="4264D0"/>
                </a:solidFill>
                <a:latin typeface="Arial"/>
                <a:ea typeface="Arial"/>
                <a:cs typeface="Arial"/>
              </a:rPr>
              <a:t>Execution Steps:</a:t>
            </a:r>
          </a:p>
        </p:txBody>
      </p:sp>
      <p:sp>
        <p:nvSpPr>
          <p:cNvPr id="30" name="f95">
            <a:extLst>
              <a:ext uri="{FF2B5EF4-FFF2-40B4-BE49-F238E27FC236}">
                <a16:creationId xmlns:a16="http://schemas.microsoft.com/office/drawing/2014/main" id="{5F458A64-DF33-4ED7-ADBD-29D35FBC7C8B}"/>
              </a:ext>
            </a:extLst>
          </p:cNvPr>
          <p:cNvSpPr>
            <a:spLocks noGrp="1"/>
          </p:cNvSpPr>
          <p:nvPr/>
        </p:nvSpPr>
        <p:spPr>
          <a:xfrm>
            <a:off x="1371600" y="5514975"/>
            <a:ext cx="6629400" cy="314325"/>
          </a:xfrm>
          <a:prstGeom prst="rect">
            <a:avLst/>
          </a:prstGeom>
          <a:noFill/>
          <a:ln w="0">
            <a:noFill/>
            <a:prstDash val="solid"/>
          </a:ln>
        </p:spPr>
        <p:txBody>
          <a:bodyPr wrap="none" lIns="0" tIns="0" rIns="0" bIns="0" anchor="t">
            <a:noAutofit/>
          </a:bodyPr>
          <a:lstStyle>
            <a:defPPr algn="l">
              <a:defRPr sz="1875" b="0">
                <a:solidFill>
                  <a:srgbClr val="4264D0"/>
                </a:solidFill>
                <a:latin typeface="Arial"/>
                <a:ea typeface="Arial"/>
                <a:cs typeface="Arial"/>
              </a:defRPr>
            </a:defPPr>
            <a:lvl1pPr algn="l">
              <a:defRPr sz="1875" b="0">
                <a:solidFill>
                  <a:srgbClr val="4264D0"/>
                </a:solidFill>
                <a:latin typeface="Arial"/>
                <a:ea typeface="Arial"/>
                <a:cs typeface="Arial"/>
              </a:defRPr>
            </a:lvl1pPr>
            <a:lvl2pPr algn="l">
              <a:defRPr sz="1875" b="0">
                <a:solidFill>
                  <a:srgbClr val="4264D0"/>
                </a:solidFill>
                <a:latin typeface="Arial"/>
                <a:ea typeface="Arial"/>
                <a:cs typeface="Arial"/>
              </a:defRPr>
            </a:lvl2pPr>
            <a:lvl3pPr algn="l">
              <a:defRPr sz="1875" b="0">
                <a:solidFill>
                  <a:srgbClr val="4264D0"/>
                </a:solidFill>
                <a:latin typeface="Arial"/>
                <a:ea typeface="Arial"/>
                <a:cs typeface="Arial"/>
              </a:defRPr>
            </a:lvl3pPr>
            <a:lvl4pPr algn="l">
              <a:defRPr sz="1875" b="0">
                <a:solidFill>
                  <a:srgbClr val="4264D0"/>
                </a:solidFill>
                <a:latin typeface="Arial"/>
                <a:ea typeface="Arial"/>
                <a:cs typeface="Arial"/>
              </a:defRPr>
            </a:lvl4pPr>
            <a:lvl5pPr algn="l">
              <a:defRPr sz="1875" b="0">
                <a:solidFill>
                  <a:srgbClr val="4264D0"/>
                </a:solidFill>
                <a:latin typeface="Arial"/>
                <a:ea typeface="Arial"/>
                <a:cs typeface="Arial"/>
              </a:defRPr>
            </a:lvl5pPr>
            <a:lvl6pPr algn="l">
              <a:defRPr sz="1875" b="0">
                <a:solidFill>
                  <a:srgbClr val="4264D0"/>
                </a:solidFill>
                <a:latin typeface="Arial"/>
                <a:ea typeface="Arial"/>
                <a:cs typeface="Arial"/>
              </a:defRPr>
            </a:lvl6pPr>
            <a:lvl7pPr algn="l">
              <a:defRPr sz="1875" b="0">
                <a:solidFill>
                  <a:srgbClr val="4264D0"/>
                </a:solidFill>
                <a:latin typeface="Arial"/>
                <a:ea typeface="Arial"/>
                <a:cs typeface="Arial"/>
              </a:defRPr>
            </a:lvl7pPr>
            <a:lvl8pPr algn="l">
              <a:defRPr sz="1875" b="0">
                <a:solidFill>
                  <a:srgbClr val="4264D0"/>
                </a:solidFill>
                <a:latin typeface="Arial"/>
                <a:ea typeface="Arial"/>
                <a:cs typeface="Arial"/>
              </a:defRPr>
            </a:lvl8pPr>
            <a:lvl9pPr algn="l">
              <a:defRPr sz="1875" b="0">
                <a:solidFill>
                  <a:srgbClr val="4264D0"/>
                </a:solidFill>
                <a:latin typeface="Arial"/>
                <a:ea typeface="Arial"/>
                <a:cs typeface="Arial"/>
              </a:defRPr>
            </a:lvl9pPr>
          </a:lstStyle>
          <a:p>
            <a:pPr algn="l">
              <a:defRPr sz="1875" b="0">
                <a:solidFill>
                  <a:srgbClr val="4264D0"/>
                </a:solidFill>
                <a:latin typeface="Arial"/>
                <a:ea typeface="Arial"/>
                <a:cs typeface="Arial"/>
              </a:defRPr>
            </a:pPr>
            <a:r>
              <a:rPr sz="1875" b="0">
                <a:solidFill>
                  <a:srgbClr val="4264D0"/>
                </a:solidFill>
                <a:latin typeface="Arial"/>
                <a:ea typeface="Arial"/>
                <a:cs typeface="Arial"/>
              </a:rPr>
              <a:t>NF1 sends an NF discovery request targeting NF2.</a:t>
            </a:r>
          </a:p>
        </p:txBody>
      </p:sp>
      <p:sp>
        <p:nvSpPr>
          <p:cNvPr id="31" name="f96">
            <a:extLst>
              <a:ext uri="{FF2B5EF4-FFF2-40B4-BE49-F238E27FC236}">
                <a16:creationId xmlns:a16="http://schemas.microsoft.com/office/drawing/2014/main" id="{6E8F9A79-4E12-4DEF-A906-47D127DAF2A0}"/>
              </a:ext>
            </a:extLst>
          </p:cNvPr>
          <p:cNvSpPr>
            <a:spLocks noGrp="1"/>
          </p:cNvSpPr>
          <p:nvPr/>
        </p:nvSpPr>
        <p:spPr>
          <a:xfrm>
            <a:off x="1219200" y="6048375"/>
            <a:ext cx="6934200" cy="781050"/>
          </a:xfrm>
          <a:prstGeom prst="roundRect">
            <a:avLst>
              <a:gd name="adj" fmla="val 10976"/>
            </a:avLst>
          </a:prstGeom>
          <a:solidFill>
            <a:srgbClr val="EEF8F3"/>
          </a:solidFill>
          <a:ln w="17145">
            <a:solidFill>
              <a:srgbClr val="B9DECF"/>
            </a:solidFill>
            <a:prstDash val="solid"/>
          </a:ln>
        </p:spPr>
        <p:txBody>
          <a:bodyPr/>
          <a:p/>
        </p:txBody>
      </p:sp>
      <p:sp>
        <p:nvSpPr>
          <p:cNvPr id="32" name="f97">
            <a:extLst>
              <a:ext uri="{FF2B5EF4-FFF2-40B4-BE49-F238E27FC236}">
                <a16:creationId xmlns:a16="http://schemas.microsoft.com/office/drawing/2014/main" id="{A91F8CD6-ACCB-4263-AAE3-B86A74546AD2}"/>
              </a:ext>
            </a:extLst>
          </p:cNvPr>
          <p:cNvSpPr>
            <a:spLocks noGrp="1"/>
          </p:cNvSpPr>
          <p:nvPr/>
        </p:nvSpPr>
        <p:spPr>
          <a:xfrm>
            <a:off x="1371600" y="6134100"/>
            <a:ext cx="6629400" cy="295275"/>
          </a:xfrm>
          <a:prstGeom prst="rect">
            <a:avLst/>
          </a:prstGeom>
          <a:noFill/>
          <a:ln w="0">
            <a:noFill/>
            <a:prstDash val="solid"/>
          </a:ln>
        </p:spPr>
        <p:txBody>
          <a:bodyPr wrap="none" lIns="0" tIns="0" rIns="0" bIns="0" anchor="t">
            <a:noAutofit/>
          </a:bodyPr>
          <a:lstStyle>
            <a:defPPr algn="l">
              <a:defRPr sz="1875" b="1">
                <a:solidFill>
                  <a:srgbClr val="278766"/>
                </a:solidFill>
                <a:latin typeface="Arial"/>
                <a:ea typeface="Arial"/>
                <a:cs typeface="Arial"/>
              </a:defRPr>
            </a:defPPr>
            <a:lvl1pPr algn="l">
              <a:defRPr sz="1875" b="1">
                <a:solidFill>
                  <a:srgbClr val="278766"/>
                </a:solidFill>
                <a:latin typeface="Arial"/>
                <a:ea typeface="Arial"/>
                <a:cs typeface="Arial"/>
              </a:defRPr>
            </a:lvl1pPr>
            <a:lvl2pPr algn="l">
              <a:defRPr sz="1875" b="1">
                <a:solidFill>
                  <a:srgbClr val="278766"/>
                </a:solidFill>
                <a:latin typeface="Arial"/>
                <a:ea typeface="Arial"/>
                <a:cs typeface="Arial"/>
              </a:defRPr>
            </a:lvl2pPr>
            <a:lvl3pPr algn="l">
              <a:defRPr sz="1875" b="1">
                <a:solidFill>
                  <a:srgbClr val="278766"/>
                </a:solidFill>
                <a:latin typeface="Arial"/>
                <a:ea typeface="Arial"/>
                <a:cs typeface="Arial"/>
              </a:defRPr>
            </a:lvl3pPr>
            <a:lvl4pPr algn="l">
              <a:defRPr sz="1875" b="1">
                <a:solidFill>
                  <a:srgbClr val="278766"/>
                </a:solidFill>
                <a:latin typeface="Arial"/>
                <a:ea typeface="Arial"/>
                <a:cs typeface="Arial"/>
              </a:defRPr>
            </a:lvl4pPr>
            <a:lvl5pPr algn="l">
              <a:defRPr sz="1875" b="1">
                <a:solidFill>
                  <a:srgbClr val="278766"/>
                </a:solidFill>
                <a:latin typeface="Arial"/>
                <a:ea typeface="Arial"/>
                <a:cs typeface="Arial"/>
              </a:defRPr>
            </a:lvl5pPr>
            <a:lvl6pPr algn="l">
              <a:defRPr sz="1875" b="1">
                <a:solidFill>
                  <a:srgbClr val="278766"/>
                </a:solidFill>
                <a:latin typeface="Arial"/>
                <a:ea typeface="Arial"/>
                <a:cs typeface="Arial"/>
              </a:defRPr>
            </a:lvl6pPr>
            <a:lvl7pPr algn="l">
              <a:defRPr sz="1875" b="1">
                <a:solidFill>
                  <a:srgbClr val="278766"/>
                </a:solidFill>
                <a:latin typeface="Arial"/>
                <a:ea typeface="Arial"/>
                <a:cs typeface="Arial"/>
              </a:defRPr>
            </a:lvl7pPr>
            <a:lvl8pPr algn="l">
              <a:defRPr sz="1875" b="1">
                <a:solidFill>
                  <a:srgbClr val="278766"/>
                </a:solidFill>
                <a:latin typeface="Arial"/>
                <a:ea typeface="Arial"/>
                <a:cs typeface="Arial"/>
              </a:defRPr>
            </a:lvl8pPr>
            <a:lvl9pPr algn="l">
              <a:defRPr sz="1875" b="1">
                <a:solidFill>
                  <a:srgbClr val="278766"/>
                </a:solidFill>
                <a:latin typeface="Arial"/>
                <a:ea typeface="Arial"/>
                <a:cs typeface="Arial"/>
              </a:defRPr>
            </a:lvl9pPr>
          </a:lstStyle>
          <a:p>
            <a:pPr algn="l">
              <a:defRPr sz="1875" b="1">
                <a:solidFill>
                  <a:srgbClr val="278766"/>
                </a:solidFill>
                <a:latin typeface="Arial"/>
                <a:ea typeface="Arial"/>
                <a:cs typeface="Arial"/>
              </a:defRPr>
            </a:pPr>
            <a:r>
              <a:rPr sz="1875" b="1">
                <a:solidFill>
                  <a:srgbClr val="278766"/>
                </a:solidFill>
                <a:latin typeface="Arial"/>
                <a:ea typeface="Arial"/>
                <a:cs typeface="Arial"/>
              </a:rPr>
              <a:t>Expected Results:</a:t>
            </a:r>
          </a:p>
        </p:txBody>
      </p:sp>
      <p:sp>
        <p:nvSpPr>
          <p:cNvPr id="33" name="f98">
            <a:extLst>
              <a:ext uri="{FF2B5EF4-FFF2-40B4-BE49-F238E27FC236}">
                <a16:creationId xmlns:a16="http://schemas.microsoft.com/office/drawing/2014/main" id="{1CB4E172-11A8-4408-982F-493C8782EEDE}"/>
              </a:ext>
            </a:extLst>
          </p:cNvPr>
          <p:cNvSpPr>
            <a:spLocks noGrp="1"/>
          </p:cNvSpPr>
          <p:nvPr/>
        </p:nvSpPr>
        <p:spPr>
          <a:xfrm>
            <a:off x="1371600" y="6486525"/>
            <a:ext cx="6629400" cy="314325"/>
          </a:xfrm>
          <a:prstGeom prst="rect">
            <a:avLst/>
          </a:prstGeom>
          <a:noFill/>
          <a:ln w="0">
            <a:noFill/>
            <a:prstDash val="solid"/>
          </a:ln>
        </p:spPr>
        <p:txBody>
          <a:bodyPr wrap="none" lIns="0" tIns="0" rIns="0" bIns="0" anchor="t">
            <a:noAutofit/>
          </a:bodyPr>
          <a:lstStyle>
            <a:defPPr algn="l">
              <a:defRPr sz="1875" b="0">
                <a:solidFill>
                  <a:srgbClr val="278766"/>
                </a:solidFill>
                <a:latin typeface="Arial"/>
                <a:ea typeface="Arial"/>
                <a:cs typeface="Arial"/>
              </a:defRPr>
            </a:defPPr>
            <a:lvl1pPr algn="l">
              <a:defRPr sz="1875" b="0">
                <a:solidFill>
                  <a:srgbClr val="278766"/>
                </a:solidFill>
                <a:latin typeface="Arial"/>
                <a:ea typeface="Arial"/>
                <a:cs typeface="Arial"/>
              </a:defRPr>
            </a:lvl1pPr>
            <a:lvl2pPr algn="l">
              <a:defRPr sz="1875" b="0">
                <a:solidFill>
                  <a:srgbClr val="278766"/>
                </a:solidFill>
                <a:latin typeface="Arial"/>
                <a:ea typeface="Arial"/>
                <a:cs typeface="Arial"/>
              </a:defRPr>
            </a:lvl2pPr>
            <a:lvl3pPr algn="l">
              <a:defRPr sz="1875" b="0">
                <a:solidFill>
                  <a:srgbClr val="278766"/>
                </a:solidFill>
                <a:latin typeface="Arial"/>
                <a:ea typeface="Arial"/>
                <a:cs typeface="Arial"/>
              </a:defRPr>
            </a:lvl3pPr>
            <a:lvl4pPr algn="l">
              <a:defRPr sz="1875" b="0">
                <a:solidFill>
                  <a:srgbClr val="278766"/>
                </a:solidFill>
                <a:latin typeface="Arial"/>
                <a:ea typeface="Arial"/>
                <a:cs typeface="Arial"/>
              </a:defRPr>
            </a:lvl4pPr>
            <a:lvl5pPr algn="l">
              <a:defRPr sz="1875" b="0">
                <a:solidFill>
                  <a:srgbClr val="278766"/>
                </a:solidFill>
                <a:latin typeface="Arial"/>
                <a:ea typeface="Arial"/>
                <a:cs typeface="Arial"/>
              </a:defRPr>
            </a:lvl5pPr>
            <a:lvl6pPr algn="l">
              <a:defRPr sz="1875" b="0">
                <a:solidFill>
                  <a:srgbClr val="278766"/>
                </a:solidFill>
                <a:latin typeface="Arial"/>
                <a:ea typeface="Arial"/>
                <a:cs typeface="Arial"/>
              </a:defRPr>
            </a:lvl6pPr>
            <a:lvl7pPr algn="l">
              <a:defRPr sz="1875" b="0">
                <a:solidFill>
                  <a:srgbClr val="278766"/>
                </a:solidFill>
                <a:latin typeface="Arial"/>
                <a:ea typeface="Arial"/>
                <a:cs typeface="Arial"/>
              </a:defRPr>
            </a:lvl7pPr>
            <a:lvl8pPr algn="l">
              <a:defRPr sz="1875" b="0">
                <a:solidFill>
                  <a:srgbClr val="278766"/>
                </a:solidFill>
                <a:latin typeface="Arial"/>
                <a:ea typeface="Arial"/>
                <a:cs typeface="Arial"/>
              </a:defRPr>
            </a:lvl8pPr>
            <a:lvl9pPr algn="l">
              <a:defRPr sz="1875" b="0">
                <a:solidFill>
                  <a:srgbClr val="278766"/>
                </a:solidFill>
                <a:latin typeface="Arial"/>
                <a:ea typeface="Arial"/>
                <a:cs typeface="Arial"/>
              </a:defRPr>
            </a:lvl9pPr>
          </a:lstStyle>
          <a:p>
            <a:pPr algn="l">
              <a:defRPr sz="1875" b="0">
                <a:solidFill>
                  <a:srgbClr val="278766"/>
                </a:solidFill>
                <a:latin typeface="Arial"/>
                <a:ea typeface="Arial"/>
                <a:cs typeface="Arial"/>
              </a:defRPr>
            </a:pPr>
            <a:r>
              <a:rPr sz="1875" b="0">
                <a:solidFill>
                  <a:srgbClr val="278766"/>
                </a:solidFill>
                <a:latin typeface="Arial"/>
                <a:ea typeface="Arial"/>
                <a:cs typeface="Arial"/>
              </a:rPr>
              <a:t>The NRF returns a 403 Forbidden response.</a:t>
            </a:r>
          </a:p>
        </p:txBody>
      </p:sp>
      <p:sp>
        <p:nvSpPr>
          <p:cNvPr id="34" name="f99">
            <a:extLst>
              <a:ext uri="{FF2B5EF4-FFF2-40B4-BE49-F238E27FC236}">
                <a16:creationId xmlns:a16="http://schemas.microsoft.com/office/drawing/2014/main" id="{15287C8B-0655-4499-BA75-B372E7EA76D8}"/>
              </a:ext>
            </a:extLst>
          </p:cNvPr>
          <p:cNvSpPr>
            <a:spLocks noGrp="1"/>
          </p:cNvSpPr>
          <p:nvPr/>
        </p:nvSpPr>
        <p:spPr>
          <a:xfrm>
            <a:off x="8382000" y="5457825"/>
            <a:ext cx="666750" cy="95"/>
          </a:xfrm>
          <a:prstGeom prst="line">
            <a:avLst/>
          </a:prstGeom>
          <a:noFill/>
          <a:ln w="51435">
            <a:solidFill>
              <a:srgbClr val="4264D0"/>
            </a:solidFill>
            <a:prstDash val="solid"/>
          </a:ln>
        </p:spPr>
        <p:txBody>
          <a:bodyPr/>
          <a:p/>
        </p:txBody>
      </p:sp>
      <p:sp>
        <p:nvSpPr>
          <p:cNvPr id="35" name="f100">
            <a:extLst>
              <a:ext uri="{FF2B5EF4-FFF2-40B4-BE49-F238E27FC236}">
                <a16:creationId xmlns:a16="http://schemas.microsoft.com/office/drawing/2014/main" id="{DB63C359-C68C-4EEB-8ED9-6099BF76D44E}"/>
              </a:ext>
            </a:extLst>
          </p:cNvPr>
          <p:cNvSpPr>
            <a:spLocks noGrp="1"/>
          </p:cNvSpPr>
          <p:nvPr/>
        </p:nvSpPr>
        <p:spPr>
          <a:xfrm flipV="1">
            <a:off x="9048750" y="4467225"/>
            <a:ext cx="95" cy="990600"/>
          </a:xfrm>
          <a:prstGeom prst="line">
            <a:avLst/>
          </a:prstGeom>
          <a:noFill/>
          <a:ln w="51435">
            <a:solidFill>
              <a:srgbClr val="4264D0"/>
            </a:solidFill>
            <a:prstDash val="solid"/>
          </a:ln>
        </p:spPr>
        <p:txBody>
          <a:bodyPr/>
          <a:p/>
        </p:txBody>
      </p:sp>
      <p:sp>
        <p:nvSpPr>
          <p:cNvPr id="36" name="f101">
            <a:extLst>
              <a:ext uri="{FF2B5EF4-FFF2-40B4-BE49-F238E27FC236}">
                <a16:creationId xmlns:a16="http://schemas.microsoft.com/office/drawing/2014/main" id="{66C5D00A-88E9-47D6-93CA-D6ABAEE7B07D}"/>
              </a:ext>
            </a:extLst>
          </p:cNvPr>
          <p:cNvSpPr>
            <a:spLocks noGrp="1"/>
          </p:cNvSpPr>
          <p:nvPr/>
        </p:nvSpPr>
        <p:spPr>
          <a:xfrm>
            <a:off x="9048750" y="4467225"/>
            <a:ext cx="571500" cy="95"/>
          </a:xfrm>
          <a:prstGeom prst="line">
            <a:avLst/>
          </a:prstGeom>
          <a:noFill/>
          <a:ln w="51435">
            <a:solidFill>
              <a:srgbClr val="4264D0"/>
            </a:solidFill>
            <a:prstDash val="solid"/>
          </a:ln>
        </p:spPr>
        <p:txBody>
          <a:bodyPr/>
          <a:p/>
        </p:txBody>
      </p:sp>
      <p:sp>
        <p:nvSpPr>
          <p:cNvPr id="37" name="f102">
            <a:extLst>
              <a:ext uri="{FF2B5EF4-FFF2-40B4-BE49-F238E27FC236}">
                <a16:creationId xmlns:a16="http://schemas.microsoft.com/office/drawing/2014/main" id="{4F2BFD5C-05D1-4E8B-95D7-06DD2846834A}"/>
              </a:ext>
            </a:extLst>
          </p:cNvPr>
          <p:cNvSpPr>
            <a:spLocks noGrp="1"/>
          </p:cNvSpPr>
          <p:nvPr/>
        </p:nvSpPr>
        <p:spPr>
          <a:xfrm>
            <a:off x="9620250" y="4381500"/>
            <a:ext cx="190500" cy="171450"/>
          </a:xfrm>
          <a:prstGeom prst="rightArrow">
            <a:avLst/>
          </a:prstGeom>
          <a:solidFill>
            <a:srgbClr val="4264D0"/>
          </a:solidFill>
          <a:ln w="0">
            <a:noFill/>
            <a:prstDash val="solid"/>
          </a:ln>
        </p:spPr>
        <p:txBody>
          <a:bodyPr/>
          <a:p/>
        </p:txBody>
      </p:sp>
      <p:sp>
        <p:nvSpPr>
          <p:cNvPr id="38" name="f103">
            <a:extLst>
              <a:ext uri="{FF2B5EF4-FFF2-40B4-BE49-F238E27FC236}">
                <a16:creationId xmlns:a16="http://schemas.microsoft.com/office/drawing/2014/main" id="{C2D00320-1671-4FB0-B6A6-ACF5988B712B}"/>
              </a:ext>
            </a:extLst>
          </p:cNvPr>
          <p:cNvSpPr>
            <a:spLocks noGrp="1"/>
          </p:cNvSpPr>
          <p:nvPr/>
        </p:nvSpPr>
        <p:spPr>
          <a:xfrm>
            <a:off x="8382000" y="6362700"/>
            <a:ext cx="1428750" cy="171450"/>
          </a:xfrm>
          <a:prstGeom prst="rightArrow">
            <a:avLst/>
          </a:prstGeom>
          <a:solidFill>
            <a:srgbClr val="278766"/>
          </a:solidFill>
          <a:ln w="0">
            <a:noFill/>
            <a:prstDash val="solid"/>
          </a:ln>
        </p:spPr>
        <p:txBody>
          <a:bodyPr/>
          <a:p/>
        </p:txBody>
      </p:sp>
      <p:sp>
        <p:nvSpPr>
          <p:cNvPr id="39" name="f104">
            <a:extLst>
              <a:ext uri="{FF2B5EF4-FFF2-40B4-BE49-F238E27FC236}">
                <a16:creationId xmlns:a16="http://schemas.microsoft.com/office/drawing/2014/main" id="{6FBF6968-3EF4-41F6-B1A4-1B40CE1EDC33}"/>
              </a:ext>
            </a:extLst>
          </p:cNvPr>
          <p:cNvSpPr>
            <a:spLocks noGrp="1"/>
          </p:cNvSpPr>
          <p:nvPr/>
        </p:nvSpPr>
        <p:spPr>
          <a:xfrm>
            <a:off x="1066800" y="7239000"/>
            <a:ext cx="7239000" cy="323850"/>
          </a:xfrm>
          <a:prstGeom prst="rect">
            <a:avLst/>
          </a:prstGeom>
          <a:noFill/>
          <a:ln w="0">
            <a:noFill/>
            <a:prstDash val="solid"/>
          </a:ln>
        </p:spPr>
        <p:txBody>
          <a:bodyPr wrap="none" lIns="0" tIns="0" rIns="0" bIns="0" anchor="t">
            <a:noAutofit/>
          </a:bodyPr>
          <a:lstStyle>
            <a:defPPr algn="l">
              <a:defRPr sz="1725" b="0">
                <a:solidFill>
                  <a:srgbClr val="52627B"/>
                </a:solidFill>
                <a:latin typeface="Arial"/>
                <a:ea typeface="Arial"/>
                <a:cs typeface="Arial"/>
              </a:defRPr>
            </a:defPPr>
            <a:lvl1pPr algn="l">
              <a:defRPr sz="1725" b="0">
                <a:solidFill>
                  <a:srgbClr val="52627B"/>
                </a:solidFill>
                <a:latin typeface="Arial"/>
                <a:ea typeface="Arial"/>
                <a:cs typeface="Arial"/>
              </a:defRPr>
            </a:lvl1pPr>
            <a:lvl2pPr algn="l">
              <a:defRPr sz="1725" b="0">
                <a:solidFill>
                  <a:srgbClr val="52627B"/>
                </a:solidFill>
                <a:latin typeface="Arial"/>
                <a:ea typeface="Arial"/>
                <a:cs typeface="Arial"/>
              </a:defRPr>
            </a:lvl2pPr>
            <a:lvl3pPr algn="l">
              <a:defRPr sz="1725" b="0">
                <a:solidFill>
                  <a:srgbClr val="52627B"/>
                </a:solidFill>
                <a:latin typeface="Arial"/>
                <a:ea typeface="Arial"/>
                <a:cs typeface="Arial"/>
              </a:defRPr>
            </a:lvl3pPr>
            <a:lvl4pPr algn="l">
              <a:defRPr sz="1725" b="0">
                <a:solidFill>
                  <a:srgbClr val="52627B"/>
                </a:solidFill>
                <a:latin typeface="Arial"/>
                <a:ea typeface="Arial"/>
                <a:cs typeface="Arial"/>
              </a:defRPr>
            </a:lvl4pPr>
            <a:lvl5pPr algn="l">
              <a:defRPr sz="1725" b="0">
                <a:solidFill>
                  <a:srgbClr val="52627B"/>
                </a:solidFill>
                <a:latin typeface="Arial"/>
                <a:ea typeface="Arial"/>
                <a:cs typeface="Arial"/>
              </a:defRPr>
            </a:lvl5pPr>
            <a:lvl6pPr algn="l">
              <a:defRPr sz="1725" b="0">
                <a:solidFill>
                  <a:srgbClr val="52627B"/>
                </a:solidFill>
                <a:latin typeface="Arial"/>
                <a:ea typeface="Arial"/>
                <a:cs typeface="Arial"/>
              </a:defRPr>
            </a:lvl6pPr>
            <a:lvl7pPr algn="l">
              <a:defRPr sz="1725" b="0">
                <a:solidFill>
                  <a:srgbClr val="52627B"/>
                </a:solidFill>
                <a:latin typeface="Arial"/>
                <a:ea typeface="Arial"/>
                <a:cs typeface="Arial"/>
              </a:defRPr>
            </a:lvl7pPr>
            <a:lvl8pPr algn="l">
              <a:defRPr sz="1725" b="0">
                <a:solidFill>
                  <a:srgbClr val="52627B"/>
                </a:solidFill>
                <a:latin typeface="Arial"/>
                <a:ea typeface="Arial"/>
                <a:cs typeface="Arial"/>
              </a:defRPr>
            </a:lvl8pPr>
            <a:lvl9pPr algn="l">
              <a:defRPr sz="1725" b="0">
                <a:solidFill>
                  <a:srgbClr val="52627B"/>
                </a:solidFill>
                <a:latin typeface="Arial"/>
                <a:ea typeface="Arial"/>
                <a:cs typeface="Arial"/>
              </a:defRPr>
            </a:lvl9pPr>
          </a:lstStyle>
          <a:p>
            <a:pPr algn="l">
              <a:defRPr sz="1725" b="0">
                <a:solidFill>
                  <a:srgbClr val="52627B"/>
                </a:solidFill>
                <a:latin typeface="Arial"/>
                <a:ea typeface="Arial"/>
                <a:cs typeface="Arial"/>
              </a:defRPr>
            </a:pPr>
            <a:r>
              <a:rPr sz="1725" b="0">
                <a:solidFill>
                  <a:srgbClr val="52627B"/>
                </a:solidFill>
                <a:latin typeface="Arial"/>
                <a:ea typeface="Arial"/>
                <a:cs typeface="Arial"/>
              </a:rPr>
              <a:t>Esempio semplificato riportato nella tesi · cap. 2</a:t>
            </a:r>
          </a:p>
        </p:txBody>
      </p:sp>
      <p:sp>
        <p:nvSpPr>
          <p:cNvPr id="49" name="f114">
            <a:extLst>
              <a:ext uri="{FF2B5EF4-FFF2-40B4-BE49-F238E27FC236}">
                <a16:creationId xmlns:a16="http://schemas.microsoft.com/office/drawing/2014/main" id="{0A3C4A51-F798-4A97-81DF-F342A427D593}"/>
              </a:ext>
            </a:extLst>
          </p:cNvPr>
          <p:cNvSpPr>
            <a:spLocks noGrp="1"/>
          </p:cNvSpPr>
          <p:nvPr/>
        </p:nvSpPr>
        <p:spPr>
          <a:xfrm>
            <a:off x="10001250" y="3857625"/>
            <a:ext cx="4171950" cy="1219200"/>
          </a:xfrm>
          <a:prstGeom prst="roundRect">
            <a:avLst>
              <a:gd name="adj" fmla="val 10938"/>
            </a:avLst>
          </a:prstGeom>
          <a:solidFill>
            <a:srgbClr val="F0F4FF"/>
          </a:solidFill>
          <a:ln w="17145">
            <a:solidFill>
              <a:srgbClr val="4264D0"/>
            </a:solidFill>
            <a:prstDash val="solid"/>
          </a:ln>
        </p:spPr>
        <p:txBody>
          <a:bodyPr/>
          <a:p/>
        </p:txBody>
      </p:sp>
      <p:sp>
        <p:nvSpPr>
          <p:cNvPr id="50" name="f115">
            <a:extLst>
              <a:ext uri="{FF2B5EF4-FFF2-40B4-BE49-F238E27FC236}">
                <a16:creationId xmlns:a16="http://schemas.microsoft.com/office/drawing/2014/main" id="{DDA12ED4-BB43-463D-9576-C4ACB41B9D25}"/>
              </a:ext>
            </a:extLst>
          </p:cNvPr>
          <p:cNvSpPr>
            <a:spLocks noGrp="1"/>
          </p:cNvSpPr>
          <p:nvPr/>
        </p:nvSpPr>
        <p:spPr>
          <a:xfrm>
            <a:off x="10191750" y="4105275"/>
            <a:ext cx="3790950" cy="885825"/>
          </a:xfrm>
          <a:prstGeom prst="rect">
            <a:avLst/>
          </a:prstGeom>
          <a:noFill/>
          <a:ln w="0">
            <a:noFill/>
            <a:prstDash val="solid"/>
          </a:ln>
        </p:spPr>
        <p:txBody>
          <a:bodyPr wrap="none" lIns="0" tIns="0" rIns="0" bIns="0" anchor="t">
            <a:noAutofit/>
          </a:bodyPr>
          <a:lstStyle>
            <a:defPPr algn="ctr">
              <a:defRPr sz="2700" b="1">
                <a:solidFill>
                  <a:srgbClr val="4264D0"/>
                </a:solidFill>
                <a:latin typeface="Arial"/>
                <a:ea typeface="Arial"/>
                <a:cs typeface="Arial"/>
              </a:defRPr>
            </a:defPPr>
            <a:lvl1pPr algn="ctr">
              <a:defRPr sz="2700" b="1">
                <a:solidFill>
                  <a:srgbClr val="4264D0"/>
                </a:solidFill>
                <a:latin typeface="Arial"/>
                <a:ea typeface="Arial"/>
                <a:cs typeface="Arial"/>
              </a:defRPr>
            </a:lvl1pPr>
            <a:lvl2pPr algn="ctr">
              <a:defRPr sz="2700" b="1">
                <a:solidFill>
                  <a:srgbClr val="4264D0"/>
                </a:solidFill>
                <a:latin typeface="Arial"/>
                <a:ea typeface="Arial"/>
                <a:cs typeface="Arial"/>
              </a:defRPr>
            </a:lvl2pPr>
            <a:lvl3pPr algn="ctr">
              <a:defRPr sz="2700" b="1">
                <a:solidFill>
                  <a:srgbClr val="4264D0"/>
                </a:solidFill>
                <a:latin typeface="Arial"/>
                <a:ea typeface="Arial"/>
                <a:cs typeface="Arial"/>
              </a:defRPr>
            </a:lvl3pPr>
            <a:lvl4pPr algn="ctr">
              <a:defRPr sz="2700" b="1">
                <a:solidFill>
                  <a:srgbClr val="4264D0"/>
                </a:solidFill>
                <a:latin typeface="Arial"/>
                <a:ea typeface="Arial"/>
                <a:cs typeface="Arial"/>
              </a:defRPr>
            </a:lvl4pPr>
            <a:lvl5pPr algn="ctr">
              <a:defRPr sz="2700" b="1">
                <a:solidFill>
                  <a:srgbClr val="4264D0"/>
                </a:solidFill>
                <a:latin typeface="Arial"/>
                <a:ea typeface="Arial"/>
                <a:cs typeface="Arial"/>
              </a:defRPr>
            </a:lvl5pPr>
            <a:lvl6pPr algn="ctr">
              <a:defRPr sz="2700" b="1">
                <a:solidFill>
                  <a:srgbClr val="4264D0"/>
                </a:solidFill>
                <a:latin typeface="Arial"/>
                <a:ea typeface="Arial"/>
                <a:cs typeface="Arial"/>
              </a:defRPr>
            </a:lvl6pPr>
            <a:lvl7pPr algn="ctr">
              <a:defRPr sz="2700" b="1">
                <a:solidFill>
                  <a:srgbClr val="4264D0"/>
                </a:solidFill>
                <a:latin typeface="Arial"/>
                <a:ea typeface="Arial"/>
                <a:cs typeface="Arial"/>
              </a:defRPr>
            </a:lvl7pPr>
            <a:lvl8pPr algn="ctr">
              <a:defRPr sz="2700" b="1">
                <a:solidFill>
                  <a:srgbClr val="4264D0"/>
                </a:solidFill>
                <a:latin typeface="Arial"/>
                <a:ea typeface="Arial"/>
                <a:cs typeface="Arial"/>
              </a:defRPr>
            </a:lvl8pPr>
            <a:lvl9pPr algn="ctr">
              <a:defRPr sz="2700" b="1">
                <a:solidFill>
                  <a:srgbClr val="4264D0"/>
                </a:solidFill>
                <a:latin typeface="Arial"/>
                <a:ea typeface="Arial"/>
                <a:cs typeface="Arial"/>
              </a:defRPr>
            </a:lvl9pPr>
          </a:lstStyle>
          <a:p>
            <a:pPr algn="ctr">
              <a:defRPr sz="2700" b="1">
                <a:solidFill>
                  <a:srgbClr val="4264D0"/>
                </a:solidFill>
                <a:latin typeface="Arial"/>
                <a:ea typeface="Arial"/>
                <a:cs typeface="Arial"/>
              </a:defRPr>
            </a:pPr>
            <a:r>
              <a:rPr sz="2700" b="1">
                <a:solidFill>
                  <a:srgbClr val="4264D0"/>
                </a:solidFill>
                <a:latin typeface="Arial"/>
                <a:ea typeface="Arial"/>
                <a:cs typeface="Arial"/>
              </a:rPr>
              <a:t>Quali messaggi</a:t>
            </a:r>
          </a:p>
          <a:p>
            <a:pPr algn="ctr">
              <a:defRPr sz="2700" b="1">
                <a:solidFill>
                  <a:srgbClr val="4264D0"/>
                </a:solidFill>
                <a:latin typeface="Arial"/>
                <a:ea typeface="Arial"/>
                <a:cs typeface="Arial"/>
              </a:defRPr>
            </a:pPr>
            <a:r>
              <a:rPr sz="2700" b="1">
                <a:solidFill>
                  <a:srgbClr val="4264D0"/>
                </a:solidFill>
                <a:latin typeface="Arial"/>
                <a:ea typeface="Arial"/>
                <a:cs typeface="Arial"/>
              </a:rPr>
              <a:t>cercare?</a:t>
            </a:r>
          </a:p>
        </p:txBody>
      </p:sp>
      <p:sp>
        <p:nvSpPr>
          <p:cNvPr id="51" name="f116">
            <a:extLst>
              <a:ext uri="{FF2B5EF4-FFF2-40B4-BE49-F238E27FC236}">
                <a16:creationId xmlns:a16="http://schemas.microsoft.com/office/drawing/2014/main" id="{C5FCEF14-1437-4F70-B8D7-27CF8B6988A5}"/>
              </a:ext>
            </a:extLst>
          </p:cNvPr>
          <p:cNvSpPr>
            <a:spLocks noGrp="1"/>
          </p:cNvSpPr>
          <p:nvPr/>
        </p:nvSpPr>
        <p:spPr>
          <a:xfrm>
            <a:off x="10001250" y="5838825"/>
            <a:ext cx="4171950" cy="1219200"/>
          </a:xfrm>
          <a:prstGeom prst="roundRect">
            <a:avLst>
              <a:gd name="adj" fmla="val 10938"/>
            </a:avLst>
          </a:prstGeom>
          <a:solidFill>
            <a:srgbClr val="EEF8F3"/>
          </a:solidFill>
          <a:ln w="17145">
            <a:solidFill>
              <a:srgbClr val="278766"/>
            </a:solidFill>
            <a:prstDash val="solid"/>
          </a:ln>
        </p:spPr>
        <p:txBody>
          <a:bodyPr/>
          <a:p/>
        </p:txBody>
      </p:sp>
      <p:sp>
        <p:nvSpPr>
          <p:cNvPr id="52" name="f117">
            <a:extLst>
              <a:ext uri="{FF2B5EF4-FFF2-40B4-BE49-F238E27FC236}">
                <a16:creationId xmlns:a16="http://schemas.microsoft.com/office/drawing/2014/main" id="{64EB2740-2C1F-43C0-91C1-6B63F174F427}"/>
              </a:ext>
            </a:extLst>
          </p:cNvPr>
          <p:cNvSpPr>
            <a:spLocks noGrp="1"/>
          </p:cNvSpPr>
          <p:nvPr/>
        </p:nvSpPr>
        <p:spPr>
          <a:xfrm>
            <a:off x="10191750" y="6076950"/>
            <a:ext cx="3790950" cy="885825"/>
          </a:xfrm>
          <a:prstGeom prst="rect">
            <a:avLst/>
          </a:prstGeom>
          <a:noFill/>
          <a:ln w="0">
            <a:noFill/>
            <a:prstDash val="solid"/>
          </a:ln>
        </p:spPr>
        <p:txBody>
          <a:bodyPr wrap="none" lIns="0" tIns="0" rIns="0" bIns="0" anchor="t">
            <a:noAutofit/>
          </a:bodyPr>
          <a:lstStyle>
            <a:defPPr algn="ctr">
              <a:defRPr sz="2700" b="1">
                <a:solidFill>
                  <a:srgbClr val="278766"/>
                </a:solidFill>
                <a:latin typeface="Arial"/>
                <a:ea typeface="Arial"/>
                <a:cs typeface="Arial"/>
              </a:defRPr>
            </a:defPPr>
            <a:lvl1pPr algn="ctr">
              <a:defRPr sz="2700" b="1">
                <a:solidFill>
                  <a:srgbClr val="278766"/>
                </a:solidFill>
                <a:latin typeface="Arial"/>
                <a:ea typeface="Arial"/>
                <a:cs typeface="Arial"/>
              </a:defRPr>
            </a:lvl1pPr>
            <a:lvl2pPr algn="ctr">
              <a:defRPr sz="2700" b="1">
                <a:solidFill>
                  <a:srgbClr val="278766"/>
                </a:solidFill>
                <a:latin typeface="Arial"/>
                <a:ea typeface="Arial"/>
                <a:cs typeface="Arial"/>
              </a:defRPr>
            </a:lvl2pPr>
            <a:lvl3pPr algn="ctr">
              <a:defRPr sz="2700" b="1">
                <a:solidFill>
                  <a:srgbClr val="278766"/>
                </a:solidFill>
                <a:latin typeface="Arial"/>
                <a:ea typeface="Arial"/>
                <a:cs typeface="Arial"/>
              </a:defRPr>
            </a:lvl3pPr>
            <a:lvl4pPr algn="ctr">
              <a:defRPr sz="2700" b="1">
                <a:solidFill>
                  <a:srgbClr val="278766"/>
                </a:solidFill>
                <a:latin typeface="Arial"/>
                <a:ea typeface="Arial"/>
                <a:cs typeface="Arial"/>
              </a:defRPr>
            </a:lvl4pPr>
            <a:lvl5pPr algn="ctr">
              <a:defRPr sz="2700" b="1">
                <a:solidFill>
                  <a:srgbClr val="278766"/>
                </a:solidFill>
                <a:latin typeface="Arial"/>
                <a:ea typeface="Arial"/>
                <a:cs typeface="Arial"/>
              </a:defRPr>
            </a:lvl5pPr>
            <a:lvl6pPr algn="ctr">
              <a:defRPr sz="2700" b="1">
                <a:solidFill>
                  <a:srgbClr val="278766"/>
                </a:solidFill>
                <a:latin typeface="Arial"/>
                <a:ea typeface="Arial"/>
                <a:cs typeface="Arial"/>
              </a:defRPr>
            </a:lvl6pPr>
            <a:lvl7pPr algn="ctr">
              <a:defRPr sz="2700" b="1">
                <a:solidFill>
                  <a:srgbClr val="278766"/>
                </a:solidFill>
                <a:latin typeface="Arial"/>
                <a:ea typeface="Arial"/>
                <a:cs typeface="Arial"/>
              </a:defRPr>
            </a:lvl7pPr>
            <a:lvl8pPr algn="ctr">
              <a:defRPr sz="2700" b="1">
                <a:solidFill>
                  <a:srgbClr val="278766"/>
                </a:solidFill>
                <a:latin typeface="Arial"/>
                <a:ea typeface="Arial"/>
                <a:cs typeface="Arial"/>
              </a:defRPr>
            </a:lvl8pPr>
            <a:lvl9pPr algn="ctr">
              <a:defRPr sz="2700" b="1">
                <a:solidFill>
                  <a:srgbClr val="278766"/>
                </a:solidFill>
                <a:latin typeface="Arial"/>
                <a:ea typeface="Arial"/>
                <a:cs typeface="Arial"/>
              </a:defRPr>
            </a:lvl9pPr>
          </a:lstStyle>
          <a:p>
            <a:pPr algn="ctr">
              <a:defRPr sz="2700" b="1">
                <a:solidFill>
                  <a:srgbClr val="278766"/>
                </a:solidFill>
                <a:latin typeface="Arial"/>
                <a:ea typeface="Arial"/>
                <a:cs typeface="Arial"/>
              </a:defRPr>
            </a:pPr>
            <a:r>
              <a:rPr sz="2700" b="1">
                <a:solidFill>
                  <a:srgbClr val="278766"/>
                </a:solidFill>
                <a:latin typeface="Arial"/>
                <a:ea typeface="Arial"/>
                <a:cs typeface="Arial"/>
              </a:rPr>
              <a:t>Quali criteri</a:t>
            </a:r>
          </a:p>
          <a:p>
            <a:pPr algn="ctr">
              <a:defRPr sz="2700" b="1">
                <a:solidFill>
                  <a:srgbClr val="278766"/>
                </a:solidFill>
                <a:latin typeface="Arial"/>
                <a:ea typeface="Arial"/>
                <a:cs typeface="Arial"/>
              </a:defRPr>
            </a:pPr>
            <a:r>
              <a:rPr sz="2700" b="1">
                <a:solidFill>
                  <a:srgbClr val="278766"/>
                </a:solidFill>
                <a:latin typeface="Arial"/>
                <a:ea typeface="Arial"/>
                <a:cs typeface="Arial"/>
              </a:rPr>
              <a:t>verificare?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3" name="f66">
            <a:extLst>
              <a:ext uri="{FF2B5EF4-FFF2-40B4-BE49-F238E27FC236}">
                <a16:creationId xmlns:a16="http://schemas.microsoft.com/office/drawing/2014/main" id="{312A2E53-ADCA-44D7-9FDF-26F87BF58576}"/>
              </a:ext>
            </a:extLst>
          </p:cNvPr>
          <p:cNvSpPr>
            <a:spLocks noGrp="1"/>
          </p:cNvSpPr>
          <p:nvPr/>
        </p:nvSpPr>
        <p:spPr>
          <a:xfrm>
            <a:off x="1066800" y="666750"/>
            <a:ext cx="10953750" cy="285750"/>
          </a:xfrm>
          <a:prstGeom prst="rect">
            <a:avLst/>
          </a:prstGeom>
          <a:noFill/>
          <a:ln w="0">
            <a:noFill/>
            <a:prstDash val="solid"/>
          </a:ln>
        </p:spPr>
        <p:txBody>
          <a:bodyPr wrap="none" lIns="0" tIns="0" rIns="0" bIns="0" anchor="t">
            <a:noAutofit/>
          </a:bodyPr>
          <a:lstStyle>
            <a:defPPr algn="l">
              <a:defRPr sz="1500" b="0">
                <a:solidFill>
                  <a:srgbClr val="52627B"/>
                </a:solidFill>
                <a:latin typeface="Arial"/>
                <a:ea typeface="Arial"/>
                <a:cs typeface="Arial"/>
              </a:defRPr>
            </a:defPPr>
            <a:lvl1pPr algn="l">
              <a:defRPr sz="1500" b="0">
                <a:solidFill>
                  <a:srgbClr val="52627B"/>
                </a:solidFill>
                <a:latin typeface="Arial"/>
                <a:ea typeface="Arial"/>
                <a:cs typeface="Arial"/>
              </a:defRPr>
            </a:lvl1pPr>
            <a:lvl2pPr algn="l">
              <a:defRPr sz="1500" b="0">
                <a:solidFill>
                  <a:srgbClr val="52627B"/>
                </a:solidFill>
                <a:latin typeface="Arial"/>
                <a:ea typeface="Arial"/>
                <a:cs typeface="Arial"/>
              </a:defRPr>
            </a:lvl2pPr>
            <a:lvl3pPr algn="l">
              <a:defRPr sz="1500" b="0">
                <a:solidFill>
                  <a:srgbClr val="52627B"/>
                </a:solidFill>
                <a:latin typeface="Arial"/>
                <a:ea typeface="Arial"/>
                <a:cs typeface="Arial"/>
              </a:defRPr>
            </a:lvl3pPr>
            <a:lvl4pPr algn="l">
              <a:defRPr sz="1500" b="0">
                <a:solidFill>
                  <a:srgbClr val="52627B"/>
                </a:solidFill>
                <a:latin typeface="Arial"/>
                <a:ea typeface="Arial"/>
                <a:cs typeface="Arial"/>
              </a:defRPr>
            </a:lvl4pPr>
            <a:lvl5pPr algn="l">
              <a:defRPr sz="1500" b="0">
                <a:solidFill>
                  <a:srgbClr val="52627B"/>
                </a:solidFill>
                <a:latin typeface="Arial"/>
                <a:ea typeface="Arial"/>
                <a:cs typeface="Arial"/>
              </a:defRPr>
            </a:lvl5pPr>
            <a:lvl6pPr algn="l">
              <a:defRPr sz="1500" b="0">
                <a:solidFill>
                  <a:srgbClr val="52627B"/>
                </a:solidFill>
                <a:latin typeface="Arial"/>
                <a:ea typeface="Arial"/>
                <a:cs typeface="Arial"/>
              </a:defRPr>
            </a:lvl6pPr>
            <a:lvl7pPr algn="l">
              <a:defRPr sz="1500" b="0">
                <a:solidFill>
                  <a:srgbClr val="52627B"/>
                </a:solidFill>
                <a:latin typeface="Arial"/>
                <a:ea typeface="Arial"/>
                <a:cs typeface="Arial"/>
              </a:defRPr>
            </a:lvl7pPr>
            <a:lvl8pPr algn="l">
              <a:defRPr sz="1500" b="0">
                <a:solidFill>
                  <a:srgbClr val="52627B"/>
                </a:solidFill>
                <a:latin typeface="Arial"/>
                <a:ea typeface="Arial"/>
                <a:cs typeface="Arial"/>
              </a:defRPr>
            </a:lvl8pPr>
            <a:lvl9pPr algn="l">
              <a:defRPr sz="1500" b="0">
                <a:solidFill>
                  <a:srgbClr val="52627B"/>
                </a:solidFill>
                <a:latin typeface="Arial"/>
                <a:ea typeface="Arial"/>
                <a:cs typeface="Arial"/>
              </a:defRPr>
            </a:lvl9pPr>
          </a:lstStyle>
          <a:p>
            <a:pPr algn="l">
              <a:defRPr sz="1500" b="0">
                <a:solidFill>
                  <a:srgbClr val="52627B"/>
                </a:solidFill>
                <a:latin typeface="Arial"/>
                <a:ea typeface="Arial"/>
                <a:cs typeface="Arial"/>
              </a:defRPr>
            </a:pPr>
            <a:r>
              <a:rPr sz="1500" b="0">
                <a:solidFill>
                  <a:srgbClr val="52627B"/>
                </a:solidFill>
                <a:latin typeface="Arial"/>
                <a:ea typeface="Arial"/>
                <a:cs typeface="Arial"/>
              </a:rPr>
              <a:t>CONTRIBUTI DELLA TESI</a:t>
            </a:r>
          </a:p>
        </p:txBody>
      </p:sp>
      <p:sp>
        <p:nvSpPr>
          <p:cNvPr id="2" name="f67">
            <a:extLst>
              <a:ext uri="{FF2B5EF4-FFF2-40B4-BE49-F238E27FC236}">
                <a16:creationId xmlns:a16="http://schemas.microsoft.com/office/drawing/2014/main" id="{C759C9C2-3F79-4FDA-91B1-815A6E0934BD}"/>
              </a:ext>
            </a:extLst>
          </p:cNvPr>
          <p:cNvSpPr>
            <a:spLocks noGrp="1"/>
          </p:cNvSpPr>
          <p:nvPr/>
        </p:nvSpPr>
        <p:spPr>
          <a:xfrm>
            <a:off x="12858750" y="666750"/>
            <a:ext cx="1314450" cy="285750"/>
          </a:xfrm>
          <a:prstGeom prst="rect">
            <a:avLst/>
          </a:prstGeom>
          <a:noFill/>
          <a:ln w="0">
            <a:noFill/>
            <a:prstDash val="solid"/>
          </a:ln>
        </p:spPr>
        <p:txBody>
          <a:bodyPr wrap="none" lIns="0" tIns="0" rIns="0" bIns="0" anchor="t">
            <a:noAutofit/>
          </a:bodyPr>
          <a:lstStyle>
            <a:defPPr algn="r">
              <a:defRPr sz="1350" b="0">
                <a:solidFill>
                  <a:srgbClr val="52627B"/>
                </a:solidFill>
                <a:latin typeface="Arial"/>
                <a:ea typeface="Arial"/>
                <a:cs typeface="Arial"/>
              </a:defRPr>
            </a:defPPr>
            <a:lvl1pPr algn="r">
              <a:defRPr sz="1350" b="0">
                <a:solidFill>
                  <a:srgbClr val="52627B"/>
                </a:solidFill>
                <a:latin typeface="Arial"/>
                <a:ea typeface="Arial"/>
                <a:cs typeface="Arial"/>
              </a:defRPr>
            </a:lvl1pPr>
            <a:lvl2pPr algn="r">
              <a:defRPr sz="1350" b="0">
                <a:solidFill>
                  <a:srgbClr val="52627B"/>
                </a:solidFill>
                <a:latin typeface="Arial"/>
                <a:ea typeface="Arial"/>
                <a:cs typeface="Arial"/>
              </a:defRPr>
            </a:lvl2pPr>
            <a:lvl3pPr algn="r">
              <a:defRPr sz="1350" b="0">
                <a:solidFill>
                  <a:srgbClr val="52627B"/>
                </a:solidFill>
                <a:latin typeface="Arial"/>
                <a:ea typeface="Arial"/>
                <a:cs typeface="Arial"/>
              </a:defRPr>
            </a:lvl3pPr>
            <a:lvl4pPr algn="r">
              <a:defRPr sz="1350" b="0">
                <a:solidFill>
                  <a:srgbClr val="52627B"/>
                </a:solidFill>
                <a:latin typeface="Arial"/>
                <a:ea typeface="Arial"/>
                <a:cs typeface="Arial"/>
              </a:defRPr>
            </a:lvl4pPr>
            <a:lvl5pPr algn="r">
              <a:defRPr sz="1350" b="0">
                <a:solidFill>
                  <a:srgbClr val="52627B"/>
                </a:solidFill>
                <a:latin typeface="Arial"/>
                <a:ea typeface="Arial"/>
                <a:cs typeface="Arial"/>
              </a:defRPr>
            </a:lvl5pPr>
            <a:lvl6pPr algn="r">
              <a:defRPr sz="1350" b="0">
                <a:solidFill>
                  <a:srgbClr val="52627B"/>
                </a:solidFill>
                <a:latin typeface="Arial"/>
                <a:ea typeface="Arial"/>
                <a:cs typeface="Arial"/>
              </a:defRPr>
            </a:lvl6pPr>
            <a:lvl7pPr algn="r">
              <a:defRPr sz="1350" b="0">
                <a:solidFill>
                  <a:srgbClr val="52627B"/>
                </a:solidFill>
                <a:latin typeface="Arial"/>
                <a:ea typeface="Arial"/>
                <a:cs typeface="Arial"/>
              </a:defRPr>
            </a:lvl7pPr>
            <a:lvl8pPr algn="r">
              <a:defRPr sz="1350" b="0">
                <a:solidFill>
                  <a:srgbClr val="52627B"/>
                </a:solidFill>
                <a:latin typeface="Arial"/>
                <a:ea typeface="Arial"/>
                <a:cs typeface="Arial"/>
              </a:defRPr>
            </a:lvl8pPr>
            <a:lvl9pPr algn="r">
              <a:defRPr sz="1350" b="0">
                <a:solidFill>
                  <a:srgbClr val="52627B"/>
                </a:solidFill>
                <a:latin typeface="Arial"/>
                <a:ea typeface="Arial"/>
                <a:cs typeface="Arial"/>
              </a:defRPr>
            </a:lvl9pPr>
          </a:lstStyle>
          <a:p>
            <a:pPr algn="r">
              <a:defRPr sz="1350" b="0">
                <a:solidFill>
                  <a:srgbClr val="52627B"/>
                </a:solidFill>
                <a:latin typeface="Arial"/>
                <a:ea typeface="Arial"/>
                <a:cs typeface="Arial"/>
              </a:defRPr>
            </a:pPr>
            <a:r>
              <a:rPr sz="1350" b="0">
                <a:solidFill>
                  <a:srgbClr val="52627B"/>
                </a:solidFill>
                <a:latin typeface="Arial"/>
                <a:ea typeface="Arial"/>
                <a:cs typeface="Arial"/>
              </a:rPr>
              <a:t>04 / 09</a:t>
            </a:r>
          </a:p>
        </p:txBody>
      </p:sp>
      <p:sp>
        <p:nvSpPr>
          <p:cNvPr id="3" name="f68">
            <a:extLst>
              <a:ext uri="{FF2B5EF4-FFF2-40B4-BE49-F238E27FC236}">
                <a16:creationId xmlns:a16="http://schemas.microsoft.com/office/drawing/2014/main" id="{6F3A4EF3-4FD8-4B3E-AF07-A27A5A340FCF}"/>
              </a:ext>
            </a:extLst>
          </p:cNvPr>
          <p:cNvSpPr>
            <a:spLocks noGrp="1"/>
          </p:cNvSpPr>
          <p:nvPr/>
        </p:nvSpPr>
        <p:spPr>
          <a:xfrm>
            <a:off x="1066800" y="1200150"/>
            <a:ext cx="13106400" cy="723900"/>
          </a:xfrm>
          <a:prstGeom prst="rect">
            <a:avLst/>
          </a:prstGeom>
          <a:noFill/>
          <a:ln w="0">
            <a:noFill/>
            <a:prstDash val="solid"/>
          </a:ln>
        </p:spPr>
        <p:txBody>
          <a:bodyPr wrap="none" lIns="0" tIns="0" rIns="0" bIns="0" anchor="t">
            <a:noAutofit/>
          </a:bodyPr>
          <a:lstStyle>
            <a:defPPr algn="l">
              <a:defRPr sz="4050" b="1">
                <a:solidFill>
                  <a:srgbClr val="182536"/>
                </a:solidFill>
                <a:latin typeface="Arial"/>
                <a:ea typeface="Arial"/>
                <a:cs typeface="Arial"/>
              </a:defRPr>
            </a:defPPr>
            <a:lvl1pPr algn="l">
              <a:defRPr sz="4050" b="1">
                <a:solidFill>
                  <a:srgbClr val="182536"/>
                </a:solidFill>
                <a:latin typeface="Arial"/>
                <a:ea typeface="Arial"/>
                <a:cs typeface="Arial"/>
              </a:defRPr>
            </a:lvl1pPr>
            <a:lvl2pPr algn="l">
              <a:defRPr sz="4050" b="1">
                <a:solidFill>
                  <a:srgbClr val="182536"/>
                </a:solidFill>
                <a:latin typeface="Arial"/>
                <a:ea typeface="Arial"/>
                <a:cs typeface="Arial"/>
              </a:defRPr>
            </a:lvl2pPr>
            <a:lvl3pPr algn="l">
              <a:defRPr sz="4050" b="1">
                <a:solidFill>
                  <a:srgbClr val="182536"/>
                </a:solidFill>
                <a:latin typeface="Arial"/>
                <a:ea typeface="Arial"/>
                <a:cs typeface="Arial"/>
              </a:defRPr>
            </a:lvl3pPr>
            <a:lvl4pPr algn="l">
              <a:defRPr sz="4050" b="1">
                <a:solidFill>
                  <a:srgbClr val="182536"/>
                </a:solidFill>
                <a:latin typeface="Arial"/>
                <a:ea typeface="Arial"/>
                <a:cs typeface="Arial"/>
              </a:defRPr>
            </a:lvl4pPr>
            <a:lvl5pPr algn="l">
              <a:defRPr sz="4050" b="1">
                <a:solidFill>
                  <a:srgbClr val="182536"/>
                </a:solidFill>
                <a:latin typeface="Arial"/>
                <a:ea typeface="Arial"/>
                <a:cs typeface="Arial"/>
              </a:defRPr>
            </a:lvl5pPr>
            <a:lvl6pPr algn="l">
              <a:defRPr sz="4050" b="1">
                <a:solidFill>
                  <a:srgbClr val="182536"/>
                </a:solidFill>
                <a:latin typeface="Arial"/>
                <a:ea typeface="Arial"/>
                <a:cs typeface="Arial"/>
              </a:defRPr>
            </a:lvl6pPr>
            <a:lvl7pPr algn="l">
              <a:defRPr sz="4050" b="1">
                <a:solidFill>
                  <a:srgbClr val="182536"/>
                </a:solidFill>
                <a:latin typeface="Arial"/>
                <a:ea typeface="Arial"/>
                <a:cs typeface="Arial"/>
              </a:defRPr>
            </a:lvl7pPr>
            <a:lvl8pPr algn="l">
              <a:defRPr sz="4050" b="1">
                <a:solidFill>
                  <a:srgbClr val="182536"/>
                </a:solidFill>
                <a:latin typeface="Arial"/>
                <a:ea typeface="Arial"/>
                <a:cs typeface="Arial"/>
              </a:defRPr>
            </a:lvl8pPr>
            <a:lvl9pPr algn="l">
              <a:defRPr sz="4050" b="1">
                <a:solidFill>
                  <a:srgbClr val="182536"/>
                </a:solidFill>
                <a:latin typeface="Arial"/>
                <a:ea typeface="Arial"/>
                <a:cs typeface="Arial"/>
              </a:defRPr>
            </a:lvl9pPr>
          </a:lstStyle>
          <a:p>
            <a:pPr algn="l">
              <a:defRPr sz="4050" b="1">
                <a:solidFill>
                  <a:srgbClr val="182536"/>
                </a:solidFill>
                <a:latin typeface="Arial"/>
                <a:ea typeface="Arial"/>
                <a:cs typeface="Arial"/>
              </a:defRPr>
            </a:pPr>
            <a:r>
              <a:rPr sz="4050" b="1">
                <a:solidFill>
                  <a:srgbClr val="182536"/>
                </a:solidFill>
                <a:latin typeface="Arial"/>
                <a:ea typeface="Arial"/>
                <a:cs typeface="Arial"/>
              </a:rPr>
              <a:t>Dagli SCAS al DSL</a:t>
            </a:r>
          </a:p>
        </p:txBody>
      </p:sp>
      <p:sp>
        <p:nvSpPr>
          <p:cNvPr id="55" name="state-mask-2"/>
          <p:cNvSpPr/>
          <p:nvPr/>
        </p:nvSpPr>
        <p:spPr>
          <a:xfrm>
            <a:off x="952500" y="1952625"/>
            <a:ext cx="13335000" cy="5810250"/>
          </a:xfrm>
          <a:prstGeom prst="rect">
            <a:avLst/>
          </a:prstGeom>
          <a:solidFill>
            <a:srgbClr val="F3F6F9"/>
          </a:solidFill>
          <a:ln w="0">
            <a:noFill/>
          </a:ln>
        </p:spPr>
        <p:txBody>
          <a:bodyPr/>
          <a:p/>
        </p:txBody>
      </p:sp>
      <p:sp>
        <p:nvSpPr>
          <p:cNvPr id="6" name="f71">
            <a:extLst>
              <a:ext uri="{FF2B5EF4-FFF2-40B4-BE49-F238E27FC236}">
                <a16:creationId xmlns:a16="http://schemas.microsoft.com/office/drawing/2014/main" id="{A2D320B0-94F7-41C8-BA5F-45BE2B2F4C22}"/>
              </a:ext>
            </a:extLst>
          </p:cNvPr>
          <p:cNvSpPr>
            <a:spLocks noGrp="1"/>
          </p:cNvSpPr>
          <p:nvPr/>
        </p:nvSpPr>
        <p:spPr>
          <a:xfrm>
            <a:off x="1066800" y="2000250"/>
            <a:ext cx="13106400" cy="438150"/>
          </a:xfrm>
          <a:prstGeom prst="rect">
            <a:avLst/>
          </a:prstGeom>
          <a:noFill/>
          <a:ln w="0">
            <a:noFill/>
            <a:prstDash val="solid"/>
          </a:ln>
        </p:spPr>
        <p:txBody>
          <a:bodyPr wrap="none" lIns="0" tIns="0" rIns="0" bIns="0" anchor="t">
            <a:noAutofit/>
          </a:bodyPr>
          <a:lstStyle>
            <a:defPPr algn="l">
              <a:defRPr sz="2025" b="0">
                <a:solidFill>
                  <a:srgbClr val="52627B"/>
                </a:solidFill>
                <a:latin typeface="Arial"/>
                <a:ea typeface="Arial"/>
                <a:cs typeface="Arial"/>
              </a:defRPr>
            </a:defPPr>
            <a:lvl1pPr algn="l">
              <a:defRPr sz="2025" b="0">
                <a:solidFill>
                  <a:srgbClr val="52627B"/>
                </a:solidFill>
                <a:latin typeface="Arial"/>
                <a:ea typeface="Arial"/>
                <a:cs typeface="Arial"/>
              </a:defRPr>
            </a:lvl1pPr>
            <a:lvl2pPr algn="l">
              <a:defRPr sz="2025" b="0">
                <a:solidFill>
                  <a:srgbClr val="52627B"/>
                </a:solidFill>
                <a:latin typeface="Arial"/>
                <a:ea typeface="Arial"/>
                <a:cs typeface="Arial"/>
              </a:defRPr>
            </a:lvl2pPr>
            <a:lvl3pPr algn="l">
              <a:defRPr sz="2025" b="0">
                <a:solidFill>
                  <a:srgbClr val="52627B"/>
                </a:solidFill>
                <a:latin typeface="Arial"/>
                <a:ea typeface="Arial"/>
                <a:cs typeface="Arial"/>
              </a:defRPr>
            </a:lvl3pPr>
            <a:lvl4pPr algn="l">
              <a:defRPr sz="2025" b="0">
                <a:solidFill>
                  <a:srgbClr val="52627B"/>
                </a:solidFill>
                <a:latin typeface="Arial"/>
                <a:ea typeface="Arial"/>
                <a:cs typeface="Arial"/>
              </a:defRPr>
            </a:lvl4pPr>
            <a:lvl5pPr algn="l">
              <a:defRPr sz="2025" b="0">
                <a:solidFill>
                  <a:srgbClr val="52627B"/>
                </a:solidFill>
                <a:latin typeface="Arial"/>
                <a:ea typeface="Arial"/>
                <a:cs typeface="Arial"/>
              </a:defRPr>
            </a:lvl5pPr>
            <a:lvl6pPr algn="l">
              <a:defRPr sz="2025" b="0">
                <a:solidFill>
                  <a:srgbClr val="52627B"/>
                </a:solidFill>
                <a:latin typeface="Arial"/>
                <a:ea typeface="Arial"/>
                <a:cs typeface="Arial"/>
              </a:defRPr>
            </a:lvl6pPr>
            <a:lvl7pPr algn="l">
              <a:defRPr sz="2025" b="0">
                <a:solidFill>
                  <a:srgbClr val="52627B"/>
                </a:solidFill>
                <a:latin typeface="Arial"/>
                <a:ea typeface="Arial"/>
                <a:cs typeface="Arial"/>
              </a:defRPr>
            </a:lvl7pPr>
            <a:lvl8pPr algn="l">
              <a:defRPr sz="2025" b="0">
                <a:solidFill>
                  <a:srgbClr val="52627B"/>
                </a:solidFill>
                <a:latin typeface="Arial"/>
                <a:ea typeface="Arial"/>
                <a:cs typeface="Arial"/>
              </a:defRPr>
            </a:lvl8pPr>
            <a:lvl9pPr algn="l">
              <a:defRPr sz="2025" b="0">
                <a:solidFill>
                  <a:srgbClr val="52627B"/>
                </a:solidFill>
                <a:latin typeface="Arial"/>
                <a:ea typeface="Arial"/>
                <a:cs typeface="Arial"/>
              </a:defRPr>
            </a:lvl9pPr>
          </a:lstStyle>
          <a:p>
            <a:pPr algn="l">
              <a:defRPr sz="2025" b="0">
                <a:solidFill>
                  <a:srgbClr val="52627B"/>
                </a:solidFill>
                <a:latin typeface="Arial"/>
                <a:ea typeface="Arial"/>
                <a:cs typeface="Arial"/>
              </a:defRPr>
            </a:pPr>
            <a:r>
              <a:rPr sz="2025" b="0">
                <a:solidFill>
                  <a:srgbClr val="52627B"/>
                </a:solidFill>
                <a:latin typeface="Arial"/>
                <a:ea typeface="Arial"/>
                <a:cs typeface="Arial"/>
              </a:rPr>
              <a:t>Il DSL permette di rappresentare queste operazioni attraverso regole riutilizzabili.</a:t>
            </a:r>
          </a:p>
        </p:txBody>
      </p:sp>
      <p:sp>
        <p:nvSpPr>
          <p:cNvPr id="40" name="f105">
            <a:extLst>
              <a:ext uri="{FF2B5EF4-FFF2-40B4-BE49-F238E27FC236}">
                <a16:creationId xmlns:a16="http://schemas.microsoft.com/office/drawing/2014/main" id="{E1270B7A-17EC-4D0E-A523-AEFEC83CF612}"/>
              </a:ext>
            </a:extLst>
          </p:cNvPr>
          <p:cNvSpPr>
            <a:spLocks noGrp="1"/>
          </p:cNvSpPr>
          <p:nvPr/>
        </p:nvSpPr>
        <p:spPr>
          <a:xfrm>
            <a:off x="1066800" y="2724150"/>
            <a:ext cx="13106400" cy="438150"/>
          </a:xfrm>
          <a:prstGeom prst="rect">
            <a:avLst/>
          </a:prstGeom>
          <a:noFill/>
          <a:ln w="0">
            <a:noFill/>
            <a:prstDash val="solid"/>
          </a:ln>
        </p:spPr>
        <p:txBody>
          <a:bodyPr wrap="none" lIns="0" tIns="0" rIns="0" bIns="0" anchor="t">
            <a:noAutofit/>
          </a:bodyPr>
          <a:lstStyle>
            <a:defPPr algn="l">
              <a:defRPr sz="2700" b="1">
                <a:solidFill>
                  <a:srgbClr val="182536"/>
                </a:solidFill>
                <a:latin typeface="Arial"/>
                <a:ea typeface="Arial"/>
                <a:cs typeface="Arial"/>
              </a:defRPr>
            </a:defPPr>
            <a:lvl1pPr algn="l">
              <a:defRPr sz="2700" b="1">
                <a:solidFill>
                  <a:srgbClr val="182536"/>
                </a:solidFill>
                <a:latin typeface="Arial"/>
                <a:ea typeface="Arial"/>
                <a:cs typeface="Arial"/>
              </a:defRPr>
            </a:lvl1pPr>
            <a:lvl2pPr algn="l">
              <a:defRPr sz="2700" b="1">
                <a:solidFill>
                  <a:srgbClr val="182536"/>
                </a:solidFill>
                <a:latin typeface="Arial"/>
                <a:ea typeface="Arial"/>
                <a:cs typeface="Arial"/>
              </a:defRPr>
            </a:lvl2pPr>
            <a:lvl3pPr algn="l">
              <a:defRPr sz="2700" b="1">
                <a:solidFill>
                  <a:srgbClr val="182536"/>
                </a:solidFill>
                <a:latin typeface="Arial"/>
                <a:ea typeface="Arial"/>
                <a:cs typeface="Arial"/>
              </a:defRPr>
            </a:lvl3pPr>
            <a:lvl4pPr algn="l">
              <a:defRPr sz="2700" b="1">
                <a:solidFill>
                  <a:srgbClr val="182536"/>
                </a:solidFill>
                <a:latin typeface="Arial"/>
                <a:ea typeface="Arial"/>
                <a:cs typeface="Arial"/>
              </a:defRPr>
            </a:lvl4pPr>
            <a:lvl5pPr algn="l">
              <a:defRPr sz="2700" b="1">
                <a:solidFill>
                  <a:srgbClr val="182536"/>
                </a:solidFill>
                <a:latin typeface="Arial"/>
                <a:ea typeface="Arial"/>
                <a:cs typeface="Arial"/>
              </a:defRPr>
            </a:lvl5pPr>
            <a:lvl6pPr algn="l">
              <a:defRPr sz="2700" b="1">
                <a:solidFill>
                  <a:srgbClr val="182536"/>
                </a:solidFill>
                <a:latin typeface="Arial"/>
                <a:ea typeface="Arial"/>
                <a:cs typeface="Arial"/>
              </a:defRPr>
            </a:lvl6pPr>
            <a:lvl7pPr algn="l">
              <a:defRPr sz="2700" b="1">
                <a:solidFill>
                  <a:srgbClr val="182536"/>
                </a:solidFill>
                <a:latin typeface="Arial"/>
                <a:ea typeface="Arial"/>
                <a:cs typeface="Arial"/>
              </a:defRPr>
            </a:lvl7pPr>
            <a:lvl8pPr algn="l">
              <a:defRPr sz="2700" b="1">
                <a:solidFill>
                  <a:srgbClr val="182536"/>
                </a:solidFill>
                <a:latin typeface="Arial"/>
                <a:ea typeface="Arial"/>
                <a:cs typeface="Arial"/>
              </a:defRPr>
            </a:lvl8pPr>
            <a:lvl9pPr algn="l">
              <a:defRPr sz="2700" b="1">
                <a:solidFill>
                  <a:srgbClr val="182536"/>
                </a:solidFill>
                <a:latin typeface="Arial"/>
                <a:ea typeface="Arial"/>
                <a:cs typeface="Arial"/>
              </a:defRPr>
            </a:lvl9pPr>
          </a:lstStyle>
          <a:p>
            <a:pPr algn="l">
              <a:defRPr sz="2700" b="1">
                <a:solidFill>
                  <a:srgbClr val="182536"/>
                </a:solidFill>
                <a:latin typeface="Arial"/>
                <a:ea typeface="Arial"/>
                <a:cs typeface="Arial"/>
              </a:defRPr>
            </a:pPr>
            <a:r>
              <a:rPr sz="2700" b="1">
                <a:solidFill>
                  <a:srgbClr val="182536"/>
                </a:solidFill>
                <a:latin typeface="Arial"/>
                <a:ea typeface="Arial"/>
                <a:cs typeface="Arial"/>
              </a:rPr>
              <a:t>Rappresentazione della regola</a:t>
            </a:r>
          </a:p>
        </p:txBody>
      </p:sp>
      <p:sp>
        <p:nvSpPr>
          <p:cNvPr id="41" name="f106">
            <a:extLst>
              <a:ext uri="{FF2B5EF4-FFF2-40B4-BE49-F238E27FC236}">
                <a16:creationId xmlns:a16="http://schemas.microsoft.com/office/drawing/2014/main" id="{CBBA29B5-315A-4E15-943B-05B89995BBE5}"/>
              </a:ext>
            </a:extLst>
          </p:cNvPr>
          <p:cNvSpPr>
            <a:spLocks noGrp="1"/>
          </p:cNvSpPr>
          <p:nvPr/>
        </p:nvSpPr>
        <p:spPr>
          <a:xfrm>
            <a:off x="1066800" y="3381375"/>
            <a:ext cx="7239000" cy="3581400"/>
          </a:xfrm>
          <a:prstGeom prst="roundRect">
            <a:avLst>
              <a:gd name="adj" fmla="val 4255"/>
            </a:avLst>
          </a:prstGeom>
          <a:solidFill>
            <a:srgbClr val="FFFFFF"/>
          </a:solidFill>
          <a:ln w="17145">
            <a:solidFill>
              <a:srgbClr val="D9E3EF"/>
            </a:solidFill>
            <a:prstDash val="solid"/>
          </a:ln>
        </p:spPr>
        <p:txBody>
          <a:bodyPr/>
          <a:p/>
        </p:txBody>
      </p:sp>
      <p:sp>
        <p:nvSpPr>
          <p:cNvPr id="42" name="f107">
            <a:extLst>
              <a:ext uri="{FF2B5EF4-FFF2-40B4-BE49-F238E27FC236}">
                <a16:creationId xmlns:a16="http://schemas.microsoft.com/office/drawing/2014/main" id="{7E81543B-5AB9-427D-8037-9B473C445538}"/>
              </a:ext>
            </a:extLst>
          </p:cNvPr>
          <p:cNvSpPr>
            <a:spLocks noGrp="1"/>
          </p:cNvSpPr>
          <p:nvPr/>
        </p:nvSpPr>
        <p:spPr>
          <a:xfrm>
            <a:off x="1295400" y="3638550"/>
            <a:ext cx="6781800" cy="419100"/>
          </a:xfrm>
          <a:prstGeom prst="rect">
            <a:avLst/>
          </a:prstGeom>
          <a:noFill/>
          <a:ln w="0">
            <a:noFill/>
            <a:prstDash val="solid"/>
          </a:ln>
        </p:spPr>
        <p:txBody>
          <a:bodyPr wrap="none" lIns="0" tIns="0" rIns="0" bIns="0" anchor="t">
            <a:noAutofit/>
          </a:bodyPr>
          <a:lstStyle>
            <a:defPPr algn="l">
              <a:defRPr sz="2400" b="1">
                <a:solidFill>
                  <a:srgbClr val="4264D0"/>
                </a:solidFill>
                <a:latin typeface="Courier New"/>
                <a:ea typeface="Courier New"/>
                <a:cs typeface="Courier New"/>
              </a:defRPr>
            </a:defPPr>
            <a:lvl1pPr algn="l">
              <a:defRPr sz="2400" b="1">
                <a:solidFill>
                  <a:srgbClr val="4264D0"/>
                </a:solidFill>
                <a:latin typeface="Courier New"/>
                <a:ea typeface="Courier New"/>
                <a:cs typeface="Courier New"/>
              </a:defRPr>
            </a:lvl1pPr>
            <a:lvl2pPr algn="l">
              <a:defRPr sz="2400" b="1">
                <a:solidFill>
                  <a:srgbClr val="4264D0"/>
                </a:solidFill>
                <a:latin typeface="Courier New"/>
                <a:ea typeface="Courier New"/>
                <a:cs typeface="Courier New"/>
              </a:defRPr>
            </a:lvl2pPr>
            <a:lvl3pPr algn="l">
              <a:defRPr sz="2400" b="1">
                <a:solidFill>
                  <a:srgbClr val="4264D0"/>
                </a:solidFill>
                <a:latin typeface="Courier New"/>
                <a:ea typeface="Courier New"/>
                <a:cs typeface="Courier New"/>
              </a:defRPr>
            </a:lvl3pPr>
            <a:lvl4pPr algn="l">
              <a:defRPr sz="2400" b="1">
                <a:solidFill>
                  <a:srgbClr val="4264D0"/>
                </a:solidFill>
                <a:latin typeface="Courier New"/>
                <a:ea typeface="Courier New"/>
                <a:cs typeface="Courier New"/>
              </a:defRPr>
            </a:lvl4pPr>
            <a:lvl5pPr algn="l">
              <a:defRPr sz="2400" b="1">
                <a:solidFill>
                  <a:srgbClr val="4264D0"/>
                </a:solidFill>
                <a:latin typeface="Courier New"/>
                <a:ea typeface="Courier New"/>
                <a:cs typeface="Courier New"/>
              </a:defRPr>
            </a:lvl5pPr>
            <a:lvl6pPr algn="l">
              <a:defRPr sz="2400" b="1">
                <a:solidFill>
                  <a:srgbClr val="4264D0"/>
                </a:solidFill>
                <a:latin typeface="Courier New"/>
                <a:ea typeface="Courier New"/>
                <a:cs typeface="Courier New"/>
              </a:defRPr>
            </a:lvl6pPr>
            <a:lvl7pPr algn="l">
              <a:defRPr sz="2400" b="1">
                <a:solidFill>
                  <a:srgbClr val="4264D0"/>
                </a:solidFill>
                <a:latin typeface="Courier New"/>
                <a:ea typeface="Courier New"/>
                <a:cs typeface="Courier New"/>
              </a:defRPr>
            </a:lvl7pPr>
            <a:lvl8pPr algn="l">
              <a:defRPr sz="2400" b="1">
                <a:solidFill>
                  <a:srgbClr val="4264D0"/>
                </a:solidFill>
                <a:latin typeface="Courier New"/>
                <a:ea typeface="Courier New"/>
                <a:cs typeface="Courier New"/>
              </a:defRPr>
            </a:lvl8pPr>
            <a:lvl9pPr algn="l">
              <a:defRPr sz="2400" b="1">
                <a:solidFill>
                  <a:srgbClr val="4264D0"/>
                </a:solidFill>
                <a:latin typeface="Courier New"/>
                <a:ea typeface="Courier New"/>
                <a:cs typeface="Courier New"/>
              </a:defRPr>
            </a:lvl9pPr>
          </a:lstStyle>
          <a:p>
            <a:pPr algn="l">
              <a:defRPr sz="2400" b="1">
                <a:solidFill>
                  <a:srgbClr val="4264D0"/>
                </a:solidFill>
                <a:latin typeface="Courier New"/>
                <a:ea typeface="Courier New"/>
                <a:cs typeface="Courier New"/>
              </a:defRPr>
            </a:pPr>
            <a:r>
              <a:rPr sz="2400" b="1">
                <a:solidFill>
                  <a:srgbClr val="4264D0"/>
                </a:solidFill>
                <a:latin typeface="Courier New"/>
                <a:ea typeface="Courier New"/>
                <a:cs typeface="Courier New"/>
              </a:rPr>
              <a:t>SEQUENCE {</a:t>
            </a:r>
          </a:p>
        </p:txBody>
      </p:sp>
      <p:sp>
        <p:nvSpPr>
          <p:cNvPr id="43" name="f108">
            <a:extLst>
              <a:ext uri="{FF2B5EF4-FFF2-40B4-BE49-F238E27FC236}">
                <a16:creationId xmlns:a16="http://schemas.microsoft.com/office/drawing/2014/main" id="{86EB83C2-DB9F-4585-996B-6A92B21EED58}"/>
              </a:ext>
            </a:extLst>
          </p:cNvPr>
          <p:cNvSpPr>
            <a:spLocks noGrp="1"/>
          </p:cNvSpPr>
          <p:nvPr/>
        </p:nvSpPr>
        <p:spPr>
          <a:xfrm>
            <a:off x="1295400" y="4067175"/>
            <a:ext cx="6781800" cy="800100"/>
          </a:xfrm>
          <a:prstGeom prst="rect">
            <a:avLst/>
          </a:prstGeom>
          <a:noFill/>
          <a:ln w="0">
            <a:noFill/>
            <a:prstDash val="solid"/>
          </a:ln>
        </p:spPr>
        <p:txBody>
          <a:bodyPr wrap="none" lIns="0" tIns="0" rIns="0" bIns="0" anchor="t">
            <a:noAutofit/>
          </a:bodyPr>
          <a:lstStyle>
            <a:defPPr algn="l">
              <a:defRPr sz="2100" b="0">
                <a:solidFill>
                  <a:srgbClr val="182536"/>
                </a:solidFill>
                <a:latin typeface="Courier New"/>
                <a:ea typeface="Courier New"/>
                <a:cs typeface="Courier New"/>
              </a:defRPr>
            </a:defPPr>
            <a:lvl1pPr algn="l">
              <a:defRPr sz="2100" b="0">
                <a:solidFill>
                  <a:srgbClr val="182536"/>
                </a:solidFill>
                <a:latin typeface="Courier New"/>
                <a:ea typeface="Courier New"/>
                <a:cs typeface="Courier New"/>
              </a:defRPr>
            </a:lvl1pPr>
            <a:lvl2pPr algn="l">
              <a:defRPr sz="2100" b="0">
                <a:solidFill>
                  <a:srgbClr val="182536"/>
                </a:solidFill>
                <a:latin typeface="Courier New"/>
                <a:ea typeface="Courier New"/>
                <a:cs typeface="Courier New"/>
              </a:defRPr>
            </a:lvl2pPr>
            <a:lvl3pPr algn="l">
              <a:defRPr sz="2100" b="0">
                <a:solidFill>
                  <a:srgbClr val="182536"/>
                </a:solidFill>
                <a:latin typeface="Courier New"/>
                <a:ea typeface="Courier New"/>
                <a:cs typeface="Courier New"/>
              </a:defRPr>
            </a:lvl3pPr>
            <a:lvl4pPr algn="l">
              <a:defRPr sz="2100" b="0">
                <a:solidFill>
                  <a:srgbClr val="182536"/>
                </a:solidFill>
                <a:latin typeface="Courier New"/>
                <a:ea typeface="Courier New"/>
                <a:cs typeface="Courier New"/>
              </a:defRPr>
            </a:lvl4pPr>
            <a:lvl5pPr algn="l">
              <a:defRPr sz="2100" b="0">
                <a:solidFill>
                  <a:srgbClr val="182536"/>
                </a:solidFill>
                <a:latin typeface="Courier New"/>
                <a:ea typeface="Courier New"/>
                <a:cs typeface="Courier New"/>
              </a:defRPr>
            </a:lvl5pPr>
            <a:lvl6pPr algn="l">
              <a:defRPr sz="2100" b="0">
                <a:solidFill>
                  <a:srgbClr val="182536"/>
                </a:solidFill>
                <a:latin typeface="Courier New"/>
                <a:ea typeface="Courier New"/>
                <a:cs typeface="Courier New"/>
              </a:defRPr>
            </a:lvl6pPr>
            <a:lvl7pPr algn="l">
              <a:defRPr sz="2100" b="0">
                <a:solidFill>
                  <a:srgbClr val="182536"/>
                </a:solidFill>
                <a:latin typeface="Courier New"/>
                <a:ea typeface="Courier New"/>
                <a:cs typeface="Courier New"/>
              </a:defRPr>
            </a:lvl7pPr>
            <a:lvl8pPr algn="l">
              <a:defRPr sz="2100" b="0">
                <a:solidFill>
                  <a:srgbClr val="182536"/>
                </a:solidFill>
                <a:latin typeface="Courier New"/>
                <a:ea typeface="Courier New"/>
                <a:cs typeface="Courier New"/>
              </a:defRPr>
            </a:lvl8pPr>
            <a:lvl9pPr algn="l">
              <a:defRPr sz="2100" b="0">
                <a:solidFill>
                  <a:srgbClr val="182536"/>
                </a:solidFill>
                <a:latin typeface="Courier New"/>
                <a:ea typeface="Courier New"/>
                <a:cs typeface="Courier New"/>
              </a:defRPr>
            </a:lvl9pPr>
          </a:lstStyle>
          <a:p>
            <a:pPr algn="l">
              <a:defRPr sz="2100" b="0">
                <a:solidFill>
                  <a:srgbClr val="182536"/>
                </a:solidFill>
                <a:latin typeface="Courier New"/>
                <a:ea typeface="Courier New"/>
                <a:cs typeface="Courier New"/>
              </a:defRPr>
            </a:pPr>
            <a:r>
              <a:rPr sz="2100" b="0">
                <a:solidFill>
                  <a:srgbClr val="182536"/>
                </a:solidFill>
                <a:latin typeface="Courier New"/>
                <a:ea typeface="Courier New"/>
                <a:cs typeface="Courier New"/>
              </a:rPr>
              <a:t>  nrf.discovery.request AS request</a:t>
            </a:r>
          </a:p>
          <a:p>
            <a:pPr algn="l">
              <a:defRPr sz="2100" b="0">
                <a:solidFill>
                  <a:srgbClr val="182536"/>
                </a:solidFill>
                <a:latin typeface="Courier New"/>
                <a:ea typeface="Courier New"/>
                <a:cs typeface="Courier New"/>
              </a:defRPr>
            </a:pPr>
            <a:r>
              <a:rPr sz="2100" b="0">
                <a:solidFill>
                  <a:srgbClr val="182536"/>
                </a:solidFill>
                <a:latin typeface="Courier New"/>
                <a:ea typeface="Courier New"/>
                <a:cs typeface="Courier New"/>
              </a:rPr>
              <a:t>  nrf.discovery.response AS response</a:t>
            </a:r>
          </a:p>
        </p:txBody>
      </p:sp>
      <p:sp>
        <p:nvSpPr>
          <p:cNvPr id="44" name="f109">
            <a:extLst>
              <a:ext uri="{FF2B5EF4-FFF2-40B4-BE49-F238E27FC236}">
                <a16:creationId xmlns:a16="http://schemas.microsoft.com/office/drawing/2014/main" id="{F22D2BB2-B8F2-4549-815B-F58E06608DB4}"/>
              </a:ext>
            </a:extLst>
          </p:cNvPr>
          <p:cNvSpPr>
            <a:spLocks noGrp="1"/>
          </p:cNvSpPr>
          <p:nvPr/>
        </p:nvSpPr>
        <p:spPr>
          <a:xfrm>
            <a:off x="1295400" y="4781550"/>
            <a:ext cx="6781800" cy="381000"/>
          </a:xfrm>
          <a:prstGeom prst="rect">
            <a:avLst/>
          </a:prstGeom>
          <a:noFill/>
          <a:ln w="0">
            <a:noFill/>
            <a:prstDash val="solid"/>
          </a:ln>
        </p:spPr>
        <p:txBody>
          <a:bodyPr wrap="none" lIns="0" tIns="0" rIns="0" bIns="0" anchor="t">
            <a:noAutofit/>
          </a:bodyPr>
          <a:lstStyle>
            <a:defPPr algn="l">
              <a:defRPr sz="2400" b="1">
                <a:solidFill>
                  <a:srgbClr val="4264D0"/>
                </a:solidFill>
                <a:latin typeface="Courier New"/>
                <a:ea typeface="Courier New"/>
                <a:cs typeface="Courier New"/>
              </a:defRPr>
            </a:defPPr>
            <a:lvl1pPr algn="l">
              <a:defRPr sz="2400" b="1">
                <a:solidFill>
                  <a:srgbClr val="4264D0"/>
                </a:solidFill>
                <a:latin typeface="Courier New"/>
                <a:ea typeface="Courier New"/>
                <a:cs typeface="Courier New"/>
              </a:defRPr>
            </a:lvl1pPr>
            <a:lvl2pPr algn="l">
              <a:defRPr sz="2400" b="1">
                <a:solidFill>
                  <a:srgbClr val="4264D0"/>
                </a:solidFill>
                <a:latin typeface="Courier New"/>
                <a:ea typeface="Courier New"/>
                <a:cs typeface="Courier New"/>
              </a:defRPr>
            </a:lvl2pPr>
            <a:lvl3pPr algn="l">
              <a:defRPr sz="2400" b="1">
                <a:solidFill>
                  <a:srgbClr val="4264D0"/>
                </a:solidFill>
                <a:latin typeface="Courier New"/>
                <a:ea typeface="Courier New"/>
                <a:cs typeface="Courier New"/>
              </a:defRPr>
            </a:lvl3pPr>
            <a:lvl4pPr algn="l">
              <a:defRPr sz="2400" b="1">
                <a:solidFill>
                  <a:srgbClr val="4264D0"/>
                </a:solidFill>
                <a:latin typeface="Courier New"/>
                <a:ea typeface="Courier New"/>
                <a:cs typeface="Courier New"/>
              </a:defRPr>
            </a:lvl4pPr>
            <a:lvl5pPr algn="l">
              <a:defRPr sz="2400" b="1">
                <a:solidFill>
                  <a:srgbClr val="4264D0"/>
                </a:solidFill>
                <a:latin typeface="Courier New"/>
                <a:ea typeface="Courier New"/>
                <a:cs typeface="Courier New"/>
              </a:defRPr>
            </a:lvl5pPr>
            <a:lvl6pPr algn="l">
              <a:defRPr sz="2400" b="1">
                <a:solidFill>
                  <a:srgbClr val="4264D0"/>
                </a:solidFill>
                <a:latin typeface="Courier New"/>
                <a:ea typeface="Courier New"/>
                <a:cs typeface="Courier New"/>
              </a:defRPr>
            </a:lvl6pPr>
            <a:lvl7pPr algn="l">
              <a:defRPr sz="2400" b="1">
                <a:solidFill>
                  <a:srgbClr val="4264D0"/>
                </a:solidFill>
                <a:latin typeface="Courier New"/>
                <a:ea typeface="Courier New"/>
                <a:cs typeface="Courier New"/>
              </a:defRPr>
            </a:lvl7pPr>
            <a:lvl8pPr algn="l">
              <a:defRPr sz="2400" b="1">
                <a:solidFill>
                  <a:srgbClr val="4264D0"/>
                </a:solidFill>
                <a:latin typeface="Courier New"/>
                <a:ea typeface="Courier New"/>
                <a:cs typeface="Courier New"/>
              </a:defRPr>
            </a:lvl8pPr>
            <a:lvl9pPr algn="l">
              <a:defRPr sz="2400" b="1">
                <a:solidFill>
                  <a:srgbClr val="4264D0"/>
                </a:solidFill>
                <a:latin typeface="Courier New"/>
                <a:ea typeface="Courier New"/>
                <a:cs typeface="Courier New"/>
              </a:defRPr>
            </a:lvl9pPr>
          </a:lstStyle>
          <a:p>
            <a:pPr algn="l">
              <a:defRPr sz="2400" b="1">
                <a:solidFill>
                  <a:srgbClr val="4264D0"/>
                </a:solidFill>
                <a:latin typeface="Courier New"/>
                <a:ea typeface="Courier New"/>
                <a:cs typeface="Courier New"/>
              </a:defRPr>
            </a:pPr>
            <a:r>
              <a:rPr sz="2400" b="1">
                <a:solidFill>
                  <a:srgbClr val="4264D0"/>
                </a:solidFill>
                <a:latin typeface="Courier New"/>
                <a:ea typeface="Courier New"/>
                <a:cs typeface="Courier New"/>
              </a:rPr>
              <a:t>}</a:t>
            </a:r>
          </a:p>
        </p:txBody>
      </p:sp>
      <p:sp>
        <p:nvSpPr>
          <p:cNvPr id="45" name="f110">
            <a:extLst>
              <a:ext uri="{FF2B5EF4-FFF2-40B4-BE49-F238E27FC236}">
                <a16:creationId xmlns:a16="http://schemas.microsoft.com/office/drawing/2014/main" id="{BA91BD4F-977E-4B4D-8B22-068D6184BC8D}"/>
              </a:ext>
            </a:extLst>
          </p:cNvPr>
          <p:cNvSpPr>
            <a:spLocks noGrp="1"/>
          </p:cNvSpPr>
          <p:nvPr/>
        </p:nvSpPr>
        <p:spPr>
          <a:xfrm>
            <a:off x="1295400" y="6238875"/>
            <a:ext cx="6781800" cy="419100"/>
          </a:xfrm>
          <a:prstGeom prst="rect">
            <a:avLst/>
          </a:prstGeom>
          <a:noFill/>
          <a:ln w="0">
            <a:noFill/>
            <a:prstDash val="solid"/>
          </a:ln>
        </p:spPr>
        <p:txBody>
          <a:bodyPr wrap="none" lIns="0" tIns="0" rIns="0" bIns="0" anchor="t">
            <a:noAutofit/>
          </a:bodyPr>
          <a:lstStyle>
            <a:defPPr algn="l">
              <a:defRPr sz="2250" b="1">
                <a:solidFill>
                  <a:srgbClr val="278766"/>
                </a:solidFill>
                <a:latin typeface="Courier New"/>
                <a:ea typeface="Courier New"/>
                <a:cs typeface="Courier New"/>
              </a:defRPr>
            </a:defPPr>
            <a:lvl1pPr algn="l">
              <a:defRPr sz="2250" b="1">
                <a:solidFill>
                  <a:srgbClr val="278766"/>
                </a:solidFill>
                <a:latin typeface="Courier New"/>
                <a:ea typeface="Courier New"/>
                <a:cs typeface="Courier New"/>
              </a:defRPr>
            </a:lvl1pPr>
            <a:lvl2pPr algn="l">
              <a:defRPr sz="2250" b="1">
                <a:solidFill>
                  <a:srgbClr val="278766"/>
                </a:solidFill>
                <a:latin typeface="Courier New"/>
                <a:ea typeface="Courier New"/>
                <a:cs typeface="Courier New"/>
              </a:defRPr>
            </a:lvl2pPr>
            <a:lvl3pPr algn="l">
              <a:defRPr sz="2250" b="1">
                <a:solidFill>
                  <a:srgbClr val="278766"/>
                </a:solidFill>
                <a:latin typeface="Courier New"/>
                <a:ea typeface="Courier New"/>
                <a:cs typeface="Courier New"/>
              </a:defRPr>
            </a:lvl3pPr>
            <a:lvl4pPr algn="l">
              <a:defRPr sz="2250" b="1">
                <a:solidFill>
                  <a:srgbClr val="278766"/>
                </a:solidFill>
                <a:latin typeface="Courier New"/>
                <a:ea typeface="Courier New"/>
                <a:cs typeface="Courier New"/>
              </a:defRPr>
            </a:lvl4pPr>
            <a:lvl5pPr algn="l">
              <a:defRPr sz="2250" b="1">
                <a:solidFill>
                  <a:srgbClr val="278766"/>
                </a:solidFill>
                <a:latin typeface="Courier New"/>
                <a:ea typeface="Courier New"/>
                <a:cs typeface="Courier New"/>
              </a:defRPr>
            </a:lvl5pPr>
            <a:lvl6pPr algn="l">
              <a:defRPr sz="2250" b="1">
                <a:solidFill>
                  <a:srgbClr val="278766"/>
                </a:solidFill>
                <a:latin typeface="Courier New"/>
                <a:ea typeface="Courier New"/>
                <a:cs typeface="Courier New"/>
              </a:defRPr>
            </a:lvl6pPr>
            <a:lvl7pPr algn="l">
              <a:defRPr sz="2250" b="1">
                <a:solidFill>
                  <a:srgbClr val="278766"/>
                </a:solidFill>
                <a:latin typeface="Courier New"/>
                <a:ea typeface="Courier New"/>
                <a:cs typeface="Courier New"/>
              </a:defRPr>
            </a:lvl7pPr>
            <a:lvl8pPr algn="l">
              <a:defRPr sz="2250" b="1">
                <a:solidFill>
                  <a:srgbClr val="278766"/>
                </a:solidFill>
                <a:latin typeface="Courier New"/>
                <a:ea typeface="Courier New"/>
                <a:cs typeface="Courier New"/>
              </a:defRPr>
            </a:lvl8pPr>
            <a:lvl9pPr algn="l">
              <a:defRPr sz="2250" b="1">
                <a:solidFill>
                  <a:srgbClr val="278766"/>
                </a:solidFill>
                <a:latin typeface="Courier New"/>
                <a:ea typeface="Courier New"/>
                <a:cs typeface="Courier New"/>
              </a:defRPr>
            </a:lvl9pPr>
          </a:lstStyle>
          <a:p>
            <a:pPr algn="l">
              <a:defRPr sz="2250" b="1">
                <a:solidFill>
                  <a:srgbClr val="278766"/>
                </a:solidFill>
                <a:latin typeface="Courier New"/>
                <a:ea typeface="Courier New"/>
                <a:cs typeface="Courier New"/>
              </a:defRPr>
            </a:pPr>
            <a:r>
              <a:rPr sz="2250" b="1">
                <a:solidFill>
                  <a:srgbClr val="278766"/>
                </a:solidFill>
                <a:latin typeface="Courier New"/>
                <a:ea typeface="Courier New"/>
                <a:cs typeface="Courier New"/>
              </a:rPr>
              <a:t>REQUIRE response.status == 403</a:t>
            </a:r>
          </a:p>
        </p:txBody>
      </p:sp>
      <p:sp>
        <p:nvSpPr>
          <p:cNvPr id="46" name="f111">
            <a:extLst>
              <a:ext uri="{FF2B5EF4-FFF2-40B4-BE49-F238E27FC236}">
                <a16:creationId xmlns:a16="http://schemas.microsoft.com/office/drawing/2014/main" id="{AE9F9E44-3CFF-450C-9249-AFE4F2A799E0}"/>
              </a:ext>
            </a:extLst>
          </p:cNvPr>
          <p:cNvSpPr>
            <a:spLocks noGrp="1"/>
          </p:cNvSpPr>
          <p:nvPr/>
        </p:nvSpPr>
        <p:spPr>
          <a:xfrm>
            <a:off x="8382000" y="4381500"/>
            <a:ext cx="1428750" cy="171450"/>
          </a:xfrm>
          <a:prstGeom prst="leftArrow">
            <a:avLst/>
          </a:prstGeom>
          <a:solidFill>
            <a:srgbClr val="4264D0"/>
          </a:solidFill>
          <a:ln w="0">
            <a:noFill/>
            <a:prstDash val="solid"/>
          </a:ln>
        </p:spPr>
        <p:txBody>
          <a:bodyPr/>
          <a:p/>
        </p:txBody>
      </p:sp>
      <p:sp>
        <p:nvSpPr>
          <p:cNvPr id="47" name="f112">
            <a:extLst>
              <a:ext uri="{FF2B5EF4-FFF2-40B4-BE49-F238E27FC236}">
                <a16:creationId xmlns:a16="http://schemas.microsoft.com/office/drawing/2014/main" id="{E3BCF998-B8F1-473E-B419-F985EAF29FBA}"/>
              </a:ext>
            </a:extLst>
          </p:cNvPr>
          <p:cNvSpPr>
            <a:spLocks noGrp="1"/>
          </p:cNvSpPr>
          <p:nvPr/>
        </p:nvSpPr>
        <p:spPr>
          <a:xfrm>
            <a:off x="8382000" y="6362700"/>
            <a:ext cx="1428750" cy="171450"/>
          </a:xfrm>
          <a:prstGeom prst="leftArrow">
            <a:avLst/>
          </a:prstGeom>
          <a:solidFill>
            <a:srgbClr val="278766"/>
          </a:solidFill>
          <a:ln w="0">
            <a:noFill/>
            <a:prstDash val="solid"/>
          </a:ln>
        </p:spPr>
        <p:txBody>
          <a:bodyPr/>
          <a:p/>
        </p:txBody>
      </p:sp>
      <p:sp>
        <p:nvSpPr>
          <p:cNvPr id="48" name="f113">
            <a:extLst>
              <a:ext uri="{FF2B5EF4-FFF2-40B4-BE49-F238E27FC236}">
                <a16:creationId xmlns:a16="http://schemas.microsoft.com/office/drawing/2014/main" id="{58EE7DC9-74BC-4AAA-8FE2-843101896751}"/>
              </a:ext>
            </a:extLst>
          </p:cNvPr>
          <p:cNvSpPr>
            <a:spLocks noGrp="1"/>
          </p:cNvSpPr>
          <p:nvPr/>
        </p:nvSpPr>
        <p:spPr>
          <a:xfrm>
            <a:off x="1066800" y="7239000"/>
            <a:ext cx="7239000" cy="323850"/>
          </a:xfrm>
          <a:prstGeom prst="rect">
            <a:avLst/>
          </a:prstGeom>
          <a:noFill/>
          <a:ln w="0">
            <a:noFill/>
            <a:prstDash val="solid"/>
          </a:ln>
        </p:spPr>
        <p:txBody>
          <a:bodyPr wrap="none" lIns="0" tIns="0" rIns="0" bIns="0" anchor="t">
            <a:noAutofit/>
          </a:bodyPr>
          <a:lstStyle>
            <a:defPPr algn="l">
              <a:defRPr sz="1725" b="0">
                <a:solidFill>
                  <a:srgbClr val="52627B"/>
                </a:solidFill>
                <a:latin typeface="Arial"/>
                <a:ea typeface="Arial"/>
                <a:cs typeface="Arial"/>
              </a:defRPr>
            </a:defPPr>
            <a:lvl1pPr algn="l">
              <a:defRPr sz="1725" b="0">
                <a:solidFill>
                  <a:srgbClr val="52627B"/>
                </a:solidFill>
                <a:latin typeface="Arial"/>
                <a:ea typeface="Arial"/>
                <a:cs typeface="Arial"/>
              </a:defRPr>
            </a:lvl1pPr>
            <a:lvl2pPr algn="l">
              <a:defRPr sz="1725" b="0">
                <a:solidFill>
                  <a:srgbClr val="52627B"/>
                </a:solidFill>
                <a:latin typeface="Arial"/>
                <a:ea typeface="Arial"/>
                <a:cs typeface="Arial"/>
              </a:defRPr>
            </a:lvl2pPr>
            <a:lvl3pPr algn="l">
              <a:defRPr sz="1725" b="0">
                <a:solidFill>
                  <a:srgbClr val="52627B"/>
                </a:solidFill>
                <a:latin typeface="Arial"/>
                <a:ea typeface="Arial"/>
                <a:cs typeface="Arial"/>
              </a:defRPr>
            </a:lvl3pPr>
            <a:lvl4pPr algn="l">
              <a:defRPr sz="1725" b="0">
                <a:solidFill>
                  <a:srgbClr val="52627B"/>
                </a:solidFill>
                <a:latin typeface="Arial"/>
                <a:ea typeface="Arial"/>
                <a:cs typeface="Arial"/>
              </a:defRPr>
            </a:lvl4pPr>
            <a:lvl5pPr algn="l">
              <a:defRPr sz="1725" b="0">
                <a:solidFill>
                  <a:srgbClr val="52627B"/>
                </a:solidFill>
                <a:latin typeface="Arial"/>
                <a:ea typeface="Arial"/>
                <a:cs typeface="Arial"/>
              </a:defRPr>
            </a:lvl5pPr>
            <a:lvl6pPr algn="l">
              <a:defRPr sz="1725" b="0">
                <a:solidFill>
                  <a:srgbClr val="52627B"/>
                </a:solidFill>
                <a:latin typeface="Arial"/>
                <a:ea typeface="Arial"/>
                <a:cs typeface="Arial"/>
              </a:defRPr>
            </a:lvl6pPr>
            <a:lvl7pPr algn="l">
              <a:defRPr sz="1725" b="0">
                <a:solidFill>
                  <a:srgbClr val="52627B"/>
                </a:solidFill>
                <a:latin typeface="Arial"/>
                <a:ea typeface="Arial"/>
                <a:cs typeface="Arial"/>
              </a:defRPr>
            </a:lvl7pPr>
            <a:lvl8pPr algn="l">
              <a:defRPr sz="1725" b="0">
                <a:solidFill>
                  <a:srgbClr val="52627B"/>
                </a:solidFill>
                <a:latin typeface="Arial"/>
                <a:ea typeface="Arial"/>
                <a:cs typeface="Arial"/>
              </a:defRPr>
            </a:lvl8pPr>
            <a:lvl9pPr algn="l">
              <a:defRPr sz="1725" b="0">
                <a:solidFill>
                  <a:srgbClr val="52627B"/>
                </a:solidFill>
                <a:latin typeface="Arial"/>
                <a:ea typeface="Arial"/>
                <a:cs typeface="Arial"/>
              </a:defRPr>
            </a:lvl9pPr>
          </a:lstStyle>
          <a:p>
            <a:pPr algn="l">
              <a:defRPr sz="1725" b="0">
                <a:solidFill>
                  <a:srgbClr val="52627B"/>
                </a:solidFill>
                <a:latin typeface="Arial"/>
                <a:ea typeface="Arial"/>
                <a:cs typeface="Arial"/>
              </a:defRPr>
            </a:pPr>
            <a:r>
              <a:rPr sz="1725" b="0">
                <a:solidFill>
                  <a:srgbClr val="52627B"/>
                </a:solidFill>
                <a:latin typeface="Arial"/>
                <a:ea typeface="Arial"/>
                <a:cs typeface="Arial"/>
              </a:rPr>
              <a:t>Sintassi reale del progetto</a:t>
            </a:r>
          </a:p>
        </p:txBody>
      </p:sp>
      <p:sp>
        <p:nvSpPr>
          <p:cNvPr id="49" name="f114">
            <a:extLst>
              <a:ext uri="{FF2B5EF4-FFF2-40B4-BE49-F238E27FC236}">
                <a16:creationId xmlns:a16="http://schemas.microsoft.com/office/drawing/2014/main" id="{0A3C4A51-F798-4A97-81DF-F342A427D593}"/>
              </a:ext>
            </a:extLst>
          </p:cNvPr>
          <p:cNvSpPr>
            <a:spLocks noGrp="1"/>
          </p:cNvSpPr>
          <p:nvPr/>
        </p:nvSpPr>
        <p:spPr>
          <a:xfrm>
            <a:off x="10001250" y="3857625"/>
            <a:ext cx="4171950" cy="1219200"/>
          </a:xfrm>
          <a:prstGeom prst="roundRect">
            <a:avLst>
              <a:gd name="adj" fmla="val 10938"/>
            </a:avLst>
          </a:prstGeom>
          <a:solidFill>
            <a:srgbClr val="F0F4FF"/>
          </a:solidFill>
          <a:ln w="17145">
            <a:solidFill>
              <a:srgbClr val="4264D0"/>
            </a:solidFill>
            <a:prstDash val="solid"/>
          </a:ln>
        </p:spPr>
        <p:txBody>
          <a:bodyPr/>
          <a:p/>
        </p:txBody>
      </p:sp>
      <p:sp>
        <p:nvSpPr>
          <p:cNvPr id="50" name="f115">
            <a:extLst>
              <a:ext uri="{FF2B5EF4-FFF2-40B4-BE49-F238E27FC236}">
                <a16:creationId xmlns:a16="http://schemas.microsoft.com/office/drawing/2014/main" id="{DDA12ED4-BB43-463D-9576-C4ACB41B9D25}"/>
              </a:ext>
            </a:extLst>
          </p:cNvPr>
          <p:cNvSpPr>
            <a:spLocks noGrp="1"/>
          </p:cNvSpPr>
          <p:nvPr/>
        </p:nvSpPr>
        <p:spPr>
          <a:xfrm>
            <a:off x="10191750" y="4105275"/>
            <a:ext cx="3790950" cy="885825"/>
          </a:xfrm>
          <a:prstGeom prst="rect">
            <a:avLst/>
          </a:prstGeom>
          <a:noFill/>
          <a:ln w="0">
            <a:noFill/>
            <a:prstDash val="solid"/>
          </a:ln>
        </p:spPr>
        <p:txBody>
          <a:bodyPr wrap="none" lIns="0" tIns="0" rIns="0" bIns="0" anchor="t">
            <a:noAutofit/>
          </a:bodyPr>
          <a:lstStyle>
            <a:defPPr algn="ctr">
              <a:defRPr sz="2700" b="1">
                <a:solidFill>
                  <a:srgbClr val="4264D0"/>
                </a:solidFill>
                <a:latin typeface="Arial"/>
                <a:ea typeface="Arial"/>
                <a:cs typeface="Arial"/>
              </a:defRPr>
            </a:defPPr>
            <a:lvl1pPr algn="ctr">
              <a:defRPr sz="2700" b="1">
                <a:solidFill>
                  <a:srgbClr val="4264D0"/>
                </a:solidFill>
                <a:latin typeface="Arial"/>
                <a:ea typeface="Arial"/>
                <a:cs typeface="Arial"/>
              </a:defRPr>
            </a:lvl1pPr>
            <a:lvl2pPr algn="ctr">
              <a:defRPr sz="2700" b="1">
                <a:solidFill>
                  <a:srgbClr val="4264D0"/>
                </a:solidFill>
                <a:latin typeface="Arial"/>
                <a:ea typeface="Arial"/>
                <a:cs typeface="Arial"/>
              </a:defRPr>
            </a:lvl2pPr>
            <a:lvl3pPr algn="ctr">
              <a:defRPr sz="2700" b="1">
                <a:solidFill>
                  <a:srgbClr val="4264D0"/>
                </a:solidFill>
                <a:latin typeface="Arial"/>
                <a:ea typeface="Arial"/>
                <a:cs typeface="Arial"/>
              </a:defRPr>
            </a:lvl3pPr>
            <a:lvl4pPr algn="ctr">
              <a:defRPr sz="2700" b="1">
                <a:solidFill>
                  <a:srgbClr val="4264D0"/>
                </a:solidFill>
                <a:latin typeface="Arial"/>
                <a:ea typeface="Arial"/>
                <a:cs typeface="Arial"/>
              </a:defRPr>
            </a:lvl4pPr>
            <a:lvl5pPr algn="ctr">
              <a:defRPr sz="2700" b="1">
                <a:solidFill>
                  <a:srgbClr val="4264D0"/>
                </a:solidFill>
                <a:latin typeface="Arial"/>
                <a:ea typeface="Arial"/>
                <a:cs typeface="Arial"/>
              </a:defRPr>
            </a:lvl5pPr>
            <a:lvl6pPr algn="ctr">
              <a:defRPr sz="2700" b="1">
                <a:solidFill>
                  <a:srgbClr val="4264D0"/>
                </a:solidFill>
                <a:latin typeface="Arial"/>
                <a:ea typeface="Arial"/>
                <a:cs typeface="Arial"/>
              </a:defRPr>
            </a:lvl6pPr>
            <a:lvl7pPr algn="ctr">
              <a:defRPr sz="2700" b="1">
                <a:solidFill>
                  <a:srgbClr val="4264D0"/>
                </a:solidFill>
                <a:latin typeface="Arial"/>
                <a:ea typeface="Arial"/>
                <a:cs typeface="Arial"/>
              </a:defRPr>
            </a:lvl7pPr>
            <a:lvl8pPr algn="ctr">
              <a:defRPr sz="2700" b="1">
                <a:solidFill>
                  <a:srgbClr val="4264D0"/>
                </a:solidFill>
                <a:latin typeface="Arial"/>
                <a:ea typeface="Arial"/>
                <a:cs typeface="Arial"/>
              </a:defRPr>
            </a:lvl8pPr>
            <a:lvl9pPr algn="ctr">
              <a:defRPr sz="2700" b="1">
                <a:solidFill>
                  <a:srgbClr val="4264D0"/>
                </a:solidFill>
                <a:latin typeface="Arial"/>
                <a:ea typeface="Arial"/>
                <a:cs typeface="Arial"/>
              </a:defRPr>
            </a:lvl9pPr>
          </a:lstStyle>
          <a:p>
            <a:pPr algn="ctr">
              <a:defRPr sz="2700" b="1">
                <a:solidFill>
                  <a:srgbClr val="4264D0"/>
                </a:solidFill>
                <a:latin typeface="Arial"/>
                <a:ea typeface="Arial"/>
                <a:cs typeface="Arial"/>
              </a:defRPr>
            </a:pPr>
            <a:r>
              <a:rPr sz="2700" b="1">
                <a:solidFill>
                  <a:srgbClr val="4264D0"/>
                </a:solidFill>
                <a:latin typeface="Arial"/>
                <a:ea typeface="Arial"/>
                <a:cs typeface="Arial"/>
              </a:rPr>
              <a:t>Quali messaggi</a:t>
            </a:r>
          </a:p>
          <a:p>
            <a:pPr algn="ctr">
              <a:defRPr sz="2700" b="1">
                <a:solidFill>
                  <a:srgbClr val="4264D0"/>
                </a:solidFill>
                <a:latin typeface="Arial"/>
                <a:ea typeface="Arial"/>
                <a:cs typeface="Arial"/>
              </a:defRPr>
            </a:pPr>
            <a:r>
              <a:rPr sz="2700" b="1">
                <a:solidFill>
                  <a:srgbClr val="4264D0"/>
                </a:solidFill>
                <a:latin typeface="Arial"/>
                <a:ea typeface="Arial"/>
                <a:cs typeface="Arial"/>
              </a:rPr>
              <a:t>cercare?</a:t>
            </a:r>
          </a:p>
        </p:txBody>
      </p:sp>
      <p:sp>
        <p:nvSpPr>
          <p:cNvPr id="51" name="f116">
            <a:extLst>
              <a:ext uri="{FF2B5EF4-FFF2-40B4-BE49-F238E27FC236}">
                <a16:creationId xmlns:a16="http://schemas.microsoft.com/office/drawing/2014/main" id="{C5FCEF14-1437-4F70-B8D7-27CF8B6988A5}"/>
              </a:ext>
            </a:extLst>
          </p:cNvPr>
          <p:cNvSpPr>
            <a:spLocks noGrp="1"/>
          </p:cNvSpPr>
          <p:nvPr/>
        </p:nvSpPr>
        <p:spPr>
          <a:xfrm>
            <a:off x="10001250" y="5838825"/>
            <a:ext cx="4171950" cy="1219200"/>
          </a:xfrm>
          <a:prstGeom prst="roundRect">
            <a:avLst>
              <a:gd name="adj" fmla="val 10938"/>
            </a:avLst>
          </a:prstGeom>
          <a:solidFill>
            <a:srgbClr val="EEF8F3"/>
          </a:solidFill>
          <a:ln w="17145">
            <a:solidFill>
              <a:srgbClr val="278766"/>
            </a:solidFill>
            <a:prstDash val="solid"/>
          </a:ln>
        </p:spPr>
        <p:txBody>
          <a:bodyPr/>
          <a:p/>
        </p:txBody>
      </p:sp>
      <p:sp>
        <p:nvSpPr>
          <p:cNvPr id="52" name="f117">
            <a:extLst>
              <a:ext uri="{FF2B5EF4-FFF2-40B4-BE49-F238E27FC236}">
                <a16:creationId xmlns:a16="http://schemas.microsoft.com/office/drawing/2014/main" id="{64EB2740-2C1F-43C0-91C1-6B63F174F427}"/>
              </a:ext>
            </a:extLst>
          </p:cNvPr>
          <p:cNvSpPr>
            <a:spLocks noGrp="1"/>
          </p:cNvSpPr>
          <p:nvPr/>
        </p:nvSpPr>
        <p:spPr>
          <a:xfrm>
            <a:off x="10191750" y="6076950"/>
            <a:ext cx="3790950" cy="885825"/>
          </a:xfrm>
          <a:prstGeom prst="rect">
            <a:avLst/>
          </a:prstGeom>
          <a:noFill/>
          <a:ln w="0">
            <a:noFill/>
            <a:prstDash val="solid"/>
          </a:ln>
        </p:spPr>
        <p:txBody>
          <a:bodyPr wrap="none" lIns="0" tIns="0" rIns="0" bIns="0" anchor="t">
            <a:noAutofit/>
          </a:bodyPr>
          <a:lstStyle>
            <a:defPPr algn="ctr">
              <a:defRPr sz="2700" b="1">
                <a:solidFill>
                  <a:srgbClr val="278766"/>
                </a:solidFill>
                <a:latin typeface="Arial"/>
                <a:ea typeface="Arial"/>
                <a:cs typeface="Arial"/>
              </a:defRPr>
            </a:defPPr>
            <a:lvl1pPr algn="ctr">
              <a:defRPr sz="2700" b="1">
                <a:solidFill>
                  <a:srgbClr val="278766"/>
                </a:solidFill>
                <a:latin typeface="Arial"/>
                <a:ea typeface="Arial"/>
                <a:cs typeface="Arial"/>
              </a:defRPr>
            </a:lvl1pPr>
            <a:lvl2pPr algn="ctr">
              <a:defRPr sz="2700" b="1">
                <a:solidFill>
                  <a:srgbClr val="278766"/>
                </a:solidFill>
                <a:latin typeface="Arial"/>
                <a:ea typeface="Arial"/>
                <a:cs typeface="Arial"/>
              </a:defRPr>
            </a:lvl2pPr>
            <a:lvl3pPr algn="ctr">
              <a:defRPr sz="2700" b="1">
                <a:solidFill>
                  <a:srgbClr val="278766"/>
                </a:solidFill>
                <a:latin typeface="Arial"/>
                <a:ea typeface="Arial"/>
                <a:cs typeface="Arial"/>
              </a:defRPr>
            </a:lvl3pPr>
            <a:lvl4pPr algn="ctr">
              <a:defRPr sz="2700" b="1">
                <a:solidFill>
                  <a:srgbClr val="278766"/>
                </a:solidFill>
                <a:latin typeface="Arial"/>
                <a:ea typeface="Arial"/>
                <a:cs typeface="Arial"/>
              </a:defRPr>
            </a:lvl4pPr>
            <a:lvl5pPr algn="ctr">
              <a:defRPr sz="2700" b="1">
                <a:solidFill>
                  <a:srgbClr val="278766"/>
                </a:solidFill>
                <a:latin typeface="Arial"/>
                <a:ea typeface="Arial"/>
                <a:cs typeface="Arial"/>
              </a:defRPr>
            </a:lvl5pPr>
            <a:lvl6pPr algn="ctr">
              <a:defRPr sz="2700" b="1">
                <a:solidFill>
                  <a:srgbClr val="278766"/>
                </a:solidFill>
                <a:latin typeface="Arial"/>
                <a:ea typeface="Arial"/>
                <a:cs typeface="Arial"/>
              </a:defRPr>
            </a:lvl6pPr>
            <a:lvl7pPr algn="ctr">
              <a:defRPr sz="2700" b="1">
                <a:solidFill>
                  <a:srgbClr val="278766"/>
                </a:solidFill>
                <a:latin typeface="Arial"/>
                <a:ea typeface="Arial"/>
                <a:cs typeface="Arial"/>
              </a:defRPr>
            </a:lvl7pPr>
            <a:lvl8pPr algn="ctr">
              <a:defRPr sz="2700" b="1">
                <a:solidFill>
                  <a:srgbClr val="278766"/>
                </a:solidFill>
                <a:latin typeface="Arial"/>
                <a:ea typeface="Arial"/>
                <a:cs typeface="Arial"/>
              </a:defRPr>
            </a:lvl8pPr>
            <a:lvl9pPr algn="ctr">
              <a:defRPr sz="2700" b="1">
                <a:solidFill>
                  <a:srgbClr val="278766"/>
                </a:solidFill>
                <a:latin typeface="Arial"/>
                <a:ea typeface="Arial"/>
                <a:cs typeface="Arial"/>
              </a:defRPr>
            </a:lvl9pPr>
          </a:lstStyle>
          <a:p>
            <a:pPr algn="ctr">
              <a:defRPr sz="2700" b="1">
                <a:solidFill>
                  <a:srgbClr val="278766"/>
                </a:solidFill>
                <a:latin typeface="Arial"/>
                <a:ea typeface="Arial"/>
                <a:cs typeface="Arial"/>
              </a:defRPr>
            </a:pPr>
            <a:r>
              <a:rPr sz="2700" b="1">
                <a:solidFill>
                  <a:srgbClr val="278766"/>
                </a:solidFill>
                <a:latin typeface="Arial"/>
                <a:ea typeface="Arial"/>
                <a:cs typeface="Arial"/>
              </a:rPr>
              <a:t>Quali criteri</a:t>
            </a:r>
          </a:p>
          <a:p>
            <a:pPr algn="ctr">
              <a:defRPr sz="2700" b="1">
                <a:solidFill>
                  <a:srgbClr val="278766"/>
                </a:solidFill>
                <a:latin typeface="Arial"/>
                <a:ea typeface="Arial"/>
                <a:cs typeface="Arial"/>
              </a:defRPr>
            </a:pPr>
            <a:r>
              <a:rPr sz="2700" b="1">
                <a:solidFill>
                  <a:srgbClr val="278766"/>
                </a:solidFill>
                <a:latin typeface="Arial"/>
                <a:ea typeface="Arial"/>
                <a:cs typeface="Arial"/>
              </a:rPr>
              <a:t>verificare?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9" name="f144">
            <a:extLst>
              <a:ext uri="{FF2B5EF4-FFF2-40B4-BE49-F238E27FC236}">
                <a16:creationId xmlns:a16="http://schemas.microsoft.com/office/drawing/2014/main" id="{1DDDF487-2240-452D-B61B-A2775F0C8F31}"/>
              </a:ext>
            </a:extLst>
          </p:cNvPr>
          <p:cNvSpPr>
            <a:spLocks noGrp="1"/>
          </p:cNvSpPr>
          <p:nvPr/>
        </p:nvSpPr>
        <p:spPr>
          <a:xfrm>
            <a:off x="1066800" y="666750"/>
            <a:ext cx="10953750" cy="285750"/>
          </a:xfrm>
          <a:prstGeom prst="rect">
            <a:avLst/>
          </a:prstGeom>
          <a:noFill/>
          <a:ln w="0">
            <a:noFill/>
            <a:prstDash val="solid"/>
          </a:ln>
        </p:spPr>
        <p:txBody>
          <a:bodyPr wrap="none" lIns="0" tIns="0" rIns="0" bIns="0" anchor="t">
            <a:noAutofit/>
          </a:bodyPr>
          <a:lstStyle>
            <a:defPPr algn="l">
              <a:defRPr sz="1500" b="0">
                <a:solidFill>
                  <a:srgbClr val="52627B"/>
                </a:solidFill>
                <a:latin typeface="Arial"/>
                <a:ea typeface="Arial"/>
                <a:cs typeface="Arial"/>
              </a:defRPr>
            </a:defPPr>
            <a:lvl1pPr algn="l">
              <a:defRPr sz="1500" b="0">
                <a:solidFill>
                  <a:srgbClr val="52627B"/>
                </a:solidFill>
                <a:latin typeface="Arial"/>
                <a:ea typeface="Arial"/>
                <a:cs typeface="Arial"/>
              </a:defRPr>
            </a:lvl1pPr>
            <a:lvl2pPr algn="l">
              <a:defRPr sz="1500" b="0">
                <a:solidFill>
                  <a:srgbClr val="52627B"/>
                </a:solidFill>
                <a:latin typeface="Arial"/>
                <a:ea typeface="Arial"/>
                <a:cs typeface="Arial"/>
              </a:defRPr>
            </a:lvl2pPr>
            <a:lvl3pPr algn="l">
              <a:defRPr sz="1500" b="0">
                <a:solidFill>
                  <a:srgbClr val="52627B"/>
                </a:solidFill>
                <a:latin typeface="Arial"/>
                <a:ea typeface="Arial"/>
                <a:cs typeface="Arial"/>
              </a:defRPr>
            </a:lvl3pPr>
            <a:lvl4pPr algn="l">
              <a:defRPr sz="1500" b="0">
                <a:solidFill>
                  <a:srgbClr val="52627B"/>
                </a:solidFill>
                <a:latin typeface="Arial"/>
                <a:ea typeface="Arial"/>
                <a:cs typeface="Arial"/>
              </a:defRPr>
            </a:lvl4pPr>
            <a:lvl5pPr algn="l">
              <a:defRPr sz="1500" b="0">
                <a:solidFill>
                  <a:srgbClr val="52627B"/>
                </a:solidFill>
                <a:latin typeface="Arial"/>
                <a:ea typeface="Arial"/>
                <a:cs typeface="Arial"/>
              </a:defRPr>
            </a:lvl5pPr>
            <a:lvl6pPr algn="l">
              <a:defRPr sz="1500" b="0">
                <a:solidFill>
                  <a:srgbClr val="52627B"/>
                </a:solidFill>
                <a:latin typeface="Arial"/>
                <a:ea typeface="Arial"/>
                <a:cs typeface="Arial"/>
              </a:defRPr>
            </a:lvl6pPr>
            <a:lvl7pPr algn="l">
              <a:defRPr sz="1500" b="0">
                <a:solidFill>
                  <a:srgbClr val="52627B"/>
                </a:solidFill>
                <a:latin typeface="Arial"/>
                <a:ea typeface="Arial"/>
                <a:cs typeface="Arial"/>
              </a:defRPr>
            </a:lvl7pPr>
            <a:lvl8pPr algn="l">
              <a:defRPr sz="1500" b="0">
                <a:solidFill>
                  <a:srgbClr val="52627B"/>
                </a:solidFill>
                <a:latin typeface="Arial"/>
                <a:ea typeface="Arial"/>
                <a:cs typeface="Arial"/>
              </a:defRPr>
            </a:lvl8pPr>
            <a:lvl9pPr algn="l">
              <a:defRPr sz="1500" b="0">
                <a:solidFill>
                  <a:srgbClr val="52627B"/>
                </a:solidFill>
                <a:latin typeface="Arial"/>
                <a:ea typeface="Arial"/>
                <a:cs typeface="Arial"/>
              </a:defRPr>
            </a:lvl9pPr>
          </a:lstStyle>
          <a:p>
            <a:pPr algn="l">
              <a:defRPr sz="1500" b="0">
                <a:solidFill>
                  <a:srgbClr val="52627B"/>
                </a:solidFill>
                <a:latin typeface="Arial"/>
                <a:ea typeface="Arial"/>
                <a:cs typeface="Arial"/>
              </a:defRPr>
            </a:pPr>
            <a:r>
              <a:rPr sz="1500" b="0">
                <a:solidFill>
                  <a:srgbClr val="52627B"/>
                </a:solidFill>
                <a:latin typeface="Arial"/>
                <a:ea typeface="Arial"/>
                <a:cs typeface="Arial"/>
              </a:rPr>
              <a:t>VALUTAZIONE</a:t>
            </a:r>
          </a:p>
        </p:txBody>
      </p:sp>
      <p:sp>
        <p:nvSpPr>
          <p:cNvPr id="2" name="f145">
            <a:extLst>
              <a:ext uri="{FF2B5EF4-FFF2-40B4-BE49-F238E27FC236}">
                <a16:creationId xmlns:a16="http://schemas.microsoft.com/office/drawing/2014/main" id="{AFA9F55E-E6E1-4D8D-BADA-103EC1F974F9}"/>
              </a:ext>
            </a:extLst>
          </p:cNvPr>
          <p:cNvSpPr>
            <a:spLocks noGrp="1"/>
          </p:cNvSpPr>
          <p:nvPr/>
        </p:nvSpPr>
        <p:spPr>
          <a:xfrm>
            <a:off x="12858750" y="666750"/>
            <a:ext cx="1314450" cy="285750"/>
          </a:xfrm>
          <a:prstGeom prst="rect">
            <a:avLst/>
          </a:prstGeom>
          <a:noFill/>
          <a:ln w="0">
            <a:noFill/>
            <a:prstDash val="solid"/>
          </a:ln>
        </p:spPr>
        <p:txBody>
          <a:bodyPr wrap="none" lIns="0" tIns="0" rIns="0" bIns="0" anchor="t">
            <a:noAutofit/>
          </a:bodyPr>
          <a:lstStyle>
            <a:defPPr algn="r">
              <a:defRPr sz="1350" b="0">
                <a:solidFill>
                  <a:srgbClr val="52627B"/>
                </a:solidFill>
                <a:latin typeface="Arial"/>
                <a:ea typeface="Arial"/>
                <a:cs typeface="Arial"/>
              </a:defRPr>
            </a:defPPr>
            <a:lvl1pPr algn="r">
              <a:defRPr sz="1350" b="0">
                <a:solidFill>
                  <a:srgbClr val="52627B"/>
                </a:solidFill>
                <a:latin typeface="Arial"/>
                <a:ea typeface="Arial"/>
                <a:cs typeface="Arial"/>
              </a:defRPr>
            </a:lvl1pPr>
            <a:lvl2pPr algn="r">
              <a:defRPr sz="1350" b="0">
                <a:solidFill>
                  <a:srgbClr val="52627B"/>
                </a:solidFill>
                <a:latin typeface="Arial"/>
                <a:ea typeface="Arial"/>
                <a:cs typeface="Arial"/>
              </a:defRPr>
            </a:lvl2pPr>
            <a:lvl3pPr algn="r">
              <a:defRPr sz="1350" b="0">
                <a:solidFill>
                  <a:srgbClr val="52627B"/>
                </a:solidFill>
                <a:latin typeface="Arial"/>
                <a:ea typeface="Arial"/>
                <a:cs typeface="Arial"/>
              </a:defRPr>
            </a:lvl3pPr>
            <a:lvl4pPr algn="r">
              <a:defRPr sz="1350" b="0">
                <a:solidFill>
                  <a:srgbClr val="52627B"/>
                </a:solidFill>
                <a:latin typeface="Arial"/>
                <a:ea typeface="Arial"/>
                <a:cs typeface="Arial"/>
              </a:defRPr>
            </a:lvl4pPr>
            <a:lvl5pPr algn="r">
              <a:defRPr sz="1350" b="0">
                <a:solidFill>
                  <a:srgbClr val="52627B"/>
                </a:solidFill>
                <a:latin typeface="Arial"/>
                <a:ea typeface="Arial"/>
                <a:cs typeface="Arial"/>
              </a:defRPr>
            </a:lvl5pPr>
            <a:lvl6pPr algn="r">
              <a:defRPr sz="1350" b="0">
                <a:solidFill>
                  <a:srgbClr val="52627B"/>
                </a:solidFill>
                <a:latin typeface="Arial"/>
                <a:ea typeface="Arial"/>
                <a:cs typeface="Arial"/>
              </a:defRPr>
            </a:lvl6pPr>
            <a:lvl7pPr algn="r">
              <a:defRPr sz="1350" b="0">
                <a:solidFill>
                  <a:srgbClr val="52627B"/>
                </a:solidFill>
                <a:latin typeface="Arial"/>
                <a:ea typeface="Arial"/>
                <a:cs typeface="Arial"/>
              </a:defRPr>
            </a:lvl7pPr>
            <a:lvl8pPr algn="r">
              <a:defRPr sz="1350" b="0">
                <a:solidFill>
                  <a:srgbClr val="52627B"/>
                </a:solidFill>
                <a:latin typeface="Arial"/>
                <a:ea typeface="Arial"/>
                <a:cs typeface="Arial"/>
              </a:defRPr>
            </a:lvl8pPr>
            <a:lvl9pPr algn="r">
              <a:defRPr sz="1350" b="0">
                <a:solidFill>
                  <a:srgbClr val="52627B"/>
                </a:solidFill>
                <a:latin typeface="Arial"/>
                <a:ea typeface="Arial"/>
                <a:cs typeface="Arial"/>
              </a:defRPr>
            </a:lvl9pPr>
          </a:lstStyle>
          <a:p>
            <a:pPr algn="r">
              <a:defRPr sz="1350" b="0">
                <a:solidFill>
                  <a:srgbClr val="52627B"/>
                </a:solidFill>
                <a:latin typeface="Arial"/>
                <a:ea typeface="Arial"/>
                <a:cs typeface="Arial"/>
              </a:defRPr>
            </a:pPr>
            <a:r>
              <a:rPr sz="1350" b="0">
                <a:solidFill>
                  <a:srgbClr val="52627B"/>
                </a:solidFill>
                <a:latin typeface="Arial"/>
                <a:ea typeface="Arial"/>
                <a:cs typeface="Arial"/>
              </a:rPr>
              <a:t>07 / 09</a:t>
            </a:r>
          </a:p>
        </p:txBody>
      </p:sp>
      <p:sp>
        <p:nvSpPr>
          <p:cNvPr id="3" name="f146">
            <a:extLst>
              <a:ext uri="{FF2B5EF4-FFF2-40B4-BE49-F238E27FC236}">
                <a16:creationId xmlns:a16="http://schemas.microsoft.com/office/drawing/2014/main" id="{89C89C12-B965-46E7-A9F2-3925BFF74009}"/>
              </a:ext>
            </a:extLst>
          </p:cNvPr>
          <p:cNvSpPr>
            <a:spLocks noGrp="1"/>
          </p:cNvSpPr>
          <p:nvPr/>
        </p:nvSpPr>
        <p:spPr>
          <a:xfrm>
            <a:off x="1066800" y="1200150"/>
            <a:ext cx="13106400" cy="723900"/>
          </a:xfrm>
          <a:prstGeom prst="rect">
            <a:avLst/>
          </a:prstGeom>
          <a:noFill/>
          <a:ln w="0">
            <a:noFill/>
            <a:prstDash val="solid"/>
          </a:ln>
        </p:spPr>
        <p:txBody>
          <a:bodyPr wrap="none" lIns="0" tIns="0" rIns="0" bIns="0" anchor="t">
            <a:noAutofit/>
          </a:bodyPr>
          <a:lstStyle>
            <a:defPPr algn="l">
              <a:defRPr sz="4050" b="1">
                <a:solidFill>
                  <a:srgbClr val="182536"/>
                </a:solidFill>
                <a:latin typeface="Arial"/>
                <a:ea typeface="Arial"/>
                <a:cs typeface="Arial"/>
              </a:defRPr>
            </a:defPPr>
            <a:lvl1pPr algn="l">
              <a:defRPr sz="4050" b="1">
                <a:solidFill>
                  <a:srgbClr val="182536"/>
                </a:solidFill>
                <a:latin typeface="Arial"/>
                <a:ea typeface="Arial"/>
                <a:cs typeface="Arial"/>
              </a:defRPr>
            </a:lvl1pPr>
            <a:lvl2pPr algn="l">
              <a:defRPr sz="4050" b="1">
                <a:solidFill>
                  <a:srgbClr val="182536"/>
                </a:solidFill>
                <a:latin typeface="Arial"/>
                <a:ea typeface="Arial"/>
                <a:cs typeface="Arial"/>
              </a:defRPr>
            </a:lvl2pPr>
            <a:lvl3pPr algn="l">
              <a:defRPr sz="4050" b="1">
                <a:solidFill>
                  <a:srgbClr val="182536"/>
                </a:solidFill>
                <a:latin typeface="Arial"/>
                <a:ea typeface="Arial"/>
                <a:cs typeface="Arial"/>
              </a:defRPr>
            </a:lvl3pPr>
            <a:lvl4pPr algn="l">
              <a:defRPr sz="4050" b="1">
                <a:solidFill>
                  <a:srgbClr val="182536"/>
                </a:solidFill>
                <a:latin typeface="Arial"/>
                <a:ea typeface="Arial"/>
                <a:cs typeface="Arial"/>
              </a:defRPr>
            </a:lvl4pPr>
            <a:lvl5pPr algn="l">
              <a:defRPr sz="4050" b="1">
                <a:solidFill>
                  <a:srgbClr val="182536"/>
                </a:solidFill>
                <a:latin typeface="Arial"/>
                <a:ea typeface="Arial"/>
                <a:cs typeface="Arial"/>
              </a:defRPr>
            </a:lvl5pPr>
            <a:lvl6pPr algn="l">
              <a:defRPr sz="4050" b="1">
                <a:solidFill>
                  <a:srgbClr val="182536"/>
                </a:solidFill>
                <a:latin typeface="Arial"/>
                <a:ea typeface="Arial"/>
                <a:cs typeface="Arial"/>
              </a:defRPr>
            </a:lvl6pPr>
            <a:lvl7pPr algn="l">
              <a:defRPr sz="4050" b="1">
                <a:solidFill>
                  <a:srgbClr val="182536"/>
                </a:solidFill>
                <a:latin typeface="Arial"/>
                <a:ea typeface="Arial"/>
                <a:cs typeface="Arial"/>
              </a:defRPr>
            </a:lvl7pPr>
            <a:lvl8pPr algn="l">
              <a:defRPr sz="4050" b="1">
                <a:solidFill>
                  <a:srgbClr val="182536"/>
                </a:solidFill>
                <a:latin typeface="Arial"/>
                <a:ea typeface="Arial"/>
                <a:cs typeface="Arial"/>
              </a:defRPr>
            </a:lvl8pPr>
            <a:lvl9pPr algn="l">
              <a:defRPr sz="4050" b="1">
                <a:solidFill>
                  <a:srgbClr val="182536"/>
                </a:solidFill>
                <a:latin typeface="Arial"/>
                <a:ea typeface="Arial"/>
                <a:cs typeface="Arial"/>
              </a:defRPr>
            </a:lvl9pPr>
          </a:lstStyle>
          <a:p>
            <a:pPr algn="l">
              <a:defRPr sz="4050" b="1">
                <a:solidFill>
                  <a:srgbClr val="182536"/>
                </a:solidFill>
                <a:latin typeface="Arial"/>
                <a:ea typeface="Arial"/>
                <a:cs typeface="Arial"/>
              </a:defRPr>
            </a:pPr>
            <a:r>
              <a:rPr sz="4050" b="1">
                <a:solidFill>
                  <a:srgbClr val="182536"/>
                </a:solidFill>
                <a:latin typeface="Arial"/>
                <a:ea typeface="Arial"/>
                <a:cs typeface="Arial"/>
              </a:rPr>
              <a:t>Mutation testing</a:t>
            </a:r>
          </a:p>
        </p:txBody>
      </p:sp>
      <p:sp>
        <p:nvSpPr>
          <p:cNvPr id="4" name="f147">
            <a:extLst>
              <a:ext uri="{FF2B5EF4-FFF2-40B4-BE49-F238E27FC236}">
                <a16:creationId xmlns:a16="http://schemas.microsoft.com/office/drawing/2014/main" id="{8E96D920-3FC0-489C-9337-34D1D91D4B6B}"/>
              </a:ext>
            </a:extLst>
          </p:cNvPr>
          <p:cNvSpPr>
            <a:spLocks noGrp="1"/>
          </p:cNvSpPr>
          <p:nvPr/>
        </p:nvSpPr>
        <p:spPr>
          <a:xfrm>
            <a:off x="1066800" y="2000250"/>
            <a:ext cx="13106400" cy="438150"/>
          </a:xfrm>
          <a:prstGeom prst="rect">
            <a:avLst/>
          </a:prstGeom>
          <a:noFill/>
          <a:ln w="0">
            <a:noFill/>
            <a:prstDash val="solid"/>
          </a:ln>
        </p:spPr>
        <p:txBody>
          <a:bodyPr wrap="none" lIns="0" tIns="0" rIns="0" bIns="0" anchor="t">
            <a:noAutofit/>
          </a:bodyPr>
          <a:lstStyle>
            <a:defPPr algn="l">
              <a:defRPr sz="2025" b="0">
                <a:solidFill>
                  <a:srgbClr val="52627B"/>
                </a:solidFill>
                <a:latin typeface="Arial"/>
                <a:ea typeface="Arial"/>
                <a:cs typeface="Arial"/>
              </a:defRPr>
            </a:defPPr>
            <a:lvl1pPr algn="l">
              <a:defRPr sz="2025" b="0">
                <a:solidFill>
                  <a:srgbClr val="52627B"/>
                </a:solidFill>
                <a:latin typeface="Arial"/>
                <a:ea typeface="Arial"/>
                <a:cs typeface="Arial"/>
              </a:defRPr>
            </a:lvl1pPr>
            <a:lvl2pPr algn="l">
              <a:defRPr sz="2025" b="0">
                <a:solidFill>
                  <a:srgbClr val="52627B"/>
                </a:solidFill>
                <a:latin typeface="Arial"/>
                <a:ea typeface="Arial"/>
                <a:cs typeface="Arial"/>
              </a:defRPr>
            </a:lvl2pPr>
            <a:lvl3pPr algn="l">
              <a:defRPr sz="2025" b="0">
                <a:solidFill>
                  <a:srgbClr val="52627B"/>
                </a:solidFill>
                <a:latin typeface="Arial"/>
                <a:ea typeface="Arial"/>
                <a:cs typeface="Arial"/>
              </a:defRPr>
            </a:lvl3pPr>
            <a:lvl4pPr algn="l">
              <a:defRPr sz="2025" b="0">
                <a:solidFill>
                  <a:srgbClr val="52627B"/>
                </a:solidFill>
                <a:latin typeface="Arial"/>
                <a:ea typeface="Arial"/>
                <a:cs typeface="Arial"/>
              </a:defRPr>
            </a:lvl4pPr>
            <a:lvl5pPr algn="l">
              <a:defRPr sz="2025" b="0">
                <a:solidFill>
                  <a:srgbClr val="52627B"/>
                </a:solidFill>
                <a:latin typeface="Arial"/>
                <a:ea typeface="Arial"/>
                <a:cs typeface="Arial"/>
              </a:defRPr>
            </a:lvl5pPr>
            <a:lvl6pPr algn="l">
              <a:defRPr sz="2025" b="0">
                <a:solidFill>
                  <a:srgbClr val="52627B"/>
                </a:solidFill>
                <a:latin typeface="Arial"/>
                <a:ea typeface="Arial"/>
                <a:cs typeface="Arial"/>
              </a:defRPr>
            </a:lvl6pPr>
            <a:lvl7pPr algn="l">
              <a:defRPr sz="2025" b="0">
                <a:solidFill>
                  <a:srgbClr val="52627B"/>
                </a:solidFill>
                <a:latin typeface="Arial"/>
                <a:ea typeface="Arial"/>
                <a:cs typeface="Arial"/>
              </a:defRPr>
            </a:lvl7pPr>
            <a:lvl8pPr algn="l">
              <a:defRPr sz="2025" b="0">
                <a:solidFill>
                  <a:srgbClr val="52627B"/>
                </a:solidFill>
                <a:latin typeface="Arial"/>
                <a:ea typeface="Arial"/>
                <a:cs typeface="Arial"/>
              </a:defRPr>
            </a:lvl8pPr>
            <a:lvl9pPr algn="l">
              <a:defRPr sz="2025" b="0">
                <a:solidFill>
                  <a:srgbClr val="52627B"/>
                </a:solidFill>
                <a:latin typeface="Arial"/>
                <a:ea typeface="Arial"/>
                <a:cs typeface="Arial"/>
              </a:defRPr>
            </a:lvl9pPr>
          </a:lstStyle>
          <a:p>
            <a:pPr algn="l">
              <a:defRPr sz="2025" b="0">
                <a:solidFill>
                  <a:srgbClr val="52627B"/>
                </a:solidFill>
                <a:latin typeface="Arial"/>
                <a:ea typeface="Arial"/>
                <a:cs typeface="Arial"/>
              </a:defRPr>
            </a:pPr>
            <a:r>
              <a:rPr sz="2025" b="0">
                <a:solidFill>
                  <a:srgbClr val="52627B"/>
                </a:solidFill>
                <a:latin typeface="Arial"/>
                <a:ea typeface="Arial"/>
                <a:cs typeface="Arial"/>
              </a:rPr>
              <a:t>Mutazioni controllate sul PCAP originale e verifica mediante la stessa pipeline e le stesse regole DSL.</a:t>
            </a:r>
          </a:p>
        </p:txBody>
      </p:sp>
      <p:sp>
        <p:nvSpPr>
          <p:cNvPr id="50" name="dim_f148">
            <a:extLst>
              <a:ext uri="{FF2B5EF4-FFF2-40B4-BE49-F238E27FC236}">
                <a16:creationId xmlns:a16="http://schemas.microsoft.com/office/drawing/2014/main" id="{26586A5C-9C2C-4E52-AEDD-8F92C8E40361}"/>
              </a:ext>
            </a:extLst>
          </p:cNvPr>
          <p:cNvSpPr>
            <a:spLocks noGrp="1"/>
          </p:cNvSpPr>
          <p:nvPr/>
        </p:nvSpPr>
        <p:spPr>
          <a:xfrm>
            <a:off x="571500" y="3048000"/>
            <a:ext cx="1428750" cy="590550"/>
          </a:xfrm>
          <a:prstGeom prst="roundRect">
            <a:avLst>
              <a:gd name="adj" fmla="val 19355"/>
            </a:avLst>
          </a:prstGeom>
          <a:solidFill>
            <a:srgbClr val="F2F6FA"/>
          </a:solidFill>
          <a:ln w="17145">
            <a:solidFill>
              <a:srgbClr val="ECF1F6"/>
            </a:solidFill>
            <a:prstDash val="solid"/>
          </a:ln>
        </p:spPr>
        <p:txBody>
          <a:bodyPr/>
          <a:p/>
        </p:txBody>
      </p:sp>
      <p:sp>
        <p:nvSpPr>
          <p:cNvPr id="52" name="dim_f149">
            <a:extLst>
              <a:ext uri="{FF2B5EF4-FFF2-40B4-BE49-F238E27FC236}">
                <a16:creationId xmlns:a16="http://schemas.microsoft.com/office/drawing/2014/main" id="{4553D562-E450-4CBF-AB0A-841DD2B1FDE8}"/>
              </a:ext>
            </a:extLst>
          </p:cNvPr>
          <p:cNvSpPr>
            <a:spLocks noGrp="1"/>
          </p:cNvSpPr>
          <p:nvPr/>
        </p:nvSpPr>
        <p:spPr>
          <a:xfrm>
            <a:off x="666750" y="3200400"/>
            <a:ext cx="1238250" cy="361950"/>
          </a:xfrm>
          <a:prstGeom prst="rect">
            <a:avLst/>
          </a:prstGeom>
          <a:noFill/>
          <a:ln w="0">
            <a:noFill/>
            <a:prstDash val="solid"/>
          </a:ln>
        </p:spPr>
        <p:txBody>
          <a:bodyPr wrap="none" lIns="0" tIns="0" rIns="0" bIns="0" anchor="t">
            <a:noAutofit/>
          </a:bodyPr>
          <a:lstStyle>
            <a:defPPr algn="ctr">
              <a:defRPr sz="2250" b="1">
                <a:solidFill>
                  <a:srgbClr val="C7D2EF"/>
                </a:solidFill>
                <a:latin typeface="Arial"/>
                <a:ea typeface="Arial"/>
                <a:cs typeface="Arial"/>
              </a:defRPr>
            </a:defPPr>
            <a:lvl1pPr algn="ctr">
              <a:defRPr sz="2250" b="1">
                <a:solidFill>
                  <a:srgbClr val="C7D2EF"/>
                </a:solidFill>
                <a:latin typeface="Arial"/>
                <a:ea typeface="Arial"/>
                <a:cs typeface="Arial"/>
              </a:defRPr>
            </a:lvl1pPr>
            <a:lvl2pPr algn="ctr">
              <a:defRPr sz="2250" b="1">
                <a:solidFill>
                  <a:srgbClr val="C7D2EF"/>
                </a:solidFill>
                <a:latin typeface="Arial"/>
                <a:ea typeface="Arial"/>
                <a:cs typeface="Arial"/>
              </a:defRPr>
            </a:lvl2pPr>
            <a:lvl3pPr algn="ctr">
              <a:defRPr sz="2250" b="1">
                <a:solidFill>
                  <a:srgbClr val="C7D2EF"/>
                </a:solidFill>
                <a:latin typeface="Arial"/>
                <a:ea typeface="Arial"/>
                <a:cs typeface="Arial"/>
              </a:defRPr>
            </a:lvl3pPr>
            <a:lvl4pPr algn="ctr">
              <a:defRPr sz="2250" b="1">
                <a:solidFill>
                  <a:srgbClr val="C7D2EF"/>
                </a:solidFill>
                <a:latin typeface="Arial"/>
                <a:ea typeface="Arial"/>
                <a:cs typeface="Arial"/>
              </a:defRPr>
            </a:lvl4pPr>
            <a:lvl5pPr algn="ctr">
              <a:defRPr sz="2250" b="1">
                <a:solidFill>
                  <a:srgbClr val="C7D2EF"/>
                </a:solidFill>
                <a:latin typeface="Arial"/>
                <a:ea typeface="Arial"/>
                <a:cs typeface="Arial"/>
              </a:defRPr>
            </a:lvl5pPr>
            <a:lvl6pPr algn="ctr">
              <a:defRPr sz="2250" b="1">
                <a:solidFill>
                  <a:srgbClr val="C7D2EF"/>
                </a:solidFill>
                <a:latin typeface="Arial"/>
                <a:ea typeface="Arial"/>
                <a:cs typeface="Arial"/>
              </a:defRPr>
            </a:lvl6pPr>
            <a:lvl7pPr algn="ctr">
              <a:defRPr sz="2250" b="1">
                <a:solidFill>
                  <a:srgbClr val="C7D2EF"/>
                </a:solidFill>
                <a:latin typeface="Arial"/>
                <a:ea typeface="Arial"/>
                <a:cs typeface="Arial"/>
              </a:defRPr>
            </a:lvl7pPr>
            <a:lvl8pPr algn="ctr">
              <a:defRPr sz="2250" b="1">
                <a:solidFill>
                  <a:srgbClr val="C7D2EF"/>
                </a:solidFill>
                <a:latin typeface="Arial"/>
                <a:ea typeface="Arial"/>
                <a:cs typeface="Arial"/>
              </a:defRPr>
            </a:lvl8pPr>
            <a:lvl9pPr algn="ctr">
              <a:defRPr sz="2250" b="1">
                <a:solidFill>
                  <a:srgbClr val="C7D2EF"/>
                </a:solidFill>
                <a:latin typeface="Arial"/>
                <a:ea typeface="Arial"/>
                <a:cs typeface="Arial"/>
              </a:defRPr>
            </a:lvl9pPr>
          </a:lstStyle>
          <a:p>
            <a:pPr algn="ctr">
              <a:defRPr sz="2250" b="1">
                <a:solidFill>
                  <a:srgbClr val="C7D2EF"/>
                </a:solidFill>
                <a:latin typeface="Arial"/>
                <a:ea typeface="Arial"/>
                <a:cs typeface="Arial"/>
              </a:defRPr>
            </a:pPr>
            <a:r>
              <a:rPr sz="2250" b="1">
                <a:solidFill>
                  <a:srgbClr val="C7D2EF"/>
                </a:solidFill>
                <a:latin typeface="Arial"/>
                <a:ea typeface="Arial"/>
                <a:cs typeface="Arial"/>
              </a:rPr>
              <a:t>DSL</a:t>
            </a:r>
          </a:p>
        </p:txBody>
      </p:sp>
      <p:sp>
        <p:nvSpPr>
          <p:cNvPr id="54" name="dim_f150">
            <a:extLst>
              <a:ext uri="{FF2B5EF4-FFF2-40B4-BE49-F238E27FC236}">
                <a16:creationId xmlns:a16="http://schemas.microsoft.com/office/drawing/2014/main" id="{35FBC402-A4D0-4D86-8BC3-0A4AC2D62C01}"/>
              </a:ext>
            </a:extLst>
          </p:cNvPr>
          <p:cNvSpPr>
            <a:spLocks noGrp="1"/>
          </p:cNvSpPr>
          <p:nvPr/>
        </p:nvSpPr>
        <p:spPr>
          <a:xfrm>
            <a:off x="2952750" y="3048000"/>
            <a:ext cx="2095500" cy="590550"/>
          </a:xfrm>
          <a:prstGeom prst="roundRect">
            <a:avLst>
              <a:gd name="adj" fmla="val 19355"/>
            </a:avLst>
          </a:prstGeom>
          <a:solidFill>
            <a:srgbClr val="F6F8FA"/>
          </a:solidFill>
          <a:ln w="17145">
            <a:solidFill>
              <a:srgbClr val="ECF1F6"/>
            </a:solidFill>
            <a:prstDash val="solid"/>
          </a:ln>
        </p:spPr>
        <p:txBody>
          <a:bodyPr/>
          <a:p/>
        </p:txBody>
      </p:sp>
      <p:sp>
        <p:nvSpPr>
          <p:cNvPr id="7" name="f150">
            <a:extLst>
              <a:ext uri="{FF2B5EF4-FFF2-40B4-BE49-F238E27FC236}">
                <a16:creationId xmlns:a16="http://schemas.microsoft.com/office/drawing/2014/main" id="{35FBC402-A4D0-4D86-8BC3-0A4AC2D62C01}"/>
              </a:ext>
            </a:extLst>
          </p:cNvPr>
          <p:cNvSpPr>
            <a:spLocks noGrp="1"/>
          </p:cNvSpPr>
          <p:nvPr/>
        </p:nvSpPr>
        <p:spPr>
          <a:xfrm>
            <a:off x="2952750" y="3048000"/>
            <a:ext cx="2095500" cy="590550"/>
          </a:xfrm>
          <a:prstGeom prst="roundRect">
            <a:avLst>
              <a:gd name="adj" fmla="val 19355"/>
            </a:avLst>
          </a:prstGeom>
          <a:solidFill>
            <a:srgbClr val="FFFFFF"/>
          </a:solidFill>
          <a:ln w="20955">
            <a:solidFill>
              <a:srgbClr val="D9E3EF"/>
            </a:solidFill>
            <a:prstDash val="solid"/>
          </a:ln>
          <a:effectLst>
            <a:outerShdw blurRad="57150" dist="38100" dir="5400000" algn="ctr" rotWithShape="0">
              <a:srgbClr val="182536">
                <a:alpha val="10000"/>
              </a:srgbClr>
            </a:outerShdw>
          </a:effectLst>
        </p:spPr>
        <p:txBody>
          <a:bodyPr/>
          <a:p/>
        </p:txBody>
      </p:sp>
      <p:sp>
        <p:nvSpPr>
          <p:cNvPr id="55" name="dim_f151">
            <a:extLst>
              <a:ext uri="{FF2B5EF4-FFF2-40B4-BE49-F238E27FC236}">
                <a16:creationId xmlns:a16="http://schemas.microsoft.com/office/drawing/2014/main" id="{09A7665F-1AA9-4034-B887-5A74DBD77070}"/>
              </a:ext>
            </a:extLst>
          </p:cNvPr>
          <p:cNvSpPr>
            <a:spLocks noGrp="1"/>
          </p:cNvSpPr>
          <p:nvPr/>
        </p:nvSpPr>
        <p:spPr>
          <a:xfrm>
            <a:off x="3048000" y="3238500"/>
            <a:ext cx="1905000" cy="285750"/>
          </a:xfrm>
          <a:prstGeom prst="rect">
            <a:avLst/>
          </a:prstGeom>
          <a:noFill/>
          <a:ln w="0">
            <a:noFill/>
            <a:prstDash val="solid"/>
          </a:ln>
        </p:spPr>
        <p:txBody>
          <a:bodyPr wrap="none" lIns="0" tIns="0" rIns="0" bIns="0" anchor="t">
            <a:noAutofit/>
          </a:bodyPr>
          <a:lstStyle>
            <a:defPPr algn="ctr">
              <a:defRPr sz="1650" b="1">
                <a:solidFill>
                  <a:srgbClr val="BCC2C8"/>
                </a:solidFill>
                <a:latin typeface="Arial"/>
                <a:ea typeface="Arial"/>
                <a:cs typeface="Arial"/>
              </a:defRPr>
            </a:defPPr>
            <a:lvl1pPr algn="ctr">
              <a:defRPr sz="1650" b="1">
                <a:solidFill>
                  <a:srgbClr val="BCC2C8"/>
                </a:solidFill>
                <a:latin typeface="Arial"/>
                <a:ea typeface="Arial"/>
                <a:cs typeface="Arial"/>
              </a:defRPr>
            </a:lvl1pPr>
            <a:lvl2pPr algn="ctr">
              <a:defRPr sz="1650" b="1">
                <a:solidFill>
                  <a:srgbClr val="BCC2C8"/>
                </a:solidFill>
                <a:latin typeface="Arial"/>
                <a:ea typeface="Arial"/>
                <a:cs typeface="Arial"/>
              </a:defRPr>
            </a:lvl2pPr>
            <a:lvl3pPr algn="ctr">
              <a:defRPr sz="1650" b="1">
                <a:solidFill>
                  <a:srgbClr val="BCC2C8"/>
                </a:solidFill>
                <a:latin typeface="Arial"/>
                <a:ea typeface="Arial"/>
                <a:cs typeface="Arial"/>
              </a:defRPr>
            </a:lvl3pPr>
            <a:lvl4pPr algn="ctr">
              <a:defRPr sz="1650" b="1">
                <a:solidFill>
                  <a:srgbClr val="BCC2C8"/>
                </a:solidFill>
                <a:latin typeface="Arial"/>
                <a:ea typeface="Arial"/>
                <a:cs typeface="Arial"/>
              </a:defRPr>
            </a:lvl4pPr>
            <a:lvl5pPr algn="ctr">
              <a:defRPr sz="1650" b="1">
                <a:solidFill>
                  <a:srgbClr val="BCC2C8"/>
                </a:solidFill>
                <a:latin typeface="Arial"/>
                <a:ea typeface="Arial"/>
                <a:cs typeface="Arial"/>
              </a:defRPr>
            </a:lvl5pPr>
            <a:lvl6pPr algn="ctr">
              <a:defRPr sz="1650" b="1">
                <a:solidFill>
                  <a:srgbClr val="BCC2C8"/>
                </a:solidFill>
                <a:latin typeface="Arial"/>
                <a:ea typeface="Arial"/>
                <a:cs typeface="Arial"/>
              </a:defRPr>
            </a:lvl6pPr>
            <a:lvl7pPr algn="ctr">
              <a:defRPr sz="1650" b="1">
                <a:solidFill>
                  <a:srgbClr val="BCC2C8"/>
                </a:solidFill>
                <a:latin typeface="Arial"/>
                <a:ea typeface="Arial"/>
                <a:cs typeface="Arial"/>
              </a:defRPr>
            </a:lvl7pPr>
            <a:lvl8pPr algn="ctr">
              <a:defRPr sz="1650" b="1">
                <a:solidFill>
                  <a:srgbClr val="BCC2C8"/>
                </a:solidFill>
                <a:latin typeface="Arial"/>
                <a:ea typeface="Arial"/>
                <a:cs typeface="Arial"/>
              </a:defRPr>
            </a:lvl8pPr>
            <a:lvl9pPr algn="ctr">
              <a:defRPr sz="1650" b="1">
                <a:solidFill>
                  <a:srgbClr val="BCC2C8"/>
                </a:solidFill>
                <a:latin typeface="Arial"/>
                <a:ea typeface="Arial"/>
                <a:cs typeface="Arial"/>
              </a:defRPr>
            </a:lvl9pPr>
          </a:lstStyle>
          <a:p>
            <a:pPr algn="ctr">
              <a:defRPr sz="1650" b="1">
                <a:solidFill>
                  <a:srgbClr val="BCC2C8"/>
                </a:solidFill>
                <a:latin typeface="Arial"/>
                <a:ea typeface="Arial"/>
                <a:cs typeface="Arial"/>
              </a:defRPr>
            </a:pPr>
            <a:r>
              <a:rPr sz="1650" b="1">
                <a:solidFill>
                  <a:srgbClr val="BCC2C8"/>
                </a:solidFill>
                <a:latin typeface="Arial"/>
                <a:ea typeface="Arial"/>
                <a:cs typeface="Arial"/>
              </a:rPr>
              <a:t>PCAP ORIGINALE</a:t>
            </a:r>
          </a:p>
        </p:txBody>
      </p:sp>
      <p:sp>
        <p:nvSpPr>
          <p:cNvPr id="8" name="f151">
            <a:extLst>
              <a:ext uri="{FF2B5EF4-FFF2-40B4-BE49-F238E27FC236}">
                <a16:creationId xmlns:a16="http://schemas.microsoft.com/office/drawing/2014/main" id="{09A7665F-1AA9-4034-B887-5A74DBD77070}"/>
              </a:ext>
            </a:extLst>
          </p:cNvPr>
          <p:cNvSpPr>
            <a:spLocks noGrp="1"/>
          </p:cNvSpPr>
          <p:nvPr/>
        </p:nvSpPr>
        <p:spPr>
          <a:xfrm>
            <a:off x="3048000" y="3238500"/>
            <a:ext cx="1905000" cy="285750"/>
          </a:xfrm>
          <a:prstGeom prst="rect">
            <a:avLst/>
          </a:prstGeom>
          <a:noFill/>
          <a:ln w="0">
            <a:noFill/>
            <a:prstDash val="solid"/>
          </a:ln>
        </p:spPr>
        <p:txBody>
          <a:bodyPr wrap="none" lIns="0" tIns="0" rIns="0" bIns="0" anchor="t">
            <a:noAutofit/>
          </a:bodyPr>
          <a:lstStyle>
            <a:defPPr algn="ctr">
              <a:defRPr sz="1650" b="1">
                <a:solidFill>
                  <a:srgbClr val="182536"/>
                </a:solidFill>
                <a:latin typeface="Arial"/>
                <a:ea typeface="Arial"/>
                <a:cs typeface="Arial"/>
              </a:defRPr>
            </a:defPPr>
            <a:lvl1pPr algn="ctr">
              <a:defRPr sz="1650" b="1">
                <a:solidFill>
                  <a:srgbClr val="182536"/>
                </a:solidFill>
                <a:latin typeface="Arial"/>
                <a:ea typeface="Arial"/>
                <a:cs typeface="Arial"/>
              </a:defRPr>
            </a:lvl1pPr>
            <a:lvl2pPr algn="ctr">
              <a:defRPr sz="1650" b="1">
                <a:solidFill>
                  <a:srgbClr val="182536"/>
                </a:solidFill>
                <a:latin typeface="Arial"/>
                <a:ea typeface="Arial"/>
                <a:cs typeface="Arial"/>
              </a:defRPr>
            </a:lvl2pPr>
            <a:lvl3pPr algn="ctr">
              <a:defRPr sz="1650" b="1">
                <a:solidFill>
                  <a:srgbClr val="182536"/>
                </a:solidFill>
                <a:latin typeface="Arial"/>
                <a:ea typeface="Arial"/>
                <a:cs typeface="Arial"/>
              </a:defRPr>
            </a:lvl3pPr>
            <a:lvl4pPr algn="ctr">
              <a:defRPr sz="1650" b="1">
                <a:solidFill>
                  <a:srgbClr val="182536"/>
                </a:solidFill>
                <a:latin typeface="Arial"/>
                <a:ea typeface="Arial"/>
                <a:cs typeface="Arial"/>
              </a:defRPr>
            </a:lvl4pPr>
            <a:lvl5pPr algn="ctr">
              <a:defRPr sz="1650" b="1">
                <a:solidFill>
                  <a:srgbClr val="182536"/>
                </a:solidFill>
                <a:latin typeface="Arial"/>
                <a:ea typeface="Arial"/>
                <a:cs typeface="Arial"/>
              </a:defRPr>
            </a:lvl5pPr>
            <a:lvl6pPr algn="ctr">
              <a:defRPr sz="1650" b="1">
                <a:solidFill>
                  <a:srgbClr val="182536"/>
                </a:solidFill>
                <a:latin typeface="Arial"/>
                <a:ea typeface="Arial"/>
                <a:cs typeface="Arial"/>
              </a:defRPr>
            </a:lvl6pPr>
            <a:lvl7pPr algn="ctr">
              <a:defRPr sz="1650" b="1">
                <a:solidFill>
                  <a:srgbClr val="182536"/>
                </a:solidFill>
                <a:latin typeface="Arial"/>
                <a:ea typeface="Arial"/>
                <a:cs typeface="Arial"/>
              </a:defRPr>
            </a:lvl7pPr>
            <a:lvl8pPr algn="ctr">
              <a:defRPr sz="1650" b="1">
                <a:solidFill>
                  <a:srgbClr val="182536"/>
                </a:solidFill>
                <a:latin typeface="Arial"/>
                <a:ea typeface="Arial"/>
                <a:cs typeface="Arial"/>
              </a:defRPr>
            </a:lvl8pPr>
            <a:lvl9pPr algn="ctr">
              <a:defRPr sz="1650" b="1">
                <a:solidFill>
                  <a:srgbClr val="182536"/>
                </a:solidFill>
                <a:latin typeface="Arial"/>
                <a:ea typeface="Arial"/>
                <a:cs typeface="Arial"/>
              </a:defRPr>
            </a:lvl9pPr>
          </a:lstStyle>
          <a:p>
            <a:pPr algn="ctr">
              <a:defRPr sz="1650" b="1">
                <a:solidFill>
                  <a:srgbClr val="182536"/>
                </a:solidFill>
                <a:latin typeface="Arial"/>
                <a:ea typeface="Arial"/>
                <a:cs typeface="Arial"/>
              </a:defRPr>
            </a:pPr>
            <a:r>
              <a:rPr sz="1650" b="1">
                <a:solidFill>
                  <a:srgbClr val="182536"/>
                </a:solidFill>
                <a:latin typeface="Arial"/>
                <a:ea typeface="Arial"/>
                <a:cs typeface="Arial"/>
              </a:rPr>
              <a:t>PCAP ORIGINALE</a:t>
            </a:r>
          </a:p>
        </p:txBody>
      </p:sp>
      <p:sp>
        <p:nvSpPr>
          <p:cNvPr id="56" name="dim_f152">
            <a:extLst>
              <a:ext uri="{FF2B5EF4-FFF2-40B4-BE49-F238E27FC236}">
                <a16:creationId xmlns:a16="http://schemas.microsoft.com/office/drawing/2014/main" id="{032A6CD8-C12E-49DF-9C45-991B4315A69A}"/>
              </a:ext>
            </a:extLst>
          </p:cNvPr>
          <p:cNvSpPr>
            <a:spLocks noGrp="1"/>
          </p:cNvSpPr>
          <p:nvPr/>
        </p:nvSpPr>
        <p:spPr>
          <a:xfrm>
            <a:off x="381000" y="4524375"/>
            <a:ext cx="4667250" cy="819150"/>
          </a:xfrm>
          <a:prstGeom prst="roundRect">
            <a:avLst>
              <a:gd name="adj" fmla="val 13953"/>
            </a:avLst>
          </a:prstGeom>
          <a:solidFill>
            <a:srgbClr val="F2F6F8"/>
          </a:solidFill>
          <a:ln w="17145">
            <a:solidFill>
              <a:srgbClr val="E7F0F0"/>
            </a:solidFill>
            <a:prstDash val="solid"/>
          </a:ln>
        </p:spPr>
        <p:txBody>
          <a:bodyPr/>
          <a:p/>
        </p:txBody>
      </p:sp>
      <p:sp>
        <p:nvSpPr>
          <p:cNvPr id="58" name="dim_f153">
            <a:extLst>
              <a:ext uri="{FF2B5EF4-FFF2-40B4-BE49-F238E27FC236}">
                <a16:creationId xmlns:a16="http://schemas.microsoft.com/office/drawing/2014/main" id="{2B86DCDF-2D6F-49B8-B7F6-2BB3749C2CAC}"/>
              </a:ext>
            </a:extLst>
          </p:cNvPr>
          <p:cNvSpPr>
            <a:spLocks noGrp="1"/>
          </p:cNvSpPr>
          <p:nvPr/>
        </p:nvSpPr>
        <p:spPr>
          <a:xfrm>
            <a:off x="476250" y="4791075"/>
            <a:ext cx="4476750" cy="361950"/>
          </a:xfrm>
          <a:prstGeom prst="rect">
            <a:avLst/>
          </a:prstGeom>
          <a:noFill/>
          <a:ln w="0">
            <a:noFill/>
            <a:prstDash val="solid"/>
          </a:ln>
        </p:spPr>
        <p:txBody>
          <a:bodyPr wrap="none" lIns="0" tIns="0" rIns="0" bIns="0" anchor="t">
            <a:noAutofit/>
          </a:bodyPr>
          <a:lstStyle>
            <a:defPPr algn="ctr">
              <a:defRPr sz="2250" b="1">
                <a:solidFill>
                  <a:srgbClr val="C0DAD4"/>
                </a:solidFill>
                <a:latin typeface="Arial"/>
                <a:ea typeface="Arial"/>
                <a:cs typeface="Arial"/>
              </a:defRPr>
            </a:defPPr>
            <a:lvl1pPr algn="ctr">
              <a:defRPr sz="2250" b="1">
                <a:solidFill>
                  <a:srgbClr val="C0DAD4"/>
                </a:solidFill>
                <a:latin typeface="Arial"/>
                <a:ea typeface="Arial"/>
                <a:cs typeface="Arial"/>
              </a:defRPr>
            </a:lvl1pPr>
            <a:lvl2pPr algn="ctr">
              <a:defRPr sz="2250" b="1">
                <a:solidFill>
                  <a:srgbClr val="C0DAD4"/>
                </a:solidFill>
                <a:latin typeface="Arial"/>
                <a:ea typeface="Arial"/>
                <a:cs typeface="Arial"/>
              </a:defRPr>
            </a:lvl2pPr>
            <a:lvl3pPr algn="ctr">
              <a:defRPr sz="2250" b="1">
                <a:solidFill>
                  <a:srgbClr val="C0DAD4"/>
                </a:solidFill>
                <a:latin typeface="Arial"/>
                <a:ea typeface="Arial"/>
                <a:cs typeface="Arial"/>
              </a:defRPr>
            </a:lvl3pPr>
            <a:lvl4pPr algn="ctr">
              <a:defRPr sz="2250" b="1">
                <a:solidFill>
                  <a:srgbClr val="C0DAD4"/>
                </a:solidFill>
                <a:latin typeface="Arial"/>
                <a:ea typeface="Arial"/>
                <a:cs typeface="Arial"/>
              </a:defRPr>
            </a:lvl4pPr>
            <a:lvl5pPr algn="ctr">
              <a:defRPr sz="2250" b="1">
                <a:solidFill>
                  <a:srgbClr val="C0DAD4"/>
                </a:solidFill>
                <a:latin typeface="Arial"/>
                <a:ea typeface="Arial"/>
                <a:cs typeface="Arial"/>
              </a:defRPr>
            </a:lvl5pPr>
            <a:lvl6pPr algn="ctr">
              <a:defRPr sz="2250" b="1">
                <a:solidFill>
                  <a:srgbClr val="C0DAD4"/>
                </a:solidFill>
                <a:latin typeface="Arial"/>
                <a:ea typeface="Arial"/>
                <a:cs typeface="Arial"/>
              </a:defRPr>
            </a:lvl6pPr>
            <a:lvl7pPr algn="ctr">
              <a:defRPr sz="2250" b="1">
                <a:solidFill>
                  <a:srgbClr val="C0DAD4"/>
                </a:solidFill>
                <a:latin typeface="Arial"/>
                <a:ea typeface="Arial"/>
                <a:cs typeface="Arial"/>
              </a:defRPr>
            </a:lvl7pPr>
            <a:lvl8pPr algn="ctr">
              <a:defRPr sz="2250" b="1">
                <a:solidFill>
                  <a:srgbClr val="C0DAD4"/>
                </a:solidFill>
                <a:latin typeface="Arial"/>
                <a:ea typeface="Arial"/>
                <a:cs typeface="Arial"/>
              </a:defRPr>
            </a:lvl8pPr>
            <a:lvl9pPr algn="ctr">
              <a:defRPr sz="2250" b="1">
                <a:solidFill>
                  <a:srgbClr val="C0DAD4"/>
                </a:solidFill>
                <a:latin typeface="Arial"/>
                <a:ea typeface="Arial"/>
                <a:cs typeface="Arial"/>
              </a:defRPr>
            </a:lvl9pPr>
          </a:lstStyle>
          <a:p>
            <a:pPr algn="ctr">
              <a:defRPr sz="2250" b="1">
                <a:solidFill>
                  <a:srgbClr val="C0DAD4"/>
                </a:solidFill>
                <a:latin typeface="Arial"/>
                <a:ea typeface="Arial"/>
                <a:cs typeface="Arial"/>
              </a:defRPr>
            </a:pPr>
            <a:r>
              <a:rPr sz="2250" b="1">
                <a:solidFill>
                  <a:srgbClr val="C0DAD4"/>
                </a:solidFill>
                <a:latin typeface="Arial"/>
                <a:ea typeface="Arial"/>
                <a:cs typeface="Arial"/>
              </a:rPr>
              <a:t>Pipeline di verifica</a:t>
            </a:r>
          </a:p>
        </p:txBody>
      </p:sp>
      <p:sp>
        <p:nvSpPr>
          <p:cNvPr id="60" name="dim_f154">
            <a:extLst>
              <a:ext uri="{FF2B5EF4-FFF2-40B4-BE49-F238E27FC236}">
                <a16:creationId xmlns:a16="http://schemas.microsoft.com/office/drawing/2014/main" id="{7180FAF6-3DC8-40A1-A2F5-140B5F252CBB}"/>
              </a:ext>
            </a:extLst>
          </p:cNvPr>
          <p:cNvSpPr>
            <a:spLocks noGrp="1"/>
          </p:cNvSpPr>
          <p:nvPr/>
        </p:nvSpPr>
        <p:spPr>
          <a:xfrm>
            <a:off x="381000" y="6286500"/>
            <a:ext cx="2095500" cy="590550"/>
          </a:xfrm>
          <a:prstGeom prst="roundRect">
            <a:avLst>
              <a:gd name="adj" fmla="val 19355"/>
            </a:avLst>
          </a:prstGeom>
          <a:solidFill>
            <a:srgbClr val="F2F6FA"/>
          </a:solidFill>
          <a:ln w="17145">
            <a:solidFill>
              <a:srgbClr val="ECF1F6"/>
            </a:solidFill>
            <a:prstDash val="solid"/>
          </a:ln>
        </p:spPr>
        <p:txBody>
          <a:bodyPr/>
          <a:p/>
        </p:txBody>
      </p:sp>
      <p:sp>
        <p:nvSpPr>
          <p:cNvPr id="11" name="f154">
            <a:extLst>
              <a:ext uri="{FF2B5EF4-FFF2-40B4-BE49-F238E27FC236}">
                <a16:creationId xmlns:a16="http://schemas.microsoft.com/office/drawing/2014/main" id="{7180FAF6-3DC8-40A1-A2F5-140B5F252CBB}"/>
              </a:ext>
            </a:extLst>
          </p:cNvPr>
          <p:cNvSpPr>
            <a:spLocks noGrp="1"/>
          </p:cNvSpPr>
          <p:nvPr/>
        </p:nvSpPr>
        <p:spPr>
          <a:xfrm>
            <a:off x="381000" y="6286500"/>
            <a:ext cx="2095500" cy="590550"/>
          </a:xfrm>
          <a:prstGeom prst="roundRect">
            <a:avLst>
              <a:gd name="adj" fmla="val 19355"/>
            </a:avLst>
          </a:prstGeom>
          <a:solidFill>
            <a:srgbClr val="F0F4FF"/>
          </a:solidFill>
          <a:ln w="20955">
            <a:solidFill>
              <a:srgbClr val="D9E3EF"/>
            </a:solidFill>
            <a:prstDash val="solid"/>
          </a:ln>
          <a:effectLst>
            <a:outerShdw blurRad="57150" dist="38100" dir="5400000" algn="ctr" rotWithShape="0">
              <a:srgbClr val="182536">
                <a:alpha val="10000"/>
              </a:srgbClr>
            </a:outerShdw>
          </a:effectLst>
        </p:spPr>
        <p:txBody>
          <a:bodyPr/>
          <a:p/>
        </p:txBody>
      </p:sp>
      <p:sp>
        <p:nvSpPr>
          <p:cNvPr id="61" name="dim_f155">
            <a:extLst>
              <a:ext uri="{FF2B5EF4-FFF2-40B4-BE49-F238E27FC236}">
                <a16:creationId xmlns:a16="http://schemas.microsoft.com/office/drawing/2014/main" id="{76159C0C-0534-4820-8DC5-E4699B6F5162}"/>
              </a:ext>
            </a:extLst>
          </p:cNvPr>
          <p:cNvSpPr>
            <a:spLocks noGrp="1"/>
          </p:cNvSpPr>
          <p:nvPr/>
        </p:nvSpPr>
        <p:spPr>
          <a:xfrm>
            <a:off x="476250" y="6467475"/>
            <a:ext cx="1905000" cy="304800"/>
          </a:xfrm>
          <a:prstGeom prst="rect">
            <a:avLst/>
          </a:prstGeom>
          <a:noFill/>
          <a:ln w="0">
            <a:noFill/>
            <a:prstDash val="solid"/>
          </a:ln>
        </p:spPr>
        <p:txBody>
          <a:bodyPr wrap="none" lIns="0" tIns="0" rIns="0" bIns="0" anchor="t">
            <a:noAutofit/>
          </a:bodyPr>
          <a:lstStyle>
            <a:defPPr algn="ctr">
              <a:defRPr sz="1800" b="1">
                <a:solidFill>
                  <a:srgbClr val="C7D2EF"/>
                </a:solidFill>
                <a:latin typeface="Arial"/>
                <a:ea typeface="Arial"/>
                <a:cs typeface="Arial"/>
              </a:defRPr>
            </a:defPPr>
            <a:lvl1pPr algn="ctr">
              <a:defRPr sz="1800" b="1">
                <a:solidFill>
                  <a:srgbClr val="C7D2EF"/>
                </a:solidFill>
                <a:latin typeface="Arial"/>
                <a:ea typeface="Arial"/>
                <a:cs typeface="Arial"/>
              </a:defRPr>
            </a:lvl1pPr>
            <a:lvl2pPr algn="ctr">
              <a:defRPr sz="1800" b="1">
                <a:solidFill>
                  <a:srgbClr val="C7D2EF"/>
                </a:solidFill>
                <a:latin typeface="Arial"/>
                <a:ea typeface="Arial"/>
                <a:cs typeface="Arial"/>
              </a:defRPr>
            </a:lvl2pPr>
            <a:lvl3pPr algn="ctr">
              <a:defRPr sz="1800" b="1">
                <a:solidFill>
                  <a:srgbClr val="C7D2EF"/>
                </a:solidFill>
                <a:latin typeface="Arial"/>
                <a:ea typeface="Arial"/>
                <a:cs typeface="Arial"/>
              </a:defRPr>
            </a:lvl3pPr>
            <a:lvl4pPr algn="ctr">
              <a:defRPr sz="1800" b="1">
                <a:solidFill>
                  <a:srgbClr val="C7D2EF"/>
                </a:solidFill>
                <a:latin typeface="Arial"/>
                <a:ea typeface="Arial"/>
                <a:cs typeface="Arial"/>
              </a:defRPr>
            </a:lvl4pPr>
            <a:lvl5pPr algn="ctr">
              <a:defRPr sz="1800" b="1">
                <a:solidFill>
                  <a:srgbClr val="C7D2EF"/>
                </a:solidFill>
                <a:latin typeface="Arial"/>
                <a:ea typeface="Arial"/>
                <a:cs typeface="Arial"/>
              </a:defRPr>
            </a:lvl5pPr>
            <a:lvl6pPr algn="ctr">
              <a:defRPr sz="1800" b="1">
                <a:solidFill>
                  <a:srgbClr val="C7D2EF"/>
                </a:solidFill>
                <a:latin typeface="Arial"/>
                <a:ea typeface="Arial"/>
                <a:cs typeface="Arial"/>
              </a:defRPr>
            </a:lvl6pPr>
            <a:lvl7pPr algn="ctr">
              <a:defRPr sz="1800" b="1">
                <a:solidFill>
                  <a:srgbClr val="C7D2EF"/>
                </a:solidFill>
                <a:latin typeface="Arial"/>
                <a:ea typeface="Arial"/>
                <a:cs typeface="Arial"/>
              </a:defRPr>
            </a:lvl7pPr>
            <a:lvl8pPr algn="ctr">
              <a:defRPr sz="1800" b="1">
                <a:solidFill>
                  <a:srgbClr val="C7D2EF"/>
                </a:solidFill>
                <a:latin typeface="Arial"/>
                <a:ea typeface="Arial"/>
                <a:cs typeface="Arial"/>
              </a:defRPr>
            </a:lvl8pPr>
            <a:lvl9pPr algn="ctr">
              <a:defRPr sz="1800" b="1">
                <a:solidFill>
                  <a:srgbClr val="C7D2EF"/>
                </a:solidFill>
                <a:latin typeface="Arial"/>
                <a:ea typeface="Arial"/>
                <a:cs typeface="Arial"/>
              </a:defRPr>
            </a:lvl9pPr>
          </a:lstStyle>
          <a:p>
            <a:pPr algn="ctr">
              <a:defRPr sz="1800" b="1">
                <a:solidFill>
                  <a:srgbClr val="C7D2EF"/>
                </a:solidFill>
                <a:latin typeface="Arial"/>
                <a:ea typeface="Arial"/>
                <a:cs typeface="Arial"/>
              </a:defRPr>
            </a:pPr>
            <a:r>
              <a:rPr sz="1800" b="1">
                <a:solidFill>
                  <a:srgbClr val="C7D2EF"/>
                </a:solidFill>
                <a:latin typeface="Arial"/>
                <a:ea typeface="Arial"/>
                <a:cs typeface="Arial"/>
              </a:rPr>
              <a:t>Report baseline</a:t>
            </a:r>
          </a:p>
        </p:txBody>
      </p:sp>
      <p:sp>
        <p:nvSpPr>
          <p:cNvPr id="12" name="f155">
            <a:extLst>
              <a:ext uri="{FF2B5EF4-FFF2-40B4-BE49-F238E27FC236}">
                <a16:creationId xmlns:a16="http://schemas.microsoft.com/office/drawing/2014/main" id="{76159C0C-0534-4820-8DC5-E4699B6F5162}"/>
              </a:ext>
            </a:extLst>
          </p:cNvPr>
          <p:cNvSpPr>
            <a:spLocks noGrp="1"/>
          </p:cNvSpPr>
          <p:nvPr/>
        </p:nvSpPr>
        <p:spPr>
          <a:xfrm>
            <a:off x="476250" y="6467475"/>
            <a:ext cx="1905000" cy="304800"/>
          </a:xfrm>
          <a:prstGeom prst="rect">
            <a:avLst/>
          </a:prstGeom>
          <a:noFill/>
          <a:ln w="0">
            <a:noFill/>
            <a:prstDash val="solid"/>
          </a:ln>
        </p:spPr>
        <p:txBody>
          <a:bodyPr wrap="none" lIns="0" tIns="0" rIns="0" bIns="0" anchor="t">
            <a:noAutofit/>
          </a:bodyPr>
          <a:lstStyle>
            <a:defPPr algn="ctr">
              <a:defRPr sz="1800" b="1">
                <a:solidFill>
                  <a:srgbClr val="4264D0"/>
                </a:solidFill>
                <a:latin typeface="Arial"/>
                <a:ea typeface="Arial"/>
                <a:cs typeface="Arial"/>
              </a:defRPr>
            </a:defPPr>
            <a:lvl1pPr algn="ctr">
              <a:defRPr sz="1800" b="1">
                <a:solidFill>
                  <a:srgbClr val="4264D0"/>
                </a:solidFill>
                <a:latin typeface="Arial"/>
                <a:ea typeface="Arial"/>
                <a:cs typeface="Arial"/>
              </a:defRPr>
            </a:lvl1pPr>
            <a:lvl2pPr algn="ctr">
              <a:defRPr sz="1800" b="1">
                <a:solidFill>
                  <a:srgbClr val="4264D0"/>
                </a:solidFill>
                <a:latin typeface="Arial"/>
                <a:ea typeface="Arial"/>
                <a:cs typeface="Arial"/>
              </a:defRPr>
            </a:lvl2pPr>
            <a:lvl3pPr algn="ctr">
              <a:defRPr sz="1800" b="1">
                <a:solidFill>
                  <a:srgbClr val="4264D0"/>
                </a:solidFill>
                <a:latin typeface="Arial"/>
                <a:ea typeface="Arial"/>
                <a:cs typeface="Arial"/>
              </a:defRPr>
            </a:lvl3pPr>
            <a:lvl4pPr algn="ctr">
              <a:defRPr sz="1800" b="1">
                <a:solidFill>
                  <a:srgbClr val="4264D0"/>
                </a:solidFill>
                <a:latin typeface="Arial"/>
                <a:ea typeface="Arial"/>
                <a:cs typeface="Arial"/>
              </a:defRPr>
            </a:lvl4pPr>
            <a:lvl5pPr algn="ctr">
              <a:defRPr sz="1800" b="1">
                <a:solidFill>
                  <a:srgbClr val="4264D0"/>
                </a:solidFill>
                <a:latin typeface="Arial"/>
                <a:ea typeface="Arial"/>
                <a:cs typeface="Arial"/>
              </a:defRPr>
            </a:lvl5pPr>
            <a:lvl6pPr algn="ctr">
              <a:defRPr sz="1800" b="1">
                <a:solidFill>
                  <a:srgbClr val="4264D0"/>
                </a:solidFill>
                <a:latin typeface="Arial"/>
                <a:ea typeface="Arial"/>
                <a:cs typeface="Arial"/>
              </a:defRPr>
            </a:lvl6pPr>
            <a:lvl7pPr algn="ctr">
              <a:defRPr sz="1800" b="1">
                <a:solidFill>
                  <a:srgbClr val="4264D0"/>
                </a:solidFill>
                <a:latin typeface="Arial"/>
                <a:ea typeface="Arial"/>
                <a:cs typeface="Arial"/>
              </a:defRPr>
            </a:lvl7pPr>
            <a:lvl8pPr algn="ctr">
              <a:defRPr sz="1800" b="1">
                <a:solidFill>
                  <a:srgbClr val="4264D0"/>
                </a:solidFill>
                <a:latin typeface="Arial"/>
                <a:ea typeface="Arial"/>
                <a:cs typeface="Arial"/>
              </a:defRPr>
            </a:lvl8pPr>
            <a:lvl9pPr algn="ctr">
              <a:defRPr sz="1800" b="1">
                <a:solidFill>
                  <a:srgbClr val="4264D0"/>
                </a:solidFill>
                <a:latin typeface="Arial"/>
                <a:ea typeface="Arial"/>
                <a:cs typeface="Arial"/>
              </a:defRPr>
            </a:lvl9pPr>
          </a:lstStyle>
          <a:p>
            <a:pPr algn="ctr">
              <a:defRPr sz="1800" b="1">
                <a:solidFill>
                  <a:srgbClr val="4264D0"/>
                </a:solidFill>
                <a:latin typeface="Arial"/>
                <a:ea typeface="Arial"/>
                <a:cs typeface="Arial"/>
              </a:defRPr>
            </a:pPr>
            <a:r>
              <a:rPr sz="1800" b="1">
                <a:solidFill>
                  <a:srgbClr val="4264D0"/>
                </a:solidFill>
                <a:latin typeface="Arial"/>
                <a:ea typeface="Arial"/>
                <a:cs typeface="Arial"/>
              </a:rPr>
              <a:t>Report baseline</a:t>
            </a:r>
          </a:p>
        </p:txBody>
      </p:sp>
      <p:sp>
        <p:nvSpPr>
          <p:cNvPr id="62" name="dim_f156">
            <a:extLst>
              <a:ext uri="{FF2B5EF4-FFF2-40B4-BE49-F238E27FC236}">
                <a16:creationId xmlns:a16="http://schemas.microsoft.com/office/drawing/2014/main" id="{483A3DF5-D15F-4FD7-A3ED-637359E09182}"/>
              </a:ext>
            </a:extLst>
          </p:cNvPr>
          <p:cNvSpPr>
            <a:spLocks noGrp="1"/>
          </p:cNvSpPr>
          <p:nvPr/>
        </p:nvSpPr>
        <p:spPr>
          <a:xfrm>
            <a:off x="2952750" y="6286500"/>
            <a:ext cx="2095500" cy="590550"/>
          </a:xfrm>
          <a:prstGeom prst="roundRect">
            <a:avLst>
              <a:gd name="adj" fmla="val 19355"/>
            </a:avLst>
          </a:prstGeom>
          <a:solidFill>
            <a:srgbClr val="F2F6FA"/>
          </a:solidFill>
          <a:ln w="17145">
            <a:solidFill>
              <a:srgbClr val="ECF1F6"/>
            </a:solidFill>
            <a:prstDash val="solid"/>
          </a:ln>
        </p:spPr>
        <p:txBody>
          <a:bodyPr/>
          <a:p/>
        </p:txBody>
      </p:sp>
      <p:sp>
        <p:nvSpPr>
          <p:cNvPr id="63" name="dim_f157">
            <a:extLst>
              <a:ext uri="{FF2B5EF4-FFF2-40B4-BE49-F238E27FC236}">
                <a16:creationId xmlns:a16="http://schemas.microsoft.com/office/drawing/2014/main" id="{0C68D93F-1CB2-4C4D-9004-76F2870941C7}"/>
              </a:ext>
            </a:extLst>
          </p:cNvPr>
          <p:cNvSpPr>
            <a:spLocks noGrp="1"/>
          </p:cNvSpPr>
          <p:nvPr/>
        </p:nvSpPr>
        <p:spPr>
          <a:xfrm>
            <a:off x="3048000" y="6467475"/>
            <a:ext cx="1905000" cy="304800"/>
          </a:xfrm>
          <a:prstGeom prst="rect">
            <a:avLst/>
          </a:prstGeom>
          <a:noFill/>
          <a:ln w="0">
            <a:noFill/>
            <a:prstDash val="solid"/>
          </a:ln>
        </p:spPr>
        <p:txBody>
          <a:bodyPr wrap="none" lIns="0" tIns="0" rIns="0" bIns="0" anchor="t">
            <a:noAutofit/>
          </a:bodyPr>
          <a:lstStyle>
            <a:defPPr algn="ctr">
              <a:defRPr sz="1800" b="1">
                <a:solidFill>
                  <a:srgbClr val="C7D2EF"/>
                </a:solidFill>
                <a:latin typeface="Arial"/>
                <a:ea typeface="Arial"/>
                <a:cs typeface="Arial"/>
              </a:defRPr>
            </a:defPPr>
            <a:lvl1pPr algn="ctr">
              <a:defRPr sz="1800" b="1">
                <a:solidFill>
                  <a:srgbClr val="C7D2EF"/>
                </a:solidFill>
                <a:latin typeface="Arial"/>
                <a:ea typeface="Arial"/>
                <a:cs typeface="Arial"/>
              </a:defRPr>
            </a:lvl1pPr>
            <a:lvl2pPr algn="ctr">
              <a:defRPr sz="1800" b="1">
                <a:solidFill>
                  <a:srgbClr val="C7D2EF"/>
                </a:solidFill>
                <a:latin typeface="Arial"/>
                <a:ea typeface="Arial"/>
                <a:cs typeface="Arial"/>
              </a:defRPr>
            </a:lvl2pPr>
            <a:lvl3pPr algn="ctr">
              <a:defRPr sz="1800" b="1">
                <a:solidFill>
                  <a:srgbClr val="C7D2EF"/>
                </a:solidFill>
                <a:latin typeface="Arial"/>
                <a:ea typeface="Arial"/>
                <a:cs typeface="Arial"/>
              </a:defRPr>
            </a:lvl3pPr>
            <a:lvl4pPr algn="ctr">
              <a:defRPr sz="1800" b="1">
                <a:solidFill>
                  <a:srgbClr val="C7D2EF"/>
                </a:solidFill>
                <a:latin typeface="Arial"/>
                <a:ea typeface="Arial"/>
                <a:cs typeface="Arial"/>
              </a:defRPr>
            </a:lvl4pPr>
            <a:lvl5pPr algn="ctr">
              <a:defRPr sz="1800" b="1">
                <a:solidFill>
                  <a:srgbClr val="C7D2EF"/>
                </a:solidFill>
                <a:latin typeface="Arial"/>
                <a:ea typeface="Arial"/>
                <a:cs typeface="Arial"/>
              </a:defRPr>
            </a:lvl5pPr>
            <a:lvl6pPr algn="ctr">
              <a:defRPr sz="1800" b="1">
                <a:solidFill>
                  <a:srgbClr val="C7D2EF"/>
                </a:solidFill>
                <a:latin typeface="Arial"/>
                <a:ea typeface="Arial"/>
                <a:cs typeface="Arial"/>
              </a:defRPr>
            </a:lvl6pPr>
            <a:lvl7pPr algn="ctr">
              <a:defRPr sz="1800" b="1">
                <a:solidFill>
                  <a:srgbClr val="C7D2EF"/>
                </a:solidFill>
                <a:latin typeface="Arial"/>
                <a:ea typeface="Arial"/>
                <a:cs typeface="Arial"/>
              </a:defRPr>
            </a:lvl7pPr>
            <a:lvl8pPr algn="ctr">
              <a:defRPr sz="1800" b="1">
                <a:solidFill>
                  <a:srgbClr val="C7D2EF"/>
                </a:solidFill>
                <a:latin typeface="Arial"/>
                <a:ea typeface="Arial"/>
                <a:cs typeface="Arial"/>
              </a:defRPr>
            </a:lvl8pPr>
            <a:lvl9pPr algn="ctr">
              <a:defRPr sz="1800" b="1">
                <a:solidFill>
                  <a:srgbClr val="C7D2EF"/>
                </a:solidFill>
                <a:latin typeface="Arial"/>
                <a:ea typeface="Arial"/>
                <a:cs typeface="Arial"/>
              </a:defRPr>
            </a:lvl9pPr>
          </a:lstStyle>
          <a:p>
            <a:pPr algn="ctr">
              <a:defRPr sz="1800" b="1">
                <a:solidFill>
                  <a:srgbClr val="C7D2EF"/>
                </a:solidFill>
                <a:latin typeface="Arial"/>
                <a:ea typeface="Arial"/>
                <a:cs typeface="Arial"/>
              </a:defRPr>
            </a:pPr>
            <a:r>
              <a:rPr sz="1800" b="1">
                <a:solidFill>
                  <a:srgbClr val="C7D2EF"/>
                </a:solidFill>
                <a:latin typeface="Arial"/>
                <a:ea typeface="Arial"/>
                <a:cs typeface="Arial"/>
              </a:rPr>
              <a:t>Report mutation</a:t>
            </a:r>
          </a:p>
        </p:txBody>
      </p:sp>
      <p:sp>
        <p:nvSpPr>
          <p:cNvPr id="64" name="dim_f158">
            <a:extLst>
              <a:ext uri="{FF2B5EF4-FFF2-40B4-BE49-F238E27FC236}">
                <a16:creationId xmlns:a16="http://schemas.microsoft.com/office/drawing/2014/main" id="{3788064E-0621-47C8-A4F9-51417F3CDB47}"/>
              </a:ext>
            </a:extLst>
          </p:cNvPr>
          <p:cNvSpPr>
            <a:spLocks noGrp="1"/>
          </p:cNvSpPr>
          <p:nvPr/>
        </p:nvSpPr>
        <p:spPr>
          <a:xfrm>
            <a:off x="5953125" y="5143500"/>
            <a:ext cx="1714500" cy="857250"/>
          </a:xfrm>
          <a:prstGeom prst="roundRect">
            <a:avLst>
              <a:gd name="adj" fmla="val 13333"/>
            </a:avLst>
          </a:prstGeom>
          <a:solidFill>
            <a:srgbClr val="F6F6F5"/>
          </a:solidFill>
          <a:ln w="17145">
            <a:solidFill>
              <a:srgbClr val="F1EEE6"/>
            </a:solidFill>
            <a:prstDash val="solid"/>
          </a:ln>
        </p:spPr>
        <p:txBody>
          <a:bodyPr/>
          <a:p/>
        </p:txBody>
      </p:sp>
      <p:sp>
        <p:nvSpPr>
          <p:cNvPr id="15" name="f158">
            <a:extLst>
              <a:ext uri="{FF2B5EF4-FFF2-40B4-BE49-F238E27FC236}">
                <a16:creationId xmlns:a16="http://schemas.microsoft.com/office/drawing/2014/main" id="{3788064E-0621-47C8-A4F9-51417F3CDB47}"/>
              </a:ext>
            </a:extLst>
          </p:cNvPr>
          <p:cNvSpPr>
            <a:spLocks noGrp="1"/>
          </p:cNvSpPr>
          <p:nvPr/>
        </p:nvSpPr>
        <p:spPr>
          <a:xfrm>
            <a:off x="5953125" y="5143500"/>
            <a:ext cx="1714500" cy="857250"/>
          </a:xfrm>
          <a:prstGeom prst="roundRect">
            <a:avLst>
              <a:gd name="adj" fmla="val 13333"/>
            </a:avLst>
          </a:prstGeom>
          <a:solidFill>
            <a:srgbClr val="FFF7E9"/>
          </a:solidFill>
          <a:ln w="20955">
            <a:solidFill>
              <a:srgbClr val="ECD5AD"/>
            </a:solidFill>
            <a:prstDash val="solid"/>
          </a:ln>
          <a:effectLst>
            <a:outerShdw blurRad="57150" dist="38100" dir="5400000" algn="ctr" rotWithShape="0">
              <a:srgbClr val="182536">
                <a:alpha val="10000"/>
              </a:srgbClr>
            </a:outerShdw>
          </a:effectLst>
        </p:spPr>
        <p:txBody>
          <a:bodyPr/>
          <a:p/>
        </p:txBody>
      </p:sp>
      <p:sp>
        <p:nvSpPr>
          <p:cNvPr id="65" name="dim_f159">
            <a:extLst>
              <a:ext uri="{FF2B5EF4-FFF2-40B4-BE49-F238E27FC236}">
                <a16:creationId xmlns:a16="http://schemas.microsoft.com/office/drawing/2014/main" id="{F338787D-A4D4-494A-AC05-6AF2D907E969}"/>
              </a:ext>
            </a:extLst>
          </p:cNvPr>
          <p:cNvSpPr>
            <a:spLocks noGrp="1"/>
          </p:cNvSpPr>
          <p:nvPr/>
        </p:nvSpPr>
        <p:spPr>
          <a:xfrm>
            <a:off x="6048375" y="5300663"/>
            <a:ext cx="1524000" cy="619125"/>
          </a:xfrm>
          <a:prstGeom prst="rect">
            <a:avLst/>
          </a:prstGeom>
          <a:noFill/>
          <a:ln w="0">
            <a:noFill/>
            <a:prstDash val="solid"/>
          </a:ln>
        </p:spPr>
        <p:txBody>
          <a:bodyPr wrap="none" lIns="0" tIns="0" rIns="0" bIns="0" anchor="t">
            <a:noAutofit/>
          </a:bodyPr>
          <a:lstStyle>
            <a:defPPr algn="ctr">
              <a:defRPr sz="1875" b="1">
                <a:solidFill>
                  <a:srgbClr val="DED5C9"/>
                </a:solidFill>
                <a:latin typeface="Arial"/>
                <a:ea typeface="Arial"/>
                <a:cs typeface="Arial"/>
              </a:defRPr>
            </a:defPPr>
            <a:lvl1pPr algn="ctr">
              <a:defRPr sz="1875" b="1">
                <a:solidFill>
                  <a:srgbClr val="DED5C9"/>
                </a:solidFill>
                <a:latin typeface="Arial"/>
                <a:ea typeface="Arial"/>
                <a:cs typeface="Arial"/>
              </a:defRPr>
            </a:lvl1pPr>
            <a:lvl2pPr algn="ctr">
              <a:defRPr sz="1875" b="1">
                <a:solidFill>
                  <a:srgbClr val="DED5C9"/>
                </a:solidFill>
                <a:latin typeface="Arial"/>
                <a:ea typeface="Arial"/>
                <a:cs typeface="Arial"/>
              </a:defRPr>
            </a:lvl2pPr>
            <a:lvl3pPr algn="ctr">
              <a:defRPr sz="1875" b="1">
                <a:solidFill>
                  <a:srgbClr val="DED5C9"/>
                </a:solidFill>
                <a:latin typeface="Arial"/>
                <a:ea typeface="Arial"/>
                <a:cs typeface="Arial"/>
              </a:defRPr>
            </a:lvl3pPr>
            <a:lvl4pPr algn="ctr">
              <a:defRPr sz="1875" b="1">
                <a:solidFill>
                  <a:srgbClr val="DED5C9"/>
                </a:solidFill>
                <a:latin typeface="Arial"/>
                <a:ea typeface="Arial"/>
                <a:cs typeface="Arial"/>
              </a:defRPr>
            </a:lvl4pPr>
            <a:lvl5pPr algn="ctr">
              <a:defRPr sz="1875" b="1">
                <a:solidFill>
                  <a:srgbClr val="DED5C9"/>
                </a:solidFill>
                <a:latin typeface="Arial"/>
                <a:ea typeface="Arial"/>
                <a:cs typeface="Arial"/>
              </a:defRPr>
            </a:lvl5pPr>
            <a:lvl6pPr algn="ctr">
              <a:defRPr sz="1875" b="1">
                <a:solidFill>
                  <a:srgbClr val="DED5C9"/>
                </a:solidFill>
                <a:latin typeface="Arial"/>
                <a:ea typeface="Arial"/>
                <a:cs typeface="Arial"/>
              </a:defRPr>
            </a:lvl6pPr>
            <a:lvl7pPr algn="ctr">
              <a:defRPr sz="1875" b="1">
                <a:solidFill>
                  <a:srgbClr val="DED5C9"/>
                </a:solidFill>
                <a:latin typeface="Arial"/>
                <a:ea typeface="Arial"/>
                <a:cs typeface="Arial"/>
              </a:defRPr>
            </a:lvl7pPr>
            <a:lvl8pPr algn="ctr">
              <a:defRPr sz="1875" b="1">
                <a:solidFill>
                  <a:srgbClr val="DED5C9"/>
                </a:solidFill>
                <a:latin typeface="Arial"/>
                <a:ea typeface="Arial"/>
                <a:cs typeface="Arial"/>
              </a:defRPr>
            </a:lvl8pPr>
            <a:lvl9pPr algn="ctr">
              <a:defRPr sz="1875" b="1">
                <a:solidFill>
                  <a:srgbClr val="DED5C9"/>
                </a:solidFill>
                <a:latin typeface="Arial"/>
                <a:ea typeface="Arial"/>
                <a:cs typeface="Arial"/>
              </a:defRPr>
            </a:lvl9pPr>
          </a:lstStyle>
          <a:p>
            <a:pPr algn="ctr">
              <a:defRPr sz="1875" b="1">
                <a:solidFill>
                  <a:srgbClr val="DED5C9"/>
                </a:solidFill>
                <a:latin typeface="Arial"/>
                <a:ea typeface="Arial"/>
                <a:cs typeface="Arial"/>
              </a:defRPr>
            </a:pPr>
            <a:r>
              <a:rPr sz="1875" b="1">
                <a:solidFill>
                  <a:srgbClr val="DED5C9"/>
                </a:solidFill>
                <a:latin typeface="Arial"/>
                <a:ea typeface="Arial"/>
                <a:cs typeface="Arial"/>
              </a:rPr>
              <a:t>MOTORE</a:t>
            </a:r>
          </a:p>
          <a:p>
            <a:pPr algn="ctr">
              <a:defRPr sz="1875" b="1">
                <a:solidFill>
                  <a:srgbClr val="DED5C9"/>
                </a:solidFill>
                <a:latin typeface="Arial"/>
                <a:ea typeface="Arial"/>
                <a:cs typeface="Arial"/>
              </a:defRPr>
            </a:pPr>
            <a:r>
              <a:rPr sz="1875" b="1">
                <a:solidFill>
                  <a:srgbClr val="DED5C9"/>
                </a:solidFill>
                <a:latin typeface="Arial"/>
                <a:ea typeface="Arial"/>
                <a:cs typeface="Arial"/>
              </a:rPr>
              <a:t>di mutazione</a:t>
            </a:r>
          </a:p>
        </p:txBody>
      </p:sp>
      <p:sp>
        <p:nvSpPr>
          <p:cNvPr id="16" name="f159">
            <a:extLst>
              <a:ext uri="{FF2B5EF4-FFF2-40B4-BE49-F238E27FC236}">
                <a16:creationId xmlns:a16="http://schemas.microsoft.com/office/drawing/2014/main" id="{F338787D-A4D4-494A-AC05-6AF2D907E969}"/>
              </a:ext>
            </a:extLst>
          </p:cNvPr>
          <p:cNvSpPr>
            <a:spLocks noGrp="1"/>
          </p:cNvSpPr>
          <p:nvPr/>
        </p:nvSpPr>
        <p:spPr>
          <a:xfrm>
            <a:off x="6048375" y="5300663"/>
            <a:ext cx="1524000" cy="619125"/>
          </a:xfrm>
          <a:prstGeom prst="rect">
            <a:avLst/>
          </a:prstGeom>
          <a:noFill/>
          <a:ln w="0">
            <a:noFill/>
            <a:prstDash val="solid"/>
          </a:ln>
        </p:spPr>
        <p:txBody>
          <a:bodyPr wrap="none" lIns="0" tIns="0" rIns="0" bIns="0" anchor="t">
            <a:noAutofit/>
          </a:bodyPr>
          <a:lstStyle>
            <a:defPPr algn="ctr">
              <a:defRPr sz="1875" b="1">
                <a:solidFill>
                  <a:srgbClr val="9D7139"/>
                </a:solidFill>
                <a:latin typeface="Arial"/>
                <a:ea typeface="Arial"/>
                <a:cs typeface="Arial"/>
              </a:defRPr>
            </a:defPPr>
            <a:lvl1pPr algn="ctr">
              <a:defRPr sz="1875" b="1">
                <a:solidFill>
                  <a:srgbClr val="9D7139"/>
                </a:solidFill>
                <a:latin typeface="Arial"/>
                <a:ea typeface="Arial"/>
                <a:cs typeface="Arial"/>
              </a:defRPr>
            </a:lvl1pPr>
            <a:lvl2pPr algn="ctr">
              <a:defRPr sz="1875" b="1">
                <a:solidFill>
                  <a:srgbClr val="9D7139"/>
                </a:solidFill>
                <a:latin typeface="Arial"/>
                <a:ea typeface="Arial"/>
                <a:cs typeface="Arial"/>
              </a:defRPr>
            </a:lvl2pPr>
            <a:lvl3pPr algn="ctr">
              <a:defRPr sz="1875" b="1">
                <a:solidFill>
                  <a:srgbClr val="9D7139"/>
                </a:solidFill>
                <a:latin typeface="Arial"/>
                <a:ea typeface="Arial"/>
                <a:cs typeface="Arial"/>
              </a:defRPr>
            </a:lvl3pPr>
            <a:lvl4pPr algn="ctr">
              <a:defRPr sz="1875" b="1">
                <a:solidFill>
                  <a:srgbClr val="9D7139"/>
                </a:solidFill>
                <a:latin typeface="Arial"/>
                <a:ea typeface="Arial"/>
                <a:cs typeface="Arial"/>
              </a:defRPr>
            </a:lvl4pPr>
            <a:lvl5pPr algn="ctr">
              <a:defRPr sz="1875" b="1">
                <a:solidFill>
                  <a:srgbClr val="9D7139"/>
                </a:solidFill>
                <a:latin typeface="Arial"/>
                <a:ea typeface="Arial"/>
                <a:cs typeface="Arial"/>
              </a:defRPr>
            </a:lvl5pPr>
            <a:lvl6pPr algn="ctr">
              <a:defRPr sz="1875" b="1">
                <a:solidFill>
                  <a:srgbClr val="9D7139"/>
                </a:solidFill>
                <a:latin typeface="Arial"/>
                <a:ea typeface="Arial"/>
                <a:cs typeface="Arial"/>
              </a:defRPr>
            </a:lvl6pPr>
            <a:lvl7pPr algn="ctr">
              <a:defRPr sz="1875" b="1">
                <a:solidFill>
                  <a:srgbClr val="9D7139"/>
                </a:solidFill>
                <a:latin typeface="Arial"/>
                <a:ea typeface="Arial"/>
                <a:cs typeface="Arial"/>
              </a:defRPr>
            </a:lvl7pPr>
            <a:lvl8pPr algn="ctr">
              <a:defRPr sz="1875" b="1">
                <a:solidFill>
                  <a:srgbClr val="9D7139"/>
                </a:solidFill>
                <a:latin typeface="Arial"/>
                <a:ea typeface="Arial"/>
                <a:cs typeface="Arial"/>
              </a:defRPr>
            </a:lvl8pPr>
            <a:lvl9pPr algn="ctr">
              <a:defRPr sz="1875" b="1">
                <a:solidFill>
                  <a:srgbClr val="9D7139"/>
                </a:solidFill>
                <a:latin typeface="Arial"/>
                <a:ea typeface="Arial"/>
                <a:cs typeface="Arial"/>
              </a:defRPr>
            </a:lvl9pPr>
          </a:lstStyle>
          <a:p>
            <a:pPr algn="ctr">
              <a:defRPr sz="1875" b="1">
                <a:solidFill>
                  <a:srgbClr val="9D7139"/>
                </a:solidFill>
                <a:latin typeface="Arial"/>
                <a:ea typeface="Arial"/>
                <a:cs typeface="Arial"/>
              </a:defRPr>
            </a:pPr>
            <a:r>
              <a:rPr sz="1875" b="1">
                <a:solidFill>
                  <a:srgbClr val="9D7139"/>
                </a:solidFill>
                <a:latin typeface="Arial"/>
                <a:ea typeface="Arial"/>
                <a:cs typeface="Arial"/>
              </a:rPr>
              <a:t>MOTORE</a:t>
            </a:r>
          </a:p>
          <a:p>
            <a:pPr algn="ctr">
              <a:defRPr sz="1875" b="1">
                <a:solidFill>
                  <a:srgbClr val="9D7139"/>
                </a:solidFill>
                <a:latin typeface="Arial"/>
                <a:ea typeface="Arial"/>
                <a:cs typeface="Arial"/>
              </a:defRPr>
            </a:pPr>
            <a:r>
              <a:rPr sz="1875" b="1">
                <a:solidFill>
                  <a:srgbClr val="9D7139"/>
                </a:solidFill>
                <a:latin typeface="Arial"/>
                <a:ea typeface="Arial"/>
                <a:cs typeface="Arial"/>
              </a:rPr>
              <a:t>di mutazione</a:t>
            </a:r>
          </a:p>
        </p:txBody>
      </p:sp>
      <p:sp>
        <p:nvSpPr>
          <p:cNvPr id="66" name="dim_f160">
            <a:extLst>
              <a:ext uri="{FF2B5EF4-FFF2-40B4-BE49-F238E27FC236}">
                <a16:creationId xmlns:a16="http://schemas.microsoft.com/office/drawing/2014/main" id="{18B439E4-F392-4E70-8F81-D07C0E7E418E}"/>
              </a:ext>
            </a:extLst>
          </p:cNvPr>
          <p:cNvSpPr>
            <a:spLocks noGrp="1"/>
          </p:cNvSpPr>
          <p:nvPr/>
        </p:nvSpPr>
        <p:spPr>
          <a:xfrm>
            <a:off x="5953125" y="3714750"/>
            <a:ext cx="1714500" cy="590550"/>
          </a:xfrm>
          <a:prstGeom prst="roundRect">
            <a:avLst>
              <a:gd name="adj" fmla="val 19355"/>
            </a:avLst>
          </a:prstGeom>
          <a:solidFill>
            <a:srgbClr val="F6F8FA"/>
          </a:solidFill>
          <a:ln w="17145">
            <a:solidFill>
              <a:srgbClr val="ECF1F6"/>
            </a:solidFill>
            <a:prstDash val="solid"/>
          </a:ln>
        </p:spPr>
        <p:txBody>
          <a:bodyPr/>
          <a:p/>
        </p:txBody>
      </p:sp>
      <p:sp>
        <p:nvSpPr>
          <p:cNvPr id="17" name="f160">
            <a:extLst>
              <a:ext uri="{FF2B5EF4-FFF2-40B4-BE49-F238E27FC236}">
                <a16:creationId xmlns:a16="http://schemas.microsoft.com/office/drawing/2014/main" id="{18B439E4-F392-4E70-8F81-D07C0E7E418E}"/>
              </a:ext>
            </a:extLst>
          </p:cNvPr>
          <p:cNvSpPr>
            <a:spLocks noGrp="1"/>
          </p:cNvSpPr>
          <p:nvPr/>
        </p:nvSpPr>
        <p:spPr>
          <a:xfrm>
            <a:off x="5953125" y="3714750"/>
            <a:ext cx="1714500" cy="590550"/>
          </a:xfrm>
          <a:prstGeom prst="roundRect">
            <a:avLst>
              <a:gd name="adj" fmla="val 19355"/>
            </a:avLst>
          </a:prstGeom>
          <a:solidFill>
            <a:srgbClr val="FFFFFF"/>
          </a:solidFill>
          <a:ln w="20955">
            <a:solidFill>
              <a:srgbClr val="D9E3EF"/>
            </a:solidFill>
            <a:prstDash val="solid"/>
          </a:ln>
          <a:effectLst>
            <a:outerShdw blurRad="57150" dist="38100" dir="5400000" algn="ctr" rotWithShape="0">
              <a:srgbClr val="182536">
                <a:alpha val="10000"/>
              </a:srgbClr>
            </a:outerShdw>
          </a:effectLst>
        </p:spPr>
        <p:txBody>
          <a:bodyPr/>
          <a:p/>
        </p:txBody>
      </p:sp>
      <p:sp>
        <p:nvSpPr>
          <p:cNvPr id="67" name="dim_f161">
            <a:extLst>
              <a:ext uri="{FF2B5EF4-FFF2-40B4-BE49-F238E27FC236}">
                <a16:creationId xmlns:a16="http://schemas.microsoft.com/office/drawing/2014/main" id="{6C8915AE-5A18-439A-8AE5-C1F043E9FE0D}"/>
              </a:ext>
            </a:extLst>
          </p:cNvPr>
          <p:cNvSpPr>
            <a:spLocks noGrp="1"/>
          </p:cNvSpPr>
          <p:nvPr/>
        </p:nvSpPr>
        <p:spPr>
          <a:xfrm>
            <a:off x="6048375" y="3905250"/>
            <a:ext cx="1524000" cy="285750"/>
          </a:xfrm>
          <a:prstGeom prst="rect">
            <a:avLst/>
          </a:prstGeom>
          <a:noFill/>
          <a:ln w="0">
            <a:noFill/>
            <a:prstDash val="solid"/>
          </a:ln>
        </p:spPr>
        <p:txBody>
          <a:bodyPr wrap="none" lIns="0" tIns="0" rIns="0" bIns="0" anchor="t">
            <a:noAutofit/>
          </a:bodyPr>
          <a:lstStyle>
            <a:defPPr algn="ctr">
              <a:defRPr sz="1650" b="1">
                <a:solidFill>
                  <a:srgbClr val="BCC2C8"/>
                </a:solidFill>
                <a:latin typeface="Arial"/>
                <a:ea typeface="Arial"/>
                <a:cs typeface="Arial"/>
              </a:defRPr>
            </a:defPPr>
            <a:lvl1pPr algn="ctr">
              <a:defRPr sz="1650" b="1">
                <a:solidFill>
                  <a:srgbClr val="BCC2C8"/>
                </a:solidFill>
                <a:latin typeface="Arial"/>
                <a:ea typeface="Arial"/>
                <a:cs typeface="Arial"/>
              </a:defRPr>
            </a:lvl1pPr>
            <a:lvl2pPr algn="ctr">
              <a:defRPr sz="1650" b="1">
                <a:solidFill>
                  <a:srgbClr val="BCC2C8"/>
                </a:solidFill>
                <a:latin typeface="Arial"/>
                <a:ea typeface="Arial"/>
                <a:cs typeface="Arial"/>
              </a:defRPr>
            </a:lvl2pPr>
            <a:lvl3pPr algn="ctr">
              <a:defRPr sz="1650" b="1">
                <a:solidFill>
                  <a:srgbClr val="BCC2C8"/>
                </a:solidFill>
                <a:latin typeface="Arial"/>
                <a:ea typeface="Arial"/>
                <a:cs typeface="Arial"/>
              </a:defRPr>
            </a:lvl3pPr>
            <a:lvl4pPr algn="ctr">
              <a:defRPr sz="1650" b="1">
                <a:solidFill>
                  <a:srgbClr val="BCC2C8"/>
                </a:solidFill>
                <a:latin typeface="Arial"/>
                <a:ea typeface="Arial"/>
                <a:cs typeface="Arial"/>
              </a:defRPr>
            </a:lvl4pPr>
            <a:lvl5pPr algn="ctr">
              <a:defRPr sz="1650" b="1">
                <a:solidFill>
                  <a:srgbClr val="BCC2C8"/>
                </a:solidFill>
                <a:latin typeface="Arial"/>
                <a:ea typeface="Arial"/>
                <a:cs typeface="Arial"/>
              </a:defRPr>
            </a:lvl5pPr>
            <a:lvl6pPr algn="ctr">
              <a:defRPr sz="1650" b="1">
                <a:solidFill>
                  <a:srgbClr val="BCC2C8"/>
                </a:solidFill>
                <a:latin typeface="Arial"/>
                <a:ea typeface="Arial"/>
                <a:cs typeface="Arial"/>
              </a:defRPr>
            </a:lvl6pPr>
            <a:lvl7pPr algn="ctr">
              <a:defRPr sz="1650" b="1">
                <a:solidFill>
                  <a:srgbClr val="BCC2C8"/>
                </a:solidFill>
                <a:latin typeface="Arial"/>
                <a:ea typeface="Arial"/>
                <a:cs typeface="Arial"/>
              </a:defRPr>
            </a:lvl7pPr>
            <a:lvl8pPr algn="ctr">
              <a:defRPr sz="1650" b="1">
                <a:solidFill>
                  <a:srgbClr val="BCC2C8"/>
                </a:solidFill>
                <a:latin typeface="Arial"/>
                <a:ea typeface="Arial"/>
                <a:cs typeface="Arial"/>
              </a:defRPr>
            </a:lvl8pPr>
            <a:lvl9pPr algn="ctr">
              <a:defRPr sz="1650" b="1">
                <a:solidFill>
                  <a:srgbClr val="BCC2C8"/>
                </a:solidFill>
                <a:latin typeface="Arial"/>
                <a:ea typeface="Arial"/>
                <a:cs typeface="Arial"/>
              </a:defRPr>
            </a:lvl9pPr>
          </a:lstStyle>
          <a:p>
            <a:pPr algn="ctr">
              <a:defRPr sz="1650" b="1">
                <a:solidFill>
                  <a:srgbClr val="BCC2C8"/>
                </a:solidFill>
                <a:latin typeface="Arial"/>
                <a:ea typeface="Arial"/>
                <a:cs typeface="Arial"/>
              </a:defRPr>
            </a:pPr>
            <a:r>
              <a:rPr sz="1650" b="1">
                <a:solidFill>
                  <a:srgbClr val="BCC2C8"/>
                </a:solidFill>
                <a:latin typeface="Arial"/>
                <a:ea typeface="Arial"/>
                <a:cs typeface="Arial"/>
              </a:rPr>
              <a:t>PCAP MUTATA</a:t>
            </a:r>
          </a:p>
        </p:txBody>
      </p:sp>
      <p:sp>
        <p:nvSpPr>
          <p:cNvPr id="18" name="f161">
            <a:extLst>
              <a:ext uri="{FF2B5EF4-FFF2-40B4-BE49-F238E27FC236}">
                <a16:creationId xmlns:a16="http://schemas.microsoft.com/office/drawing/2014/main" id="{6C8915AE-5A18-439A-8AE5-C1F043E9FE0D}"/>
              </a:ext>
            </a:extLst>
          </p:cNvPr>
          <p:cNvSpPr>
            <a:spLocks noGrp="1"/>
          </p:cNvSpPr>
          <p:nvPr/>
        </p:nvSpPr>
        <p:spPr>
          <a:xfrm>
            <a:off x="6048375" y="3905250"/>
            <a:ext cx="1524000" cy="285750"/>
          </a:xfrm>
          <a:prstGeom prst="rect">
            <a:avLst/>
          </a:prstGeom>
          <a:noFill/>
          <a:ln w="0">
            <a:noFill/>
            <a:prstDash val="solid"/>
          </a:ln>
        </p:spPr>
        <p:txBody>
          <a:bodyPr wrap="none" lIns="0" tIns="0" rIns="0" bIns="0" anchor="t">
            <a:noAutofit/>
          </a:bodyPr>
          <a:lstStyle>
            <a:defPPr algn="ctr">
              <a:defRPr sz="1650" b="1">
                <a:solidFill>
                  <a:srgbClr val="182536"/>
                </a:solidFill>
                <a:latin typeface="Arial"/>
                <a:ea typeface="Arial"/>
                <a:cs typeface="Arial"/>
              </a:defRPr>
            </a:defPPr>
            <a:lvl1pPr algn="ctr">
              <a:defRPr sz="1650" b="1">
                <a:solidFill>
                  <a:srgbClr val="182536"/>
                </a:solidFill>
                <a:latin typeface="Arial"/>
                <a:ea typeface="Arial"/>
                <a:cs typeface="Arial"/>
              </a:defRPr>
            </a:lvl1pPr>
            <a:lvl2pPr algn="ctr">
              <a:defRPr sz="1650" b="1">
                <a:solidFill>
                  <a:srgbClr val="182536"/>
                </a:solidFill>
                <a:latin typeface="Arial"/>
                <a:ea typeface="Arial"/>
                <a:cs typeface="Arial"/>
              </a:defRPr>
            </a:lvl2pPr>
            <a:lvl3pPr algn="ctr">
              <a:defRPr sz="1650" b="1">
                <a:solidFill>
                  <a:srgbClr val="182536"/>
                </a:solidFill>
                <a:latin typeface="Arial"/>
                <a:ea typeface="Arial"/>
                <a:cs typeface="Arial"/>
              </a:defRPr>
            </a:lvl3pPr>
            <a:lvl4pPr algn="ctr">
              <a:defRPr sz="1650" b="1">
                <a:solidFill>
                  <a:srgbClr val="182536"/>
                </a:solidFill>
                <a:latin typeface="Arial"/>
                <a:ea typeface="Arial"/>
                <a:cs typeface="Arial"/>
              </a:defRPr>
            </a:lvl4pPr>
            <a:lvl5pPr algn="ctr">
              <a:defRPr sz="1650" b="1">
                <a:solidFill>
                  <a:srgbClr val="182536"/>
                </a:solidFill>
                <a:latin typeface="Arial"/>
                <a:ea typeface="Arial"/>
                <a:cs typeface="Arial"/>
              </a:defRPr>
            </a:lvl5pPr>
            <a:lvl6pPr algn="ctr">
              <a:defRPr sz="1650" b="1">
                <a:solidFill>
                  <a:srgbClr val="182536"/>
                </a:solidFill>
                <a:latin typeface="Arial"/>
                <a:ea typeface="Arial"/>
                <a:cs typeface="Arial"/>
              </a:defRPr>
            </a:lvl6pPr>
            <a:lvl7pPr algn="ctr">
              <a:defRPr sz="1650" b="1">
                <a:solidFill>
                  <a:srgbClr val="182536"/>
                </a:solidFill>
                <a:latin typeface="Arial"/>
                <a:ea typeface="Arial"/>
                <a:cs typeface="Arial"/>
              </a:defRPr>
            </a:lvl7pPr>
            <a:lvl8pPr algn="ctr">
              <a:defRPr sz="1650" b="1">
                <a:solidFill>
                  <a:srgbClr val="182536"/>
                </a:solidFill>
                <a:latin typeface="Arial"/>
                <a:ea typeface="Arial"/>
                <a:cs typeface="Arial"/>
              </a:defRPr>
            </a:lvl8pPr>
            <a:lvl9pPr algn="ctr">
              <a:defRPr sz="1650" b="1">
                <a:solidFill>
                  <a:srgbClr val="182536"/>
                </a:solidFill>
                <a:latin typeface="Arial"/>
                <a:ea typeface="Arial"/>
                <a:cs typeface="Arial"/>
              </a:defRPr>
            </a:lvl9pPr>
          </a:lstStyle>
          <a:p>
            <a:pPr algn="ctr">
              <a:defRPr sz="1650" b="1">
                <a:solidFill>
                  <a:srgbClr val="182536"/>
                </a:solidFill>
                <a:latin typeface="Arial"/>
                <a:ea typeface="Arial"/>
                <a:cs typeface="Arial"/>
              </a:defRPr>
            </a:pPr>
            <a:r>
              <a:rPr sz="1650" b="1">
                <a:solidFill>
                  <a:srgbClr val="182536"/>
                </a:solidFill>
                <a:latin typeface="Arial"/>
                <a:ea typeface="Arial"/>
                <a:cs typeface="Arial"/>
              </a:rPr>
              <a:t>PCAP MUTATA</a:t>
            </a:r>
          </a:p>
        </p:txBody>
      </p:sp>
      <p:sp>
        <p:nvSpPr>
          <p:cNvPr id="68" name="dim_f162">
            <a:extLst>
              <a:ext uri="{FF2B5EF4-FFF2-40B4-BE49-F238E27FC236}">
                <a16:creationId xmlns:a16="http://schemas.microsoft.com/office/drawing/2014/main" id="{5A3CA7E9-6F29-4349-8EAE-963E63818A42}"/>
              </a:ext>
            </a:extLst>
          </p:cNvPr>
          <p:cNvSpPr>
            <a:spLocks noGrp="1"/>
          </p:cNvSpPr>
          <p:nvPr/>
        </p:nvSpPr>
        <p:spPr>
          <a:xfrm>
            <a:off x="1285875" y="3752850"/>
            <a:ext cx="95" cy="619125"/>
          </a:xfrm>
          <a:prstGeom prst="line">
            <a:avLst/>
          </a:prstGeom>
          <a:noFill/>
          <a:ln w="28575">
            <a:solidFill>
              <a:srgbClr val="C7D2EF"/>
            </a:solidFill>
            <a:prstDash val="solid"/>
          </a:ln>
        </p:spPr>
        <p:txBody>
          <a:bodyPr/>
          <a:p/>
        </p:txBody>
      </p:sp>
      <p:sp>
        <p:nvSpPr>
          <p:cNvPr id="70" name="dim_f163">
            <a:extLst>
              <a:ext uri="{FF2B5EF4-FFF2-40B4-BE49-F238E27FC236}">
                <a16:creationId xmlns:a16="http://schemas.microsoft.com/office/drawing/2014/main" id="{73153D25-025B-45FB-A577-0E8B888545E9}"/>
              </a:ext>
            </a:extLst>
          </p:cNvPr>
          <p:cNvSpPr>
            <a:spLocks noGrp="1"/>
          </p:cNvSpPr>
          <p:nvPr/>
        </p:nvSpPr>
        <p:spPr>
          <a:xfrm rot="10800000">
            <a:off x="1228725" y="4371975"/>
            <a:ext cx="114300" cy="114300"/>
          </a:xfrm>
          <a:prstGeom prst="triangle">
            <a:avLst/>
          </a:prstGeom>
          <a:solidFill>
            <a:srgbClr val="C7D2EF"/>
          </a:solidFill>
          <a:ln w="0">
            <a:noFill/>
            <a:prstDash val="solid"/>
          </a:ln>
        </p:spPr>
        <p:txBody>
          <a:bodyPr/>
          <a:p/>
        </p:txBody>
      </p:sp>
      <p:sp>
        <p:nvSpPr>
          <p:cNvPr id="72" name="dim_f164">
            <a:extLst>
              <a:ext uri="{FF2B5EF4-FFF2-40B4-BE49-F238E27FC236}">
                <a16:creationId xmlns:a16="http://schemas.microsoft.com/office/drawing/2014/main" id="{BC771DFA-E54B-4108-999C-0FE1C3A7C8E4}"/>
              </a:ext>
            </a:extLst>
          </p:cNvPr>
          <p:cNvSpPr>
            <a:spLocks noGrp="1"/>
          </p:cNvSpPr>
          <p:nvPr/>
        </p:nvSpPr>
        <p:spPr>
          <a:xfrm>
            <a:off x="4000500" y="3752850"/>
            <a:ext cx="95" cy="619125"/>
          </a:xfrm>
          <a:prstGeom prst="line">
            <a:avLst/>
          </a:prstGeom>
          <a:noFill/>
          <a:ln w="28575">
            <a:solidFill>
              <a:srgbClr val="C7D2EF"/>
            </a:solidFill>
            <a:prstDash val="solid"/>
          </a:ln>
        </p:spPr>
        <p:txBody>
          <a:bodyPr/>
          <a:p/>
        </p:txBody>
      </p:sp>
      <p:sp>
        <p:nvSpPr>
          <p:cNvPr id="73" name="dim_f165">
            <a:extLst>
              <a:ext uri="{FF2B5EF4-FFF2-40B4-BE49-F238E27FC236}">
                <a16:creationId xmlns:a16="http://schemas.microsoft.com/office/drawing/2014/main" id="{28E57B43-2982-4C41-AFBD-FD12FA1C8757}"/>
              </a:ext>
            </a:extLst>
          </p:cNvPr>
          <p:cNvSpPr>
            <a:spLocks noGrp="1"/>
          </p:cNvSpPr>
          <p:nvPr/>
        </p:nvSpPr>
        <p:spPr>
          <a:xfrm rot="10800000">
            <a:off x="3943350" y="4371975"/>
            <a:ext cx="114300" cy="114300"/>
          </a:xfrm>
          <a:prstGeom prst="triangle">
            <a:avLst/>
          </a:prstGeom>
          <a:solidFill>
            <a:srgbClr val="C7D2EF"/>
          </a:solidFill>
          <a:ln w="0">
            <a:noFill/>
            <a:prstDash val="solid"/>
          </a:ln>
        </p:spPr>
        <p:txBody>
          <a:bodyPr/>
          <a:p/>
        </p:txBody>
      </p:sp>
      <p:sp>
        <p:nvSpPr>
          <p:cNvPr id="74" name="dim_f166">
            <a:extLst>
              <a:ext uri="{FF2B5EF4-FFF2-40B4-BE49-F238E27FC236}">
                <a16:creationId xmlns:a16="http://schemas.microsoft.com/office/drawing/2014/main" id="{085DC25B-1477-4F97-9E57-C2326CC3100D}"/>
              </a:ext>
            </a:extLst>
          </p:cNvPr>
          <p:cNvSpPr>
            <a:spLocks noGrp="1"/>
          </p:cNvSpPr>
          <p:nvPr/>
        </p:nvSpPr>
        <p:spPr>
          <a:xfrm>
            <a:off x="2714625" y="5457825"/>
            <a:ext cx="95" cy="314325"/>
          </a:xfrm>
          <a:prstGeom prst="line">
            <a:avLst/>
          </a:prstGeom>
          <a:noFill/>
          <a:ln w="28575">
            <a:solidFill>
              <a:srgbClr val="C7D2EF"/>
            </a:solidFill>
            <a:prstDash val="solid"/>
          </a:ln>
        </p:spPr>
        <p:txBody>
          <a:bodyPr/>
          <a:p/>
        </p:txBody>
      </p:sp>
      <p:sp>
        <p:nvSpPr>
          <p:cNvPr id="76" name="dim_f167">
            <a:extLst>
              <a:ext uri="{FF2B5EF4-FFF2-40B4-BE49-F238E27FC236}">
                <a16:creationId xmlns:a16="http://schemas.microsoft.com/office/drawing/2014/main" id="{5FF97A97-77E0-469B-9083-DA21F13C1586}"/>
              </a:ext>
            </a:extLst>
          </p:cNvPr>
          <p:cNvSpPr>
            <a:spLocks noGrp="1"/>
          </p:cNvSpPr>
          <p:nvPr/>
        </p:nvSpPr>
        <p:spPr>
          <a:xfrm>
            <a:off x="1428750" y="5772150"/>
            <a:ext cx="1285875" cy="95"/>
          </a:xfrm>
          <a:prstGeom prst="line">
            <a:avLst/>
          </a:prstGeom>
          <a:noFill/>
          <a:ln w="28575">
            <a:solidFill>
              <a:srgbClr val="C7D2EF"/>
            </a:solidFill>
            <a:prstDash val="solid"/>
          </a:ln>
        </p:spPr>
        <p:txBody>
          <a:bodyPr/>
          <a:p/>
        </p:txBody>
      </p:sp>
      <p:sp>
        <p:nvSpPr>
          <p:cNvPr id="77" name="dim_f168">
            <a:extLst>
              <a:ext uri="{FF2B5EF4-FFF2-40B4-BE49-F238E27FC236}">
                <a16:creationId xmlns:a16="http://schemas.microsoft.com/office/drawing/2014/main" id="{689327B9-05D7-4FCB-BEA2-84FC4FABE238}"/>
              </a:ext>
            </a:extLst>
          </p:cNvPr>
          <p:cNvSpPr>
            <a:spLocks noGrp="1"/>
          </p:cNvSpPr>
          <p:nvPr/>
        </p:nvSpPr>
        <p:spPr>
          <a:xfrm>
            <a:off x="1428750" y="5772150"/>
            <a:ext cx="95" cy="352425"/>
          </a:xfrm>
          <a:prstGeom prst="line">
            <a:avLst/>
          </a:prstGeom>
          <a:noFill/>
          <a:ln w="28575">
            <a:solidFill>
              <a:srgbClr val="C7D2EF"/>
            </a:solidFill>
            <a:prstDash val="solid"/>
          </a:ln>
        </p:spPr>
        <p:txBody>
          <a:bodyPr/>
          <a:p/>
        </p:txBody>
      </p:sp>
      <p:sp>
        <p:nvSpPr>
          <p:cNvPr id="78" name="dim_f169">
            <a:extLst>
              <a:ext uri="{FF2B5EF4-FFF2-40B4-BE49-F238E27FC236}">
                <a16:creationId xmlns:a16="http://schemas.microsoft.com/office/drawing/2014/main" id="{13C6AB67-78A6-40A1-A828-1E83AFFECB11}"/>
              </a:ext>
            </a:extLst>
          </p:cNvPr>
          <p:cNvSpPr>
            <a:spLocks noGrp="1"/>
          </p:cNvSpPr>
          <p:nvPr/>
        </p:nvSpPr>
        <p:spPr>
          <a:xfrm rot="10800000">
            <a:off x="1371600" y="6124575"/>
            <a:ext cx="114300" cy="114300"/>
          </a:xfrm>
          <a:prstGeom prst="triangle">
            <a:avLst/>
          </a:prstGeom>
          <a:solidFill>
            <a:srgbClr val="C7D2EF"/>
          </a:solidFill>
          <a:ln w="0">
            <a:noFill/>
            <a:prstDash val="solid"/>
          </a:ln>
        </p:spPr>
        <p:txBody>
          <a:bodyPr/>
          <a:p/>
        </p:txBody>
      </p:sp>
      <p:sp>
        <p:nvSpPr>
          <p:cNvPr id="79" name="dim_f170">
            <a:extLst>
              <a:ext uri="{FF2B5EF4-FFF2-40B4-BE49-F238E27FC236}">
                <a16:creationId xmlns:a16="http://schemas.microsoft.com/office/drawing/2014/main" id="{71F98747-0474-47FA-8086-51D8F3CE3F32}"/>
              </a:ext>
            </a:extLst>
          </p:cNvPr>
          <p:cNvSpPr>
            <a:spLocks noGrp="1"/>
          </p:cNvSpPr>
          <p:nvPr/>
        </p:nvSpPr>
        <p:spPr>
          <a:xfrm>
            <a:off x="2714625" y="5772150"/>
            <a:ext cx="1285875" cy="95"/>
          </a:xfrm>
          <a:prstGeom prst="line">
            <a:avLst/>
          </a:prstGeom>
          <a:noFill/>
          <a:ln w="28575">
            <a:solidFill>
              <a:srgbClr val="C7D2EF"/>
            </a:solidFill>
            <a:prstDash val="solid"/>
          </a:ln>
        </p:spPr>
        <p:txBody>
          <a:bodyPr/>
          <a:p/>
        </p:txBody>
      </p:sp>
      <p:sp>
        <p:nvSpPr>
          <p:cNvPr id="80" name="dim_f171">
            <a:extLst>
              <a:ext uri="{FF2B5EF4-FFF2-40B4-BE49-F238E27FC236}">
                <a16:creationId xmlns:a16="http://schemas.microsoft.com/office/drawing/2014/main" id="{DFC60DF5-892E-4C97-90BB-0DE2742B7925}"/>
              </a:ext>
            </a:extLst>
          </p:cNvPr>
          <p:cNvSpPr>
            <a:spLocks noGrp="1"/>
          </p:cNvSpPr>
          <p:nvPr/>
        </p:nvSpPr>
        <p:spPr>
          <a:xfrm>
            <a:off x="4000500" y="5772150"/>
            <a:ext cx="95" cy="352425"/>
          </a:xfrm>
          <a:prstGeom prst="line">
            <a:avLst/>
          </a:prstGeom>
          <a:noFill/>
          <a:ln w="28575">
            <a:solidFill>
              <a:srgbClr val="C7D2EF"/>
            </a:solidFill>
            <a:prstDash val="solid"/>
          </a:ln>
        </p:spPr>
        <p:txBody>
          <a:bodyPr/>
          <a:p/>
        </p:txBody>
      </p:sp>
      <p:sp>
        <p:nvSpPr>
          <p:cNvPr id="81" name="dim_f172">
            <a:extLst>
              <a:ext uri="{FF2B5EF4-FFF2-40B4-BE49-F238E27FC236}">
                <a16:creationId xmlns:a16="http://schemas.microsoft.com/office/drawing/2014/main" id="{6CC3148C-7AF0-4649-BBAF-2F449C0E6141}"/>
              </a:ext>
            </a:extLst>
          </p:cNvPr>
          <p:cNvSpPr>
            <a:spLocks noGrp="1"/>
          </p:cNvSpPr>
          <p:nvPr/>
        </p:nvSpPr>
        <p:spPr>
          <a:xfrm rot="10800000">
            <a:off x="3943350" y="6124575"/>
            <a:ext cx="114300" cy="114300"/>
          </a:xfrm>
          <a:prstGeom prst="triangle">
            <a:avLst/>
          </a:prstGeom>
          <a:solidFill>
            <a:srgbClr val="C7D2EF"/>
          </a:solidFill>
          <a:ln w="0">
            <a:noFill/>
            <a:prstDash val="solid"/>
          </a:ln>
        </p:spPr>
        <p:txBody>
          <a:bodyPr/>
          <a:p/>
        </p:txBody>
      </p:sp>
      <p:sp>
        <p:nvSpPr>
          <p:cNvPr id="82" name="dim_f173">
            <a:extLst>
              <a:ext uri="{FF2B5EF4-FFF2-40B4-BE49-F238E27FC236}">
                <a16:creationId xmlns:a16="http://schemas.microsoft.com/office/drawing/2014/main" id="{1F94A9E1-8ACD-4E1E-AB63-0B9073C65A02}"/>
              </a:ext>
            </a:extLst>
          </p:cNvPr>
          <p:cNvSpPr>
            <a:spLocks noGrp="1"/>
          </p:cNvSpPr>
          <p:nvPr/>
        </p:nvSpPr>
        <p:spPr>
          <a:xfrm>
            <a:off x="1428750" y="6877050"/>
            <a:ext cx="95" cy="647700"/>
          </a:xfrm>
          <a:prstGeom prst="line">
            <a:avLst/>
          </a:prstGeom>
          <a:noFill/>
          <a:ln w="28575">
            <a:solidFill>
              <a:srgbClr val="C7D2EF"/>
            </a:solidFill>
            <a:prstDash val="solid"/>
          </a:ln>
        </p:spPr>
        <p:txBody>
          <a:bodyPr/>
          <a:p/>
        </p:txBody>
      </p:sp>
      <p:sp>
        <p:nvSpPr>
          <p:cNvPr id="30" name="f173">
            <a:extLst>
              <a:ext uri="{FF2B5EF4-FFF2-40B4-BE49-F238E27FC236}">
                <a16:creationId xmlns:a16="http://schemas.microsoft.com/office/drawing/2014/main" id="{1F94A9E1-8ACD-4E1E-AB63-0B9073C65A02}"/>
              </a:ext>
            </a:extLst>
          </p:cNvPr>
          <p:cNvSpPr>
            <a:spLocks noGrp="1"/>
          </p:cNvSpPr>
          <p:nvPr/>
        </p:nvSpPr>
        <p:spPr>
          <a:xfrm>
            <a:off x="1428750" y="6877050"/>
            <a:ext cx="95" cy="647700"/>
          </a:xfrm>
          <a:prstGeom prst="line">
            <a:avLst/>
          </a:prstGeom>
          <a:noFill/>
          <a:ln w="28575">
            <a:solidFill>
              <a:srgbClr val="4264D0"/>
            </a:solidFill>
            <a:prstDash val="solid"/>
          </a:ln>
        </p:spPr>
        <p:txBody>
          <a:bodyPr/>
          <a:p/>
        </p:txBody>
      </p:sp>
      <p:sp>
        <p:nvSpPr>
          <p:cNvPr id="83" name="dim_f174">
            <a:extLst>
              <a:ext uri="{FF2B5EF4-FFF2-40B4-BE49-F238E27FC236}">
                <a16:creationId xmlns:a16="http://schemas.microsoft.com/office/drawing/2014/main" id="{F086FB46-476F-424C-865A-FEE3640BB69C}"/>
              </a:ext>
            </a:extLst>
          </p:cNvPr>
          <p:cNvSpPr>
            <a:spLocks noGrp="1"/>
          </p:cNvSpPr>
          <p:nvPr/>
        </p:nvSpPr>
        <p:spPr>
          <a:xfrm>
            <a:off x="1428750" y="7524750"/>
            <a:ext cx="5381625" cy="95"/>
          </a:xfrm>
          <a:prstGeom prst="line">
            <a:avLst/>
          </a:prstGeom>
          <a:noFill/>
          <a:ln w="28575">
            <a:solidFill>
              <a:srgbClr val="C7D2EF"/>
            </a:solidFill>
            <a:prstDash val="solid"/>
          </a:ln>
        </p:spPr>
        <p:txBody>
          <a:bodyPr/>
          <a:p/>
        </p:txBody>
      </p:sp>
      <p:sp>
        <p:nvSpPr>
          <p:cNvPr id="31" name="f174">
            <a:extLst>
              <a:ext uri="{FF2B5EF4-FFF2-40B4-BE49-F238E27FC236}">
                <a16:creationId xmlns:a16="http://schemas.microsoft.com/office/drawing/2014/main" id="{F086FB46-476F-424C-865A-FEE3640BB69C}"/>
              </a:ext>
            </a:extLst>
          </p:cNvPr>
          <p:cNvSpPr>
            <a:spLocks noGrp="1"/>
          </p:cNvSpPr>
          <p:nvPr/>
        </p:nvSpPr>
        <p:spPr>
          <a:xfrm>
            <a:off x="1428750" y="7524750"/>
            <a:ext cx="5381625" cy="95"/>
          </a:xfrm>
          <a:prstGeom prst="line">
            <a:avLst/>
          </a:prstGeom>
          <a:noFill/>
          <a:ln w="28575">
            <a:solidFill>
              <a:srgbClr val="4264D0"/>
            </a:solidFill>
            <a:prstDash val="solid"/>
          </a:ln>
        </p:spPr>
        <p:txBody>
          <a:bodyPr/>
          <a:p/>
        </p:txBody>
      </p:sp>
      <p:sp>
        <p:nvSpPr>
          <p:cNvPr id="84" name="dim_f175">
            <a:extLst>
              <a:ext uri="{FF2B5EF4-FFF2-40B4-BE49-F238E27FC236}">
                <a16:creationId xmlns:a16="http://schemas.microsoft.com/office/drawing/2014/main" id="{E657DBB7-0E07-4C82-B1BE-DA9895AEA06C}"/>
              </a:ext>
            </a:extLst>
          </p:cNvPr>
          <p:cNvSpPr>
            <a:spLocks noGrp="1"/>
          </p:cNvSpPr>
          <p:nvPr/>
        </p:nvSpPr>
        <p:spPr>
          <a:xfrm>
            <a:off x="6810375" y="6172200"/>
            <a:ext cx="95" cy="1352550"/>
          </a:xfrm>
          <a:prstGeom prst="line">
            <a:avLst/>
          </a:prstGeom>
          <a:noFill/>
          <a:ln w="28575">
            <a:solidFill>
              <a:srgbClr val="C7D2EF"/>
            </a:solidFill>
            <a:prstDash val="solid"/>
          </a:ln>
        </p:spPr>
        <p:txBody>
          <a:bodyPr/>
          <a:p/>
        </p:txBody>
      </p:sp>
      <p:sp>
        <p:nvSpPr>
          <p:cNvPr id="32" name="f175">
            <a:extLst>
              <a:ext uri="{FF2B5EF4-FFF2-40B4-BE49-F238E27FC236}">
                <a16:creationId xmlns:a16="http://schemas.microsoft.com/office/drawing/2014/main" id="{E657DBB7-0E07-4C82-B1BE-DA9895AEA06C}"/>
              </a:ext>
            </a:extLst>
          </p:cNvPr>
          <p:cNvSpPr>
            <a:spLocks noGrp="1"/>
          </p:cNvSpPr>
          <p:nvPr/>
        </p:nvSpPr>
        <p:spPr>
          <a:xfrm>
            <a:off x="6810375" y="6172200"/>
            <a:ext cx="95" cy="1352550"/>
          </a:xfrm>
          <a:prstGeom prst="line">
            <a:avLst/>
          </a:prstGeom>
          <a:noFill/>
          <a:ln w="28575">
            <a:solidFill>
              <a:srgbClr val="4264D0"/>
            </a:solidFill>
            <a:prstDash val="solid"/>
          </a:ln>
        </p:spPr>
        <p:txBody>
          <a:bodyPr/>
          <a:p/>
        </p:txBody>
      </p:sp>
      <p:sp>
        <p:nvSpPr>
          <p:cNvPr id="85" name="dim_f176">
            <a:extLst>
              <a:ext uri="{FF2B5EF4-FFF2-40B4-BE49-F238E27FC236}">
                <a16:creationId xmlns:a16="http://schemas.microsoft.com/office/drawing/2014/main" id="{1674C8AA-8714-4825-8D13-1BFD7D7AA969}"/>
              </a:ext>
            </a:extLst>
          </p:cNvPr>
          <p:cNvSpPr>
            <a:spLocks noGrp="1"/>
          </p:cNvSpPr>
          <p:nvPr/>
        </p:nvSpPr>
        <p:spPr>
          <a:xfrm rot="0">
            <a:off x="6753225" y="6057900"/>
            <a:ext cx="114300" cy="114300"/>
          </a:xfrm>
          <a:prstGeom prst="triangle">
            <a:avLst/>
          </a:prstGeom>
          <a:solidFill>
            <a:srgbClr val="C7D2EF"/>
          </a:solidFill>
          <a:ln w="0">
            <a:noFill/>
            <a:prstDash val="solid"/>
          </a:ln>
        </p:spPr>
        <p:txBody>
          <a:bodyPr/>
          <a:p/>
        </p:txBody>
      </p:sp>
      <p:sp>
        <p:nvSpPr>
          <p:cNvPr id="33" name="f176">
            <a:extLst>
              <a:ext uri="{FF2B5EF4-FFF2-40B4-BE49-F238E27FC236}">
                <a16:creationId xmlns:a16="http://schemas.microsoft.com/office/drawing/2014/main" id="{1674C8AA-8714-4825-8D13-1BFD7D7AA969}"/>
              </a:ext>
            </a:extLst>
          </p:cNvPr>
          <p:cNvSpPr>
            <a:spLocks noGrp="1"/>
          </p:cNvSpPr>
          <p:nvPr/>
        </p:nvSpPr>
        <p:spPr>
          <a:xfrm rot="0">
            <a:off x="6753225" y="6057900"/>
            <a:ext cx="114300" cy="114300"/>
          </a:xfrm>
          <a:prstGeom prst="triangle">
            <a:avLst/>
          </a:prstGeom>
          <a:solidFill>
            <a:srgbClr val="4264D0"/>
          </a:solidFill>
          <a:ln w="0">
            <a:noFill/>
            <a:prstDash val="solid"/>
          </a:ln>
        </p:spPr>
        <p:txBody>
          <a:bodyPr/>
          <a:p/>
        </p:txBody>
      </p:sp>
      <p:sp>
        <p:nvSpPr>
          <p:cNvPr id="86" name="dim_f177">
            <a:extLst>
              <a:ext uri="{FF2B5EF4-FFF2-40B4-BE49-F238E27FC236}">
                <a16:creationId xmlns:a16="http://schemas.microsoft.com/office/drawing/2014/main" id="{E96B493D-1AB8-425B-9398-008013999E6E}"/>
              </a:ext>
            </a:extLst>
          </p:cNvPr>
          <p:cNvSpPr>
            <a:spLocks noGrp="1"/>
          </p:cNvSpPr>
          <p:nvPr/>
        </p:nvSpPr>
        <p:spPr>
          <a:xfrm>
            <a:off x="1905000" y="7162800"/>
            <a:ext cx="4476750" cy="304800"/>
          </a:xfrm>
          <a:prstGeom prst="rect">
            <a:avLst/>
          </a:prstGeom>
          <a:noFill/>
          <a:ln w="0">
            <a:noFill/>
            <a:prstDash val="solid"/>
          </a:ln>
        </p:spPr>
        <p:txBody>
          <a:bodyPr wrap="none" lIns="0" tIns="0" rIns="0" bIns="0" anchor="t">
            <a:noAutofit/>
          </a:bodyPr>
          <a:lstStyle>
            <a:defPPr algn="ctr">
              <a:defRPr sz="1575" b="0">
                <a:solidFill>
                  <a:srgbClr val="CBD1DA"/>
                </a:solidFill>
                <a:latin typeface="Arial"/>
                <a:ea typeface="Arial"/>
                <a:cs typeface="Arial"/>
              </a:defRPr>
            </a:defPPr>
            <a:lvl1pPr algn="ctr">
              <a:defRPr sz="1575" b="0">
                <a:solidFill>
                  <a:srgbClr val="CBD1DA"/>
                </a:solidFill>
                <a:latin typeface="Arial"/>
                <a:ea typeface="Arial"/>
                <a:cs typeface="Arial"/>
              </a:defRPr>
            </a:lvl1pPr>
            <a:lvl2pPr algn="ctr">
              <a:defRPr sz="1575" b="0">
                <a:solidFill>
                  <a:srgbClr val="CBD1DA"/>
                </a:solidFill>
                <a:latin typeface="Arial"/>
                <a:ea typeface="Arial"/>
                <a:cs typeface="Arial"/>
              </a:defRPr>
            </a:lvl2pPr>
            <a:lvl3pPr algn="ctr">
              <a:defRPr sz="1575" b="0">
                <a:solidFill>
                  <a:srgbClr val="CBD1DA"/>
                </a:solidFill>
                <a:latin typeface="Arial"/>
                <a:ea typeface="Arial"/>
                <a:cs typeface="Arial"/>
              </a:defRPr>
            </a:lvl3pPr>
            <a:lvl4pPr algn="ctr">
              <a:defRPr sz="1575" b="0">
                <a:solidFill>
                  <a:srgbClr val="CBD1DA"/>
                </a:solidFill>
                <a:latin typeface="Arial"/>
                <a:ea typeface="Arial"/>
                <a:cs typeface="Arial"/>
              </a:defRPr>
            </a:lvl4pPr>
            <a:lvl5pPr algn="ctr">
              <a:defRPr sz="1575" b="0">
                <a:solidFill>
                  <a:srgbClr val="CBD1DA"/>
                </a:solidFill>
                <a:latin typeface="Arial"/>
                <a:ea typeface="Arial"/>
                <a:cs typeface="Arial"/>
              </a:defRPr>
            </a:lvl5pPr>
            <a:lvl6pPr algn="ctr">
              <a:defRPr sz="1575" b="0">
                <a:solidFill>
                  <a:srgbClr val="CBD1DA"/>
                </a:solidFill>
                <a:latin typeface="Arial"/>
                <a:ea typeface="Arial"/>
                <a:cs typeface="Arial"/>
              </a:defRPr>
            </a:lvl6pPr>
            <a:lvl7pPr algn="ctr">
              <a:defRPr sz="1575" b="0">
                <a:solidFill>
                  <a:srgbClr val="CBD1DA"/>
                </a:solidFill>
                <a:latin typeface="Arial"/>
                <a:ea typeface="Arial"/>
                <a:cs typeface="Arial"/>
              </a:defRPr>
            </a:lvl7pPr>
            <a:lvl8pPr algn="ctr">
              <a:defRPr sz="1575" b="0">
                <a:solidFill>
                  <a:srgbClr val="CBD1DA"/>
                </a:solidFill>
                <a:latin typeface="Arial"/>
                <a:ea typeface="Arial"/>
                <a:cs typeface="Arial"/>
              </a:defRPr>
            </a:lvl8pPr>
            <a:lvl9pPr algn="ctr">
              <a:defRPr sz="1575" b="0">
                <a:solidFill>
                  <a:srgbClr val="CBD1DA"/>
                </a:solidFill>
                <a:latin typeface="Arial"/>
                <a:ea typeface="Arial"/>
                <a:cs typeface="Arial"/>
              </a:defRPr>
            </a:lvl9pPr>
          </a:lstStyle>
          <a:p>
            <a:pPr algn="ctr">
              <a:defRPr sz="1575" b="0">
                <a:solidFill>
                  <a:srgbClr val="CBD1DA"/>
                </a:solidFill>
                <a:latin typeface="Arial"/>
                <a:ea typeface="Arial"/>
                <a:cs typeface="Arial"/>
              </a:defRPr>
            </a:pPr>
            <a:r>
              <a:rPr sz="1575" b="0">
                <a:solidFill>
                  <a:srgbClr val="CBD1DA"/>
                </a:solidFill>
                <a:latin typeface="Arial"/>
                <a:ea typeface="Arial"/>
                <a:cs typeface="Arial"/>
              </a:rPr>
              <a:t>Selezione dei frame rilevanti da modificare</a:t>
            </a:r>
          </a:p>
        </p:txBody>
      </p:sp>
      <p:sp>
        <p:nvSpPr>
          <p:cNvPr id="34" name="f177">
            <a:extLst>
              <a:ext uri="{FF2B5EF4-FFF2-40B4-BE49-F238E27FC236}">
                <a16:creationId xmlns:a16="http://schemas.microsoft.com/office/drawing/2014/main" id="{E96B493D-1AB8-425B-9398-008013999E6E}"/>
              </a:ext>
            </a:extLst>
          </p:cNvPr>
          <p:cNvSpPr>
            <a:spLocks noGrp="1"/>
          </p:cNvSpPr>
          <p:nvPr/>
        </p:nvSpPr>
        <p:spPr>
          <a:xfrm>
            <a:off x="1905000" y="7162800"/>
            <a:ext cx="4476750" cy="304800"/>
          </a:xfrm>
          <a:prstGeom prst="rect">
            <a:avLst/>
          </a:prstGeom>
          <a:noFill/>
          <a:ln w="0">
            <a:noFill/>
            <a:prstDash val="solid"/>
          </a:ln>
        </p:spPr>
        <p:txBody>
          <a:bodyPr wrap="none" lIns="0" tIns="0" rIns="0" bIns="0" anchor="t">
            <a:noAutofit/>
          </a:bodyPr>
          <a:lstStyle>
            <a:defPPr algn="ctr">
              <a:defRPr sz="1575" b="0">
                <a:solidFill>
                  <a:srgbClr val="52627B"/>
                </a:solidFill>
                <a:latin typeface="Arial"/>
                <a:ea typeface="Arial"/>
                <a:cs typeface="Arial"/>
              </a:defRPr>
            </a:defPPr>
            <a:lvl1pPr algn="ctr">
              <a:defRPr sz="1575" b="0">
                <a:solidFill>
                  <a:srgbClr val="52627B"/>
                </a:solidFill>
                <a:latin typeface="Arial"/>
                <a:ea typeface="Arial"/>
                <a:cs typeface="Arial"/>
              </a:defRPr>
            </a:lvl1pPr>
            <a:lvl2pPr algn="ctr">
              <a:defRPr sz="1575" b="0">
                <a:solidFill>
                  <a:srgbClr val="52627B"/>
                </a:solidFill>
                <a:latin typeface="Arial"/>
                <a:ea typeface="Arial"/>
                <a:cs typeface="Arial"/>
              </a:defRPr>
            </a:lvl2pPr>
            <a:lvl3pPr algn="ctr">
              <a:defRPr sz="1575" b="0">
                <a:solidFill>
                  <a:srgbClr val="52627B"/>
                </a:solidFill>
                <a:latin typeface="Arial"/>
                <a:ea typeface="Arial"/>
                <a:cs typeface="Arial"/>
              </a:defRPr>
            </a:lvl3pPr>
            <a:lvl4pPr algn="ctr">
              <a:defRPr sz="1575" b="0">
                <a:solidFill>
                  <a:srgbClr val="52627B"/>
                </a:solidFill>
                <a:latin typeface="Arial"/>
                <a:ea typeface="Arial"/>
                <a:cs typeface="Arial"/>
              </a:defRPr>
            </a:lvl4pPr>
            <a:lvl5pPr algn="ctr">
              <a:defRPr sz="1575" b="0">
                <a:solidFill>
                  <a:srgbClr val="52627B"/>
                </a:solidFill>
                <a:latin typeface="Arial"/>
                <a:ea typeface="Arial"/>
                <a:cs typeface="Arial"/>
              </a:defRPr>
            </a:lvl5pPr>
            <a:lvl6pPr algn="ctr">
              <a:defRPr sz="1575" b="0">
                <a:solidFill>
                  <a:srgbClr val="52627B"/>
                </a:solidFill>
                <a:latin typeface="Arial"/>
                <a:ea typeface="Arial"/>
                <a:cs typeface="Arial"/>
              </a:defRPr>
            </a:lvl6pPr>
            <a:lvl7pPr algn="ctr">
              <a:defRPr sz="1575" b="0">
                <a:solidFill>
                  <a:srgbClr val="52627B"/>
                </a:solidFill>
                <a:latin typeface="Arial"/>
                <a:ea typeface="Arial"/>
                <a:cs typeface="Arial"/>
              </a:defRPr>
            </a:lvl7pPr>
            <a:lvl8pPr algn="ctr">
              <a:defRPr sz="1575" b="0">
                <a:solidFill>
                  <a:srgbClr val="52627B"/>
                </a:solidFill>
                <a:latin typeface="Arial"/>
                <a:ea typeface="Arial"/>
                <a:cs typeface="Arial"/>
              </a:defRPr>
            </a:lvl8pPr>
            <a:lvl9pPr algn="ctr">
              <a:defRPr sz="1575" b="0">
                <a:solidFill>
                  <a:srgbClr val="52627B"/>
                </a:solidFill>
                <a:latin typeface="Arial"/>
                <a:ea typeface="Arial"/>
                <a:cs typeface="Arial"/>
              </a:defRPr>
            </a:lvl9pPr>
          </a:lstStyle>
          <a:p>
            <a:pPr algn="ctr">
              <a:defRPr sz="1575" b="0">
                <a:solidFill>
                  <a:srgbClr val="52627B"/>
                </a:solidFill>
                <a:latin typeface="Arial"/>
                <a:ea typeface="Arial"/>
                <a:cs typeface="Arial"/>
              </a:defRPr>
            </a:pPr>
            <a:r>
              <a:rPr sz="1575" b="0">
                <a:solidFill>
                  <a:srgbClr val="52627B"/>
                </a:solidFill>
                <a:latin typeface="Arial"/>
                <a:ea typeface="Arial"/>
                <a:cs typeface="Arial"/>
              </a:rPr>
              <a:t>Selezione dei frame rilevanti da modificare</a:t>
            </a:r>
          </a:p>
        </p:txBody>
      </p:sp>
      <p:sp>
        <p:nvSpPr>
          <p:cNvPr id="87" name="dim_f178">
            <a:extLst>
              <a:ext uri="{FF2B5EF4-FFF2-40B4-BE49-F238E27FC236}">
                <a16:creationId xmlns:a16="http://schemas.microsoft.com/office/drawing/2014/main" id="{D6AA45BA-A915-43F7-9278-1FF1F0091132}"/>
              </a:ext>
            </a:extLst>
          </p:cNvPr>
          <p:cNvSpPr>
            <a:spLocks noGrp="1"/>
          </p:cNvSpPr>
          <p:nvPr/>
        </p:nvSpPr>
        <p:spPr>
          <a:xfrm>
            <a:off x="5200650" y="3343275"/>
            <a:ext cx="2895600" cy="95"/>
          </a:xfrm>
          <a:prstGeom prst="line">
            <a:avLst/>
          </a:prstGeom>
          <a:noFill/>
          <a:ln w="28575">
            <a:solidFill>
              <a:srgbClr val="C7D2EF"/>
            </a:solidFill>
            <a:prstDash val="solid"/>
          </a:ln>
        </p:spPr>
        <p:txBody>
          <a:bodyPr/>
          <a:p/>
        </p:txBody>
      </p:sp>
      <p:sp>
        <p:nvSpPr>
          <p:cNvPr id="35" name="f178">
            <a:extLst>
              <a:ext uri="{FF2B5EF4-FFF2-40B4-BE49-F238E27FC236}">
                <a16:creationId xmlns:a16="http://schemas.microsoft.com/office/drawing/2014/main" id="{D6AA45BA-A915-43F7-9278-1FF1F0091132}"/>
              </a:ext>
            </a:extLst>
          </p:cNvPr>
          <p:cNvSpPr>
            <a:spLocks noGrp="1"/>
          </p:cNvSpPr>
          <p:nvPr/>
        </p:nvSpPr>
        <p:spPr>
          <a:xfrm>
            <a:off x="5200650" y="3343275"/>
            <a:ext cx="2895600" cy="95"/>
          </a:xfrm>
          <a:prstGeom prst="line">
            <a:avLst/>
          </a:prstGeom>
          <a:noFill/>
          <a:ln w="28575">
            <a:solidFill>
              <a:srgbClr val="4264D0"/>
            </a:solidFill>
            <a:prstDash val="solid"/>
          </a:ln>
        </p:spPr>
        <p:txBody>
          <a:bodyPr/>
          <a:p/>
        </p:txBody>
      </p:sp>
      <p:sp>
        <p:nvSpPr>
          <p:cNvPr id="88" name="dim_f179">
            <a:extLst>
              <a:ext uri="{FF2B5EF4-FFF2-40B4-BE49-F238E27FC236}">
                <a16:creationId xmlns:a16="http://schemas.microsoft.com/office/drawing/2014/main" id="{187A2D89-B88C-45AB-99C0-24E13466B66F}"/>
              </a:ext>
            </a:extLst>
          </p:cNvPr>
          <p:cNvSpPr>
            <a:spLocks noGrp="1"/>
          </p:cNvSpPr>
          <p:nvPr/>
        </p:nvSpPr>
        <p:spPr>
          <a:xfrm>
            <a:off x="8096250" y="3343275"/>
            <a:ext cx="95" cy="2228850"/>
          </a:xfrm>
          <a:prstGeom prst="line">
            <a:avLst/>
          </a:prstGeom>
          <a:noFill/>
          <a:ln w="28575">
            <a:solidFill>
              <a:srgbClr val="C7D2EF"/>
            </a:solidFill>
            <a:prstDash val="solid"/>
          </a:ln>
        </p:spPr>
        <p:txBody>
          <a:bodyPr/>
          <a:p/>
        </p:txBody>
      </p:sp>
      <p:sp>
        <p:nvSpPr>
          <p:cNvPr id="36" name="f179">
            <a:extLst>
              <a:ext uri="{FF2B5EF4-FFF2-40B4-BE49-F238E27FC236}">
                <a16:creationId xmlns:a16="http://schemas.microsoft.com/office/drawing/2014/main" id="{187A2D89-B88C-45AB-99C0-24E13466B66F}"/>
              </a:ext>
            </a:extLst>
          </p:cNvPr>
          <p:cNvSpPr>
            <a:spLocks noGrp="1"/>
          </p:cNvSpPr>
          <p:nvPr/>
        </p:nvSpPr>
        <p:spPr>
          <a:xfrm>
            <a:off x="8096250" y="3343275"/>
            <a:ext cx="95" cy="2228850"/>
          </a:xfrm>
          <a:prstGeom prst="line">
            <a:avLst/>
          </a:prstGeom>
          <a:noFill/>
          <a:ln w="28575">
            <a:solidFill>
              <a:srgbClr val="4264D0"/>
            </a:solidFill>
            <a:prstDash val="solid"/>
          </a:ln>
        </p:spPr>
        <p:txBody>
          <a:bodyPr/>
          <a:p/>
        </p:txBody>
      </p:sp>
      <p:sp>
        <p:nvSpPr>
          <p:cNvPr id="89" name="dim_f180">
            <a:extLst>
              <a:ext uri="{FF2B5EF4-FFF2-40B4-BE49-F238E27FC236}">
                <a16:creationId xmlns:a16="http://schemas.microsoft.com/office/drawing/2014/main" id="{D8B15C1C-FFDB-49DE-A6AF-C8D95B720805}"/>
              </a:ext>
            </a:extLst>
          </p:cNvPr>
          <p:cNvSpPr>
            <a:spLocks noGrp="1"/>
          </p:cNvSpPr>
          <p:nvPr/>
        </p:nvSpPr>
        <p:spPr>
          <a:xfrm>
            <a:off x="7839075" y="5572125"/>
            <a:ext cx="257175" cy="95"/>
          </a:xfrm>
          <a:prstGeom prst="line">
            <a:avLst/>
          </a:prstGeom>
          <a:noFill/>
          <a:ln w="28575">
            <a:solidFill>
              <a:srgbClr val="C7D2EF"/>
            </a:solidFill>
            <a:prstDash val="solid"/>
          </a:ln>
        </p:spPr>
        <p:txBody>
          <a:bodyPr/>
          <a:p/>
        </p:txBody>
      </p:sp>
      <p:sp>
        <p:nvSpPr>
          <p:cNvPr id="37" name="f180">
            <a:extLst>
              <a:ext uri="{FF2B5EF4-FFF2-40B4-BE49-F238E27FC236}">
                <a16:creationId xmlns:a16="http://schemas.microsoft.com/office/drawing/2014/main" id="{D8B15C1C-FFDB-49DE-A6AF-C8D95B720805}"/>
              </a:ext>
            </a:extLst>
          </p:cNvPr>
          <p:cNvSpPr>
            <a:spLocks noGrp="1"/>
          </p:cNvSpPr>
          <p:nvPr/>
        </p:nvSpPr>
        <p:spPr>
          <a:xfrm>
            <a:off x="7839075" y="5572125"/>
            <a:ext cx="257175" cy="95"/>
          </a:xfrm>
          <a:prstGeom prst="line">
            <a:avLst/>
          </a:prstGeom>
          <a:noFill/>
          <a:ln w="28575">
            <a:solidFill>
              <a:srgbClr val="4264D0"/>
            </a:solidFill>
            <a:prstDash val="solid"/>
          </a:ln>
        </p:spPr>
        <p:txBody>
          <a:bodyPr/>
          <a:p/>
        </p:txBody>
      </p:sp>
      <p:sp>
        <p:nvSpPr>
          <p:cNvPr id="90" name="dim_f181">
            <a:extLst>
              <a:ext uri="{FF2B5EF4-FFF2-40B4-BE49-F238E27FC236}">
                <a16:creationId xmlns:a16="http://schemas.microsoft.com/office/drawing/2014/main" id="{E67F4B52-FD79-4CB0-9681-CF61A545DA56}"/>
              </a:ext>
            </a:extLst>
          </p:cNvPr>
          <p:cNvSpPr>
            <a:spLocks noGrp="1"/>
          </p:cNvSpPr>
          <p:nvPr/>
        </p:nvSpPr>
        <p:spPr>
          <a:xfrm rot="16200000">
            <a:off x="7724775" y="5514975"/>
            <a:ext cx="114300" cy="114300"/>
          </a:xfrm>
          <a:prstGeom prst="triangle">
            <a:avLst/>
          </a:prstGeom>
          <a:solidFill>
            <a:srgbClr val="C7D2EF"/>
          </a:solidFill>
          <a:ln w="0">
            <a:noFill/>
            <a:prstDash val="solid"/>
          </a:ln>
        </p:spPr>
        <p:txBody>
          <a:bodyPr/>
          <a:p/>
        </p:txBody>
      </p:sp>
      <p:sp>
        <p:nvSpPr>
          <p:cNvPr id="38" name="f181">
            <a:extLst>
              <a:ext uri="{FF2B5EF4-FFF2-40B4-BE49-F238E27FC236}">
                <a16:creationId xmlns:a16="http://schemas.microsoft.com/office/drawing/2014/main" id="{E67F4B52-FD79-4CB0-9681-CF61A545DA56}"/>
              </a:ext>
            </a:extLst>
          </p:cNvPr>
          <p:cNvSpPr>
            <a:spLocks noGrp="1"/>
          </p:cNvSpPr>
          <p:nvPr/>
        </p:nvSpPr>
        <p:spPr>
          <a:xfrm rot="16200000">
            <a:off x="7724775" y="5514975"/>
            <a:ext cx="114300" cy="114300"/>
          </a:xfrm>
          <a:prstGeom prst="triangle">
            <a:avLst/>
          </a:prstGeom>
          <a:solidFill>
            <a:srgbClr val="4264D0"/>
          </a:solidFill>
          <a:ln w="0">
            <a:noFill/>
            <a:prstDash val="solid"/>
          </a:ln>
        </p:spPr>
        <p:txBody>
          <a:bodyPr/>
          <a:p/>
        </p:txBody>
      </p:sp>
      <p:sp>
        <p:nvSpPr>
          <p:cNvPr id="91" name="dim_f182">
            <a:extLst>
              <a:ext uri="{FF2B5EF4-FFF2-40B4-BE49-F238E27FC236}">
                <a16:creationId xmlns:a16="http://schemas.microsoft.com/office/drawing/2014/main" id="{759989F0-EFD3-4463-9B2E-023F73D0057B}"/>
              </a:ext>
            </a:extLst>
          </p:cNvPr>
          <p:cNvSpPr>
            <a:spLocks noGrp="1"/>
          </p:cNvSpPr>
          <p:nvPr/>
        </p:nvSpPr>
        <p:spPr>
          <a:xfrm>
            <a:off x="6810375" y="4476750"/>
            <a:ext cx="95" cy="552450"/>
          </a:xfrm>
          <a:prstGeom prst="line">
            <a:avLst/>
          </a:prstGeom>
          <a:noFill/>
          <a:ln w="28575">
            <a:solidFill>
              <a:srgbClr val="C7D2EF"/>
            </a:solidFill>
            <a:prstDash val="solid"/>
          </a:ln>
        </p:spPr>
        <p:txBody>
          <a:bodyPr/>
          <a:p/>
        </p:txBody>
      </p:sp>
      <p:sp>
        <p:nvSpPr>
          <p:cNvPr id="39" name="f182">
            <a:extLst>
              <a:ext uri="{FF2B5EF4-FFF2-40B4-BE49-F238E27FC236}">
                <a16:creationId xmlns:a16="http://schemas.microsoft.com/office/drawing/2014/main" id="{759989F0-EFD3-4463-9B2E-023F73D0057B}"/>
              </a:ext>
            </a:extLst>
          </p:cNvPr>
          <p:cNvSpPr>
            <a:spLocks noGrp="1"/>
          </p:cNvSpPr>
          <p:nvPr/>
        </p:nvSpPr>
        <p:spPr>
          <a:xfrm>
            <a:off x="6810375" y="4476750"/>
            <a:ext cx="95" cy="552450"/>
          </a:xfrm>
          <a:prstGeom prst="line">
            <a:avLst/>
          </a:prstGeom>
          <a:noFill/>
          <a:ln w="28575">
            <a:solidFill>
              <a:srgbClr val="4264D0"/>
            </a:solidFill>
            <a:prstDash val="solid"/>
          </a:ln>
        </p:spPr>
        <p:txBody>
          <a:bodyPr/>
          <a:p/>
        </p:txBody>
      </p:sp>
      <p:sp>
        <p:nvSpPr>
          <p:cNvPr id="92" name="dim_f183">
            <a:extLst>
              <a:ext uri="{FF2B5EF4-FFF2-40B4-BE49-F238E27FC236}">
                <a16:creationId xmlns:a16="http://schemas.microsoft.com/office/drawing/2014/main" id="{E63C763D-43EF-4733-882A-A627F84B1604}"/>
              </a:ext>
            </a:extLst>
          </p:cNvPr>
          <p:cNvSpPr>
            <a:spLocks noGrp="1"/>
          </p:cNvSpPr>
          <p:nvPr/>
        </p:nvSpPr>
        <p:spPr>
          <a:xfrm rot="0">
            <a:off x="6753225" y="4362450"/>
            <a:ext cx="114300" cy="114300"/>
          </a:xfrm>
          <a:prstGeom prst="triangle">
            <a:avLst/>
          </a:prstGeom>
          <a:solidFill>
            <a:srgbClr val="C7D2EF"/>
          </a:solidFill>
          <a:ln w="0">
            <a:noFill/>
            <a:prstDash val="solid"/>
          </a:ln>
        </p:spPr>
        <p:txBody>
          <a:bodyPr/>
          <a:p/>
        </p:txBody>
      </p:sp>
      <p:sp>
        <p:nvSpPr>
          <p:cNvPr id="40" name="f183">
            <a:extLst>
              <a:ext uri="{FF2B5EF4-FFF2-40B4-BE49-F238E27FC236}">
                <a16:creationId xmlns:a16="http://schemas.microsoft.com/office/drawing/2014/main" id="{E63C763D-43EF-4733-882A-A627F84B1604}"/>
              </a:ext>
            </a:extLst>
          </p:cNvPr>
          <p:cNvSpPr>
            <a:spLocks noGrp="1"/>
          </p:cNvSpPr>
          <p:nvPr/>
        </p:nvSpPr>
        <p:spPr>
          <a:xfrm rot="0">
            <a:off x="6753225" y="4362450"/>
            <a:ext cx="114300" cy="114300"/>
          </a:xfrm>
          <a:prstGeom prst="triangle">
            <a:avLst/>
          </a:prstGeom>
          <a:solidFill>
            <a:srgbClr val="4264D0"/>
          </a:solidFill>
          <a:ln w="0">
            <a:noFill/>
            <a:prstDash val="solid"/>
          </a:ln>
        </p:spPr>
        <p:txBody>
          <a:bodyPr/>
          <a:p/>
        </p:txBody>
      </p:sp>
      <p:sp>
        <p:nvSpPr>
          <p:cNvPr id="93" name="dim_f184">
            <a:extLst>
              <a:ext uri="{FF2B5EF4-FFF2-40B4-BE49-F238E27FC236}">
                <a16:creationId xmlns:a16="http://schemas.microsoft.com/office/drawing/2014/main" id="{2418BC82-1F6F-43AC-8DA5-CA029F5D9B92}"/>
              </a:ext>
            </a:extLst>
          </p:cNvPr>
          <p:cNvSpPr>
            <a:spLocks noGrp="1"/>
          </p:cNvSpPr>
          <p:nvPr/>
        </p:nvSpPr>
        <p:spPr>
          <a:xfrm>
            <a:off x="5572125" y="4010025"/>
            <a:ext cx="266700" cy="95"/>
          </a:xfrm>
          <a:prstGeom prst="line">
            <a:avLst/>
          </a:prstGeom>
          <a:noFill/>
          <a:ln w="28575">
            <a:solidFill>
              <a:srgbClr val="C7D2EF"/>
            </a:solidFill>
            <a:prstDash val="solid"/>
          </a:ln>
        </p:spPr>
        <p:txBody>
          <a:bodyPr/>
          <a:p/>
        </p:txBody>
      </p:sp>
      <p:sp>
        <p:nvSpPr>
          <p:cNvPr id="94" name="dim_f185">
            <a:extLst>
              <a:ext uri="{FF2B5EF4-FFF2-40B4-BE49-F238E27FC236}">
                <a16:creationId xmlns:a16="http://schemas.microsoft.com/office/drawing/2014/main" id="{4164A735-0E79-418B-BCC0-048ABFE025FA}"/>
              </a:ext>
            </a:extLst>
          </p:cNvPr>
          <p:cNvSpPr>
            <a:spLocks noGrp="1"/>
          </p:cNvSpPr>
          <p:nvPr/>
        </p:nvSpPr>
        <p:spPr>
          <a:xfrm>
            <a:off x="5572125" y="4010025"/>
            <a:ext cx="95" cy="800100"/>
          </a:xfrm>
          <a:prstGeom prst="line">
            <a:avLst/>
          </a:prstGeom>
          <a:noFill/>
          <a:ln w="28575">
            <a:solidFill>
              <a:srgbClr val="C7D2EF"/>
            </a:solidFill>
            <a:prstDash val="solid"/>
          </a:ln>
        </p:spPr>
        <p:txBody>
          <a:bodyPr/>
          <a:p/>
        </p:txBody>
      </p:sp>
      <p:sp>
        <p:nvSpPr>
          <p:cNvPr id="95" name="dim_f186">
            <a:extLst>
              <a:ext uri="{FF2B5EF4-FFF2-40B4-BE49-F238E27FC236}">
                <a16:creationId xmlns:a16="http://schemas.microsoft.com/office/drawing/2014/main" id="{E621B0A4-E124-41F9-BF3F-BD26980DCE48}"/>
              </a:ext>
            </a:extLst>
          </p:cNvPr>
          <p:cNvSpPr>
            <a:spLocks noGrp="1"/>
          </p:cNvSpPr>
          <p:nvPr/>
        </p:nvSpPr>
        <p:spPr>
          <a:xfrm>
            <a:off x="5219700" y="4810125"/>
            <a:ext cx="352425" cy="95"/>
          </a:xfrm>
          <a:prstGeom prst="line">
            <a:avLst/>
          </a:prstGeom>
          <a:noFill/>
          <a:ln w="28575">
            <a:solidFill>
              <a:srgbClr val="C7D2EF"/>
            </a:solidFill>
            <a:prstDash val="solid"/>
          </a:ln>
        </p:spPr>
        <p:txBody>
          <a:bodyPr/>
          <a:p/>
        </p:txBody>
      </p:sp>
      <p:sp>
        <p:nvSpPr>
          <p:cNvPr id="96" name="dim_f187">
            <a:extLst>
              <a:ext uri="{FF2B5EF4-FFF2-40B4-BE49-F238E27FC236}">
                <a16:creationId xmlns:a16="http://schemas.microsoft.com/office/drawing/2014/main" id="{7C24E027-ECAD-46F7-8DCB-9C8829F2BB4B}"/>
              </a:ext>
            </a:extLst>
          </p:cNvPr>
          <p:cNvSpPr>
            <a:spLocks noGrp="1"/>
          </p:cNvSpPr>
          <p:nvPr/>
        </p:nvSpPr>
        <p:spPr>
          <a:xfrm rot="16200000">
            <a:off x="5105400" y="4752975"/>
            <a:ext cx="114300" cy="114300"/>
          </a:xfrm>
          <a:prstGeom prst="triangle">
            <a:avLst/>
          </a:prstGeom>
          <a:solidFill>
            <a:srgbClr val="C7D2EF"/>
          </a:solidFill>
          <a:ln w="0">
            <a:noFill/>
            <a:prstDash val="solid"/>
          </a:ln>
        </p:spPr>
        <p:txBody>
          <a:bodyPr/>
          <a:p/>
        </p:txBody>
      </p:sp>
      <p:sp>
        <p:nvSpPr>
          <p:cNvPr id="45" name="f188">
            <a:extLst>
              <a:ext uri="{FF2B5EF4-FFF2-40B4-BE49-F238E27FC236}">
                <a16:creationId xmlns:a16="http://schemas.microsoft.com/office/drawing/2014/main" id="{F4B8E756-B76C-4B86-B251-C5461BB3DA31}"/>
              </a:ext>
            </a:extLst>
          </p:cNvPr>
          <p:cNvSpPr>
            <a:spLocks noGrp="1"/>
          </p:cNvSpPr>
          <p:nvPr/>
        </p:nvSpPr>
        <p:spPr>
          <a:xfrm>
            <a:off x="8420100" y="2686050"/>
            <a:ext cx="5753100" cy="428625"/>
          </a:xfrm>
          <a:prstGeom prst="rect">
            <a:avLst/>
          </a:prstGeom>
          <a:noFill/>
          <a:ln w="0">
            <a:noFill/>
            <a:prstDash val="solid"/>
          </a:ln>
        </p:spPr>
        <p:txBody>
          <a:bodyPr wrap="none" lIns="0" tIns="0" rIns="0" bIns="0" anchor="t">
            <a:noAutofit/>
          </a:bodyPr>
          <a:lstStyle>
            <a:defPPr algn="l">
              <a:defRPr sz="2175" b="1">
                <a:solidFill>
                  <a:srgbClr val="182536"/>
                </a:solidFill>
                <a:latin typeface="Arial"/>
                <a:ea typeface="Arial"/>
                <a:cs typeface="Arial"/>
              </a:defRPr>
            </a:defPPr>
            <a:lvl1pPr algn="l">
              <a:defRPr sz="2175" b="1">
                <a:solidFill>
                  <a:srgbClr val="182536"/>
                </a:solidFill>
                <a:latin typeface="Arial"/>
                <a:ea typeface="Arial"/>
                <a:cs typeface="Arial"/>
              </a:defRPr>
            </a:lvl1pPr>
            <a:lvl2pPr algn="l">
              <a:defRPr sz="2175" b="1">
                <a:solidFill>
                  <a:srgbClr val="182536"/>
                </a:solidFill>
                <a:latin typeface="Arial"/>
                <a:ea typeface="Arial"/>
                <a:cs typeface="Arial"/>
              </a:defRPr>
            </a:lvl2pPr>
            <a:lvl3pPr algn="l">
              <a:defRPr sz="2175" b="1">
                <a:solidFill>
                  <a:srgbClr val="182536"/>
                </a:solidFill>
                <a:latin typeface="Arial"/>
                <a:ea typeface="Arial"/>
                <a:cs typeface="Arial"/>
              </a:defRPr>
            </a:lvl3pPr>
            <a:lvl4pPr algn="l">
              <a:defRPr sz="2175" b="1">
                <a:solidFill>
                  <a:srgbClr val="182536"/>
                </a:solidFill>
                <a:latin typeface="Arial"/>
                <a:ea typeface="Arial"/>
                <a:cs typeface="Arial"/>
              </a:defRPr>
            </a:lvl4pPr>
            <a:lvl5pPr algn="l">
              <a:defRPr sz="2175" b="1">
                <a:solidFill>
                  <a:srgbClr val="182536"/>
                </a:solidFill>
                <a:latin typeface="Arial"/>
                <a:ea typeface="Arial"/>
                <a:cs typeface="Arial"/>
              </a:defRPr>
            </a:lvl5pPr>
            <a:lvl6pPr algn="l">
              <a:defRPr sz="2175" b="1">
                <a:solidFill>
                  <a:srgbClr val="182536"/>
                </a:solidFill>
                <a:latin typeface="Arial"/>
                <a:ea typeface="Arial"/>
                <a:cs typeface="Arial"/>
              </a:defRPr>
            </a:lvl6pPr>
            <a:lvl7pPr algn="l">
              <a:defRPr sz="2175" b="1">
                <a:solidFill>
                  <a:srgbClr val="182536"/>
                </a:solidFill>
                <a:latin typeface="Arial"/>
                <a:ea typeface="Arial"/>
                <a:cs typeface="Arial"/>
              </a:defRPr>
            </a:lvl7pPr>
            <a:lvl8pPr algn="l">
              <a:defRPr sz="2175" b="1">
                <a:solidFill>
                  <a:srgbClr val="182536"/>
                </a:solidFill>
                <a:latin typeface="Arial"/>
                <a:ea typeface="Arial"/>
                <a:cs typeface="Arial"/>
              </a:defRPr>
            </a:lvl8pPr>
            <a:lvl9pPr algn="l">
              <a:defRPr sz="2175" b="1">
                <a:solidFill>
                  <a:srgbClr val="182536"/>
                </a:solidFill>
                <a:latin typeface="Arial"/>
                <a:ea typeface="Arial"/>
                <a:cs typeface="Arial"/>
              </a:defRPr>
            </a:lvl9pPr>
          </a:lstStyle>
          <a:p>
            <a:pPr algn="l">
              <a:defRPr sz="2175" b="1">
                <a:solidFill>
                  <a:srgbClr val="182536"/>
                </a:solidFill>
                <a:latin typeface="Arial"/>
                <a:ea typeface="Arial"/>
                <a:cs typeface="Arial"/>
              </a:defRPr>
            </a:pPr>
            <a:r>
              <a:rPr sz="2175" b="1">
                <a:solidFill>
                  <a:srgbClr val="182536"/>
                </a:solidFill>
                <a:latin typeface="Arial"/>
                <a:ea typeface="Arial"/>
                <a:cs typeface="Arial"/>
              </a:rPr>
              <a:t>Esempi di tre mutazioni</a:t>
            </a:r>
          </a:p>
        </p:txBody>
      </p:sp>
      <p:graphicFrame>
        <p:nvGraphicFramePr>
          <p:cNvPr id="46" name="">
            <a:extLst>
              <a:ext uri="{FF2B5EF4-FFF2-40B4-BE49-F238E27FC236}">
                <a16:creationId xmlns:a16="http://schemas.microsoft.com/office/drawing/2014/main" id="{50F8AB88-FDD7-4FC1-AA5F-5E8306831C88}"/>
              </a:ext>
            </a:extLst>
          </p:cNvPr>
          <p:cNvGraphicFramePr/>
          <p:nvPr/>
        </p:nvGraphicFramePr>
        <p:xfrm>
          <a:off x="8420100" y="3238500"/>
          <a:ext cx="5753100" cy="3371850"/>
        </p:xfrm>
        <a:graphic>
          <a:graphicData uri="http://schemas.openxmlformats.org/drawingml/2006/table">
            <a:tbl>
              <a:tblPr firstRow="0" bandRow="0"/>
              <a:tblGrid>
                <a:gridCol w="2476500"/>
                <a:gridCol w="1352550"/>
                <a:gridCol w="1924050"/>
              </a:tblGrid>
              <a:tr h="514350">
                <a:tc>
                  <a:txBody>
                    <a:bodyPr wrap="none">
                      <a:noAutofit/>
                    </a:bodyPr>
                    <a:lstStyle/>
                    <a:p>
                      <a:pPr algn="l"/>
                      <a:r>
                        <a:rPr sz="1725" b="1">
                          <a:solidFill>
                            <a:srgbClr val="182536"/>
                          </a:solidFill>
                          <a:latin typeface="Arial"/>
                          <a:ea typeface="Arial"/>
                          <a:cs typeface="Arial"/>
                        </a:rPr>
                        <a:t>Mutazione</a:t>
                      </a:r>
                    </a:p>
                  </a:txBody>
                  <a:tcPr marL="171450" marR="171450" marT="76200" marB="76200" anchor="ctr">
                    <a:lnL w="14288">
                      <a:solidFill>
                        <a:srgbClr val="D9E3EF"/>
                      </a:solidFill>
                      <a:prstDash val="solid"/>
                    </a:lnL>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c>
                  <a:txBody>
                    <a:bodyPr wrap="none">
                      <a:noAutofit/>
                    </a:bodyPr>
                    <a:lstStyle/>
                    <a:p>
                      <a:pPr algn="ctr"/>
                      <a:r>
                        <a:rPr sz="1725" b="1">
                          <a:solidFill>
                            <a:srgbClr val="182536"/>
                          </a:solidFill>
                          <a:latin typeface="Arial"/>
                          <a:ea typeface="Arial"/>
                          <a:cs typeface="Arial"/>
                        </a:rPr>
                        <a:t>Originale</a:t>
                      </a:r>
                    </a:p>
                  </a:txBody>
                  <a:tcPr marL="171450" marR="171450" marT="76200" marB="76200" anchor="ctr">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c>
                  <a:txBody>
                    <a:bodyPr wrap="none">
                      <a:noAutofit/>
                    </a:bodyPr>
                    <a:lstStyle/>
                    <a:p>
                      <a:pPr algn="ctr"/>
                      <a:r>
                        <a:rPr sz="1725" b="1">
                          <a:solidFill>
                            <a:srgbClr val="182536"/>
                          </a:solidFill>
                          <a:latin typeface="Arial"/>
                          <a:ea typeface="Arial"/>
                          <a:cs typeface="Arial"/>
                        </a:rPr>
                        <a:t>Mutato</a:t>
                      </a:r>
                    </a:p>
                  </a:txBody>
                  <a:tcPr marL="171450" marR="171450" marT="76200" marB="76200" anchor="ctr">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r>
              <a:tr h="876300">
                <a:tc>
                  <a:txBody>
                    <a:bodyPr wrap="none">
                      <a:noAutofit/>
                    </a:bodyPr>
                    <a:lstStyle/>
                    <a:p>
                      <a:pPr algn="l"/>
                      <a:r>
                        <a:rPr sz="1725" b="0">
                          <a:solidFill>
                            <a:srgbClr val="182536"/>
                          </a:solidFill>
                          <a:latin typeface="Arial"/>
                          <a:ea typeface="Arial"/>
                          <a:cs typeface="Arial"/>
                        </a:rPr>
                        <a:t>NRF: HTTP</a:t>
                      </a:r>
                    </a:p>
                    <a:p>
                      <a:pPr algn="l"/>
                      <a:r>
                        <a:rPr sz="1725" b="0">
                          <a:solidFill>
                            <a:srgbClr val="182536"/>
                          </a:solidFill>
                          <a:latin typeface="Arial"/>
                          <a:ea typeface="Arial"/>
                          <a:cs typeface="Arial"/>
                        </a:rPr>
                        <a:t>200 → 403</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B64B56"/>
                          </a:solidFill>
                          <a:latin typeface="Arial"/>
                          <a:ea typeface="Arial"/>
                          <a:cs typeface="Arial"/>
                        </a:rPr>
                        <a:t>FAIL</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278766"/>
                          </a:solidFill>
                          <a:latin typeface="Arial"/>
                          <a:ea typeface="Arial"/>
                          <a:cs typeface="Arial"/>
                        </a:rPr>
                        <a:t>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1104900">
                <a:tc>
                  <a:txBody>
                    <a:bodyPr wrap="none">
                      <a:noAutofit/>
                    </a:bodyPr>
                    <a:lstStyle/>
                    <a:p>
                      <a:pPr algn="l"/>
                      <a:r>
                        <a:rPr sz="1725" b="0">
                          <a:solidFill>
                            <a:srgbClr val="182536"/>
                          </a:solidFill>
                          <a:latin typeface="Arial"/>
                          <a:ea typeface="Arial"/>
                          <a:cs typeface="Arial"/>
                        </a:rPr>
                        <a:t>AMF A: Intervallo</a:t>
                      </a:r>
                    </a:p>
                    <a:p>
                      <a:pPr algn="l"/>
                      <a:r>
                        <a:rPr sz="1725" b="0">
                          <a:solidFill>
                            <a:srgbClr val="182536"/>
                          </a:solidFill>
                          <a:latin typeface="Arial"/>
                          <a:ea typeface="Arial"/>
                          <a:cs typeface="Arial"/>
                        </a:rPr>
                        <a:t>temporale non</a:t>
                      </a:r>
                    </a:p>
                    <a:p>
                      <a:pPr algn="l"/>
                      <a:r>
                        <a:rPr sz="1725" b="0">
                          <a:solidFill>
                            <a:srgbClr val="182536"/>
                          </a:solidFill>
                          <a:latin typeface="Arial"/>
                          <a:ea typeface="Arial"/>
                          <a:cs typeface="Arial"/>
                        </a:rPr>
                        <a:t>rispettato</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278766"/>
                          </a:solidFill>
                          <a:latin typeface="Arial"/>
                          <a:ea typeface="Arial"/>
                          <a:cs typeface="Arial"/>
                        </a:rPr>
                        <a:t>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B64B56"/>
                          </a:solidFill>
                          <a:latin typeface="Arial"/>
                          <a:ea typeface="Arial"/>
                          <a:cs typeface="Arial"/>
                        </a:rPr>
                        <a:t>FAIL</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876300">
                <a:tc>
                  <a:txBody>
                    <a:bodyPr wrap="none">
                      <a:noAutofit/>
                    </a:bodyPr>
                    <a:lstStyle/>
                    <a:p>
                      <a:pPr algn="l"/>
                      <a:r>
                        <a:rPr sz="1725" b="0">
                          <a:solidFill>
                            <a:srgbClr val="182536"/>
                          </a:solidFill>
                          <a:latin typeface="Arial"/>
                          <a:ea typeface="Arial"/>
                          <a:cs typeface="Arial"/>
                        </a:rPr>
                        <a:t>UPF: F-TEID</a:t>
                      </a:r>
                    </a:p>
                    <a:p>
                      <a:pPr algn="l"/>
                      <a:r>
                        <a:rPr sz="1725" b="0">
                          <a:solidFill>
                            <a:srgbClr val="182536"/>
                          </a:solidFill>
                          <a:latin typeface="Arial"/>
                          <a:ea typeface="Arial"/>
                          <a:cs typeface="Arial"/>
                        </a:rPr>
                        <a:t>rimossi</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278766"/>
                          </a:solidFill>
                          <a:latin typeface="Arial"/>
                          <a:ea typeface="Arial"/>
                          <a:cs typeface="Arial"/>
                        </a:rPr>
                        <a:t>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575" b="1">
                          <a:solidFill>
                            <a:srgbClr val="9D7139"/>
                          </a:solidFill>
                          <a:latin typeface="Arial"/>
                          <a:ea typeface="Arial"/>
                          <a:cs typeface="Arial"/>
                        </a:rPr>
                        <a:t>INCONCLUSIVE</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bl>
          </a:graphicData>
        </a:graphic>
      </p:graphicFrame>
      <p:sp>
        <p:nvSpPr>
          <p:cNvPr id="47" name="f190">
            <a:extLst>
              <a:ext uri="{FF2B5EF4-FFF2-40B4-BE49-F238E27FC236}">
                <a16:creationId xmlns:a16="http://schemas.microsoft.com/office/drawing/2014/main" id="{DB013DA0-C5D0-4312-8ACB-D6EDC95AB21A}"/>
              </a:ext>
            </a:extLst>
          </p:cNvPr>
          <p:cNvSpPr>
            <a:spLocks noGrp="1"/>
          </p:cNvSpPr>
          <p:nvPr/>
        </p:nvSpPr>
        <p:spPr>
          <a:xfrm>
            <a:off x="8420100" y="7038975"/>
            <a:ext cx="2000250" cy="857250"/>
          </a:xfrm>
          <a:prstGeom prst="rect">
            <a:avLst/>
          </a:prstGeom>
          <a:noFill/>
          <a:ln w="0">
            <a:noFill/>
            <a:prstDash val="solid"/>
          </a:ln>
        </p:spPr>
        <p:txBody>
          <a:bodyPr wrap="none" lIns="0" tIns="0" rIns="0" bIns="0" anchor="t">
            <a:noAutofit/>
          </a:bodyPr>
          <a:lstStyle>
            <a:defPPr algn="ctr">
              <a:defRPr sz="5250" b="1">
                <a:solidFill>
                  <a:srgbClr val="4264D0"/>
                </a:solidFill>
                <a:latin typeface="Arial"/>
                <a:ea typeface="Arial"/>
                <a:cs typeface="Arial"/>
              </a:defRPr>
            </a:defPPr>
            <a:lvl1pPr algn="ctr">
              <a:defRPr sz="5250" b="1">
                <a:solidFill>
                  <a:srgbClr val="4264D0"/>
                </a:solidFill>
                <a:latin typeface="Arial"/>
                <a:ea typeface="Arial"/>
                <a:cs typeface="Arial"/>
              </a:defRPr>
            </a:lvl1pPr>
            <a:lvl2pPr algn="ctr">
              <a:defRPr sz="5250" b="1">
                <a:solidFill>
                  <a:srgbClr val="4264D0"/>
                </a:solidFill>
                <a:latin typeface="Arial"/>
                <a:ea typeface="Arial"/>
                <a:cs typeface="Arial"/>
              </a:defRPr>
            </a:lvl2pPr>
            <a:lvl3pPr algn="ctr">
              <a:defRPr sz="5250" b="1">
                <a:solidFill>
                  <a:srgbClr val="4264D0"/>
                </a:solidFill>
                <a:latin typeface="Arial"/>
                <a:ea typeface="Arial"/>
                <a:cs typeface="Arial"/>
              </a:defRPr>
            </a:lvl3pPr>
            <a:lvl4pPr algn="ctr">
              <a:defRPr sz="5250" b="1">
                <a:solidFill>
                  <a:srgbClr val="4264D0"/>
                </a:solidFill>
                <a:latin typeface="Arial"/>
                <a:ea typeface="Arial"/>
                <a:cs typeface="Arial"/>
              </a:defRPr>
            </a:lvl4pPr>
            <a:lvl5pPr algn="ctr">
              <a:defRPr sz="5250" b="1">
                <a:solidFill>
                  <a:srgbClr val="4264D0"/>
                </a:solidFill>
                <a:latin typeface="Arial"/>
                <a:ea typeface="Arial"/>
                <a:cs typeface="Arial"/>
              </a:defRPr>
            </a:lvl5pPr>
            <a:lvl6pPr algn="ctr">
              <a:defRPr sz="5250" b="1">
                <a:solidFill>
                  <a:srgbClr val="4264D0"/>
                </a:solidFill>
                <a:latin typeface="Arial"/>
                <a:ea typeface="Arial"/>
                <a:cs typeface="Arial"/>
              </a:defRPr>
            </a:lvl6pPr>
            <a:lvl7pPr algn="ctr">
              <a:defRPr sz="5250" b="1">
                <a:solidFill>
                  <a:srgbClr val="4264D0"/>
                </a:solidFill>
                <a:latin typeface="Arial"/>
                <a:ea typeface="Arial"/>
                <a:cs typeface="Arial"/>
              </a:defRPr>
            </a:lvl7pPr>
            <a:lvl8pPr algn="ctr">
              <a:defRPr sz="5250" b="1">
                <a:solidFill>
                  <a:srgbClr val="4264D0"/>
                </a:solidFill>
                <a:latin typeface="Arial"/>
                <a:ea typeface="Arial"/>
                <a:cs typeface="Arial"/>
              </a:defRPr>
            </a:lvl8pPr>
            <a:lvl9pPr algn="ctr">
              <a:defRPr sz="5250" b="1">
                <a:solidFill>
                  <a:srgbClr val="4264D0"/>
                </a:solidFill>
                <a:latin typeface="Arial"/>
                <a:ea typeface="Arial"/>
                <a:cs typeface="Arial"/>
              </a:defRPr>
            </a:lvl9pPr>
          </a:lstStyle>
          <a:p>
            <a:pPr algn="ctr">
              <a:defRPr sz="5250" b="1">
                <a:solidFill>
                  <a:srgbClr val="4264D0"/>
                </a:solidFill>
                <a:latin typeface="Arial"/>
                <a:ea typeface="Arial"/>
                <a:cs typeface="Arial"/>
              </a:defRPr>
            </a:pPr>
            <a:r>
              <a:rPr sz="5250" b="1">
                <a:solidFill>
                  <a:srgbClr val="4264D0"/>
                </a:solidFill>
                <a:latin typeface="Arial"/>
                <a:ea typeface="Arial"/>
                <a:cs typeface="Arial"/>
              </a:rPr>
              <a:t>13/13</a:t>
            </a:r>
          </a:p>
        </p:txBody>
      </p:sp>
      <p:sp>
        <p:nvSpPr>
          <p:cNvPr id="48" name="f191">
            <a:extLst>
              <a:ext uri="{FF2B5EF4-FFF2-40B4-BE49-F238E27FC236}">
                <a16:creationId xmlns:a16="http://schemas.microsoft.com/office/drawing/2014/main" id="{DACFD009-A1CE-4BDB-BC6C-FDFB9624D885}"/>
              </a:ext>
            </a:extLst>
          </p:cNvPr>
          <p:cNvSpPr>
            <a:spLocks noGrp="1"/>
          </p:cNvSpPr>
          <p:nvPr/>
        </p:nvSpPr>
        <p:spPr>
          <a:xfrm>
            <a:off x="10572750" y="7105650"/>
            <a:ext cx="3600450" cy="742950"/>
          </a:xfrm>
          <a:prstGeom prst="rect">
            <a:avLst/>
          </a:prstGeom>
          <a:noFill/>
          <a:ln w="0">
            <a:noFill/>
            <a:prstDash val="solid"/>
          </a:ln>
        </p:spPr>
        <p:txBody>
          <a:bodyPr wrap="none" lIns="0" tIns="0" rIns="0" bIns="0" anchor="t">
            <a:noAutofit/>
          </a:bodyPr>
          <a:lstStyle>
            <a:defPPr algn="ctr">
              <a:defRPr sz="2100" b="1">
                <a:solidFill>
                  <a:srgbClr val="182536"/>
                </a:solidFill>
                <a:latin typeface="Arial"/>
                <a:ea typeface="Arial"/>
                <a:cs typeface="Arial"/>
              </a:defRPr>
            </a:defPPr>
            <a:lvl1pPr algn="ctr">
              <a:defRPr sz="2100" b="1">
                <a:solidFill>
                  <a:srgbClr val="182536"/>
                </a:solidFill>
                <a:latin typeface="Arial"/>
                <a:ea typeface="Arial"/>
                <a:cs typeface="Arial"/>
              </a:defRPr>
            </a:lvl1pPr>
            <a:lvl2pPr algn="ctr">
              <a:defRPr sz="2100" b="1">
                <a:solidFill>
                  <a:srgbClr val="182536"/>
                </a:solidFill>
                <a:latin typeface="Arial"/>
                <a:ea typeface="Arial"/>
                <a:cs typeface="Arial"/>
              </a:defRPr>
            </a:lvl2pPr>
            <a:lvl3pPr algn="ctr">
              <a:defRPr sz="2100" b="1">
                <a:solidFill>
                  <a:srgbClr val="182536"/>
                </a:solidFill>
                <a:latin typeface="Arial"/>
                <a:ea typeface="Arial"/>
                <a:cs typeface="Arial"/>
              </a:defRPr>
            </a:lvl3pPr>
            <a:lvl4pPr algn="ctr">
              <a:defRPr sz="2100" b="1">
                <a:solidFill>
                  <a:srgbClr val="182536"/>
                </a:solidFill>
                <a:latin typeface="Arial"/>
                <a:ea typeface="Arial"/>
                <a:cs typeface="Arial"/>
              </a:defRPr>
            </a:lvl4pPr>
            <a:lvl5pPr algn="ctr">
              <a:defRPr sz="2100" b="1">
                <a:solidFill>
                  <a:srgbClr val="182536"/>
                </a:solidFill>
                <a:latin typeface="Arial"/>
                <a:ea typeface="Arial"/>
                <a:cs typeface="Arial"/>
              </a:defRPr>
            </a:lvl5pPr>
            <a:lvl6pPr algn="ctr">
              <a:defRPr sz="2100" b="1">
                <a:solidFill>
                  <a:srgbClr val="182536"/>
                </a:solidFill>
                <a:latin typeface="Arial"/>
                <a:ea typeface="Arial"/>
                <a:cs typeface="Arial"/>
              </a:defRPr>
            </a:lvl6pPr>
            <a:lvl7pPr algn="ctr">
              <a:defRPr sz="2100" b="1">
                <a:solidFill>
                  <a:srgbClr val="182536"/>
                </a:solidFill>
                <a:latin typeface="Arial"/>
                <a:ea typeface="Arial"/>
                <a:cs typeface="Arial"/>
              </a:defRPr>
            </a:lvl7pPr>
            <a:lvl8pPr algn="ctr">
              <a:defRPr sz="2100" b="1">
                <a:solidFill>
                  <a:srgbClr val="182536"/>
                </a:solidFill>
                <a:latin typeface="Arial"/>
                <a:ea typeface="Arial"/>
                <a:cs typeface="Arial"/>
              </a:defRPr>
            </a:lvl8pPr>
            <a:lvl9pPr algn="ctr">
              <a:defRPr sz="2100" b="1">
                <a:solidFill>
                  <a:srgbClr val="182536"/>
                </a:solidFill>
                <a:latin typeface="Arial"/>
                <a:ea typeface="Arial"/>
                <a:cs typeface="Arial"/>
              </a:defRPr>
            </a:lvl9pPr>
          </a:lstStyle>
          <a:p>
            <a:pPr algn="ctr">
              <a:defRPr sz="2100" b="1">
                <a:solidFill>
                  <a:srgbClr val="182536"/>
                </a:solidFill>
                <a:latin typeface="Arial"/>
                <a:ea typeface="Arial"/>
                <a:cs typeface="Arial"/>
              </a:defRPr>
            </a:pPr>
            <a:r>
              <a:rPr sz="2100" b="1">
                <a:solidFill>
                  <a:srgbClr val="182536"/>
                </a:solidFill>
                <a:latin typeface="Arial"/>
                <a:ea typeface="Arial"/>
                <a:cs typeface="Arial"/>
              </a:rPr>
              <a:t>scenari completati</a:t>
            </a:r>
          </a:p>
          <a:p>
            <a:pPr algn="ctr">
              <a:defRPr sz="2100" b="1">
                <a:solidFill>
                  <a:srgbClr val="182536"/>
                </a:solidFill>
                <a:latin typeface="Arial"/>
                <a:ea typeface="Arial"/>
                <a:cs typeface="Arial"/>
              </a:defRPr>
            </a:pPr>
            <a:r>
              <a:rPr sz="2100" b="1">
                <a:solidFill>
                  <a:srgbClr val="182536"/>
                </a:solidFill>
                <a:latin typeface="Arial"/>
                <a:ea typeface="Arial"/>
                <a:cs typeface="Arial"/>
              </a:rPr>
              <a:t>con verdetto atteso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9" name="f144">
            <a:extLst>
              <a:ext uri="{FF2B5EF4-FFF2-40B4-BE49-F238E27FC236}">
                <a16:creationId xmlns:a16="http://schemas.microsoft.com/office/drawing/2014/main" id="{1DDDF487-2240-452D-B61B-A2775F0C8F31}"/>
              </a:ext>
            </a:extLst>
          </p:cNvPr>
          <p:cNvSpPr>
            <a:spLocks noGrp="1"/>
          </p:cNvSpPr>
          <p:nvPr/>
        </p:nvSpPr>
        <p:spPr>
          <a:xfrm>
            <a:off x="1066800" y="666750"/>
            <a:ext cx="10953750" cy="285750"/>
          </a:xfrm>
          <a:prstGeom prst="rect">
            <a:avLst/>
          </a:prstGeom>
          <a:noFill/>
          <a:ln w="0">
            <a:noFill/>
            <a:prstDash val="solid"/>
          </a:ln>
        </p:spPr>
        <p:txBody>
          <a:bodyPr wrap="none" lIns="0" tIns="0" rIns="0" bIns="0" anchor="t">
            <a:noAutofit/>
          </a:bodyPr>
          <a:lstStyle>
            <a:defPPr algn="l">
              <a:defRPr sz="1500" b="0">
                <a:solidFill>
                  <a:srgbClr val="52627B"/>
                </a:solidFill>
                <a:latin typeface="Arial"/>
                <a:ea typeface="Arial"/>
                <a:cs typeface="Arial"/>
              </a:defRPr>
            </a:defPPr>
            <a:lvl1pPr algn="l">
              <a:defRPr sz="1500" b="0">
                <a:solidFill>
                  <a:srgbClr val="52627B"/>
                </a:solidFill>
                <a:latin typeface="Arial"/>
                <a:ea typeface="Arial"/>
                <a:cs typeface="Arial"/>
              </a:defRPr>
            </a:lvl1pPr>
            <a:lvl2pPr algn="l">
              <a:defRPr sz="1500" b="0">
                <a:solidFill>
                  <a:srgbClr val="52627B"/>
                </a:solidFill>
                <a:latin typeface="Arial"/>
                <a:ea typeface="Arial"/>
                <a:cs typeface="Arial"/>
              </a:defRPr>
            </a:lvl2pPr>
            <a:lvl3pPr algn="l">
              <a:defRPr sz="1500" b="0">
                <a:solidFill>
                  <a:srgbClr val="52627B"/>
                </a:solidFill>
                <a:latin typeface="Arial"/>
                <a:ea typeface="Arial"/>
                <a:cs typeface="Arial"/>
              </a:defRPr>
            </a:lvl3pPr>
            <a:lvl4pPr algn="l">
              <a:defRPr sz="1500" b="0">
                <a:solidFill>
                  <a:srgbClr val="52627B"/>
                </a:solidFill>
                <a:latin typeface="Arial"/>
                <a:ea typeface="Arial"/>
                <a:cs typeface="Arial"/>
              </a:defRPr>
            </a:lvl4pPr>
            <a:lvl5pPr algn="l">
              <a:defRPr sz="1500" b="0">
                <a:solidFill>
                  <a:srgbClr val="52627B"/>
                </a:solidFill>
                <a:latin typeface="Arial"/>
                <a:ea typeface="Arial"/>
                <a:cs typeface="Arial"/>
              </a:defRPr>
            </a:lvl5pPr>
            <a:lvl6pPr algn="l">
              <a:defRPr sz="1500" b="0">
                <a:solidFill>
                  <a:srgbClr val="52627B"/>
                </a:solidFill>
                <a:latin typeface="Arial"/>
                <a:ea typeface="Arial"/>
                <a:cs typeface="Arial"/>
              </a:defRPr>
            </a:lvl6pPr>
            <a:lvl7pPr algn="l">
              <a:defRPr sz="1500" b="0">
                <a:solidFill>
                  <a:srgbClr val="52627B"/>
                </a:solidFill>
                <a:latin typeface="Arial"/>
                <a:ea typeface="Arial"/>
                <a:cs typeface="Arial"/>
              </a:defRPr>
            </a:lvl7pPr>
            <a:lvl8pPr algn="l">
              <a:defRPr sz="1500" b="0">
                <a:solidFill>
                  <a:srgbClr val="52627B"/>
                </a:solidFill>
                <a:latin typeface="Arial"/>
                <a:ea typeface="Arial"/>
                <a:cs typeface="Arial"/>
              </a:defRPr>
            </a:lvl8pPr>
            <a:lvl9pPr algn="l">
              <a:defRPr sz="1500" b="0">
                <a:solidFill>
                  <a:srgbClr val="52627B"/>
                </a:solidFill>
                <a:latin typeface="Arial"/>
                <a:ea typeface="Arial"/>
                <a:cs typeface="Arial"/>
              </a:defRPr>
            </a:lvl9pPr>
          </a:lstStyle>
          <a:p>
            <a:pPr algn="l">
              <a:defRPr sz="1500" b="0">
                <a:solidFill>
                  <a:srgbClr val="52627B"/>
                </a:solidFill>
                <a:latin typeface="Arial"/>
                <a:ea typeface="Arial"/>
                <a:cs typeface="Arial"/>
              </a:defRPr>
            </a:pPr>
            <a:r>
              <a:rPr sz="1500" b="0">
                <a:solidFill>
                  <a:srgbClr val="52627B"/>
                </a:solidFill>
                <a:latin typeface="Arial"/>
                <a:ea typeface="Arial"/>
                <a:cs typeface="Arial"/>
              </a:rPr>
              <a:t>VALUTAZIONE</a:t>
            </a:r>
          </a:p>
        </p:txBody>
      </p:sp>
      <p:sp>
        <p:nvSpPr>
          <p:cNvPr id="2" name="f145">
            <a:extLst>
              <a:ext uri="{FF2B5EF4-FFF2-40B4-BE49-F238E27FC236}">
                <a16:creationId xmlns:a16="http://schemas.microsoft.com/office/drawing/2014/main" id="{AFA9F55E-E6E1-4D8D-BADA-103EC1F974F9}"/>
              </a:ext>
            </a:extLst>
          </p:cNvPr>
          <p:cNvSpPr>
            <a:spLocks noGrp="1"/>
          </p:cNvSpPr>
          <p:nvPr/>
        </p:nvSpPr>
        <p:spPr>
          <a:xfrm>
            <a:off x="12858750" y="666750"/>
            <a:ext cx="1314450" cy="285750"/>
          </a:xfrm>
          <a:prstGeom prst="rect">
            <a:avLst/>
          </a:prstGeom>
          <a:noFill/>
          <a:ln w="0">
            <a:noFill/>
            <a:prstDash val="solid"/>
          </a:ln>
        </p:spPr>
        <p:txBody>
          <a:bodyPr wrap="none" lIns="0" tIns="0" rIns="0" bIns="0" anchor="t">
            <a:noAutofit/>
          </a:bodyPr>
          <a:lstStyle>
            <a:defPPr algn="r">
              <a:defRPr sz="1350" b="0">
                <a:solidFill>
                  <a:srgbClr val="52627B"/>
                </a:solidFill>
                <a:latin typeface="Arial"/>
                <a:ea typeface="Arial"/>
                <a:cs typeface="Arial"/>
              </a:defRPr>
            </a:defPPr>
            <a:lvl1pPr algn="r">
              <a:defRPr sz="1350" b="0">
                <a:solidFill>
                  <a:srgbClr val="52627B"/>
                </a:solidFill>
                <a:latin typeface="Arial"/>
                <a:ea typeface="Arial"/>
                <a:cs typeface="Arial"/>
              </a:defRPr>
            </a:lvl1pPr>
            <a:lvl2pPr algn="r">
              <a:defRPr sz="1350" b="0">
                <a:solidFill>
                  <a:srgbClr val="52627B"/>
                </a:solidFill>
                <a:latin typeface="Arial"/>
                <a:ea typeface="Arial"/>
                <a:cs typeface="Arial"/>
              </a:defRPr>
            </a:lvl2pPr>
            <a:lvl3pPr algn="r">
              <a:defRPr sz="1350" b="0">
                <a:solidFill>
                  <a:srgbClr val="52627B"/>
                </a:solidFill>
                <a:latin typeface="Arial"/>
                <a:ea typeface="Arial"/>
                <a:cs typeface="Arial"/>
              </a:defRPr>
            </a:lvl3pPr>
            <a:lvl4pPr algn="r">
              <a:defRPr sz="1350" b="0">
                <a:solidFill>
                  <a:srgbClr val="52627B"/>
                </a:solidFill>
                <a:latin typeface="Arial"/>
                <a:ea typeface="Arial"/>
                <a:cs typeface="Arial"/>
              </a:defRPr>
            </a:lvl4pPr>
            <a:lvl5pPr algn="r">
              <a:defRPr sz="1350" b="0">
                <a:solidFill>
                  <a:srgbClr val="52627B"/>
                </a:solidFill>
                <a:latin typeface="Arial"/>
                <a:ea typeface="Arial"/>
                <a:cs typeface="Arial"/>
              </a:defRPr>
            </a:lvl5pPr>
            <a:lvl6pPr algn="r">
              <a:defRPr sz="1350" b="0">
                <a:solidFill>
                  <a:srgbClr val="52627B"/>
                </a:solidFill>
                <a:latin typeface="Arial"/>
                <a:ea typeface="Arial"/>
                <a:cs typeface="Arial"/>
              </a:defRPr>
            </a:lvl6pPr>
            <a:lvl7pPr algn="r">
              <a:defRPr sz="1350" b="0">
                <a:solidFill>
                  <a:srgbClr val="52627B"/>
                </a:solidFill>
                <a:latin typeface="Arial"/>
                <a:ea typeface="Arial"/>
                <a:cs typeface="Arial"/>
              </a:defRPr>
            </a:lvl7pPr>
            <a:lvl8pPr algn="r">
              <a:defRPr sz="1350" b="0">
                <a:solidFill>
                  <a:srgbClr val="52627B"/>
                </a:solidFill>
                <a:latin typeface="Arial"/>
                <a:ea typeface="Arial"/>
                <a:cs typeface="Arial"/>
              </a:defRPr>
            </a:lvl8pPr>
            <a:lvl9pPr algn="r">
              <a:defRPr sz="1350" b="0">
                <a:solidFill>
                  <a:srgbClr val="52627B"/>
                </a:solidFill>
                <a:latin typeface="Arial"/>
                <a:ea typeface="Arial"/>
                <a:cs typeface="Arial"/>
              </a:defRPr>
            </a:lvl9pPr>
          </a:lstStyle>
          <a:p>
            <a:pPr algn="r">
              <a:defRPr sz="1350" b="0">
                <a:solidFill>
                  <a:srgbClr val="52627B"/>
                </a:solidFill>
                <a:latin typeface="Arial"/>
                <a:ea typeface="Arial"/>
                <a:cs typeface="Arial"/>
              </a:defRPr>
            </a:pPr>
            <a:r>
              <a:rPr sz="1350" b="0">
                <a:solidFill>
                  <a:srgbClr val="52627B"/>
                </a:solidFill>
                <a:latin typeface="Arial"/>
                <a:ea typeface="Arial"/>
                <a:cs typeface="Arial"/>
              </a:rPr>
              <a:t>07 / 09</a:t>
            </a:r>
          </a:p>
        </p:txBody>
      </p:sp>
      <p:sp>
        <p:nvSpPr>
          <p:cNvPr id="3" name="f146">
            <a:extLst>
              <a:ext uri="{FF2B5EF4-FFF2-40B4-BE49-F238E27FC236}">
                <a16:creationId xmlns:a16="http://schemas.microsoft.com/office/drawing/2014/main" id="{89C89C12-B965-46E7-A9F2-3925BFF74009}"/>
              </a:ext>
            </a:extLst>
          </p:cNvPr>
          <p:cNvSpPr>
            <a:spLocks noGrp="1"/>
          </p:cNvSpPr>
          <p:nvPr/>
        </p:nvSpPr>
        <p:spPr>
          <a:xfrm>
            <a:off x="1066800" y="1200150"/>
            <a:ext cx="13106400" cy="723900"/>
          </a:xfrm>
          <a:prstGeom prst="rect">
            <a:avLst/>
          </a:prstGeom>
          <a:noFill/>
          <a:ln w="0">
            <a:noFill/>
            <a:prstDash val="solid"/>
          </a:ln>
        </p:spPr>
        <p:txBody>
          <a:bodyPr wrap="none" lIns="0" tIns="0" rIns="0" bIns="0" anchor="t">
            <a:noAutofit/>
          </a:bodyPr>
          <a:lstStyle>
            <a:defPPr algn="l">
              <a:defRPr sz="4050" b="1">
                <a:solidFill>
                  <a:srgbClr val="182536"/>
                </a:solidFill>
                <a:latin typeface="Arial"/>
                <a:ea typeface="Arial"/>
                <a:cs typeface="Arial"/>
              </a:defRPr>
            </a:defPPr>
            <a:lvl1pPr algn="l">
              <a:defRPr sz="4050" b="1">
                <a:solidFill>
                  <a:srgbClr val="182536"/>
                </a:solidFill>
                <a:latin typeface="Arial"/>
                <a:ea typeface="Arial"/>
                <a:cs typeface="Arial"/>
              </a:defRPr>
            </a:lvl1pPr>
            <a:lvl2pPr algn="l">
              <a:defRPr sz="4050" b="1">
                <a:solidFill>
                  <a:srgbClr val="182536"/>
                </a:solidFill>
                <a:latin typeface="Arial"/>
                <a:ea typeface="Arial"/>
                <a:cs typeface="Arial"/>
              </a:defRPr>
            </a:lvl2pPr>
            <a:lvl3pPr algn="l">
              <a:defRPr sz="4050" b="1">
                <a:solidFill>
                  <a:srgbClr val="182536"/>
                </a:solidFill>
                <a:latin typeface="Arial"/>
                <a:ea typeface="Arial"/>
                <a:cs typeface="Arial"/>
              </a:defRPr>
            </a:lvl3pPr>
            <a:lvl4pPr algn="l">
              <a:defRPr sz="4050" b="1">
                <a:solidFill>
                  <a:srgbClr val="182536"/>
                </a:solidFill>
                <a:latin typeface="Arial"/>
                <a:ea typeface="Arial"/>
                <a:cs typeface="Arial"/>
              </a:defRPr>
            </a:lvl4pPr>
            <a:lvl5pPr algn="l">
              <a:defRPr sz="4050" b="1">
                <a:solidFill>
                  <a:srgbClr val="182536"/>
                </a:solidFill>
                <a:latin typeface="Arial"/>
                <a:ea typeface="Arial"/>
                <a:cs typeface="Arial"/>
              </a:defRPr>
            </a:lvl5pPr>
            <a:lvl6pPr algn="l">
              <a:defRPr sz="4050" b="1">
                <a:solidFill>
                  <a:srgbClr val="182536"/>
                </a:solidFill>
                <a:latin typeface="Arial"/>
                <a:ea typeface="Arial"/>
                <a:cs typeface="Arial"/>
              </a:defRPr>
            </a:lvl6pPr>
            <a:lvl7pPr algn="l">
              <a:defRPr sz="4050" b="1">
                <a:solidFill>
                  <a:srgbClr val="182536"/>
                </a:solidFill>
                <a:latin typeface="Arial"/>
                <a:ea typeface="Arial"/>
                <a:cs typeface="Arial"/>
              </a:defRPr>
            </a:lvl7pPr>
            <a:lvl8pPr algn="l">
              <a:defRPr sz="4050" b="1">
                <a:solidFill>
                  <a:srgbClr val="182536"/>
                </a:solidFill>
                <a:latin typeface="Arial"/>
                <a:ea typeface="Arial"/>
                <a:cs typeface="Arial"/>
              </a:defRPr>
            </a:lvl8pPr>
            <a:lvl9pPr algn="l">
              <a:defRPr sz="4050" b="1">
                <a:solidFill>
                  <a:srgbClr val="182536"/>
                </a:solidFill>
                <a:latin typeface="Arial"/>
                <a:ea typeface="Arial"/>
                <a:cs typeface="Arial"/>
              </a:defRPr>
            </a:lvl9pPr>
          </a:lstStyle>
          <a:p>
            <a:pPr algn="l">
              <a:defRPr sz="4050" b="1">
                <a:solidFill>
                  <a:srgbClr val="182536"/>
                </a:solidFill>
                <a:latin typeface="Arial"/>
                <a:ea typeface="Arial"/>
                <a:cs typeface="Arial"/>
              </a:defRPr>
            </a:pPr>
            <a:r>
              <a:rPr sz="4050" b="1">
                <a:solidFill>
                  <a:srgbClr val="182536"/>
                </a:solidFill>
                <a:latin typeface="Arial"/>
                <a:ea typeface="Arial"/>
                <a:cs typeface="Arial"/>
              </a:rPr>
              <a:t>Mutation testing</a:t>
            </a:r>
          </a:p>
        </p:txBody>
      </p:sp>
      <p:sp>
        <p:nvSpPr>
          <p:cNvPr id="4" name="f147">
            <a:extLst>
              <a:ext uri="{FF2B5EF4-FFF2-40B4-BE49-F238E27FC236}">
                <a16:creationId xmlns:a16="http://schemas.microsoft.com/office/drawing/2014/main" id="{8E96D920-3FC0-489C-9337-34D1D91D4B6B}"/>
              </a:ext>
            </a:extLst>
          </p:cNvPr>
          <p:cNvSpPr>
            <a:spLocks noGrp="1"/>
          </p:cNvSpPr>
          <p:nvPr/>
        </p:nvSpPr>
        <p:spPr>
          <a:xfrm>
            <a:off x="1066800" y="2000250"/>
            <a:ext cx="13106400" cy="438150"/>
          </a:xfrm>
          <a:prstGeom prst="rect">
            <a:avLst/>
          </a:prstGeom>
          <a:noFill/>
          <a:ln w="0">
            <a:noFill/>
            <a:prstDash val="solid"/>
          </a:ln>
        </p:spPr>
        <p:txBody>
          <a:bodyPr wrap="none" lIns="0" tIns="0" rIns="0" bIns="0" anchor="t">
            <a:noAutofit/>
          </a:bodyPr>
          <a:lstStyle>
            <a:defPPr algn="l">
              <a:defRPr sz="2025" b="0">
                <a:solidFill>
                  <a:srgbClr val="52627B"/>
                </a:solidFill>
                <a:latin typeface="Arial"/>
                <a:ea typeface="Arial"/>
                <a:cs typeface="Arial"/>
              </a:defRPr>
            </a:defPPr>
            <a:lvl1pPr algn="l">
              <a:defRPr sz="2025" b="0">
                <a:solidFill>
                  <a:srgbClr val="52627B"/>
                </a:solidFill>
                <a:latin typeface="Arial"/>
                <a:ea typeface="Arial"/>
                <a:cs typeface="Arial"/>
              </a:defRPr>
            </a:lvl1pPr>
            <a:lvl2pPr algn="l">
              <a:defRPr sz="2025" b="0">
                <a:solidFill>
                  <a:srgbClr val="52627B"/>
                </a:solidFill>
                <a:latin typeface="Arial"/>
                <a:ea typeface="Arial"/>
                <a:cs typeface="Arial"/>
              </a:defRPr>
            </a:lvl2pPr>
            <a:lvl3pPr algn="l">
              <a:defRPr sz="2025" b="0">
                <a:solidFill>
                  <a:srgbClr val="52627B"/>
                </a:solidFill>
                <a:latin typeface="Arial"/>
                <a:ea typeface="Arial"/>
                <a:cs typeface="Arial"/>
              </a:defRPr>
            </a:lvl3pPr>
            <a:lvl4pPr algn="l">
              <a:defRPr sz="2025" b="0">
                <a:solidFill>
                  <a:srgbClr val="52627B"/>
                </a:solidFill>
                <a:latin typeface="Arial"/>
                <a:ea typeface="Arial"/>
                <a:cs typeface="Arial"/>
              </a:defRPr>
            </a:lvl4pPr>
            <a:lvl5pPr algn="l">
              <a:defRPr sz="2025" b="0">
                <a:solidFill>
                  <a:srgbClr val="52627B"/>
                </a:solidFill>
                <a:latin typeface="Arial"/>
                <a:ea typeface="Arial"/>
                <a:cs typeface="Arial"/>
              </a:defRPr>
            </a:lvl5pPr>
            <a:lvl6pPr algn="l">
              <a:defRPr sz="2025" b="0">
                <a:solidFill>
                  <a:srgbClr val="52627B"/>
                </a:solidFill>
                <a:latin typeface="Arial"/>
                <a:ea typeface="Arial"/>
                <a:cs typeface="Arial"/>
              </a:defRPr>
            </a:lvl6pPr>
            <a:lvl7pPr algn="l">
              <a:defRPr sz="2025" b="0">
                <a:solidFill>
                  <a:srgbClr val="52627B"/>
                </a:solidFill>
                <a:latin typeface="Arial"/>
                <a:ea typeface="Arial"/>
                <a:cs typeface="Arial"/>
              </a:defRPr>
            </a:lvl7pPr>
            <a:lvl8pPr algn="l">
              <a:defRPr sz="2025" b="0">
                <a:solidFill>
                  <a:srgbClr val="52627B"/>
                </a:solidFill>
                <a:latin typeface="Arial"/>
                <a:ea typeface="Arial"/>
                <a:cs typeface="Arial"/>
              </a:defRPr>
            </a:lvl8pPr>
            <a:lvl9pPr algn="l">
              <a:defRPr sz="2025" b="0">
                <a:solidFill>
                  <a:srgbClr val="52627B"/>
                </a:solidFill>
                <a:latin typeface="Arial"/>
                <a:ea typeface="Arial"/>
                <a:cs typeface="Arial"/>
              </a:defRPr>
            </a:lvl9pPr>
          </a:lstStyle>
          <a:p>
            <a:pPr algn="l">
              <a:defRPr sz="2025" b="0">
                <a:solidFill>
                  <a:srgbClr val="52627B"/>
                </a:solidFill>
                <a:latin typeface="Arial"/>
                <a:ea typeface="Arial"/>
                <a:cs typeface="Arial"/>
              </a:defRPr>
            </a:pPr>
            <a:r>
              <a:rPr sz="2025" b="0">
                <a:solidFill>
                  <a:srgbClr val="52627B"/>
                </a:solidFill>
                <a:latin typeface="Arial"/>
                <a:ea typeface="Arial"/>
                <a:cs typeface="Arial"/>
              </a:rPr>
              <a:t>Mutazioni controllate sul PCAP originale e verifica mediante la stessa pipeline e le stesse regole DSL.</a:t>
            </a:r>
          </a:p>
        </p:txBody>
      </p:sp>
      <p:sp>
        <p:nvSpPr>
          <p:cNvPr id="50" name="dim_f148">
            <a:extLst>
              <a:ext uri="{FF2B5EF4-FFF2-40B4-BE49-F238E27FC236}">
                <a16:creationId xmlns:a16="http://schemas.microsoft.com/office/drawing/2014/main" id="{26586A5C-9C2C-4E52-AEDD-8F92C8E40361}"/>
              </a:ext>
            </a:extLst>
          </p:cNvPr>
          <p:cNvSpPr>
            <a:spLocks noGrp="1"/>
          </p:cNvSpPr>
          <p:nvPr/>
        </p:nvSpPr>
        <p:spPr>
          <a:xfrm>
            <a:off x="571500" y="3048000"/>
            <a:ext cx="1428750" cy="590550"/>
          </a:xfrm>
          <a:prstGeom prst="roundRect">
            <a:avLst>
              <a:gd name="adj" fmla="val 19355"/>
            </a:avLst>
          </a:prstGeom>
          <a:solidFill>
            <a:srgbClr val="F2F6FA"/>
          </a:solidFill>
          <a:ln w="17145">
            <a:solidFill>
              <a:srgbClr val="ECF1F6"/>
            </a:solidFill>
            <a:prstDash val="solid"/>
          </a:ln>
        </p:spPr>
        <p:txBody>
          <a:bodyPr/>
          <a:p/>
        </p:txBody>
      </p:sp>
      <p:sp>
        <p:nvSpPr>
          <p:cNvPr id="51" name="phaseC_f148">
            <a:extLst>
              <a:ext uri="{FF2B5EF4-FFF2-40B4-BE49-F238E27FC236}">
                <a16:creationId xmlns:a16="http://schemas.microsoft.com/office/drawing/2014/main" id="{26586A5C-9C2C-4E52-AEDD-8F92C8E40361}"/>
              </a:ext>
            </a:extLst>
          </p:cNvPr>
          <p:cNvSpPr>
            <a:spLocks noGrp="1"/>
          </p:cNvSpPr>
          <p:nvPr/>
        </p:nvSpPr>
        <p:spPr>
          <a:xfrm>
            <a:off x="571500" y="3048000"/>
            <a:ext cx="1428750" cy="590550"/>
          </a:xfrm>
          <a:prstGeom prst="roundRect">
            <a:avLst>
              <a:gd name="adj" fmla="val 19355"/>
            </a:avLst>
          </a:prstGeom>
          <a:solidFill>
            <a:srgbClr val="F0F4FF"/>
          </a:solidFill>
          <a:ln w="20955">
            <a:solidFill>
              <a:srgbClr val="D9E3EF"/>
            </a:solidFill>
            <a:prstDash val="solid"/>
          </a:ln>
          <a:effectLst>
            <a:outerShdw blurRad="57150" dist="38100" dir="5400000" algn="ctr" rotWithShape="0">
              <a:srgbClr val="182536">
                <a:alpha val="10000"/>
              </a:srgbClr>
            </a:outerShdw>
          </a:effectLst>
        </p:spPr>
        <p:txBody>
          <a:bodyPr/>
          <a:p/>
        </p:txBody>
      </p:sp>
      <p:sp>
        <p:nvSpPr>
          <p:cNvPr id="52" name="dim_f149">
            <a:extLst>
              <a:ext uri="{FF2B5EF4-FFF2-40B4-BE49-F238E27FC236}">
                <a16:creationId xmlns:a16="http://schemas.microsoft.com/office/drawing/2014/main" id="{4553D562-E450-4CBF-AB0A-841DD2B1FDE8}"/>
              </a:ext>
            </a:extLst>
          </p:cNvPr>
          <p:cNvSpPr>
            <a:spLocks noGrp="1"/>
          </p:cNvSpPr>
          <p:nvPr/>
        </p:nvSpPr>
        <p:spPr>
          <a:xfrm>
            <a:off x="666750" y="3200400"/>
            <a:ext cx="1238250" cy="361950"/>
          </a:xfrm>
          <a:prstGeom prst="rect">
            <a:avLst/>
          </a:prstGeom>
          <a:noFill/>
          <a:ln w="0">
            <a:noFill/>
            <a:prstDash val="solid"/>
          </a:ln>
        </p:spPr>
        <p:txBody>
          <a:bodyPr wrap="none" lIns="0" tIns="0" rIns="0" bIns="0" anchor="t">
            <a:noAutofit/>
          </a:bodyPr>
          <a:lstStyle>
            <a:defPPr algn="ctr">
              <a:defRPr sz="2250" b="1">
                <a:solidFill>
                  <a:srgbClr val="C7D2EF"/>
                </a:solidFill>
                <a:latin typeface="Arial"/>
                <a:ea typeface="Arial"/>
                <a:cs typeface="Arial"/>
              </a:defRPr>
            </a:defPPr>
            <a:lvl1pPr algn="ctr">
              <a:defRPr sz="2250" b="1">
                <a:solidFill>
                  <a:srgbClr val="C7D2EF"/>
                </a:solidFill>
                <a:latin typeface="Arial"/>
                <a:ea typeface="Arial"/>
                <a:cs typeface="Arial"/>
              </a:defRPr>
            </a:lvl1pPr>
            <a:lvl2pPr algn="ctr">
              <a:defRPr sz="2250" b="1">
                <a:solidFill>
                  <a:srgbClr val="C7D2EF"/>
                </a:solidFill>
                <a:latin typeface="Arial"/>
                <a:ea typeface="Arial"/>
                <a:cs typeface="Arial"/>
              </a:defRPr>
            </a:lvl2pPr>
            <a:lvl3pPr algn="ctr">
              <a:defRPr sz="2250" b="1">
                <a:solidFill>
                  <a:srgbClr val="C7D2EF"/>
                </a:solidFill>
                <a:latin typeface="Arial"/>
                <a:ea typeface="Arial"/>
                <a:cs typeface="Arial"/>
              </a:defRPr>
            </a:lvl3pPr>
            <a:lvl4pPr algn="ctr">
              <a:defRPr sz="2250" b="1">
                <a:solidFill>
                  <a:srgbClr val="C7D2EF"/>
                </a:solidFill>
                <a:latin typeface="Arial"/>
                <a:ea typeface="Arial"/>
                <a:cs typeface="Arial"/>
              </a:defRPr>
            </a:lvl4pPr>
            <a:lvl5pPr algn="ctr">
              <a:defRPr sz="2250" b="1">
                <a:solidFill>
                  <a:srgbClr val="C7D2EF"/>
                </a:solidFill>
                <a:latin typeface="Arial"/>
                <a:ea typeface="Arial"/>
                <a:cs typeface="Arial"/>
              </a:defRPr>
            </a:lvl5pPr>
            <a:lvl6pPr algn="ctr">
              <a:defRPr sz="2250" b="1">
                <a:solidFill>
                  <a:srgbClr val="C7D2EF"/>
                </a:solidFill>
                <a:latin typeface="Arial"/>
                <a:ea typeface="Arial"/>
                <a:cs typeface="Arial"/>
              </a:defRPr>
            </a:lvl6pPr>
            <a:lvl7pPr algn="ctr">
              <a:defRPr sz="2250" b="1">
                <a:solidFill>
                  <a:srgbClr val="C7D2EF"/>
                </a:solidFill>
                <a:latin typeface="Arial"/>
                <a:ea typeface="Arial"/>
                <a:cs typeface="Arial"/>
              </a:defRPr>
            </a:lvl7pPr>
            <a:lvl8pPr algn="ctr">
              <a:defRPr sz="2250" b="1">
                <a:solidFill>
                  <a:srgbClr val="C7D2EF"/>
                </a:solidFill>
                <a:latin typeface="Arial"/>
                <a:ea typeface="Arial"/>
                <a:cs typeface="Arial"/>
              </a:defRPr>
            </a:lvl8pPr>
            <a:lvl9pPr algn="ctr">
              <a:defRPr sz="2250" b="1">
                <a:solidFill>
                  <a:srgbClr val="C7D2EF"/>
                </a:solidFill>
                <a:latin typeface="Arial"/>
                <a:ea typeface="Arial"/>
                <a:cs typeface="Arial"/>
              </a:defRPr>
            </a:lvl9pPr>
          </a:lstStyle>
          <a:p>
            <a:pPr algn="ctr">
              <a:defRPr sz="2250" b="1">
                <a:solidFill>
                  <a:srgbClr val="C7D2EF"/>
                </a:solidFill>
                <a:latin typeface="Arial"/>
                <a:ea typeface="Arial"/>
                <a:cs typeface="Arial"/>
              </a:defRPr>
            </a:pPr>
            <a:r>
              <a:rPr sz="2250" b="1">
                <a:solidFill>
                  <a:srgbClr val="C7D2EF"/>
                </a:solidFill>
                <a:latin typeface="Arial"/>
                <a:ea typeface="Arial"/>
                <a:cs typeface="Arial"/>
              </a:rPr>
              <a:t>DSL</a:t>
            </a:r>
          </a:p>
        </p:txBody>
      </p:sp>
      <p:sp>
        <p:nvSpPr>
          <p:cNvPr id="53" name="phaseC_f149">
            <a:extLst>
              <a:ext uri="{FF2B5EF4-FFF2-40B4-BE49-F238E27FC236}">
                <a16:creationId xmlns:a16="http://schemas.microsoft.com/office/drawing/2014/main" id="{4553D562-E450-4CBF-AB0A-841DD2B1FDE8}"/>
              </a:ext>
            </a:extLst>
          </p:cNvPr>
          <p:cNvSpPr>
            <a:spLocks noGrp="1"/>
          </p:cNvSpPr>
          <p:nvPr/>
        </p:nvSpPr>
        <p:spPr>
          <a:xfrm>
            <a:off x="666750" y="3200400"/>
            <a:ext cx="1238250" cy="361950"/>
          </a:xfrm>
          <a:prstGeom prst="rect">
            <a:avLst/>
          </a:prstGeom>
          <a:noFill/>
          <a:ln w="0">
            <a:noFill/>
            <a:prstDash val="solid"/>
          </a:ln>
        </p:spPr>
        <p:txBody>
          <a:bodyPr wrap="none" lIns="0" tIns="0" rIns="0" bIns="0" anchor="t">
            <a:noAutofit/>
          </a:bodyPr>
          <a:lstStyle>
            <a:defPPr algn="ctr">
              <a:defRPr sz="2250" b="1">
                <a:solidFill>
                  <a:srgbClr val="4264D0"/>
                </a:solidFill>
                <a:latin typeface="Arial"/>
                <a:ea typeface="Arial"/>
                <a:cs typeface="Arial"/>
              </a:defRPr>
            </a:defPPr>
            <a:lvl1pPr algn="ctr">
              <a:defRPr sz="2250" b="1">
                <a:solidFill>
                  <a:srgbClr val="4264D0"/>
                </a:solidFill>
                <a:latin typeface="Arial"/>
                <a:ea typeface="Arial"/>
                <a:cs typeface="Arial"/>
              </a:defRPr>
            </a:lvl1pPr>
            <a:lvl2pPr algn="ctr">
              <a:defRPr sz="2250" b="1">
                <a:solidFill>
                  <a:srgbClr val="4264D0"/>
                </a:solidFill>
                <a:latin typeface="Arial"/>
                <a:ea typeface="Arial"/>
                <a:cs typeface="Arial"/>
              </a:defRPr>
            </a:lvl2pPr>
            <a:lvl3pPr algn="ctr">
              <a:defRPr sz="2250" b="1">
                <a:solidFill>
                  <a:srgbClr val="4264D0"/>
                </a:solidFill>
                <a:latin typeface="Arial"/>
                <a:ea typeface="Arial"/>
                <a:cs typeface="Arial"/>
              </a:defRPr>
            </a:lvl3pPr>
            <a:lvl4pPr algn="ctr">
              <a:defRPr sz="2250" b="1">
                <a:solidFill>
                  <a:srgbClr val="4264D0"/>
                </a:solidFill>
                <a:latin typeface="Arial"/>
                <a:ea typeface="Arial"/>
                <a:cs typeface="Arial"/>
              </a:defRPr>
            </a:lvl4pPr>
            <a:lvl5pPr algn="ctr">
              <a:defRPr sz="2250" b="1">
                <a:solidFill>
                  <a:srgbClr val="4264D0"/>
                </a:solidFill>
                <a:latin typeface="Arial"/>
                <a:ea typeface="Arial"/>
                <a:cs typeface="Arial"/>
              </a:defRPr>
            </a:lvl5pPr>
            <a:lvl6pPr algn="ctr">
              <a:defRPr sz="2250" b="1">
                <a:solidFill>
                  <a:srgbClr val="4264D0"/>
                </a:solidFill>
                <a:latin typeface="Arial"/>
                <a:ea typeface="Arial"/>
                <a:cs typeface="Arial"/>
              </a:defRPr>
            </a:lvl6pPr>
            <a:lvl7pPr algn="ctr">
              <a:defRPr sz="2250" b="1">
                <a:solidFill>
                  <a:srgbClr val="4264D0"/>
                </a:solidFill>
                <a:latin typeface="Arial"/>
                <a:ea typeface="Arial"/>
                <a:cs typeface="Arial"/>
              </a:defRPr>
            </a:lvl7pPr>
            <a:lvl8pPr algn="ctr">
              <a:defRPr sz="2250" b="1">
                <a:solidFill>
                  <a:srgbClr val="4264D0"/>
                </a:solidFill>
                <a:latin typeface="Arial"/>
                <a:ea typeface="Arial"/>
                <a:cs typeface="Arial"/>
              </a:defRPr>
            </a:lvl8pPr>
            <a:lvl9pPr algn="ctr">
              <a:defRPr sz="2250" b="1">
                <a:solidFill>
                  <a:srgbClr val="4264D0"/>
                </a:solidFill>
                <a:latin typeface="Arial"/>
                <a:ea typeface="Arial"/>
                <a:cs typeface="Arial"/>
              </a:defRPr>
            </a:lvl9pPr>
          </a:lstStyle>
          <a:p>
            <a:pPr algn="ctr">
              <a:defRPr sz="2250" b="1">
                <a:solidFill>
                  <a:srgbClr val="4264D0"/>
                </a:solidFill>
                <a:latin typeface="Arial"/>
                <a:ea typeface="Arial"/>
                <a:cs typeface="Arial"/>
              </a:defRPr>
            </a:pPr>
            <a:r>
              <a:rPr sz="2250" b="1">
                <a:solidFill>
                  <a:srgbClr val="4264D0"/>
                </a:solidFill>
                <a:latin typeface="Arial"/>
                <a:ea typeface="Arial"/>
                <a:cs typeface="Arial"/>
              </a:rPr>
              <a:t>DSL</a:t>
            </a:r>
          </a:p>
        </p:txBody>
      </p:sp>
      <p:sp>
        <p:nvSpPr>
          <p:cNvPr id="54" name="dim_f150">
            <a:extLst>
              <a:ext uri="{FF2B5EF4-FFF2-40B4-BE49-F238E27FC236}">
                <a16:creationId xmlns:a16="http://schemas.microsoft.com/office/drawing/2014/main" id="{35FBC402-A4D0-4D86-8BC3-0A4AC2D62C01}"/>
              </a:ext>
            </a:extLst>
          </p:cNvPr>
          <p:cNvSpPr>
            <a:spLocks noGrp="1"/>
          </p:cNvSpPr>
          <p:nvPr/>
        </p:nvSpPr>
        <p:spPr>
          <a:xfrm>
            <a:off x="2952750" y="3048000"/>
            <a:ext cx="2095500" cy="590550"/>
          </a:xfrm>
          <a:prstGeom prst="roundRect">
            <a:avLst>
              <a:gd name="adj" fmla="val 19355"/>
            </a:avLst>
          </a:prstGeom>
          <a:solidFill>
            <a:srgbClr val="F6F8FA"/>
          </a:solidFill>
          <a:ln w="17145">
            <a:solidFill>
              <a:srgbClr val="ECF1F6"/>
            </a:solidFill>
            <a:prstDash val="solid"/>
          </a:ln>
        </p:spPr>
        <p:txBody>
          <a:bodyPr/>
          <a:p/>
        </p:txBody>
      </p:sp>
      <p:sp>
        <p:nvSpPr>
          <p:cNvPr id="55" name="dim_f151">
            <a:extLst>
              <a:ext uri="{FF2B5EF4-FFF2-40B4-BE49-F238E27FC236}">
                <a16:creationId xmlns:a16="http://schemas.microsoft.com/office/drawing/2014/main" id="{09A7665F-1AA9-4034-B887-5A74DBD77070}"/>
              </a:ext>
            </a:extLst>
          </p:cNvPr>
          <p:cNvSpPr>
            <a:spLocks noGrp="1"/>
          </p:cNvSpPr>
          <p:nvPr/>
        </p:nvSpPr>
        <p:spPr>
          <a:xfrm>
            <a:off x="3048000" y="3238500"/>
            <a:ext cx="1905000" cy="285750"/>
          </a:xfrm>
          <a:prstGeom prst="rect">
            <a:avLst/>
          </a:prstGeom>
          <a:noFill/>
          <a:ln w="0">
            <a:noFill/>
            <a:prstDash val="solid"/>
          </a:ln>
        </p:spPr>
        <p:txBody>
          <a:bodyPr wrap="none" lIns="0" tIns="0" rIns="0" bIns="0" anchor="t">
            <a:noAutofit/>
          </a:bodyPr>
          <a:lstStyle>
            <a:defPPr algn="ctr">
              <a:defRPr sz="1650" b="1">
                <a:solidFill>
                  <a:srgbClr val="BCC2C8"/>
                </a:solidFill>
                <a:latin typeface="Arial"/>
                <a:ea typeface="Arial"/>
                <a:cs typeface="Arial"/>
              </a:defRPr>
            </a:defPPr>
            <a:lvl1pPr algn="ctr">
              <a:defRPr sz="1650" b="1">
                <a:solidFill>
                  <a:srgbClr val="BCC2C8"/>
                </a:solidFill>
                <a:latin typeface="Arial"/>
                <a:ea typeface="Arial"/>
                <a:cs typeface="Arial"/>
              </a:defRPr>
            </a:lvl1pPr>
            <a:lvl2pPr algn="ctr">
              <a:defRPr sz="1650" b="1">
                <a:solidFill>
                  <a:srgbClr val="BCC2C8"/>
                </a:solidFill>
                <a:latin typeface="Arial"/>
                <a:ea typeface="Arial"/>
                <a:cs typeface="Arial"/>
              </a:defRPr>
            </a:lvl2pPr>
            <a:lvl3pPr algn="ctr">
              <a:defRPr sz="1650" b="1">
                <a:solidFill>
                  <a:srgbClr val="BCC2C8"/>
                </a:solidFill>
                <a:latin typeface="Arial"/>
                <a:ea typeface="Arial"/>
                <a:cs typeface="Arial"/>
              </a:defRPr>
            </a:lvl3pPr>
            <a:lvl4pPr algn="ctr">
              <a:defRPr sz="1650" b="1">
                <a:solidFill>
                  <a:srgbClr val="BCC2C8"/>
                </a:solidFill>
                <a:latin typeface="Arial"/>
                <a:ea typeface="Arial"/>
                <a:cs typeface="Arial"/>
              </a:defRPr>
            </a:lvl4pPr>
            <a:lvl5pPr algn="ctr">
              <a:defRPr sz="1650" b="1">
                <a:solidFill>
                  <a:srgbClr val="BCC2C8"/>
                </a:solidFill>
                <a:latin typeface="Arial"/>
                <a:ea typeface="Arial"/>
                <a:cs typeface="Arial"/>
              </a:defRPr>
            </a:lvl5pPr>
            <a:lvl6pPr algn="ctr">
              <a:defRPr sz="1650" b="1">
                <a:solidFill>
                  <a:srgbClr val="BCC2C8"/>
                </a:solidFill>
                <a:latin typeface="Arial"/>
                <a:ea typeface="Arial"/>
                <a:cs typeface="Arial"/>
              </a:defRPr>
            </a:lvl6pPr>
            <a:lvl7pPr algn="ctr">
              <a:defRPr sz="1650" b="1">
                <a:solidFill>
                  <a:srgbClr val="BCC2C8"/>
                </a:solidFill>
                <a:latin typeface="Arial"/>
                <a:ea typeface="Arial"/>
                <a:cs typeface="Arial"/>
              </a:defRPr>
            </a:lvl7pPr>
            <a:lvl8pPr algn="ctr">
              <a:defRPr sz="1650" b="1">
                <a:solidFill>
                  <a:srgbClr val="BCC2C8"/>
                </a:solidFill>
                <a:latin typeface="Arial"/>
                <a:ea typeface="Arial"/>
                <a:cs typeface="Arial"/>
              </a:defRPr>
            </a:lvl8pPr>
            <a:lvl9pPr algn="ctr">
              <a:defRPr sz="1650" b="1">
                <a:solidFill>
                  <a:srgbClr val="BCC2C8"/>
                </a:solidFill>
                <a:latin typeface="Arial"/>
                <a:ea typeface="Arial"/>
                <a:cs typeface="Arial"/>
              </a:defRPr>
            </a:lvl9pPr>
          </a:lstStyle>
          <a:p>
            <a:pPr algn="ctr">
              <a:defRPr sz="1650" b="1">
                <a:solidFill>
                  <a:srgbClr val="BCC2C8"/>
                </a:solidFill>
                <a:latin typeface="Arial"/>
                <a:ea typeface="Arial"/>
                <a:cs typeface="Arial"/>
              </a:defRPr>
            </a:pPr>
            <a:r>
              <a:rPr sz="1650" b="1">
                <a:solidFill>
                  <a:srgbClr val="BCC2C8"/>
                </a:solidFill>
                <a:latin typeface="Arial"/>
                <a:ea typeface="Arial"/>
                <a:cs typeface="Arial"/>
              </a:rPr>
              <a:t>PCAP ORIGINALE</a:t>
            </a:r>
          </a:p>
        </p:txBody>
      </p:sp>
      <p:sp>
        <p:nvSpPr>
          <p:cNvPr id="56" name="dim_f152">
            <a:extLst>
              <a:ext uri="{FF2B5EF4-FFF2-40B4-BE49-F238E27FC236}">
                <a16:creationId xmlns:a16="http://schemas.microsoft.com/office/drawing/2014/main" id="{032A6CD8-C12E-49DF-9C45-991B4315A69A}"/>
              </a:ext>
            </a:extLst>
          </p:cNvPr>
          <p:cNvSpPr>
            <a:spLocks noGrp="1"/>
          </p:cNvSpPr>
          <p:nvPr/>
        </p:nvSpPr>
        <p:spPr>
          <a:xfrm>
            <a:off x="381000" y="4524375"/>
            <a:ext cx="4667250" cy="819150"/>
          </a:xfrm>
          <a:prstGeom prst="roundRect">
            <a:avLst>
              <a:gd name="adj" fmla="val 13953"/>
            </a:avLst>
          </a:prstGeom>
          <a:solidFill>
            <a:srgbClr val="F2F6F8"/>
          </a:solidFill>
          <a:ln w="17145">
            <a:solidFill>
              <a:srgbClr val="E7F0F0"/>
            </a:solidFill>
            <a:prstDash val="solid"/>
          </a:ln>
        </p:spPr>
        <p:txBody>
          <a:bodyPr/>
          <a:p/>
        </p:txBody>
      </p:sp>
      <p:sp>
        <p:nvSpPr>
          <p:cNvPr id="57" name="phaseC_f152">
            <a:extLst>
              <a:ext uri="{FF2B5EF4-FFF2-40B4-BE49-F238E27FC236}">
                <a16:creationId xmlns:a16="http://schemas.microsoft.com/office/drawing/2014/main" id="{032A6CD8-C12E-49DF-9C45-991B4315A69A}"/>
              </a:ext>
            </a:extLst>
          </p:cNvPr>
          <p:cNvSpPr>
            <a:spLocks noGrp="1"/>
          </p:cNvSpPr>
          <p:nvPr/>
        </p:nvSpPr>
        <p:spPr>
          <a:xfrm>
            <a:off x="381000" y="4524375"/>
            <a:ext cx="4667250" cy="819150"/>
          </a:xfrm>
          <a:prstGeom prst="roundRect">
            <a:avLst>
              <a:gd name="adj" fmla="val 13953"/>
            </a:avLst>
          </a:prstGeom>
          <a:solidFill>
            <a:srgbClr val="EEF8F3"/>
          </a:solidFill>
          <a:ln w="20955">
            <a:solidFill>
              <a:srgbClr val="C4DFD3"/>
            </a:solidFill>
            <a:prstDash val="solid"/>
          </a:ln>
          <a:effectLst>
            <a:outerShdw blurRad="57150" dist="38100" dir="5400000" algn="ctr" rotWithShape="0">
              <a:srgbClr val="182536">
                <a:alpha val="10000"/>
              </a:srgbClr>
            </a:outerShdw>
          </a:effectLst>
        </p:spPr>
        <p:txBody>
          <a:bodyPr/>
          <a:p/>
        </p:txBody>
      </p:sp>
      <p:sp>
        <p:nvSpPr>
          <p:cNvPr id="58" name="dim_f153">
            <a:extLst>
              <a:ext uri="{FF2B5EF4-FFF2-40B4-BE49-F238E27FC236}">
                <a16:creationId xmlns:a16="http://schemas.microsoft.com/office/drawing/2014/main" id="{2B86DCDF-2D6F-49B8-B7F6-2BB3749C2CAC}"/>
              </a:ext>
            </a:extLst>
          </p:cNvPr>
          <p:cNvSpPr>
            <a:spLocks noGrp="1"/>
          </p:cNvSpPr>
          <p:nvPr/>
        </p:nvSpPr>
        <p:spPr>
          <a:xfrm>
            <a:off x="476250" y="4791075"/>
            <a:ext cx="4476750" cy="361950"/>
          </a:xfrm>
          <a:prstGeom prst="rect">
            <a:avLst/>
          </a:prstGeom>
          <a:noFill/>
          <a:ln w="0">
            <a:noFill/>
            <a:prstDash val="solid"/>
          </a:ln>
        </p:spPr>
        <p:txBody>
          <a:bodyPr wrap="none" lIns="0" tIns="0" rIns="0" bIns="0" anchor="t">
            <a:noAutofit/>
          </a:bodyPr>
          <a:lstStyle>
            <a:defPPr algn="ctr">
              <a:defRPr sz="2250" b="1">
                <a:solidFill>
                  <a:srgbClr val="C0DAD4"/>
                </a:solidFill>
                <a:latin typeface="Arial"/>
                <a:ea typeface="Arial"/>
                <a:cs typeface="Arial"/>
              </a:defRPr>
            </a:defPPr>
            <a:lvl1pPr algn="ctr">
              <a:defRPr sz="2250" b="1">
                <a:solidFill>
                  <a:srgbClr val="C0DAD4"/>
                </a:solidFill>
                <a:latin typeface="Arial"/>
                <a:ea typeface="Arial"/>
                <a:cs typeface="Arial"/>
              </a:defRPr>
            </a:lvl1pPr>
            <a:lvl2pPr algn="ctr">
              <a:defRPr sz="2250" b="1">
                <a:solidFill>
                  <a:srgbClr val="C0DAD4"/>
                </a:solidFill>
                <a:latin typeface="Arial"/>
                <a:ea typeface="Arial"/>
                <a:cs typeface="Arial"/>
              </a:defRPr>
            </a:lvl2pPr>
            <a:lvl3pPr algn="ctr">
              <a:defRPr sz="2250" b="1">
                <a:solidFill>
                  <a:srgbClr val="C0DAD4"/>
                </a:solidFill>
                <a:latin typeface="Arial"/>
                <a:ea typeface="Arial"/>
                <a:cs typeface="Arial"/>
              </a:defRPr>
            </a:lvl3pPr>
            <a:lvl4pPr algn="ctr">
              <a:defRPr sz="2250" b="1">
                <a:solidFill>
                  <a:srgbClr val="C0DAD4"/>
                </a:solidFill>
                <a:latin typeface="Arial"/>
                <a:ea typeface="Arial"/>
                <a:cs typeface="Arial"/>
              </a:defRPr>
            </a:lvl4pPr>
            <a:lvl5pPr algn="ctr">
              <a:defRPr sz="2250" b="1">
                <a:solidFill>
                  <a:srgbClr val="C0DAD4"/>
                </a:solidFill>
                <a:latin typeface="Arial"/>
                <a:ea typeface="Arial"/>
                <a:cs typeface="Arial"/>
              </a:defRPr>
            </a:lvl5pPr>
            <a:lvl6pPr algn="ctr">
              <a:defRPr sz="2250" b="1">
                <a:solidFill>
                  <a:srgbClr val="C0DAD4"/>
                </a:solidFill>
                <a:latin typeface="Arial"/>
                <a:ea typeface="Arial"/>
                <a:cs typeface="Arial"/>
              </a:defRPr>
            </a:lvl6pPr>
            <a:lvl7pPr algn="ctr">
              <a:defRPr sz="2250" b="1">
                <a:solidFill>
                  <a:srgbClr val="C0DAD4"/>
                </a:solidFill>
                <a:latin typeface="Arial"/>
                <a:ea typeface="Arial"/>
                <a:cs typeface="Arial"/>
              </a:defRPr>
            </a:lvl7pPr>
            <a:lvl8pPr algn="ctr">
              <a:defRPr sz="2250" b="1">
                <a:solidFill>
                  <a:srgbClr val="C0DAD4"/>
                </a:solidFill>
                <a:latin typeface="Arial"/>
                <a:ea typeface="Arial"/>
                <a:cs typeface="Arial"/>
              </a:defRPr>
            </a:lvl8pPr>
            <a:lvl9pPr algn="ctr">
              <a:defRPr sz="2250" b="1">
                <a:solidFill>
                  <a:srgbClr val="C0DAD4"/>
                </a:solidFill>
                <a:latin typeface="Arial"/>
                <a:ea typeface="Arial"/>
                <a:cs typeface="Arial"/>
              </a:defRPr>
            </a:lvl9pPr>
          </a:lstStyle>
          <a:p>
            <a:pPr algn="ctr">
              <a:defRPr sz="2250" b="1">
                <a:solidFill>
                  <a:srgbClr val="C0DAD4"/>
                </a:solidFill>
                <a:latin typeface="Arial"/>
                <a:ea typeface="Arial"/>
                <a:cs typeface="Arial"/>
              </a:defRPr>
            </a:pPr>
            <a:r>
              <a:rPr sz="2250" b="1">
                <a:solidFill>
                  <a:srgbClr val="C0DAD4"/>
                </a:solidFill>
                <a:latin typeface="Arial"/>
                <a:ea typeface="Arial"/>
                <a:cs typeface="Arial"/>
              </a:rPr>
              <a:t>Pipeline di verifica</a:t>
            </a:r>
          </a:p>
        </p:txBody>
      </p:sp>
      <p:sp>
        <p:nvSpPr>
          <p:cNvPr id="59" name="phaseC_f153">
            <a:extLst>
              <a:ext uri="{FF2B5EF4-FFF2-40B4-BE49-F238E27FC236}">
                <a16:creationId xmlns:a16="http://schemas.microsoft.com/office/drawing/2014/main" id="{2B86DCDF-2D6F-49B8-B7F6-2BB3749C2CAC}"/>
              </a:ext>
            </a:extLst>
          </p:cNvPr>
          <p:cNvSpPr>
            <a:spLocks noGrp="1"/>
          </p:cNvSpPr>
          <p:nvPr/>
        </p:nvSpPr>
        <p:spPr>
          <a:xfrm>
            <a:off x="476250" y="4791075"/>
            <a:ext cx="4476750" cy="361950"/>
          </a:xfrm>
          <a:prstGeom prst="rect">
            <a:avLst/>
          </a:prstGeom>
          <a:noFill/>
          <a:ln w="0">
            <a:noFill/>
            <a:prstDash val="solid"/>
          </a:ln>
        </p:spPr>
        <p:txBody>
          <a:bodyPr wrap="none" lIns="0" tIns="0" rIns="0" bIns="0" anchor="t">
            <a:noAutofit/>
          </a:bodyPr>
          <a:lstStyle>
            <a:defPPr algn="ctr">
              <a:defRPr sz="2250" b="1">
                <a:solidFill>
                  <a:srgbClr val="278766"/>
                </a:solidFill>
                <a:latin typeface="Arial"/>
                <a:ea typeface="Arial"/>
                <a:cs typeface="Arial"/>
              </a:defRPr>
            </a:defPPr>
            <a:lvl1pPr algn="ctr">
              <a:defRPr sz="2250" b="1">
                <a:solidFill>
                  <a:srgbClr val="278766"/>
                </a:solidFill>
                <a:latin typeface="Arial"/>
                <a:ea typeface="Arial"/>
                <a:cs typeface="Arial"/>
              </a:defRPr>
            </a:lvl1pPr>
            <a:lvl2pPr algn="ctr">
              <a:defRPr sz="2250" b="1">
                <a:solidFill>
                  <a:srgbClr val="278766"/>
                </a:solidFill>
                <a:latin typeface="Arial"/>
                <a:ea typeface="Arial"/>
                <a:cs typeface="Arial"/>
              </a:defRPr>
            </a:lvl2pPr>
            <a:lvl3pPr algn="ctr">
              <a:defRPr sz="2250" b="1">
                <a:solidFill>
                  <a:srgbClr val="278766"/>
                </a:solidFill>
                <a:latin typeface="Arial"/>
                <a:ea typeface="Arial"/>
                <a:cs typeface="Arial"/>
              </a:defRPr>
            </a:lvl3pPr>
            <a:lvl4pPr algn="ctr">
              <a:defRPr sz="2250" b="1">
                <a:solidFill>
                  <a:srgbClr val="278766"/>
                </a:solidFill>
                <a:latin typeface="Arial"/>
                <a:ea typeface="Arial"/>
                <a:cs typeface="Arial"/>
              </a:defRPr>
            </a:lvl4pPr>
            <a:lvl5pPr algn="ctr">
              <a:defRPr sz="2250" b="1">
                <a:solidFill>
                  <a:srgbClr val="278766"/>
                </a:solidFill>
                <a:latin typeface="Arial"/>
                <a:ea typeface="Arial"/>
                <a:cs typeface="Arial"/>
              </a:defRPr>
            </a:lvl5pPr>
            <a:lvl6pPr algn="ctr">
              <a:defRPr sz="2250" b="1">
                <a:solidFill>
                  <a:srgbClr val="278766"/>
                </a:solidFill>
                <a:latin typeface="Arial"/>
                <a:ea typeface="Arial"/>
                <a:cs typeface="Arial"/>
              </a:defRPr>
            </a:lvl6pPr>
            <a:lvl7pPr algn="ctr">
              <a:defRPr sz="2250" b="1">
                <a:solidFill>
                  <a:srgbClr val="278766"/>
                </a:solidFill>
                <a:latin typeface="Arial"/>
                <a:ea typeface="Arial"/>
                <a:cs typeface="Arial"/>
              </a:defRPr>
            </a:lvl7pPr>
            <a:lvl8pPr algn="ctr">
              <a:defRPr sz="2250" b="1">
                <a:solidFill>
                  <a:srgbClr val="278766"/>
                </a:solidFill>
                <a:latin typeface="Arial"/>
                <a:ea typeface="Arial"/>
                <a:cs typeface="Arial"/>
              </a:defRPr>
            </a:lvl8pPr>
            <a:lvl9pPr algn="ctr">
              <a:defRPr sz="2250" b="1">
                <a:solidFill>
                  <a:srgbClr val="278766"/>
                </a:solidFill>
                <a:latin typeface="Arial"/>
                <a:ea typeface="Arial"/>
                <a:cs typeface="Arial"/>
              </a:defRPr>
            </a:lvl9pPr>
          </a:lstStyle>
          <a:p>
            <a:pPr algn="ctr">
              <a:defRPr sz="2250" b="1">
                <a:solidFill>
                  <a:srgbClr val="278766"/>
                </a:solidFill>
                <a:latin typeface="Arial"/>
                <a:ea typeface="Arial"/>
                <a:cs typeface="Arial"/>
              </a:defRPr>
            </a:pPr>
            <a:r>
              <a:rPr sz="2250" b="1">
                <a:solidFill>
                  <a:srgbClr val="278766"/>
                </a:solidFill>
                <a:latin typeface="Arial"/>
                <a:ea typeface="Arial"/>
                <a:cs typeface="Arial"/>
              </a:rPr>
              <a:t>Pipeline di verifica</a:t>
            </a:r>
          </a:p>
        </p:txBody>
      </p:sp>
      <p:sp>
        <p:nvSpPr>
          <p:cNvPr id="60" name="dim_f154">
            <a:extLst>
              <a:ext uri="{FF2B5EF4-FFF2-40B4-BE49-F238E27FC236}">
                <a16:creationId xmlns:a16="http://schemas.microsoft.com/office/drawing/2014/main" id="{7180FAF6-3DC8-40A1-A2F5-140B5F252CBB}"/>
              </a:ext>
            </a:extLst>
          </p:cNvPr>
          <p:cNvSpPr>
            <a:spLocks noGrp="1"/>
          </p:cNvSpPr>
          <p:nvPr/>
        </p:nvSpPr>
        <p:spPr>
          <a:xfrm>
            <a:off x="381000" y="6286500"/>
            <a:ext cx="2095500" cy="590550"/>
          </a:xfrm>
          <a:prstGeom prst="roundRect">
            <a:avLst>
              <a:gd name="adj" fmla="val 19355"/>
            </a:avLst>
          </a:prstGeom>
          <a:solidFill>
            <a:srgbClr val="F2F6FA"/>
          </a:solidFill>
          <a:ln w="17145">
            <a:solidFill>
              <a:srgbClr val="ECF1F6"/>
            </a:solidFill>
            <a:prstDash val="solid"/>
          </a:ln>
        </p:spPr>
        <p:txBody>
          <a:bodyPr/>
          <a:p/>
        </p:txBody>
      </p:sp>
      <p:sp>
        <p:nvSpPr>
          <p:cNvPr id="61" name="dim_f155">
            <a:extLst>
              <a:ext uri="{FF2B5EF4-FFF2-40B4-BE49-F238E27FC236}">
                <a16:creationId xmlns:a16="http://schemas.microsoft.com/office/drawing/2014/main" id="{76159C0C-0534-4820-8DC5-E4699B6F5162}"/>
              </a:ext>
            </a:extLst>
          </p:cNvPr>
          <p:cNvSpPr>
            <a:spLocks noGrp="1"/>
          </p:cNvSpPr>
          <p:nvPr/>
        </p:nvSpPr>
        <p:spPr>
          <a:xfrm>
            <a:off x="476250" y="6467475"/>
            <a:ext cx="1905000" cy="304800"/>
          </a:xfrm>
          <a:prstGeom prst="rect">
            <a:avLst/>
          </a:prstGeom>
          <a:noFill/>
          <a:ln w="0">
            <a:noFill/>
            <a:prstDash val="solid"/>
          </a:ln>
        </p:spPr>
        <p:txBody>
          <a:bodyPr wrap="none" lIns="0" tIns="0" rIns="0" bIns="0" anchor="t">
            <a:noAutofit/>
          </a:bodyPr>
          <a:lstStyle>
            <a:defPPr algn="ctr">
              <a:defRPr sz="1800" b="1">
                <a:solidFill>
                  <a:srgbClr val="C7D2EF"/>
                </a:solidFill>
                <a:latin typeface="Arial"/>
                <a:ea typeface="Arial"/>
                <a:cs typeface="Arial"/>
              </a:defRPr>
            </a:defPPr>
            <a:lvl1pPr algn="ctr">
              <a:defRPr sz="1800" b="1">
                <a:solidFill>
                  <a:srgbClr val="C7D2EF"/>
                </a:solidFill>
                <a:latin typeface="Arial"/>
                <a:ea typeface="Arial"/>
                <a:cs typeface="Arial"/>
              </a:defRPr>
            </a:lvl1pPr>
            <a:lvl2pPr algn="ctr">
              <a:defRPr sz="1800" b="1">
                <a:solidFill>
                  <a:srgbClr val="C7D2EF"/>
                </a:solidFill>
                <a:latin typeface="Arial"/>
                <a:ea typeface="Arial"/>
                <a:cs typeface="Arial"/>
              </a:defRPr>
            </a:lvl2pPr>
            <a:lvl3pPr algn="ctr">
              <a:defRPr sz="1800" b="1">
                <a:solidFill>
                  <a:srgbClr val="C7D2EF"/>
                </a:solidFill>
                <a:latin typeface="Arial"/>
                <a:ea typeface="Arial"/>
                <a:cs typeface="Arial"/>
              </a:defRPr>
            </a:lvl3pPr>
            <a:lvl4pPr algn="ctr">
              <a:defRPr sz="1800" b="1">
                <a:solidFill>
                  <a:srgbClr val="C7D2EF"/>
                </a:solidFill>
                <a:latin typeface="Arial"/>
                <a:ea typeface="Arial"/>
                <a:cs typeface="Arial"/>
              </a:defRPr>
            </a:lvl4pPr>
            <a:lvl5pPr algn="ctr">
              <a:defRPr sz="1800" b="1">
                <a:solidFill>
                  <a:srgbClr val="C7D2EF"/>
                </a:solidFill>
                <a:latin typeface="Arial"/>
                <a:ea typeface="Arial"/>
                <a:cs typeface="Arial"/>
              </a:defRPr>
            </a:lvl5pPr>
            <a:lvl6pPr algn="ctr">
              <a:defRPr sz="1800" b="1">
                <a:solidFill>
                  <a:srgbClr val="C7D2EF"/>
                </a:solidFill>
                <a:latin typeface="Arial"/>
                <a:ea typeface="Arial"/>
                <a:cs typeface="Arial"/>
              </a:defRPr>
            </a:lvl6pPr>
            <a:lvl7pPr algn="ctr">
              <a:defRPr sz="1800" b="1">
                <a:solidFill>
                  <a:srgbClr val="C7D2EF"/>
                </a:solidFill>
                <a:latin typeface="Arial"/>
                <a:ea typeface="Arial"/>
                <a:cs typeface="Arial"/>
              </a:defRPr>
            </a:lvl7pPr>
            <a:lvl8pPr algn="ctr">
              <a:defRPr sz="1800" b="1">
                <a:solidFill>
                  <a:srgbClr val="C7D2EF"/>
                </a:solidFill>
                <a:latin typeface="Arial"/>
                <a:ea typeface="Arial"/>
                <a:cs typeface="Arial"/>
              </a:defRPr>
            </a:lvl8pPr>
            <a:lvl9pPr algn="ctr">
              <a:defRPr sz="1800" b="1">
                <a:solidFill>
                  <a:srgbClr val="C7D2EF"/>
                </a:solidFill>
                <a:latin typeface="Arial"/>
                <a:ea typeface="Arial"/>
                <a:cs typeface="Arial"/>
              </a:defRPr>
            </a:lvl9pPr>
          </a:lstStyle>
          <a:p>
            <a:pPr algn="ctr">
              <a:defRPr sz="1800" b="1">
                <a:solidFill>
                  <a:srgbClr val="C7D2EF"/>
                </a:solidFill>
                <a:latin typeface="Arial"/>
                <a:ea typeface="Arial"/>
                <a:cs typeface="Arial"/>
              </a:defRPr>
            </a:pPr>
            <a:r>
              <a:rPr sz="1800" b="1">
                <a:solidFill>
                  <a:srgbClr val="C7D2EF"/>
                </a:solidFill>
                <a:latin typeface="Arial"/>
                <a:ea typeface="Arial"/>
                <a:cs typeface="Arial"/>
              </a:rPr>
              <a:t>Report baseline</a:t>
            </a:r>
          </a:p>
        </p:txBody>
      </p:sp>
      <p:sp>
        <p:nvSpPr>
          <p:cNvPr id="62" name="dim_f156">
            <a:extLst>
              <a:ext uri="{FF2B5EF4-FFF2-40B4-BE49-F238E27FC236}">
                <a16:creationId xmlns:a16="http://schemas.microsoft.com/office/drawing/2014/main" id="{483A3DF5-D15F-4FD7-A3ED-637359E09182}"/>
              </a:ext>
            </a:extLst>
          </p:cNvPr>
          <p:cNvSpPr>
            <a:spLocks noGrp="1"/>
          </p:cNvSpPr>
          <p:nvPr/>
        </p:nvSpPr>
        <p:spPr>
          <a:xfrm>
            <a:off x="2952750" y="6286500"/>
            <a:ext cx="2095500" cy="590550"/>
          </a:xfrm>
          <a:prstGeom prst="roundRect">
            <a:avLst>
              <a:gd name="adj" fmla="val 19355"/>
            </a:avLst>
          </a:prstGeom>
          <a:solidFill>
            <a:srgbClr val="F2F6FA"/>
          </a:solidFill>
          <a:ln w="17145">
            <a:solidFill>
              <a:srgbClr val="ECF1F6"/>
            </a:solidFill>
            <a:prstDash val="solid"/>
          </a:ln>
        </p:spPr>
        <p:txBody>
          <a:bodyPr/>
          <a:p/>
        </p:txBody>
      </p:sp>
      <p:sp>
        <p:nvSpPr>
          <p:cNvPr id="13" name="f156">
            <a:extLst>
              <a:ext uri="{FF2B5EF4-FFF2-40B4-BE49-F238E27FC236}">
                <a16:creationId xmlns:a16="http://schemas.microsoft.com/office/drawing/2014/main" id="{483A3DF5-D15F-4FD7-A3ED-637359E09182}"/>
              </a:ext>
            </a:extLst>
          </p:cNvPr>
          <p:cNvSpPr>
            <a:spLocks noGrp="1"/>
          </p:cNvSpPr>
          <p:nvPr/>
        </p:nvSpPr>
        <p:spPr>
          <a:xfrm>
            <a:off x="2952750" y="6286500"/>
            <a:ext cx="2095500" cy="590550"/>
          </a:xfrm>
          <a:prstGeom prst="roundRect">
            <a:avLst>
              <a:gd name="adj" fmla="val 19355"/>
            </a:avLst>
          </a:prstGeom>
          <a:solidFill>
            <a:srgbClr val="F0F4FF"/>
          </a:solidFill>
          <a:ln w="20955">
            <a:solidFill>
              <a:srgbClr val="D9E3EF"/>
            </a:solidFill>
            <a:prstDash val="solid"/>
          </a:ln>
          <a:effectLst>
            <a:outerShdw blurRad="57150" dist="38100" dir="5400000" algn="ctr" rotWithShape="0">
              <a:srgbClr val="182536">
                <a:alpha val="10000"/>
              </a:srgbClr>
            </a:outerShdw>
          </a:effectLst>
        </p:spPr>
        <p:txBody>
          <a:bodyPr/>
          <a:p/>
        </p:txBody>
      </p:sp>
      <p:sp>
        <p:nvSpPr>
          <p:cNvPr id="63" name="dim_f157">
            <a:extLst>
              <a:ext uri="{FF2B5EF4-FFF2-40B4-BE49-F238E27FC236}">
                <a16:creationId xmlns:a16="http://schemas.microsoft.com/office/drawing/2014/main" id="{0C68D93F-1CB2-4C4D-9004-76F2870941C7}"/>
              </a:ext>
            </a:extLst>
          </p:cNvPr>
          <p:cNvSpPr>
            <a:spLocks noGrp="1"/>
          </p:cNvSpPr>
          <p:nvPr/>
        </p:nvSpPr>
        <p:spPr>
          <a:xfrm>
            <a:off x="3048000" y="6467475"/>
            <a:ext cx="1905000" cy="304800"/>
          </a:xfrm>
          <a:prstGeom prst="rect">
            <a:avLst/>
          </a:prstGeom>
          <a:noFill/>
          <a:ln w="0">
            <a:noFill/>
            <a:prstDash val="solid"/>
          </a:ln>
        </p:spPr>
        <p:txBody>
          <a:bodyPr wrap="none" lIns="0" tIns="0" rIns="0" bIns="0" anchor="t">
            <a:noAutofit/>
          </a:bodyPr>
          <a:lstStyle>
            <a:defPPr algn="ctr">
              <a:defRPr sz="1800" b="1">
                <a:solidFill>
                  <a:srgbClr val="C7D2EF"/>
                </a:solidFill>
                <a:latin typeface="Arial"/>
                <a:ea typeface="Arial"/>
                <a:cs typeface="Arial"/>
              </a:defRPr>
            </a:defPPr>
            <a:lvl1pPr algn="ctr">
              <a:defRPr sz="1800" b="1">
                <a:solidFill>
                  <a:srgbClr val="C7D2EF"/>
                </a:solidFill>
                <a:latin typeface="Arial"/>
                <a:ea typeface="Arial"/>
                <a:cs typeface="Arial"/>
              </a:defRPr>
            </a:lvl1pPr>
            <a:lvl2pPr algn="ctr">
              <a:defRPr sz="1800" b="1">
                <a:solidFill>
                  <a:srgbClr val="C7D2EF"/>
                </a:solidFill>
                <a:latin typeface="Arial"/>
                <a:ea typeface="Arial"/>
                <a:cs typeface="Arial"/>
              </a:defRPr>
            </a:lvl2pPr>
            <a:lvl3pPr algn="ctr">
              <a:defRPr sz="1800" b="1">
                <a:solidFill>
                  <a:srgbClr val="C7D2EF"/>
                </a:solidFill>
                <a:latin typeface="Arial"/>
                <a:ea typeface="Arial"/>
                <a:cs typeface="Arial"/>
              </a:defRPr>
            </a:lvl3pPr>
            <a:lvl4pPr algn="ctr">
              <a:defRPr sz="1800" b="1">
                <a:solidFill>
                  <a:srgbClr val="C7D2EF"/>
                </a:solidFill>
                <a:latin typeface="Arial"/>
                <a:ea typeface="Arial"/>
                <a:cs typeface="Arial"/>
              </a:defRPr>
            </a:lvl4pPr>
            <a:lvl5pPr algn="ctr">
              <a:defRPr sz="1800" b="1">
                <a:solidFill>
                  <a:srgbClr val="C7D2EF"/>
                </a:solidFill>
                <a:latin typeface="Arial"/>
                <a:ea typeface="Arial"/>
                <a:cs typeface="Arial"/>
              </a:defRPr>
            </a:lvl5pPr>
            <a:lvl6pPr algn="ctr">
              <a:defRPr sz="1800" b="1">
                <a:solidFill>
                  <a:srgbClr val="C7D2EF"/>
                </a:solidFill>
                <a:latin typeface="Arial"/>
                <a:ea typeface="Arial"/>
                <a:cs typeface="Arial"/>
              </a:defRPr>
            </a:lvl6pPr>
            <a:lvl7pPr algn="ctr">
              <a:defRPr sz="1800" b="1">
                <a:solidFill>
                  <a:srgbClr val="C7D2EF"/>
                </a:solidFill>
                <a:latin typeface="Arial"/>
                <a:ea typeface="Arial"/>
                <a:cs typeface="Arial"/>
              </a:defRPr>
            </a:lvl7pPr>
            <a:lvl8pPr algn="ctr">
              <a:defRPr sz="1800" b="1">
                <a:solidFill>
                  <a:srgbClr val="C7D2EF"/>
                </a:solidFill>
                <a:latin typeface="Arial"/>
                <a:ea typeface="Arial"/>
                <a:cs typeface="Arial"/>
              </a:defRPr>
            </a:lvl8pPr>
            <a:lvl9pPr algn="ctr">
              <a:defRPr sz="1800" b="1">
                <a:solidFill>
                  <a:srgbClr val="C7D2EF"/>
                </a:solidFill>
                <a:latin typeface="Arial"/>
                <a:ea typeface="Arial"/>
                <a:cs typeface="Arial"/>
              </a:defRPr>
            </a:lvl9pPr>
          </a:lstStyle>
          <a:p>
            <a:pPr algn="ctr">
              <a:defRPr sz="1800" b="1">
                <a:solidFill>
                  <a:srgbClr val="C7D2EF"/>
                </a:solidFill>
                <a:latin typeface="Arial"/>
                <a:ea typeface="Arial"/>
                <a:cs typeface="Arial"/>
              </a:defRPr>
            </a:pPr>
            <a:r>
              <a:rPr sz="1800" b="1">
                <a:solidFill>
                  <a:srgbClr val="C7D2EF"/>
                </a:solidFill>
                <a:latin typeface="Arial"/>
                <a:ea typeface="Arial"/>
                <a:cs typeface="Arial"/>
              </a:rPr>
              <a:t>Report mutation</a:t>
            </a:r>
          </a:p>
        </p:txBody>
      </p:sp>
      <p:sp>
        <p:nvSpPr>
          <p:cNvPr id="14" name="f157">
            <a:extLst>
              <a:ext uri="{FF2B5EF4-FFF2-40B4-BE49-F238E27FC236}">
                <a16:creationId xmlns:a16="http://schemas.microsoft.com/office/drawing/2014/main" id="{0C68D93F-1CB2-4C4D-9004-76F2870941C7}"/>
              </a:ext>
            </a:extLst>
          </p:cNvPr>
          <p:cNvSpPr>
            <a:spLocks noGrp="1"/>
          </p:cNvSpPr>
          <p:nvPr/>
        </p:nvSpPr>
        <p:spPr>
          <a:xfrm>
            <a:off x="3048000" y="6467475"/>
            <a:ext cx="1905000" cy="304800"/>
          </a:xfrm>
          <a:prstGeom prst="rect">
            <a:avLst/>
          </a:prstGeom>
          <a:noFill/>
          <a:ln w="0">
            <a:noFill/>
            <a:prstDash val="solid"/>
          </a:ln>
        </p:spPr>
        <p:txBody>
          <a:bodyPr wrap="none" lIns="0" tIns="0" rIns="0" bIns="0" anchor="t">
            <a:noAutofit/>
          </a:bodyPr>
          <a:lstStyle>
            <a:defPPr algn="ctr">
              <a:defRPr sz="1800" b="1">
                <a:solidFill>
                  <a:srgbClr val="4264D0"/>
                </a:solidFill>
                <a:latin typeface="Arial"/>
                <a:ea typeface="Arial"/>
                <a:cs typeface="Arial"/>
              </a:defRPr>
            </a:defPPr>
            <a:lvl1pPr algn="ctr">
              <a:defRPr sz="1800" b="1">
                <a:solidFill>
                  <a:srgbClr val="4264D0"/>
                </a:solidFill>
                <a:latin typeface="Arial"/>
                <a:ea typeface="Arial"/>
                <a:cs typeface="Arial"/>
              </a:defRPr>
            </a:lvl1pPr>
            <a:lvl2pPr algn="ctr">
              <a:defRPr sz="1800" b="1">
                <a:solidFill>
                  <a:srgbClr val="4264D0"/>
                </a:solidFill>
                <a:latin typeface="Arial"/>
                <a:ea typeface="Arial"/>
                <a:cs typeface="Arial"/>
              </a:defRPr>
            </a:lvl2pPr>
            <a:lvl3pPr algn="ctr">
              <a:defRPr sz="1800" b="1">
                <a:solidFill>
                  <a:srgbClr val="4264D0"/>
                </a:solidFill>
                <a:latin typeface="Arial"/>
                <a:ea typeface="Arial"/>
                <a:cs typeface="Arial"/>
              </a:defRPr>
            </a:lvl3pPr>
            <a:lvl4pPr algn="ctr">
              <a:defRPr sz="1800" b="1">
                <a:solidFill>
                  <a:srgbClr val="4264D0"/>
                </a:solidFill>
                <a:latin typeface="Arial"/>
                <a:ea typeface="Arial"/>
                <a:cs typeface="Arial"/>
              </a:defRPr>
            </a:lvl4pPr>
            <a:lvl5pPr algn="ctr">
              <a:defRPr sz="1800" b="1">
                <a:solidFill>
                  <a:srgbClr val="4264D0"/>
                </a:solidFill>
                <a:latin typeface="Arial"/>
                <a:ea typeface="Arial"/>
                <a:cs typeface="Arial"/>
              </a:defRPr>
            </a:lvl5pPr>
            <a:lvl6pPr algn="ctr">
              <a:defRPr sz="1800" b="1">
                <a:solidFill>
                  <a:srgbClr val="4264D0"/>
                </a:solidFill>
                <a:latin typeface="Arial"/>
                <a:ea typeface="Arial"/>
                <a:cs typeface="Arial"/>
              </a:defRPr>
            </a:lvl6pPr>
            <a:lvl7pPr algn="ctr">
              <a:defRPr sz="1800" b="1">
                <a:solidFill>
                  <a:srgbClr val="4264D0"/>
                </a:solidFill>
                <a:latin typeface="Arial"/>
                <a:ea typeface="Arial"/>
                <a:cs typeface="Arial"/>
              </a:defRPr>
            </a:lvl7pPr>
            <a:lvl8pPr algn="ctr">
              <a:defRPr sz="1800" b="1">
                <a:solidFill>
                  <a:srgbClr val="4264D0"/>
                </a:solidFill>
                <a:latin typeface="Arial"/>
                <a:ea typeface="Arial"/>
                <a:cs typeface="Arial"/>
              </a:defRPr>
            </a:lvl8pPr>
            <a:lvl9pPr algn="ctr">
              <a:defRPr sz="1800" b="1">
                <a:solidFill>
                  <a:srgbClr val="4264D0"/>
                </a:solidFill>
                <a:latin typeface="Arial"/>
                <a:ea typeface="Arial"/>
                <a:cs typeface="Arial"/>
              </a:defRPr>
            </a:lvl9pPr>
          </a:lstStyle>
          <a:p>
            <a:pPr algn="ctr">
              <a:defRPr sz="1800" b="1">
                <a:solidFill>
                  <a:srgbClr val="4264D0"/>
                </a:solidFill>
                <a:latin typeface="Arial"/>
                <a:ea typeface="Arial"/>
                <a:cs typeface="Arial"/>
              </a:defRPr>
            </a:pPr>
            <a:r>
              <a:rPr sz="1800" b="1">
                <a:solidFill>
                  <a:srgbClr val="4264D0"/>
                </a:solidFill>
                <a:latin typeface="Arial"/>
                <a:ea typeface="Arial"/>
                <a:cs typeface="Arial"/>
              </a:rPr>
              <a:t>Report mutation</a:t>
            </a:r>
          </a:p>
        </p:txBody>
      </p:sp>
      <p:sp>
        <p:nvSpPr>
          <p:cNvPr id="64" name="dim_f158">
            <a:extLst>
              <a:ext uri="{FF2B5EF4-FFF2-40B4-BE49-F238E27FC236}">
                <a16:creationId xmlns:a16="http://schemas.microsoft.com/office/drawing/2014/main" id="{3788064E-0621-47C8-A4F9-51417F3CDB47}"/>
              </a:ext>
            </a:extLst>
          </p:cNvPr>
          <p:cNvSpPr>
            <a:spLocks noGrp="1"/>
          </p:cNvSpPr>
          <p:nvPr/>
        </p:nvSpPr>
        <p:spPr>
          <a:xfrm>
            <a:off x="5953125" y="5143500"/>
            <a:ext cx="1714500" cy="857250"/>
          </a:xfrm>
          <a:prstGeom prst="roundRect">
            <a:avLst>
              <a:gd name="adj" fmla="val 13333"/>
            </a:avLst>
          </a:prstGeom>
          <a:solidFill>
            <a:srgbClr val="F6F6F5"/>
          </a:solidFill>
          <a:ln w="17145">
            <a:solidFill>
              <a:srgbClr val="F1EEE6"/>
            </a:solidFill>
            <a:prstDash val="solid"/>
          </a:ln>
        </p:spPr>
        <p:txBody>
          <a:bodyPr/>
          <a:p/>
        </p:txBody>
      </p:sp>
      <p:sp>
        <p:nvSpPr>
          <p:cNvPr id="65" name="dim_f159">
            <a:extLst>
              <a:ext uri="{FF2B5EF4-FFF2-40B4-BE49-F238E27FC236}">
                <a16:creationId xmlns:a16="http://schemas.microsoft.com/office/drawing/2014/main" id="{F338787D-A4D4-494A-AC05-6AF2D907E969}"/>
              </a:ext>
            </a:extLst>
          </p:cNvPr>
          <p:cNvSpPr>
            <a:spLocks noGrp="1"/>
          </p:cNvSpPr>
          <p:nvPr/>
        </p:nvSpPr>
        <p:spPr>
          <a:xfrm>
            <a:off x="6048375" y="5300663"/>
            <a:ext cx="1524000" cy="619125"/>
          </a:xfrm>
          <a:prstGeom prst="rect">
            <a:avLst/>
          </a:prstGeom>
          <a:noFill/>
          <a:ln w="0">
            <a:noFill/>
            <a:prstDash val="solid"/>
          </a:ln>
        </p:spPr>
        <p:txBody>
          <a:bodyPr wrap="none" lIns="0" tIns="0" rIns="0" bIns="0" anchor="t">
            <a:noAutofit/>
          </a:bodyPr>
          <a:lstStyle>
            <a:defPPr algn="ctr">
              <a:defRPr sz="1875" b="1">
                <a:solidFill>
                  <a:srgbClr val="DED5C9"/>
                </a:solidFill>
                <a:latin typeface="Arial"/>
                <a:ea typeface="Arial"/>
                <a:cs typeface="Arial"/>
              </a:defRPr>
            </a:defPPr>
            <a:lvl1pPr algn="ctr">
              <a:defRPr sz="1875" b="1">
                <a:solidFill>
                  <a:srgbClr val="DED5C9"/>
                </a:solidFill>
                <a:latin typeface="Arial"/>
                <a:ea typeface="Arial"/>
                <a:cs typeface="Arial"/>
              </a:defRPr>
            </a:lvl1pPr>
            <a:lvl2pPr algn="ctr">
              <a:defRPr sz="1875" b="1">
                <a:solidFill>
                  <a:srgbClr val="DED5C9"/>
                </a:solidFill>
                <a:latin typeface="Arial"/>
                <a:ea typeface="Arial"/>
                <a:cs typeface="Arial"/>
              </a:defRPr>
            </a:lvl2pPr>
            <a:lvl3pPr algn="ctr">
              <a:defRPr sz="1875" b="1">
                <a:solidFill>
                  <a:srgbClr val="DED5C9"/>
                </a:solidFill>
                <a:latin typeface="Arial"/>
                <a:ea typeface="Arial"/>
                <a:cs typeface="Arial"/>
              </a:defRPr>
            </a:lvl3pPr>
            <a:lvl4pPr algn="ctr">
              <a:defRPr sz="1875" b="1">
                <a:solidFill>
                  <a:srgbClr val="DED5C9"/>
                </a:solidFill>
                <a:latin typeface="Arial"/>
                <a:ea typeface="Arial"/>
                <a:cs typeface="Arial"/>
              </a:defRPr>
            </a:lvl4pPr>
            <a:lvl5pPr algn="ctr">
              <a:defRPr sz="1875" b="1">
                <a:solidFill>
                  <a:srgbClr val="DED5C9"/>
                </a:solidFill>
                <a:latin typeface="Arial"/>
                <a:ea typeface="Arial"/>
                <a:cs typeface="Arial"/>
              </a:defRPr>
            </a:lvl5pPr>
            <a:lvl6pPr algn="ctr">
              <a:defRPr sz="1875" b="1">
                <a:solidFill>
                  <a:srgbClr val="DED5C9"/>
                </a:solidFill>
                <a:latin typeface="Arial"/>
                <a:ea typeface="Arial"/>
                <a:cs typeface="Arial"/>
              </a:defRPr>
            </a:lvl6pPr>
            <a:lvl7pPr algn="ctr">
              <a:defRPr sz="1875" b="1">
                <a:solidFill>
                  <a:srgbClr val="DED5C9"/>
                </a:solidFill>
                <a:latin typeface="Arial"/>
                <a:ea typeface="Arial"/>
                <a:cs typeface="Arial"/>
              </a:defRPr>
            </a:lvl7pPr>
            <a:lvl8pPr algn="ctr">
              <a:defRPr sz="1875" b="1">
                <a:solidFill>
                  <a:srgbClr val="DED5C9"/>
                </a:solidFill>
                <a:latin typeface="Arial"/>
                <a:ea typeface="Arial"/>
                <a:cs typeface="Arial"/>
              </a:defRPr>
            </a:lvl8pPr>
            <a:lvl9pPr algn="ctr">
              <a:defRPr sz="1875" b="1">
                <a:solidFill>
                  <a:srgbClr val="DED5C9"/>
                </a:solidFill>
                <a:latin typeface="Arial"/>
                <a:ea typeface="Arial"/>
                <a:cs typeface="Arial"/>
              </a:defRPr>
            </a:lvl9pPr>
          </a:lstStyle>
          <a:p>
            <a:pPr algn="ctr">
              <a:defRPr sz="1875" b="1">
                <a:solidFill>
                  <a:srgbClr val="DED5C9"/>
                </a:solidFill>
                <a:latin typeface="Arial"/>
                <a:ea typeface="Arial"/>
                <a:cs typeface="Arial"/>
              </a:defRPr>
            </a:pPr>
            <a:r>
              <a:rPr sz="1875" b="1">
                <a:solidFill>
                  <a:srgbClr val="DED5C9"/>
                </a:solidFill>
                <a:latin typeface="Arial"/>
                <a:ea typeface="Arial"/>
                <a:cs typeface="Arial"/>
              </a:rPr>
              <a:t>MOTORE</a:t>
            </a:r>
          </a:p>
          <a:p>
            <a:pPr algn="ctr">
              <a:defRPr sz="1875" b="1">
                <a:solidFill>
                  <a:srgbClr val="DED5C9"/>
                </a:solidFill>
                <a:latin typeface="Arial"/>
                <a:ea typeface="Arial"/>
                <a:cs typeface="Arial"/>
              </a:defRPr>
            </a:pPr>
            <a:r>
              <a:rPr sz="1875" b="1">
                <a:solidFill>
                  <a:srgbClr val="DED5C9"/>
                </a:solidFill>
                <a:latin typeface="Arial"/>
                <a:ea typeface="Arial"/>
                <a:cs typeface="Arial"/>
              </a:rPr>
              <a:t>di mutazione</a:t>
            </a:r>
          </a:p>
        </p:txBody>
      </p:sp>
      <p:sp>
        <p:nvSpPr>
          <p:cNvPr id="66" name="dim_f160">
            <a:extLst>
              <a:ext uri="{FF2B5EF4-FFF2-40B4-BE49-F238E27FC236}">
                <a16:creationId xmlns:a16="http://schemas.microsoft.com/office/drawing/2014/main" id="{18B439E4-F392-4E70-8F81-D07C0E7E418E}"/>
              </a:ext>
            </a:extLst>
          </p:cNvPr>
          <p:cNvSpPr>
            <a:spLocks noGrp="1"/>
          </p:cNvSpPr>
          <p:nvPr/>
        </p:nvSpPr>
        <p:spPr>
          <a:xfrm>
            <a:off x="5953125" y="3714750"/>
            <a:ext cx="1714500" cy="590550"/>
          </a:xfrm>
          <a:prstGeom prst="roundRect">
            <a:avLst>
              <a:gd name="adj" fmla="val 19355"/>
            </a:avLst>
          </a:prstGeom>
          <a:solidFill>
            <a:srgbClr val="F6F8FA"/>
          </a:solidFill>
          <a:ln w="17145">
            <a:solidFill>
              <a:srgbClr val="ECF1F6"/>
            </a:solidFill>
            <a:prstDash val="solid"/>
          </a:ln>
        </p:spPr>
        <p:txBody>
          <a:bodyPr/>
          <a:p/>
        </p:txBody>
      </p:sp>
      <p:sp>
        <p:nvSpPr>
          <p:cNvPr id="17" name="f160">
            <a:extLst>
              <a:ext uri="{FF2B5EF4-FFF2-40B4-BE49-F238E27FC236}">
                <a16:creationId xmlns:a16="http://schemas.microsoft.com/office/drawing/2014/main" id="{18B439E4-F392-4E70-8F81-D07C0E7E418E}"/>
              </a:ext>
            </a:extLst>
          </p:cNvPr>
          <p:cNvSpPr>
            <a:spLocks noGrp="1"/>
          </p:cNvSpPr>
          <p:nvPr/>
        </p:nvSpPr>
        <p:spPr>
          <a:xfrm>
            <a:off x="5953125" y="3714750"/>
            <a:ext cx="1714500" cy="590550"/>
          </a:xfrm>
          <a:prstGeom prst="roundRect">
            <a:avLst>
              <a:gd name="adj" fmla="val 19355"/>
            </a:avLst>
          </a:prstGeom>
          <a:solidFill>
            <a:srgbClr val="FFFFFF"/>
          </a:solidFill>
          <a:ln w="20955">
            <a:solidFill>
              <a:srgbClr val="D9E3EF"/>
            </a:solidFill>
            <a:prstDash val="solid"/>
          </a:ln>
          <a:effectLst>
            <a:outerShdw blurRad="57150" dist="38100" dir="5400000" algn="ctr" rotWithShape="0">
              <a:srgbClr val="182536">
                <a:alpha val="10000"/>
              </a:srgbClr>
            </a:outerShdw>
          </a:effectLst>
        </p:spPr>
        <p:txBody>
          <a:bodyPr/>
          <a:p/>
        </p:txBody>
      </p:sp>
      <p:sp>
        <p:nvSpPr>
          <p:cNvPr id="67" name="dim_f161">
            <a:extLst>
              <a:ext uri="{FF2B5EF4-FFF2-40B4-BE49-F238E27FC236}">
                <a16:creationId xmlns:a16="http://schemas.microsoft.com/office/drawing/2014/main" id="{6C8915AE-5A18-439A-8AE5-C1F043E9FE0D}"/>
              </a:ext>
            </a:extLst>
          </p:cNvPr>
          <p:cNvSpPr>
            <a:spLocks noGrp="1"/>
          </p:cNvSpPr>
          <p:nvPr/>
        </p:nvSpPr>
        <p:spPr>
          <a:xfrm>
            <a:off x="6048375" y="3905250"/>
            <a:ext cx="1524000" cy="285750"/>
          </a:xfrm>
          <a:prstGeom prst="rect">
            <a:avLst/>
          </a:prstGeom>
          <a:noFill/>
          <a:ln w="0">
            <a:noFill/>
            <a:prstDash val="solid"/>
          </a:ln>
        </p:spPr>
        <p:txBody>
          <a:bodyPr wrap="none" lIns="0" tIns="0" rIns="0" bIns="0" anchor="t">
            <a:noAutofit/>
          </a:bodyPr>
          <a:lstStyle>
            <a:defPPr algn="ctr">
              <a:defRPr sz="1650" b="1">
                <a:solidFill>
                  <a:srgbClr val="BCC2C8"/>
                </a:solidFill>
                <a:latin typeface="Arial"/>
                <a:ea typeface="Arial"/>
                <a:cs typeface="Arial"/>
              </a:defRPr>
            </a:defPPr>
            <a:lvl1pPr algn="ctr">
              <a:defRPr sz="1650" b="1">
                <a:solidFill>
                  <a:srgbClr val="BCC2C8"/>
                </a:solidFill>
                <a:latin typeface="Arial"/>
                <a:ea typeface="Arial"/>
                <a:cs typeface="Arial"/>
              </a:defRPr>
            </a:lvl1pPr>
            <a:lvl2pPr algn="ctr">
              <a:defRPr sz="1650" b="1">
                <a:solidFill>
                  <a:srgbClr val="BCC2C8"/>
                </a:solidFill>
                <a:latin typeface="Arial"/>
                <a:ea typeface="Arial"/>
                <a:cs typeface="Arial"/>
              </a:defRPr>
            </a:lvl2pPr>
            <a:lvl3pPr algn="ctr">
              <a:defRPr sz="1650" b="1">
                <a:solidFill>
                  <a:srgbClr val="BCC2C8"/>
                </a:solidFill>
                <a:latin typeface="Arial"/>
                <a:ea typeface="Arial"/>
                <a:cs typeface="Arial"/>
              </a:defRPr>
            </a:lvl3pPr>
            <a:lvl4pPr algn="ctr">
              <a:defRPr sz="1650" b="1">
                <a:solidFill>
                  <a:srgbClr val="BCC2C8"/>
                </a:solidFill>
                <a:latin typeface="Arial"/>
                <a:ea typeface="Arial"/>
                <a:cs typeface="Arial"/>
              </a:defRPr>
            </a:lvl4pPr>
            <a:lvl5pPr algn="ctr">
              <a:defRPr sz="1650" b="1">
                <a:solidFill>
                  <a:srgbClr val="BCC2C8"/>
                </a:solidFill>
                <a:latin typeface="Arial"/>
                <a:ea typeface="Arial"/>
                <a:cs typeface="Arial"/>
              </a:defRPr>
            </a:lvl5pPr>
            <a:lvl6pPr algn="ctr">
              <a:defRPr sz="1650" b="1">
                <a:solidFill>
                  <a:srgbClr val="BCC2C8"/>
                </a:solidFill>
                <a:latin typeface="Arial"/>
                <a:ea typeface="Arial"/>
                <a:cs typeface="Arial"/>
              </a:defRPr>
            </a:lvl6pPr>
            <a:lvl7pPr algn="ctr">
              <a:defRPr sz="1650" b="1">
                <a:solidFill>
                  <a:srgbClr val="BCC2C8"/>
                </a:solidFill>
                <a:latin typeface="Arial"/>
                <a:ea typeface="Arial"/>
                <a:cs typeface="Arial"/>
              </a:defRPr>
            </a:lvl7pPr>
            <a:lvl8pPr algn="ctr">
              <a:defRPr sz="1650" b="1">
                <a:solidFill>
                  <a:srgbClr val="BCC2C8"/>
                </a:solidFill>
                <a:latin typeface="Arial"/>
                <a:ea typeface="Arial"/>
                <a:cs typeface="Arial"/>
              </a:defRPr>
            </a:lvl8pPr>
            <a:lvl9pPr algn="ctr">
              <a:defRPr sz="1650" b="1">
                <a:solidFill>
                  <a:srgbClr val="BCC2C8"/>
                </a:solidFill>
                <a:latin typeface="Arial"/>
                <a:ea typeface="Arial"/>
                <a:cs typeface="Arial"/>
              </a:defRPr>
            </a:lvl9pPr>
          </a:lstStyle>
          <a:p>
            <a:pPr algn="ctr">
              <a:defRPr sz="1650" b="1">
                <a:solidFill>
                  <a:srgbClr val="BCC2C8"/>
                </a:solidFill>
                <a:latin typeface="Arial"/>
                <a:ea typeface="Arial"/>
                <a:cs typeface="Arial"/>
              </a:defRPr>
            </a:pPr>
            <a:r>
              <a:rPr sz="1650" b="1">
                <a:solidFill>
                  <a:srgbClr val="BCC2C8"/>
                </a:solidFill>
                <a:latin typeface="Arial"/>
                <a:ea typeface="Arial"/>
                <a:cs typeface="Arial"/>
              </a:rPr>
              <a:t>PCAP MUTATA</a:t>
            </a:r>
          </a:p>
        </p:txBody>
      </p:sp>
      <p:sp>
        <p:nvSpPr>
          <p:cNvPr id="18" name="f161">
            <a:extLst>
              <a:ext uri="{FF2B5EF4-FFF2-40B4-BE49-F238E27FC236}">
                <a16:creationId xmlns:a16="http://schemas.microsoft.com/office/drawing/2014/main" id="{6C8915AE-5A18-439A-8AE5-C1F043E9FE0D}"/>
              </a:ext>
            </a:extLst>
          </p:cNvPr>
          <p:cNvSpPr>
            <a:spLocks noGrp="1"/>
          </p:cNvSpPr>
          <p:nvPr/>
        </p:nvSpPr>
        <p:spPr>
          <a:xfrm>
            <a:off x="6048375" y="3905250"/>
            <a:ext cx="1524000" cy="285750"/>
          </a:xfrm>
          <a:prstGeom prst="rect">
            <a:avLst/>
          </a:prstGeom>
          <a:noFill/>
          <a:ln w="0">
            <a:noFill/>
            <a:prstDash val="solid"/>
          </a:ln>
        </p:spPr>
        <p:txBody>
          <a:bodyPr wrap="none" lIns="0" tIns="0" rIns="0" bIns="0" anchor="t">
            <a:noAutofit/>
          </a:bodyPr>
          <a:lstStyle>
            <a:defPPr algn="ctr">
              <a:defRPr sz="1650" b="1">
                <a:solidFill>
                  <a:srgbClr val="182536"/>
                </a:solidFill>
                <a:latin typeface="Arial"/>
                <a:ea typeface="Arial"/>
                <a:cs typeface="Arial"/>
              </a:defRPr>
            </a:defPPr>
            <a:lvl1pPr algn="ctr">
              <a:defRPr sz="1650" b="1">
                <a:solidFill>
                  <a:srgbClr val="182536"/>
                </a:solidFill>
                <a:latin typeface="Arial"/>
                <a:ea typeface="Arial"/>
                <a:cs typeface="Arial"/>
              </a:defRPr>
            </a:lvl1pPr>
            <a:lvl2pPr algn="ctr">
              <a:defRPr sz="1650" b="1">
                <a:solidFill>
                  <a:srgbClr val="182536"/>
                </a:solidFill>
                <a:latin typeface="Arial"/>
                <a:ea typeface="Arial"/>
                <a:cs typeface="Arial"/>
              </a:defRPr>
            </a:lvl2pPr>
            <a:lvl3pPr algn="ctr">
              <a:defRPr sz="1650" b="1">
                <a:solidFill>
                  <a:srgbClr val="182536"/>
                </a:solidFill>
                <a:latin typeface="Arial"/>
                <a:ea typeface="Arial"/>
                <a:cs typeface="Arial"/>
              </a:defRPr>
            </a:lvl3pPr>
            <a:lvl4pPr algn="ctr">
              <a:defRPr sz="1650" b="1">
                <a:solidFill>
                  <a:srgbClr val="182536"/>
                </a:solidFill>
                <a:latin typeface="Arial"/>
                <a:ea typeface="Arial"/>
                <a:cs typeface="Arial"/>
              </a:defRPr>
            </a:lvl4pPr>
            <a:lvl5pPr algn="ctr">
              <a:defRPr sz="1650" b="1">
                <a:solidFill>
                  <a:srgbClr val="182536"/>
                </a:solidFill>
                <a:latin typeface="Arial"/>
                <a:ea typeface="Arial"/>
                <a:cs typeface="Arial"/>
              </a:defRPr>
            </a:lvl5pPr>
            <a:lvl6pPr algn="ctr">
              <a:defRPr sz="1650" b="1">
                <a:solidFill>
                  <a:srgbClr val="182536"/>
                </a:solidFill>
                <a:latin typeface="Arial"/>
                <a:ea typeface="Arial"/>
                <a:cs typeface="Arial"/>
              </a:defRPr>
            </a:lvl6pPr>
            <a:lvl7pPr algn="ctr">
              <a:defRPr sz="1650" b="1">
                <a:solidFill>
                  <a:srgbClr val="182536"/>
                </a:solidFill>
                <a:latin typeface="Arial"/>
                <a:ea typeface="Arial"/>
                <a:cs typeface="Arial"/>
              </a:defRPr>
            </a:lvl7pPr>
            <a:lvl8pPr algn="ctr">
              <a:defRPr sz="1650" b="1">
                <a:solidFill>
                  <a:srgbClr val="182536"/>
                </a:solidFill>
                <a:latin typeface="Arial"/>
                <a:ea typeface="Arial"/>
                <a:cs typeface="Arial"/>
              </a:defRPr>
            </a:lvl8pPr>
            <a:lvl9pPr algn="ctr">
              <a:defRPr sz="1650" b="1">
                <a:solidFill>
                  <a:srgbClr val="182536"/>
                </a:solidFill>
                <a:latin typeface="Arial"/>
                <a:ea typeface="Arial"/>
                <a:cs typeface="Arial"/>
              </a:defRPr>
            </a:lvl9pPr>
          </a:lstStyle>
          <a:p>
            <a:pPr algn="ctr">
              <a:defRPr sz="1650" b="1">
                <a:solidFill>
                  <a:srgbClr val="182536"/>
                </a:solidFill>
                <a:latin typeface="Arial"/>
                <a:ea typeface="Arial"/>
                <a:cs typeface="Arial"/>
              </a:defRPr>
            </a:pPr>
            <a:r>
              <a:rPr sz="1650" b="1">
                <a:solidFill>
                  <a:srgbClr val="182536"/>
                </a:solidFill>
                <a:latin typeface="Arial"/>
                <a:ea typeface="Arial"/>
                <a:cs typeface="Arial"/>
              </a:rPr>
              <a:t>PCAP MUTATA</a:t>
            </a:r>
          </a:p>
        </p:txBody>
      </p:sp>
      <p:sp>
        <p:nvSpPr>
          <p:cNvPr id="68" name="dim_f162">
            <a:extLst>
              <a:ext uri="{FF2B5EF4-FFF2-40B4-BE49-F238E27FC236}">
                <a16:creationId xmlns:a16="http://schemas.microsoft.com/office/drawing/2014/main" id="{5A3CA7E9-6F29-4349-8EAE-963E63818A42}"/>
              </a:ext>
            </a:extLst>
          </p:cNvPr>
          <p:cNvSpPr>
            <a:spLocks noGrp="1"/>
          </p:cNvSpPr>
          <p:nvPr/>
        </p:nvSpPr>
        <p:spPr>
          <a:xfrm>
            <a:off x="1285875" y="3752850"/>
            <a:ext cx="95" cy="619125"/>
          </a:xfrm>
          <a:prstGeom prst="line">
            <a:avLst/>
          </a:prstGeom>
          <a:noFill/>
          <a:ln w="28575">
            <a:solidFill>
              <a:srgbClr val="C7D2EF"/>
            </a:solidFill>
            <a:prstDash val="solid"/>
          </a:ln>
        </p:spPr>
        <p:txBody>
          <a:bodyPr/>
          <a:p/>
        </p:txBody>
      </p:sp>
      <p:sp>
        <p:nvSpPr>
          <p:cNvPr id="69" name="phaseC_f162">
            <a:extLst>
              <a:ext uri="{FF2B5EF4-FFF2-40B4-BE49-F238E27FC236}">
                <a16:creationId xmlns:a16="http://schemas.microsoft.com/office/drawing/2014/main" id="{5A3CA7E9-6F29-4349-8EAE-963E63818A42}"/>
              </a:ext>
            </a:extLst>
          </p:cNvPr>
          <p:cNvSpPr>
            <a:spLocks noGrp="1"/>
          </p:cNvSpPr>
          <p:nvPr/>
        </p:nvSpPr>
        <p:spPr>
          <a:xfrm>
            <a:off x="1285875" y="3752850"/>
            <a:ext cx="95" cy="619125"/>
          </a:xfrm>
          <a:prstGeom prst="line">
            <a:avLst/>
          </a:prstGeom>
          <a:noFill/>
          <a:ln w="28575">
            <a:solidFill>
              <a:srgbClr val="4264D0"/>
            </a:solidFill>
            <a:prstDash val="solid"/>
          </a:ln>
        </p:spPr>
        <p:txBody>
          <a:bodyPr/>
          <a:p/>
        </p:txBody>
      </p:sp>
      <p:sp>
        <p:nvSpPr>
          <p:cNvPr id="70" name="dim_f163">
            <a:extLst>
              <a:ext uri="{FF2B5EF4-FFF2-40B4-BE49-F238E27FC236}">
                <a16:creationId xmlns:a16="http://schemas.microsoft.com/office/drawing/2014/main" id="{73153D25-025B-45FB-A577-0E8B888545E9}"/>
              </a:ext>
            </a:extLst>
          </p:cNvPr>
          <p:cNvSpPr>
            <a:spLocks noGrp="1"/>
          </p:cNvSpPr>
          <p:nvPr/>
        </p:nvSpPr>
        <p:spPr>
          <a:xfrm rot="10800000">
            <a:off x="1228725" y="4371975"/>
            <a:ext cx="114300" cy="114300"/>
          </a:xfrm>
          <a:prstGeom prst="triangle">
            <a:avLst/>
          </a:prstGeom>
          <a:solidFill>
            <a:srgbClr val="C7D2EF"/>
          </a:solidFill>
          <a:ln w="0">
            <a:noFill/>
            <a:prstDash val="solid"/>
          </a:ln>
        </p:spPr>
        <p:txBody>
          <a:bodyPr/>
          <a:p/>
        </p:txBody>
      </p:sp>
      <p:sp>
        <p:nvSpPr>
          <p:cNvPr id="71" name="phaseC_f163">
            <a:extLst>
              <a:ext uri="{FF2B5EF4-FFF2-40B4-BE49-F238E27FC236}">
                <a16:creationId xmlns:a16="http://schemas.microsoft.com/office/drawing/2014/main" id="{73153D25-025B-45FB-A577-0E8B888545E9}"/>
              </a:ext>
            </a:extLst>
          </p:cNvPr>
          <p:cNvSpPr>
            <a:spLocks noGrp="1"/>
          </p:cNvSpPr>
          <p:nvPr/>
        </p:nvSpPr>
        <p:spPr>
          <a:xfrm rot="10800000">
            <a:off x="1228725" y="4371975"/>
            <a:ext cx="114300" cy="114300"/>
          </a:xfrm>
          <a:prstGeom prst="triangle">
            <a:avLst/>
          </a:prstGeom>
          <a:solidFill>
            <a:srgbClr val="4264D0"/>
          </a:solidFill>
          <a:ln w="0">
            <a:noFill/>
            <a:prstDash val="solid"/>
          </a:ln>
        </p:spPr>
        <p:txBody>
          <a:bodyPr/>
          <a:p/>
        </p:txBody>
      </p:sp>
      <p:sp>
        <p:nvSpPr>
          <p:cNvPr id="72" name="dim_f164">
            <a:extLst>
              <a:ext uri="{FF2B5EF4-FFF2-40B4-BE49-F238E27FC236}">
                <a16:creationId xmlns:a16="http://schemas.microsoft.com/office/drawing/2014/main" id="{BC771DFA-E54B-4108-999C-0FE1C3A7C8E4}"/>
              </a:ext>
            </a:extLst>
          </p:cNvPr>
          <p:cNvSpPr>
            <a:spLocks noGrp="1"/>
          </p:cNvSpPr>
          <p:nvPr/>
        </p:nvSpPr>
        <p:spPr>
          <a:xfrm>
            <a:off x="4000500" y="3752850"/>
            <a:ext cx="95" cy="619125"/>
          </a:xfrm>
          <a:prstGeom prst="line">
            <a:avLst/>
          </a:prstGeom>
          <a:noFill/>
          <a:ln w="28575">
            <a:solidFill>
              <a:srgbClr val="C7D2EF"/>
            </a:solidFill>
            <a:prstDash val="solid"/>
          </a:ln>
        </p:spPr>
        <p:txBody>
          <a:bodyPr/>
          <a:p/>
        </p:txBody>
      </p:sp>
      <p:sp>
        <p:nvSpPr>
          <p:cNvPr id="73" name="dim_f165">
            <a:extLst>
              <a:ext uri="{FF2B5EF4-FFF2-40B4-BE49-F238E27FC236}">
                <a16:creationId xmlns:a16="http://schemas.microsoft.com/office/drawing/2014/main" id="{28E57B43-2982-4C41-AFBD-FD12FA1C8757}"/>
              </a:ext>
            </a:extLst>
          </p:cNvPr>
          <p:cNvSpPr>
            <a:spLocks noGrp="1"/>
          </p:cNvSpPr>
          <p:nvPr/>
        </p:nvSpPr>
        <p:spPr>
          <a:xfrm rot="10800000">
            <a:off x="3943350" y="4371975"/>
            <a:ext cx="114300" cy="114300"/>
          </a:xfrm>
          <a:prstGeom prst="triangle">
            <a:avLst/>
          </a:prstGeom>
          <a:solidFill>
            <a:srgbClr val="C7D2EF"/>
          </a:solidFill>
          <a:ln w="0">
            <a:noFill/>
            <a:prstDash val="solid"/>
          </a:ln>
        </p:spPr>
        <p:txBody>
          <a:bodyPr/>
          <a:p/>
        </p:txBody>
      </p:sp>
      <p:sp>
        <p:nvSpPr>
          <p:cNvPr id="74" name="dim_f166">
            <a:extLst>
              <a:ext uri="{FF2B5EF4-FFF2-40B4-BE49-F238E27FC236}">
                <a16:creationId xmlns:a16="http://schemas.microsoft.com/office/drawing/2014/main" id="{085DC25B-1477-4F97-9E57-C2326CC3100D}"/>
              </a:ext>
            </a:extLst>
          </p:cNvPr>
          <p:cNvSpPr>
            <a:spLocks noGrp="1"/>
          </p:cNvSpPr>
          <p:nvPr/>
        </p:nvSpPr>
        <p:spPr>
          <a:xfrm>
            <a:off x="2714625" y="5457825"/>
            <a:ext cx="95" cy="314325"/>
          </a:xfrm>
          <a:prstGeom prst="line">
            <a:avLst/>
          </a:prstGeom>
          <a:noFill/>
          <a:ln w="28575">
            <a:solidFill>
              <a:srgbClr val="C7D2EF"/>
            </a:solidFill>
            <a:prstDash val="solid"/>
          </a:ln>
        </p:spPr>
        <p:txBody>
          <a:bodyPr/>
          <a:p/>
        </p:txBody>
      </p:sp>
      <p:sp>
        <p:nvSpPr>
          <p:cNvPr id="75" name="phaseC_f166">
            <a:extLst>
              <a:ext uri="{FF2B5EF4-FFF2-40B4-BE49-F238E27FC236}">
                <a16:creationId xmlns:a16="http://schemas.microsoft.com/office/drawing/2014/main" id="{085DC25B-1477-4F97-9E57-C2326CC3100D}"/>
              </a:ext>
            </a:extLst>
          </p:cNvPr>
          <p:cNvSpPr>
            <a:spLocks noGrp="1"/>
          </p:cNvSpPr>
          <p:nvPr/>
        </p:nvSpPr>
        <p:spPr>
          <a:xfrm>
            <a:off x="2714625" y="5457825"/>
            <a:ext cx="95" cy="314325"/>
          </a:xfrm>
          <a:prstGeom prst="line">
            <a:avLst/>
          </a:prstGeom>
          <a:noFill/>
          <a:ln w="28575">
            <a:solidFill>
              <a:srgbClr val="4264D0"/>
            </a:solidFill>
            <a:prstDash val="solid"/>
          </a:ln>
        </p:spPr>
        <p:txBody>
          <a:bodyPr/>
          <a:p/>
        </p:txBody>
      </p:sp>
      <p:sp>
        <p:nvSpPr>
          <p:cNvPr id="76" name="dim_f167">
            <a:extLst>
              <a:ext uri="{FF2B5EF4-FFF2-40B4-BE49-F238E27FC236}">
                <a16:creationId xmlns:a16="http://schemas.microsoft.com/office/drawing/2014/main" id="{5FF97A97-77E0-469B-9083-DA21F13C1586}"/>
              </a:ext>
            </a:extLst>
          </p:cNvPr>
          <p:cNvSpPr>
            <a:spLocks noGrp="1"/>
          </p:cNvSpPr>
          <p:nvPr/>
        </p:nvSpPr>
        <p:spPr>
          <a:xfrm>
            <a:off x="1428750" y="5772150"/>
            <a:ext cx="1285875" cy="95"/>
          </a:xfrm>
          <a:prstGeom prst="line">
            <a:avLst/>
          </a:prstGeom>
          <a:noFill/>
          <a:ln w="28575">
            <a:solidFill>
              <a:srgbClr val="C7D2EF"/>
            </a:solidFill>
            <a:prstDash val="solid"/>
          </a:ln>
        </p:spPr>
        <p:txBody>
          <a:bodyPr/>
          <a:p/>
        </p:txBody>
      </p:sp>
      <p:sp>
        <p:nvSpPr>
          <p:cNvPr id="77" name="dim_f168">
            <a:extLst>
              <a:ext uri="{FF2B5EF4-FFF2-40B4-BE49-F238E27FC236}">
                <a16:creationId xmlns:a16="http://schemas.microsoft.com/office/drawing/2014/main" id="{689327B9-05D7-4FCB-BEA2-84FC4FABE238}"/>
              </a:ext>
            </a:extLst>
          </p:cNvPr>
          <p:cNvSpPr>
            <a:spLocks noGrp="1"/>
          </p:cNvSpPr>
          <p:nvPr/>
        </p:nvSpPr>
        <p:spPr>
          <a:xfrm>
            <a:off x="1428750" y="5772150"/>
            <a:ext cx="95" cy="352425"/>
          </a:xfrm>
          <a:prstGeom prst="line">
            <a:avLst/>
          </a:prstGeom>
          <a:noFill/>
          <a:ln w="28575">
            <a:solidFill>
              <a:srgbClr val="C7D2EF"/>
            </a:solidFill>
            <a:prstDash val="solid"/>
          </a:ln>
        </p:spPr>
        <p:txBody>
          <a:bodyPr/>
          <a:p/>
        </p:txBody>
      </p:sp>
      <p:sp>
        <p:nvSpPr>
          <p:cNvPr id="78" name="dim_f169">
            <a:extLst>
              <a:ext uri="{FF2B5EF4-FFF2-40B4-BE49-F238E27FC236}">
                <a16:creationId xmlns:a16="http://schemas.microsoft.com/office/drawing/2014/main" id="{13C6AB67-78A6-40A1-A828-1E83AFFECB11}"/>
              </a:ext>
            </a:extLst>
          </p:cNvPr>
          <p:cNvSpPr>
            <a:spLocks noGrp="1"/>
          </p:cNvSpPr>
          <p:nvPr/>
        </p:nvSpPr>
        <p:spPr>
          <a:xfrm rot="10800000">
            <a:off x="1371600" y="6124575"/>
            <a:ext cx="114300" cy="114300"/>
          </a:xfrm>
          <a:prstGeom prst="triangle">
            <a:avLst/>
          </a:prstGeom>
          <a:solidFill>
            <a:srgbClr val="C7D2EF"/>
          </a:solidFill>
          <a:ln w="0">
            <a:noFill/>
            <a:prstDash val="solid"/>
          </a:ln>
        </p:spPr>
        <p:txBody>
          <a:bodyPr/>
          <a:p/>
        </p:txBody>
      </p:sp>
      <p:sp>
        <p:nvSpPr>
          <p:cNvPr id="79" name="dim_f170">
            <a:extLst>
              <a:ext uri="{FF2B5EF4-FFF2-40B4-BE49-F238E27FC236}">
                <a16:creationId xmlns:a16="http://schemas.microsoft.com/office/drawing/2014/main" id="{71F98747-0474-47FA-8086-51D8F3CE3F32}"/>
              </a:ext>
            </a:extLst>
          </p:cNvPr>
          <p:cNvSpPr>
            <a:spLocks noGrp="1"/>
          </p:cNvSpPr>
          <p:nvPr/>
        </p:nvSpPr>
        <p:spPr>
          <a:xfrm>
            <a:off x="2714625" y="5772150"/>
            <a:ext cx="1285875" cy="95"/>
          </a:xfrm>
          <a:prstGeom prst="line">
            <a:avLst/>
          </a:prstGeom>
          <a:noFill/>
          <a:ln w="28575">
            <a:solidFill>
              <a:srgbClr val="C7D2EF"/>
            </a:solidFill>
            <a:prstDash val="solid"/>
          </a:ln>
        </p:spPr>
        <p:txBody>
          <a:bodyPr/>
          <a:p/>
        </p:txBody>
      </p:sp>
      <p:sp>
        <p:nvSpPr>
          <p:cNvPr id="27" name="f170">
            <a:extLst>
              <a:ext uri="{FF2B5EF4-FFF2-40B4-BE49-F238E27FC236}">
                <a16:creationId xmlns:a16="http://schemas.microsoft.com/office/drawing/2014/main" id="{71F98747-0474-47FA-8086-51D8F3CE3F32}"/>
              </a:ext>
            </a:extLst>
          </p:cNvPr>
          <p:cNvSpPr>
            <a:spLocks noGrp="1"/>
          </p:cNvSpPr>
          <p:nvPr/>
        </p:nvSpPr>
        <p:spPr>
          <a:xfrm>
            <a:off x="2714625" y="5772150"/>
            <a:ext cx="1285875" cy="95"/>
          </a:xfrm>
          <a:prstGeom prst="line">
            <a:avLst/>
          </a:prstGeom>
          <a:noFill/>
          <a:ln w="28575">
            <a:solidFill>
              <a:srgbClr val="4264D0"/>
            </a:solidFill>
            <a:prstDash val="solid"/>
          </a:ln>
        </p:spPr>
        <p:txBody>
          <a:bodyPr/>
          <a:p/>
        </p:txBody>
      </p:sp>
      <p:sp>
        <p:nvSpPr>
          <p:cNvPr id="80" name="dim_f171">
            <a:extLst>
              <a:ext uri="{FF2B5EF4-FFF2-40B4-BE49-F238E27FC236}">
                <a16:creationId xmlns:a16="http://schemas.microsoft.com/office/drawing/2014/main" id="{DFC60DF5-892E-4C97-90BB-0DE2742B7925}"/>
              </a:ext>
            </a:extLst>
          </p:cNvPr>
          <p:cNvSpPr>
            <a:spLocks noGrp="1"/>
          </p:cNvSpPr>
          <p:nvPr/>
        </p:nvSpPr>
        <p:spPr>
          <a:xfrm>
            <a:off x="4000500" y="5772150"/>
            <a:ext cx="95" cy="352425"/>
          </a:xfrm>
          <a:prstGeom prst="line">
            <a:avLst/>
          </a:prstGeom>
          <a:noFill/>
          <a:ln w="28575">
            <a:solidFill>
              <a:srgbClr val="C7D2EF"/>
            </a:solidFill>
            <a:prstDash val="solid"/>
          </a:ln>
        </p:spPr>
        <p:txBody>
          <a:bodyPr/>
          <a:p/>
        </p:txBody>
      </p:sp>
      <p:sp>
        <p:nvSpPr>
          <p:cNvPr id="28" name="f171">
            <a:extLst>
              <a:ext uri="{FF2B5EF4-FFF2-40B4-BE49-F238E27FC236}">
                <a16:creationId xmlns:a16="http://schemas.microsoft.com/office/drawing/2014/main" id="{DFC60DF5-892E-4C97-90BB-0DE2742B7925}"/>
              </a:ext>
            </a:extLst>
          </p:cNvPr>
          <p:cNvSpPr>
            <a:spLocks noGrp="1"/>
          </p:cNvSpPr>
          <p:nvPr/>
        </p:nvSpPr>
        <p:spPr>
          <a:xfrm>
            <a:off x="4000500" y="5772150"/>
            <a:ext cx="95" cy="352425"/>
          </a:xfrm>
          <a:prstGeom prst="line">
            <a:avLst/>
          </a:prstGeom>
          <a:noFill/>
          <a:ln w="28575">
            <a:solidFill>
              <a:srgbClr val="4264D0"/>
            </a:solidFill>
            <a:prstDash val="solid"/>
          </a:ln>
        </p:spPr>
        <p:txBody>
          <a:bodyPr/>
          <a:p/>
        </p:txBody>
      </p:sp>
      <p:sp>
        <p:nvSpPr>
          <p:cNvPr id="81" name="dim_f172">
            <a:extLst>
              <a:ext uri="{FF2B5EF4-FFF2-40B4-BE49-F238E27FC236}">
                <a16:creationId xmlns:a16="http://schemas.microsoft.com/office/drawing/2014/main" id="{6CC3148C-7AF0-4649-BBAF-2F449C0E6141}"/>
              </a:ext>
            </a:extLst>
          </p:cNvPr>
          <p:cNvSpPr>
            <a:spLocks noGrp="1"/>
          </p:cNvSpPr>
          <p:nvPr/>
        </p:nvSpPr>
        <p:spPr>
          <a:xfrm rot="10800000">
            <a:off x="3943350" y="6124575"/>
            <a:ext cx="114300" cy="114300"/>
          </a:xfrm>
          <a:prstGeom prst="triangle">
            <a:avLst/>
          </a:prstGeom>
          <a:solidFill>
            <a:srgbClr val="C7D2EF"/>
          </a:solidFill>
          <a:ln w="0">
            <a:noFill/>
            <a:prstDash val="solid"/>
          </a:ln>
        </p:spPr>
        <p:txBody>
          <a:bodyPr/>
          <a:p/>
        </p:txBody>
      </p:sp>
      <p:sp>
        <p:nvSpPr>
          <p:cNvPr id="29" name="f172">
            <a:extLst>
              <a:ext uri="{FF2B5EF4-FFF2-40B4-BE49-F238E27FC236}">
                <a16:creationId xmlns:a16="http://schemas.microsoft.com/office/drawing/2014/main" id="{6CC3148C-7AF0-4649-BBAF-2F449C0E6141}"/>
              </a:ext>
            </a:extLst>
          </p:cNvPr>
          <p:cNvSpPr>
            <a:spLocks noGrp="1"/>
          </p:cNvSpPr>
          <p:nvPr/>
        </p:nvSpPr>
        <p:spPr>
          <a:xfrm rot="10800000">
            <a:off x="3943350" y="6124575"/>
            <a:ext cx="114300" cy="114300"/>
          </a:xfrm>
          <a:prstGeom prst="triangle">
            <a:avLst/>
          </a:prstGeom>
          <a:solidFill>
            <a:srgbClr val="4264D0"/>
          </a:solidFill>
          <a:ln w="0">
            <a:noFill/>
            <a:prstDash val="solid"/>
          </a:ln>
        </p:spPr>
        <p:txBody>
          <a:bodyPr/>
          <a:p/>
        </p:txBody>
      </p:sp>
      <p:sp>
        <p:nvSpPr>
          <p:cNvPr id="82" name="dim_f173">
            <a:extLst>
              <a:ext uri="{FF2B5EF4-FFF2-40B4-BE49-F238E27FC236}">
                <a16:creationId xmlns:a16="http://schemas.microsoft.com/office/drawing/2014/main" id="{1F94A9E1-8ACD-4E1E-AB63-0B9073C65A02}"/>
              </a:ext>
            </a:extLst>
          </p:cNvPr>
          <p:cNvSpPr>
            <a:spLocks noGrp="1"/>
          </p:cNvSpPr>
          <p:nvPr/>
        </p:nvSpPr>
        <p:spPr>
          <a:xfrm>
            <a:off x="1428750" y="6877050"/>
            <a:ext cx="95" cy="647700"/>
          </a:xfrm>
          <a:prstGeom prst="line">
            <a:avLst/>
          </a:prstGeom>
          <a:noFill/>
          <a:ln w="28575">
            <a:solidFill>
              <a:srgbClr val="C7D2EF"/>
            </a:solidFill>
            <a:prstDash val="solid"/>
          </a:ln>
        </p:spPr>
        <p:txBody>
          <a:bodyPr/>
          <a:p/>
        </p:txBody>
      </p:sp>
      <p:sp>
        <p:nvSpPr>
          <p:cNvPr id="83" name="dim_f174">
            <a:extLst>
              <a:ext uri="{FF2B5EF4-FFF2-40B4-BE49-F238E27FC236}">
                <a16:creationId xmlns:a16="http://schemas.microsoft.com/office/drawing/2014/main" id="{F086FB46-476F-424C-865A-FEE3640BB69C}"/>
              </a:ext>
            </a:extLst>
          </p:cNvPr>
          <p:cNvSpPr>
            <a:spLocks noGrp="1"/>
          </p:cNvSpPr>
          <p:nvPr/>
        </p:nvSpPr>
        <p:spPr>
          <a:xfrm>
            <a:off x="1428750" y="7524750"/>
            <a:ext cx="5381625" cy="95"/>
          </a:xfrm>
          <a:prstGeom prst="line">
            <a:avLst/>
          </a:prstGeom>
          <a:noFill/>
          <a:ln w="28575">
            <a:solidFill>
              <a:srgbClr val="C7D2EF"/>
            </a:solidFill>
            <a:prstDash val="solid"/>
          </a:ln>
        </p:spPr>
        <p:txBody>
          <a:bodyPr/>
          <a:p/>
        </p:txBody>
      </p:sp>
      <p:sp>
        <p:nvSpPr>
          <p:cNvPr id="84" name="dim_f175">
            <a:extLst>
              <a:ext uri="{FF2B5EF4-FFF2-40B4-BE49-F238E27FC236}">
                <a16:creationId xmlns:a16="http://schemas.microsoft.com/office/drawing/2014/main" id="{E657DBB7-0E07-4C82-B1BE-DA9895AEA06C}"/>
              </a:ext>
            </a:extLst>
          </p:cNvPr>
          <p:cNvSpPr>
            <a:spLocks noGrp="1"/>
          </p:cNvSpPr>
          <p:nvPr/>
        </p:nvSpPr>
        <p:spPr>
          <a:xfrm>
            <a:off x="6810375" y="6172200"/>
            <a:ext cx="95" cy="1352550"/>
          </a:xfrm>
          <a:prstGeom prst="line">
            <a:avLst/>
          </a:prstGeom>
          <a:noFill/>
          <a:ln w="28575">
            <a:solidFill>
              <a:srgbClr val="C7D2EF"/>
            </a:solidFill>
            <a:prstDash val="solid"/>
          </a:ln>
        </p:spPr>
        <p:txBody>
          <a:bodyPr/>
          <a:p/>
        </p:txBody>
      </p:sp>
      <p:sp>
        <p:nvSpPr>
          <p:cNvPr id="85" name="dim_f176">
            <a:extLst>
              <a:ext uri="{FF2B5EF4-FFF2-40B4-BE49-F238E27FC236}">
                <a16:creationId xmlns:a16="http://schemas.microsoft.com/office/drawing/2014/main" id="{1674C8AA-8714-4825-8D13-1BFD7D7AA969}"/>
              </a:ext>
            </a:extLst>
          </p:cNvPr>
          <p:cNvSpPr>
            <a:spLocks noGrp="1"/>
          </p:cNvSpPr>
          <p:nvPr/>
        </p:nvSpPr>
        <p:spPr>
          <a:xfrm rot="0">
            <a:off x="6753225" y="6057900"/>
            <a:ext cx="114300" cy="114300"/>
          </a:xfrm>
          <a:prstGeom prst="triangle">
            <a:avLst/>
          </a:prstGeom>
          <a:solidFill>
            <a:srgbClr val="C7D2EF"/>
          </a:solidFill>
          <a:ln w="0">
            <a:noFill/>
            <a:prstDash val="solid"/>
          </a:ln>
        </p:spPr>
        <p:txBody>
          <a:bodyPr/>
          <a:p/>
        </p:txBody>
      </p:sp>
      <p:sp>
        <p:nvSpPr>
          <p:cNvPr id="86" name="dim_f177">
            <a:extLst>
              <a:ext uri="{FF2B5EF4-FFF2-40B4-BE49-F238E27FC236}">
                <a16:creationId xmlns:a16="http://schemas.microsoft.com/office/drawing/2014/main" id="{E96B493D-1AB8-425B-9398-008013999E6E}"/>
              </a:ext>
            </a:extLst>
          </p:cNvPr>
          <p:cNvSpPr>
            <a:spLocks noGrp="1"/>
          </p:cNvSpPr>
          <p:nvPr/>
        </p:nvSpPr>
        <p:spPr>
          <a:xfrm>
            <a:off x="1905000" y="7162800"/>
            <a:ext cx="4476750" cy="304800"/>
          </a:xfrm>
          <a:prstGeom prst="rect">
            <a:avLst/>
          </a:prstGeom>
          <a:noFill/>
          <a:ln w="0">
            <a:noFill/>
            <a:prstDash val="solid"/>
          </a:ln>
        </p:spPr>
        <p:txBody>
          <a:bodyPr wrap="none" lIns="0" tIns="0" rIns="0" bIns="0" anchor="t">
            <a:noAutofit/>
          </a:bodyPr>
          <a:lstStyle>
            <a:defPPr algn="ctr">
              <a:defRPr sz="1575" b="0">
                <a:solidFill>
                  <a:srgbClr val="CBD1DA"/>
                </a:solidFill>
                <a:latin typeface="Arial"/>
                <a:ea typeface="Arial"/>
                <a:cs typeface="Arial"/>
              </a:defRPr>
            </a:defPPr>
            <a:lvl1pPr algn="ctr">
              <a:defRPr sz="1575" b="0">
                <a:solidFill>
                  <a:srgbClr val="CBD1DA"/>
                </a:solidFill>
                <a:latin typeface="Arial"/>
                <a:ea typeface="Arial"/>
                <a:cs typeface="Arial"/>
              </a:defRPr>
            </a:lvl1pPr>
            <a:lvl2pPr algn="ctr">
              <a:defRPr sz="1575" b="0">
                <a:solidFill>
                  <a:srgbClr val="CBD1DA"/>
                </a:solidFill>
                <a:latin typeface="Arial"/>
                <a:ea typeface="Arial"/>
                <a:cs typeface="Arial"/>
              </a:defRPr>
            </a:lvl2pPr>
            <a:lvl3pPr algn="ctr">
              <a:defRPr sz="1575" b="0">
                <a:solidFill>
                  <a:srgbClr val="CBD1DA"/>
                </a:solidFill>
                <a:latin typeface="Arial"/>
                <a:ea typeface="Arial"/>
                <a:cs typeface="Arial"/>
              </a:defRPr>
            </a:lvl3pPr>
            <a:lvl4pPr algn="ctr">
              <a:defRPr sz="1575" b="0">
                <a:solidFill>
                  <a:srgbClr val="CBD1DA"/>
                </a:solidFill>
                <a:latin typeface="Arial"/>
                <a:ea typeface="Arial"/>
                <a:cs typeface="Arial"/>
              </a:defRPr>
            </a:lvl4pPr>
            <a:lvl5pPr algn="ctr">
              <a:defRPr sz="1575" b="0">
                <a:solidFill>
                  <a:srgbClr val="CBD1DA"/>
                </a:solidFill>
                <a:latin typeface="Arial"/>
                <a:ea typeface="Arial"/>
                <a:cs typeface="Arial"/>
              </a:defRPr>
            </a:lvl5pPr>
            <a:lvl6pPr algn="ctr">
              <a:defRPr sz="1575" b="0">
                <a:solidFill>
                  <a:srgbClr val="CBD1DA"/>
                </a:solidFill>
                <a:latin typeface="Arial"/>
                <a:ea typeface="Arial"/>
                <a:cs typeface="Arial"/>
              </a:defRPr>
            </a:lvl6pPr>
            <a:lvl7pPr algn="ctr">
              <a:defRPr sz="1575" b="0">
                <a:solidFill>
                  <a:srgbClr val="CBD1DA"/>
                </a:solidFill>
                <a:latin typeface="Arial"/>
                <a:ea typeface="Arial"/>
                <a:cs typeface="Arial"/>
              </a:defRPr>
            </a:lvl7pPr>
            <a:lvl8pPr algn="ctr">
              <a:defRPr sz="1575" b="0">
                <a:solidFill>
                  <a:srgbClr val="CBD1DA"/>
                </a:solidFill>
                <a:latin typeface="Arial"/>
                <a:ea typeface="Arial"/>
                <a:cs typeface="Arial"/>
              </a:defRPr>
            </a:lvl8pPr>
            <a:lvl9pPr algn="ctr">
              <a:defRPr sz="1575" b="0">
                <a:solidFill>
                  <a:srgbClr val="CBD1DA"/>
                </a:solidFill>
                <a:latin typeface="Arial"/>
                <a:ea typeface="Arial"/>
                <a:cs typeface="Arial"/>
              </a:defRPr>
            </a:lvl9pPr>
          </a:lstStyle>
          <a:p>
            <a:pPr algn="ctr">
              <a:defRPr sz="1575" b="0">
                <a:solidFill>
                  <a:srgbClr val="CBD1DA"/>
                </a:solidFill>
                <a:latin typeface="Arial"/>
                <a:ea typeface="Arial"/>
                <a:cs typeface="Arial"/>
              </a:defRPr>
            </a:pPr>
            <a:r>
              <a:rPr sz="1575" b="0">
                <a:solidFill>
                  <a:srgbClr val="CBD1DA"/>
                </a:solidFill>
                <a:latin typeface="Arial"/>
                <a:ea typeface="Arial"/>
                <a:cs typeface="Arial"/>
              </a:rPr>
              <a:t>Selezione dei frame rilevanti da modificare</a:t>
            </a:r>
          </a:p>
        </p:txBody>
      </p:sp>
      <p:sp>
        <p:nvSpPr>
          <p:cNvPr id="87" name="dim_f178">
            <a:extLst>
              <a:ext uri="{FF2B5EF4-FFF2-40B4-BE49-F238E27FC236}">
                <a16:creationId xmlns:a16="http://schemas.microsoft.com/office/drawing/2014/main" id="{D6AA45BA-A915-43F7-9278-1FF1F0091132}"/>
              </a:ext>
            </a:extLst>
          </p:cNvPr>
          <p:cNvSpPr>
            <a:spLocks noGrp="1"/>
          </p:cNvSpPr>
          <p:nvPr/>
        </p:nvSpPr>
        <p:spPr>
          <a:xfrm>
            <a:off x="5200650" y="3343275"/>
            <a:ext cx="2895600" cy="95"/>
          </a:xfrm>
          <a:prstGeom prst="line">
            <a:avLst/>
          </a:prstGeom>
          <a:noFill/>
          <a:ln w="28575">
            <a:solidFill>
              <a:srgbClr val="C7D2EF"/>
            </a:solidFill>
            <a:prstDash val="solid"/>
          </a:ln>
        </p:spPr>
        <p:txBody>
          <a:bodyPr/>
          <a:p/>
        </p:txBody>
      </p:sp>
      <p:sp>
        <p:nvSpPr>
          <p:cNvPr id="88" name="dim_f179">
            <a:extLst>
              <a:ext uri="{FF2B5EF4-FFF2-40B4-BE49-F238E27FC236}">
                <a16:creationId xmlns:a16="http://schemas.microsoft.com/office/drawing/2014/main" id="{187A2D89-B88C-45AB-99C0-24E13466B66F}"/>
              </a:ext>
            </a:extLst>
          </p:cNvPr>
          <p:cNvSpPr>
            <a:spLocks noGrp="1"/>
          </p:cNvSpPr>
          <p:nvPr/>
        </p:nvSpPr>
        <p:spPr>
          <a:xfrm>
            <a:off x="8096250" y="3343275"/>
            <a:ext cx="95" cy="2228850"/>
          </a:xfrm>
          <a:prstGeom prst="line">
            <a:avLst/>
          </a:prstGeom>
          <a:noFill/>
          <a:ln w="28575">
            <a:solidFill>
              <a:srgbClr val="C7D2EF"/>
            </a:solidFill>
            <a:prstDash val="solid"/>
          </a:ln>
        </p:spPr>
        <p:txBody>
          <a:bodyPr/>
          <a:p/>
        </p:txBody>
      </p:sp>
      <p:sp>
        <p:nvSpPr>
          <p:cNvPr id="89" name="dim_f180">
            <a:extLst>
              <a:ext uri="{FF2B5EF4-FFF2-40B4-BE49-F238E27FC236}">
                <a16:creationId xmlns:a16="http://schemas.microsoft.com/office/drawing/2014/main" id="{D8B15C1C-FFDB-49DE-A6AF-C8D95B720805}"/>
              </a:ext>
            </a:extLst>
          </p:cNvPr>
          <p:cNvSpPr>
            <a:spLocks noGrp="1"/>
          </p:cNvSpPr>
          <p:nvPr/>
        </p:nvSpPr>
        <p:spPr>
          <a:xfrm>
            <a:off x="7839075" y="5572125"/>
            <a:ext cx="257175" cy="95"/>
          </a:xfrm>
          <a:prstGeom prst="line">
            <a:avLst/>
          </a:prstGeom>
          <a:noFill/>
          <a:ln w="28575">
            <a:solidFill>
              <a:srgbClr val="C7D2EF"/>
            </a:solidFill>
            <a:prstDash val="solid"/>
          </a:ln>
        </p:spPr>
        <p:txBody>
          <a:bodyPr/>
          <a:p/>
        </p:txBody>
      </p:sp>
      <p:sp>
        <p:nvSpPr>
          <p:cNvPr id="90" name="dim_f181">
            <a:extLst>
              <a:ext uri="{FF2B5EF4-FFF2-40B4-BE49-F238E27FC236}">
                <a16:creationId xmlns:a16="http://schemas.microsoft.com/office/drawing/2014/main" id="{E67F4B52-FD79-4CB0-9681-CF61A545DA56}"/>
              </a:ext>
            </a:extLst>
          </p:cNvPr>
          <p:cNvSpPr>
            <a:spLocks noGrp="1"/>
          </p:cNvSpPr>
          <p:nvPr/>
        </p:nvSpPr>
        <p:spPr>
          <a:xfrm rot="16200000">
            <a:off x="7724775" y="5514975"/>
            <a:ext cx="114300" cy="114300"/>
          </a:xfrm>
          <a:prstGeom prst="triangle">
            <a:avLst/>
          </a:prstGeom>
          <a:solidFill>
            <a:srgbClr val="C7D2EF"/>
          </a:solidFill>
          <a:ln w="0">
            <a:noFill/>
            <a:prstDash val="solid"/>
          </a:ln>
        </p:spPr>
        <p:txBody>
          <a:bodyPr/>
          <a:p/>
        </p:txBody>
      </p:sp>
      <p:sp>
        <p:nvSpPr>
          <p:cNvPr id="91" name="dim_f182">
            <a:extLst>
              <a:ext uri="{FF2B5EF4-FFF2-40B4-BE49-F238E27FC236}">
                <a16:creationId xmlns:a16="http://schemas.microsoft.com/office/drawing/2014/main" id="{759989F0-EFD3-4463-9B2E-023F73D0057B}"/>
              </a:ext>
            </a:extLst>
          </p:cNvPr>
          <p:cNvSpPr>
            <a:spLocks noGrp="1"/>
          </p:cNvSpPr>
          <p:nvPr/>
        </p:nvSpPr>
        <p:spPr>
          <a:xfrm>
            <a:off x="6810375" y="4476750"/>
            <a:ext cx="95" cy="552450"/>
          </a:xfrm>
          <a:prstGeom prst="line">
            <a:avLst/>
          </a:prstGeom>
          <a:noFill/>
          <a:ln w="28575">
            <a:solidFill>
              <a:srgbClr val="C7D2EF"/>
            </a:solidFill>
            <a:prstDash val="solid"/>
          </a:ln>
        </p:spPr>
        <p:txBody>
          <a:bodyPr/>
          <a:p/>
        </p:txBody>
      </p:sp>
      <p:sp>
        <p:nvSpPr>
          <p:cNvPr id="92" name="dim_f183">
            <a:extLst>
              <a:ext uri="{FF2B5EF4-FFF2-40B4-BE49-F238E27FC236}">
                <a16:creationId xmlns:a16="http://schemas.microsoft.com/office/drawing/2014/main" id="{E63C763D-43EF-4733-882A-A627F84B1604}"/>
              </a:ext>
            </a:extLst>
          </p:cNvPr>
          <p:cNvSpPr>
            <a:spLocks noGrp="1"/>
          </p:cNvSpPr>
          <p:nvPr/>
        </p:nvSpPr>
        <p:spPr>
          <a:xfrm rot="0">
            <a:off x="6753225" y="4362450"/>
            <a:ext cx="114300" cy="114300"/>
          </a:xfrm>
          <a:prstGeom prst="triangle">
            <a:avLst/>
          </a:prstGeom>
          <a:solidFill>
            <a:srgbClr val="C7D2EF"/>
          </a:solidFill>
          <a:ln w="0">
            <a:noFill/>
            <a:prstDash val="solid"/>
          </a:ln>
        </p:spPr>
        <p:txBody>
          <a:bodyPr/>
          <a:p/>
        </p:txBody>
      </p:sp>
      <p:sp>
        <p:nvSpPr>
          <p:cNvPr id="93" name="dim_f184">
            <a:extLst>
              <a:ext uri="{FF2B5EF4-FFF2-40B4-BE49-F238E27FC236}">
                <a16:creationId xmlns:a16="http://schemas.microsoft.com/office/drawing/2014/main" id="{2418BC82-1F6F-43AC-8DA5-CA029F5D9B92}"/>
              </a:ext>
            </a:extLst>
          </p:cNvPr>
          <p:cNvSpPr>
            <a:spLocks noGrp="1"/>
          </p:cNvSpPr>
          <p:nvPr/>
        </p:nvSpPr>
        <p:spPr>
          <a:xfrm>
            <a:off x="5572125" y="4010025"/>
            <a:ext cx="266700" cy="95"/>
          </a:xfrm>
          <a:prstGeom prst="line">
            <a:avLst/>
          </a:prstGeom>
          <a:noFill/>
          <a:ln w="28575">
            <a:solidFill>
              <a:srgbClr val="C7D2EF"/>
            </a:solidFill>
            <a:prstDash val="solid"/>
          </a:ln>
        </p:spPr>
        <p:txBody>
          <a:bodyPr/>
          <a:p/>
        </p:txBody>
      </p:sp>
      <p:sp>
        <p:nvSpPr>
          <p:cNvPr id="41" name="f184">
            <a:extLst>
              <a:ext uri="{FF2B5EF4-FFF2-40B4-BE49-F238E27FC236}">
                <a16:creationId xmlns:a16="http://schemas.microsoft.com/office/drawing/2014/main" id="{2418BC82-1F6F-43AC-8DA5-CA029F5D9B92}"/>
              </a:ext>
            </a:extLst>
          </p:cNvPr>
          <p:cNvSpPr>
            <a:spLocks noGrp="1"/>
          </p:cNvSpPr>
          <p:nvPr/>
        </p:nvSpPr>
        <p:spPr>
          <a:xfrm>
            <a:off x="5572125" y="4010025"/>
            <a:ext cx="266700" cy="95"/>
          </a:xfrm>
          <a:prstGeom prst="line">
            <a:avLst/>
          </a:prstGeom>
          <a:noFill/>
          <a:ln w="28575">
            <a:solidFill>
              <a:srgbClr val="4264D0"/>
            </a:solidFill>
            <a:prstDash val="solid"/>
          </a:ln>
        </p:spPr>
        <p:txBody>
          <a:bodyPr/>
          <a:p/>
        </p:txBody>
      </p:sp>
      <p:sp>
        <p:nvSpPr>
          <p:cNvPr id="94" name="dim_f185">
            <a:extLst>
              <a:ext uri="{FF2B5EF4-FFF2-40B4-BE49-F238E27FC236}">
                <a16:creationId xmlns:a16="http://schemas.microsoft.com/office/drawing/2014/main" id="{4164A735-0E79-418B-BCC0-048ABFE025FA}"/>
              </a:ext>
            </a:extLst>
          </p:cNvPr>
          <p:cNvSpPr>
            <a:spLocks noGrp="1"/>
          </p:cNvSpPr>
          <p:nvPr/>
        </p:nvSpPr>
        <p:spPr>
          <a:xfrm>
            <a:off x="5572125" y="4010025"/>
            <a:ext cx="95" cy="800100"/>
          </a:xfrm>
          <a:prstGeom prst="line">
            <a:avLst/>
          </a:prstGeom>
          <a:noFill/>
          <a:ln w="28575">
            <a:solidFill>
              <a:srgbClr val="C7D2EF"/>
            </a:solidFill>
            <a:prstDash val="solid"/>
          </a:ln>
        </p:spPr>
        <p:txBody>
          <a:bodyPr/>
          <a:p/>
        </p:txBody>
      </p:sp>
      <p:sp>
        <p:nvSpPr>
          <p:cNvPr id="42" name="f185">
            <a:extLst>
              <a:ext uri="{FF2B5EF4-FFF2-40B4-BE49-F238E27FC236}">
                <a16:creationId xmlns:a16="http://schemas.microsoft.com/office/drawing/2014/main" id="{4164A735-0E79-418B-BCC0-048ABFE025FA}"/>
              </a:ext>
            </a:extLst>
          </p:cNvPr>
          <p:cNvSpPr>
            <a:spLocks noGrp="1"/>
          </p:cNvSpPr>
          <p:nvPr/>
        </p:nvSpPr>
        <p:spPr>
          <a:xfrm>
            <a:off x="5572125" y="4010025"/>
            <a:ext cx="95" cy="800100"/>
          </a:xfrm>
          <a:prstGeom prst="line">
            <a:avLst/>
          </a:prstGeom>
          <a:noFill/>
          <a:ln w="28575">
            <a:solidFill>
              <a:srgbClr val="4264D0"/>
            </a:solidFill>
            <a:prstDash val="solid"/>
          </a:ln>
        </p:spPr>
        <p:txBody>
          <a:bodyPr/>
          <a:p/>
        </p:txBody>
      </p:sp>
      <p:sp>
        <p:nvSpPr>
          <p:cNvPr id="95" name="dim_f186">
            <a:extLst>
              <a:ext uri="{FF2B5EF4-FFF2-40B4-BE49-F238E27FC236}">
                <a16:creationId xmlns:a16="http://schemas.microsoft.com/office/drawing/2014/main" id="{E621B0A4-E124-41F9-BF3F-BD26980DCE48}"/>
              </a:ext>
            </a:extLst>
          </p:cNvPr>
          <p:cNvSpPr>
            <a:spLocks noGrp="1"/>
          </p:cNvSpPr>
          <p:nvPr/>
        </p:nvSpPr>
        <p:spPr>
          <a:xfrm>
            <a:off x="5219700" y="4810125"/>
            <a:ext cx="352425" cy="95"/>
          </a:xfrm>
          <a:prstGeom prst="line">
            <a:avLst/>
          </a:prstGeom>
          <a:noFill/>
          <a:ln w="28575">
            <a:solidFill>
              <a:srgbClr val="C7D2EF"/>
            </a:solidFill>
            <a:prstDash val="solid"/>
          </a:ln>
        </p:spPr>
        <p:txBody>
          <a:bodyPr/>
          <a:p/>
        </p:txBody>
      </p:sp>
      <p:sp>
        <p:nvSpPr>
          <p:cNvPr id="43" name="f186">
            <a:extLst>
              <a:ext uri="{FF2B5EF4-FFF2-40B4-BE49-F238E27FC236}">
                <a16:creationId xmlns:a16="http://schemas.microsoft.com/office/drawing/2014/main" id="{E621B0A4-E124-41F9-BF3F-BD26980DCE48}"/>
              </a:ext>
            </a:extLst>
          </p:cNvPr>
          <p:cNvSpPr>
            <a:spLocks noGrp="1"/>
          </p:cNvSpPr>
          <p:nvPr/>
        </p:nvSpPr>
        <p:spPr>
          <a:xfrm>
            <a:off x="5219700" y="4810125"/>
            <a:ext cx="352425" cy="95"/>
          </a:xfrm>
          <a:prstGeom prst="line">
            <a:avLst/>
          </a:prstGeom>
          <a:noFill/>
          <a:ln w="28575">
            <a:solidFill>
              <a:srgbClr val="4264D0"/>
            </a:solidFill>
            <a:prstDash val="solid"/>
          </a:ln>
        </p:spPr>
        <p:txBody>
          <a:bodyPr/>
          <a:p/>
        </p:txBody>
      </p:sp>
      <p:sp>
        <p:nvSpPr>
          <p:cNvPr id="96" name="dim_f187">
            <a:extLst>
              <a:ext uri="{FF2B5EF4-FFF2-40B4-BE49-F238E27FC236}">
                <a16:creationId xmlns:a16="http://schemas.microsoft.com/office/drawing/2014/main" id="{7C24E027-ECAD-46F7-8DCB-9C8829F2BB4B}"/>
              </a:ext>
            </a:extLst>
          </p:cNvPr>
          <p:cNvSpPr>
            <a:spLocks noGrp="1"/>
          </p:cNvSpPr>
          <p:nvPr/>
        </p:nvSpPr>
        <p:spPr>
          <a:xfrm rot="16200000">
            <a:off x="5105400" y="4752975"/>
            <a:ext cx="114300" cy="114300"/>
          </a:xfrm>
          <a:prstGeom prst="triangle">
            <a:avLst/>
          </a:prstGeom>
          <a:solidFill>
            <a:srgbClr val="C7D2EF"/>
          </a:solidFill>
          <a:ln w="0">
            <a:noFill/>
            <a:prstDash val="solid"/>
          </a:ln>
        </p:spPr>
        <p:txBody>
          <a:bodyPr/>
          <a:p/>
        </p:txBody>
      </p:sp>
      <p:sp>
        <p:nvSpPr>
          <p:cNvPr id="44" name="f187">
            <a:extLst>
              <a:ext uri="{FF2B5EF4-FFF2-40B4-BE49-F238E27FC236}">
                <a16:creationId xmlns:a16="http://schemas.microsoft.com/office/drawing/2014/main" id="{7C24E027-ECAD-46F7-8DCB-9C8829F2BB4B}"/>
              </a:ext>
            </a:extLst>
          </p:cNvPr>
          <p:cNvSpPr>
            <a:spLocks noGrp="1"/>
          </p:cNvSpPr>
          <p:nvPr/>
        </p:nvSpPr>
        <p:spPr>
          <a:xfrm rot="16200000">
            <a:off x="5105400" y="4752975"/>
            <a:ext cx="114300" cy="114300"/>
          </a:xfrm>
          <a:prstGeom prst="triangle">
            <a:avLst/>
          </a:prstGeom>
          <a:solidFill>
            <a:srgbClr val="4264D0"/>
          </a:solidFill>
          <a:ln w="0">
            <a:noFill/>
            <a:prstDash val="solid"/>
          </a:ln>
        </p:spPr>
        <p:txBody>
          <a:bodyPr/>
          <a:p/>
        </p:txBody>
      </p:sp>
      <p:sp>
        <p:nvSpPr>
          <p:cNvPr id="45" name="f188">
            <a:extLst>
              <a:ext uri="{FF2B5EF4-FFF2-40B4-BE49-F238E27FC236}">
                <a16:creationId xmlns:a16="http://schemas.microsoft.com/office/drawing/2014/main" id="{F4B8E756-B76C-4B86-B251-C5461BB3DA31}"/>
              </a:ext>
            </a:extLst>
          </p:cNvPr>
          <p:cNvSpPr>
            <a:spLocks noGrp="1"/>
          </p:cNvSpPr>
          <p:nvPr/>
        </p:nvSpPr>
        <p:spPr>
          <a:xfrm>
            <a:off x="8420100" y="2686050"/>
            <a:ext cx="5753100" cy="428625"/>
          </a:xfrm>
          <a:prstGeom prst="rect">
            <a:avLst/>
          </a:prstGeom>
          <a:noFill/>
          <a:ln w="0">
            <a:noFill/>
            <a:prstDash val="solid"/>
          </a:ln>
        </p:spPr>
        <p:txBody>
          <a:bodyPr wrap="none" lIns="0" tIns="0" rIns="0" bIns="0" anchor="t">
            <a:noAutofit/>
          </a:bodyPr>
          <a:lstStyle>
            <a:defPPr algn="l">
              <a:defRPr sz="2175" b="1">
                <a:solidFill>
                  <a:srgbClr val="182536"/>
                </a:solidFill>
                <a:latin typeface="Arial"/>
                <a:ea typeface="Arial"/>
                <a:cs typeface="Arial"/>
              </a:defRPr>
            </a:defPPr>
            <a:lvl1pPr algn="l">
              <a:defRPr sz="2175" b="1">
                <a:solidFill>
                  <a:srgbClr val="182536"/>
                </a:solidFill>
                <a:latin typeface="Arial"/>
                <a:ea typeface="Arial"/>
                <a:cs typeface="Arial"/>
              </a:defRPr>
            </a:lvl1pPr>
            <a:lvl2pPr algn="l">
              <a:defRPr sz="2175" b="1">
                <a:solidFill>
                  <a:srgbClr val="182536"/>
                </a:solidFill>
                <a:latin typeface="Arial"/>
                <a:ea typeface="Arial"/>
                <a:cs typeface="Arial"/>
              </a:defRPr>
            </a:lvl2pPr>
            <a:lvl3pPr algn="l">
              <a:defRPr sz="2175" b="1">
                <a:solidFill>
                  <a:srgbClr val="182536"/>
                </a:solidFill>
                <a:latin typeface="Arial"/>
                <a:ea typeface="Arial"/>
                <a:cs typeface="Arial"/>
              </a:defRPr>
            </a:lvl3pPr>
            <a:lvl4pPr algn="l">
              <a:defRPr sz="2175" b="1">
                <a:solidFill>
                  <a:srgbClr val="182536"/>
                </a:solidFill>
                <a:latin typeface="Arial"/>
                <a:ea typeface="Arial"/>
                <a:cs typeface="Arial"/>
              </a:defRPr>
            </a:lvl4pPr>
            <a:lvl5pPr algn="l">
              <a:defRPr sz="2175" b="1">
                <a:solidFill>
                  <a:srgbClr val="182536"/>
                </a:solidFill>
                <a:latin typeface="Arial"/>
                <a:ea typeface="Arial"/>
                <a:cs typeface="Arial"/>
              </a:defRPr>
            </a:lvl5pPr>
            <a:lvl6pPr algn="l">
              <a:defRPr sz="2175" b="1">
                <a:solidFill>
                  <a:srgbClr val="182536"/>
                </a:solidFill>
                <a:latin typeface="Arial"/>
                <a:ea typeface="Arial"/>
                <a:cs typeface="Arial"/>
              </a:defRPr>
            </a:lvl6pPr>
            <a:lvl7pPr algn="l">
              <a:defRPr sz="2175" b="1">
                <a:solidFill>
                  <a:srgbClr val="182536"/>
                </a:solidFill>
                <a:latin typeface="Arial"/>
                <a:ea typeface="Arial"/>
                <a:cs typeface="Arial"/>
              </a:defRPr>
            </a:lvl7pPr>
            <a:lvl8pPr algn="l">
              <a:defRPr sz="2175" b="1">
                <a:solidFill>
                  <a:srgbClr val="182536"/>
                </a:solidFill>
                <a:latin typeface="Arial"/>
                <a:ea typeface="Arial"/>
                <a:cs typeface="Arial"/>
              </a:defRPr>
            </a:lvl8pPr>
            <a:lvl9pPr algn="l">
              <a:defRPr sz="2175" b="1">
                <a:solidFill>
                  <a:srgbClr val="182536"/>
                </a:solidFill>
                <a:latin typeface="Arial"/>
                <a:ea typeface="Arial"/>
                <a:cs typeface="Arial"/>
              </a:defRPr>
            </a:lvl9pPr>
          </a:lstStyle>
          <a:p>
            <a:pPr algn="l">
              <a:defRPr sz="2175" b="1">
                <a:solidFill>
                  <a:srgbClr val="182536"/>
                </a:solidFill>
                <a:latin typeface="Arial"/>
                <a:ea typeface="Arial"/>
                <a:cs typeface="Arial"/>
              </a:defRPr>
            </a:pPr>
            <a:r>
              <a:rPr sz="2175" b="1">
                <a:solidFill>
                  <a:srgbClr val="182536"/>
                </a:solidFill>
                <a:latin typeface="Arial"/>
                <a:ea typeface="Arial"/>
                <a:cs typeface="Arial"/>
              </a:rPr>
              <a:t>Esempi di tre mutazioni</a:t>
            </a:r>
          </a:p>
        </p:txBody>
      </p:sp>
      <p:graphicFrame>
        <p:nvGraphicFramePr>
          <p:cNvPr id="46" name="">
            <a:extLst>
              <a:ext uri="{FF2B5EF4-FFF2-40B4-BE49-F238E27FC236}">
                <a16:creationId xmlns:a16="http://schemas.microsoft.com/office/drawing/2014/main" id="{50F8AB88-FDD7-4FC1-AA5F-5E8306831C88}"/>
              </a:ext>
            </a:extLst>
          </p:cNvPr>
          <p:cNvGraphicFramePr/>
          <p:nvPr/>
        </p:nvGraphicFramePr>
        <p:xfrm>
          <a:off x="8420100" y="3238500"/>
          <a:ext cx="5753100" cy="3371850"/>
        </p:xfrm>
        <a:graphic>
          <a:graphicData uri="http://schemas.openxmlformats.org/drawingml/2006/table">
            <a:tbl>
              <a:tblPr firstRow="0" bandRow="0"/>
              <a:tblGrid>
                <a:gridCol w="2476500"/>
                <a:gridCol w="1352550"/>
                <a:gridCol w="1924050"/>
              </a:tblGrid>
              <a:tr h="514350">
                <a:tc>
                  <a:txBody>
                    <a:bodyPr wrap="none">
                      <a:noAutofit/>
                    </a:bodyPr>
                    <a:lstStyle/>
                    <a:p>
                      <a:pPr algn="l"/>
                      <a:r>
                        <a:rPr sz="1725" b="1">
                          <a:solidFill>
                            <a:srgbClr val="182536"/>
                          </a:solidFill>
                          <a:latin typeface="Arial"/>
                          <a:ea typeface="Arial"/>
                          <a:cs typeface="Arial"/>
                        </a:rPr>
                        <a:t>Mutazione</a:t>
                      </a:r>
                    </a:p>
                  </a:txBody>
                  <a:tcPr marL="171450" marR="171450" marT="76200" marB="76200" anchor="ctr">
                    <a:lnL w="14288">
                      <a:solidFill>
                        <a:srgbClr val="D9E3EF"/>
                      </a:solidFill>
                      <a:prstDash val="solid"/>
                    </a:lnL>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c>
                  <a:txBody>
                    <a:bodyPr wrap="none">
                      <a:noAutofit/>
                    </a:bodyPr>
                    <a:lstStyle/>
                    <a:p>
                      <a:pPr algn="ctr"/>
                      <a:r>
                        <a:rPr sz="1725" b="1">
                          <a:solidFill>
                            <a:srgbClr val="182536"/>
                          </a:solidFill>
                          <a:latin typeface="Arial"/>
                          <a:ea typeface="Arial"/>
                          <a:cs typeface="Arial"/>
                        </a:rPr>
                        <a:t>Originale</a:t>
                      </a:r>
                    </a:p>
                  </a:txBody>
                  <a:tcPr marL="171450" marR="171450" marT="76200" marB="76200" anchor="ctr">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c>
                  <a:txBody>
                    <a:bodyPr wrap="none">
                      <a:noAutofit/>
                    </a:bodyPr>
                    <a:lstStyle/>
                    <a:p>
                      <a:pPr algn="ctr"/>
                      <a:r>
                        <a:rPr sz="1725" b="1">
                          <a:solidFill>
                            <a:srgbClr val="182536"/>
                          </a:solidFill>
                          <a:latin typeface="Arial"/>
                          <a:ea typeface="Arial"/>
                          <a:cs typeface="Arial"/>
                        </a:rPr>
                        <a:t>Mutato</a:t>
                      </a:r>
                    </a:p>
                  </a:txBody>
                  <a:tcPr marL="171450" marR="171450" marT="76200" marB="76200" anchor="ctr">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r>
              <a:tr h="876300">
                <a:tc>
                  <a:txBody>
                    <a:bodyPr wrap="none">
                      <a:noAutofit/>
                    </a:bodyPr>
                    <a:lstStyle/>
                    <a:p>
                      <a:pPr algn="l"/>
                      <a:r>
                        <a:rPr sz="1725" b="0">
                          <a:solidFill>
                            <a:srgbClr val="182536"/>
                          </a:solidFill>
                          <a:latin typeface="Arial"/>
                          <a:ea typeface="Arial"/>
                          <a:cs typeface="Arial"/>
                        </a:rPr>
                        <a:t>NRF: HTTP</a:t>
                      </a:r>
                    </a:p>
                    <a:p>
                      <a:pPr algn="l"/>
                      <a:r>
                        <a:rPr sz="1725" b="0">
                          <a:solidFill>
                            <a:srgbClr val="182536"/>
                          </a:solidFill>
                          <a:latin typeface="Arial"/>
                          <a:ea typeface="Arial"/>
                          <a:cs typeface="Arial"/>
                        </a:rPr>
                        <a:t>200 → 403</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B64B56"/>
                          </a:solidFill>
                          <a:latin typeface="Arial"/>
                          <a:ea typeface="Arial"/>
                          <a:cs typeface="Arial"/>
                        </a:rPr>
                        <a:t>FAIL</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278766"/>
                          </a:solidFill>
                          <a:latin typeface="Arial"/>
                          <a:ea typeface="Arial"/>
                          <a:cs typeface="Arial"/>
                        </a:rPr>
                        <a:t>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1104900">
                <a:tc>
                  <a:txBody>
                    <a:bodyPr wrap="none">
                      <a:noAutofit/>
                    </a:bodyPr>
                    <a:lstStyle/>
                    <a:p>
                      <a:pPr algn="l"/>
                      <a:r>
                        <a:rPr sz="1725" b="0">
                          <a:solidFill>
                            <a:srgbClr val="182536"/>
                          </a:solidFill>
                          <a:latin typeface="Arial"/>
                          <a:ea typeface="Arial"/>
                          <a:cs typeface="Arial"/>
                        </a:rPr>
                        <a:t>AMF A: Intervallo</a:t>
                      </a:r>
                    </a:p>
                    <a:p>
                      <a:pPr algn="l"/>
                      <a:r>
                        <a:rPr sz="1725" b="0">
                          <a:solidFill>
                            <a:srgbClr val="182536"/>
                          </a:solidFill>
                          <a:latin typeface="Arial"/>
                          <a:ea typeface="Arial"/>
                          <a:cs typeface="Arial"/>
                        </a:rPr>
                        <a:t>temporale non</a:t>
                      </a:r>
                    </a:p>
                    <a:p>
                      <a:pPr algn="l"/>
                      <a:r>
                        <a:rPr sz="1725" b="0">
                          <a:solidFill>
                            <a:srgbClr val="182536"/>
                          </a:solidFill>
                          <a:latin typeface="Arial"/>
                          <a:ea typeface="Arial"/>
                          <a:cs typeface="Arial"/>
                        </a:rPr>
                        <a:t>rispettato</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278766"/>
                          </a:solidFill>
                          <a:latin typeface="Arial"/>
                          <a:ea typeface="Arial"/>
                          <a:cs typeface="Arial"/>
                        </a:rPr>
                        <a:t>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B64B56"/>
                          </a:solidFill>
                          <a:latin typeface="Arial"/>
                          <a:ea typeface="Arial"/>
                          <a:cs typeface="Arial"/>
                        </a:rPr>
                        <a:t>FAIL</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876300">
                <a:tc>
                  <a:txBody>
                    <a:bodyPr wrap="none">
                      <a:noAutofit/>
                    </a:bodyPr>
                    <a:lstStyle/>
                    <a:p>
                      <a:pPr algn="l"/>
                      <a:r>
                        <a:rPr sz="1725" b="0">
                          <a:solidFill>
                            <a:srgbClr val="182536"/>
                          </a:solidFill>
                          <a:latin typeface="Arial"/>
                          <a:ea typeface="Arial"/>
                          <a:cs typeface="Arial"/>
                        </a:rPr>
                        <a:t>UPF: F-TEID</a:t>
                      </a:r>
                    </a:p>
                    <a:p>
                      <a:pPr algn="l"/>
                      <a:r>
                        <a:rPr sz="1725" b="0">
                          <a:solidFill>
                            <a:srgbClr val="182536"/>
                          </a:solidFill>
                          <a:latin typeface="Arial"/>
                          <a:ea typeface="Arial"/>
                          <a:cs typeface="Arial"/>
                        </a:rPr>
                        <a:t>rimossi</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278766"/>
                          </a:solidFill>
                          <a:latin typeface="Arial"/>
                          <a:ea typeface="Arial"/>
                          <a:cs typeface="Arial"/>
                        </a:rPr>
                        <a:t>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575" b="1">
                          <a:solidFill>
                            <a:srgbClr val="9D7139"/>
                          </a:solidFill>
                          <a:latin typeface="Arial"/>
                          <a:ea typeface="Arial"/>
                          <a:cs typeface="Arial"/>
                        </a:rPr>
                        <a:t>INCONCLUSIVE</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bl>
          </a:graphicData>
        </a:graphic>
      </p:graphicFrame>
      <p:sp>
        <p:nvSpPr>
          <p:cNvPr id="47" name="f190">
            <a:extLst>
              <a:ext uri="{FF2B5EF4-FFF2-40B4-BE49-F238E27FC236}">
                <a16:creationId xmlns:a16="http://schemas.microsoft.com/office/drawing/2014/main" id="{DB013DA0-C5D0-4312-8ACB-D6EDC95AB21A}"/>
              </a:ext>
            </a:extLst>
          </p:cNvPr>
          <p:cNvSpPr>
            <a:spLocks noGrp="1"/>
          </p:cNvSpPr>
          <p:nvPr/>
        </p:nvSpPr>
        <p:spPr>
          <a:xfrm>
            <a:off x="8420100" y="7038975"/>
            <a:ext cx="2000250" cy="857250"/>
          </a:xfrm>
          <a:prstGeom prst="rect">
            <a:avLst/>
          </a:prstGeom>
          <a:noFill/>
          <a:ln w="0">
            <a:noFill/>
            <a:prstDash val="solid"/>
          </a:ln>
        </p:spPr>
        <p:txBody>
          <a:bodyPr wrap="none" lIns="0" tIns="0" rIns="0" bIns="0" anchor="t">
            <a:noAutofit/>
          </a:bodyPr>
          <a:lstStyle>
            <a:defPPr algn="ctr">
              <a:defRPr sz="5250" b="1">
                <a:solidFill>
                  <a:srgbClr val="4264D0"/>
                </a:solidFill>
                <a:latin typeface="Arial"/>
                <a:ea typeface="Arial"/>
                <a:cs typeface="Arial"/>
              </a:defRPr>
            </a:defPPr>
            <a:lvl1pPr algn="ctr">
              <a:defRPr sz="5250" b="1">
                <a:solidFill>
                  <a:srgbClr val="4264D0"/>
                </a:solidFill>
                <a:latin typeface="Arial"/>
                <a:ea typeface="Arial"/>
                <a:cs typeface="Arial"/>
              </a:defRPr>
            </a:lvl1pPr>
            <a:lvl2pPr algn="ctr">
              <a:defRPr sz="5250" b="1">
                <a:solidFill>
                  <a:srgbClr val="4264D0"/>
                </a:solidFill>
                <a:latin typeface="Arial"/>
                <a:ea typeface="Arial"/>
                <a:cs typeface="Arial"/>
              </a:defRPr>
            </a:lvl2pPr>
            <a:lvl3pPr algn="ctr">
              <a:defRPr sz="5250" b="1">
                <a:solidFill>
                  <a:srgbClr val="4264D0"/>
                </a:solidFill>
                <a:latin typeface="Arial"/>
                <a:ea typeface="Arial"/>
                <a:cs typeface="Arial"/>
              </a:defRPr>
            </a:lvl3pPr>
            <a:lvl4pPr algn="ctr">
              <a:defRPr sz="5250" b="1">
                <a:solidFill>
                  <a:srgbClr val="4264D0"/>
                </a:solidFill>
                <a:latin typeface="Arial"/>
                <a:ea typeface="Arial"/>
                <a:cs typeface="Arial"/>
              </a:defRPr>
            </a:lvl4pPr>
            <a:lvl5pPr algn="ctr">
              <a:defRPr sz="5250" b="1">
                <a:solidFill>
                  <a:srgbClr val="4264D0"/>
                </a:solidFill>
                <a:latin typeface="Arial"/>
                <a:ea typeface="Arial"/>
                <a:cs typeface="Arial"/>
              </a:defRPr>
            </a:lvl5pPr>
            <a:lvl6pPr algn="ctr">
              <a:defRPr sz="5250" b="1">
                <a:solidFill>
                  <a:srgbClr val="4264D0"/>
                </a:solidFill>
                <a:latin typeface="Arial"/>
                <a:ea typeface="Arial"/>
                <a:cs typeface="Arial"/>
              </a:defRPr>
            </a:lvl6pPr>
            <a:lvl7pPr algn="ctr">
              <a:defRPr sz="5250" b="1">
                <a:solidFill>
                  <a:srgbClr val="4264D0"/>
                </a:solidFill>
                <a:latin typeface="Arial"/>
                <a:ea typeface="Arial"/>
                <a:cs typeface="Arial"/>
              </a:defRPr>
            </a:lvl7pPr>
            <a:lvl8pPr algn="ctr">
              <a:defRPr sz="5250" b="1">
                <a:solidFill>
                  <a:srgbClr val="4264D0"/>
                </a:solidFill>
                <a:latin typeface="Arial"/>
                <a:ea typeface="Arial"/>
                <a:cs typeface="Arial"/>
              </a:defRPr>
            </a:lvl8pPr>
            <a:lvl9pPr algn="ctr">
              <a:defRPr sz="5250" b="1">
                <a:solidFill>
                  <a:srgbClr val="4264D0"/>
                </a:solidFill>
                <a:latin typeface="Arial"/>
                <a:ea typeface="Arial"/>
                <a:cs typeface="Arial"/>
              </a:defRPr>
            </a:lvl9pPr>
          </a:lstStyle>
          <a:p>
            <a:pPr algn="ctr">
              <a:defRPr sz="5250" b="1">
                <a:solidFill>
                  <a:srgbClr val="4264D0"/>
                </a:solidFill>
                <a:latin typeface="Arial"/>
                <a:ea typeface="Arial"/>
                <a:cs typeface="Arial"/>
              </a:defRPr>
            </a:pPr>
            <a:r>
              <a:rPr sz="5250" b="1">
                <a:solidFill>
                  <a:srgbClr val="4264D0"/>
                </a:solidFill>
                <a:latin typeface="Arial"/>
                <a:ea typeface="Arial"/>
                <a:cs typeface="Arial"/>
              </a:rPr>
              <a:t>13/13</a:t>
            </a:r>
          </a:p>
        </p:txBody>
      </p:sp>
      <p:sp>
        <p:nvSpPr>
          <p:cNvPr id="48" name="f191">
            <a:extLst>
              <a:ext uri="{FF2B5EF4-FFF2-40B4-BE49-F238E27FC236}">
                <a16:creationId xmlns:a16="http://schemas.microsoft.com/office/drawing/2014/main" id="{DACFD009-A1CE-4BDB-BC6C-FDFB9624D885}"/>
              </a:ext>
            </a:extLst>
          </p:cNvPr>
          <p:cNvSpPr>
            <a:spLocks noGrp="1"/>
          </p:cNvSpPr>
          <p:nvPr/>
        </p:nvSpPr>
        <p:spPr>
          <a:xfrm>
            <a:off x="10572750" y="7105650"/>
            <a:ext cx="3600450" cy="742950"/>
          </a:xfrm>
          <a:prstGeom prst="rect">
            <a:avLst/>
          </a:prstGeom>
          <a:noFill/>
          <a:ln w="0">
            <a:noFill/>
            <a:prstDash val="solid"/>
          </a:ln>
        </p:spPr>
        <p:txBody>
          <a:bodyPr wrap="none" lIns="0" tIns="0" rIns="0" bIns="0" anchor="t">
            <a:noAutofit/>
          </a:bodyPr>
          <a:lstStyle>
            <a:defPPr algn="ctr">
              <a:defRPr sz="2100" b="1">
                <a:solidFill>
                  <a:srgbClr val="182536"/>
                </a:solidFill>
                <a:latin typeface="Arial"/>
                <a:ea typeface="Arial"/>
                <a:cs typeface="Arial"/>
              </a:defRPr>
            </a:defPPr>
            <a:lvl1pPr algn="ctr">
              <a:defRPr sz="2100" b="1">
                <a:solidFill>
                  <a:srgbClr val="182536"/>
                </a:solidFill>
                <a:latin typeface="Arial"/>
                <a:ea typeface="Arial"/>
                <a:cs typeface="Arial"/>
              </a:defRPr>
            </a:lvl1pPr>
            <a:lvl2pPr algn="ctr">
              <a:defRPr sz="2100" b="1">
                <a:solidFill>
                  <a:srgbClr val="182536"/>
                </a:solidFill>
                <a:latin typeface="Arial"/>
                <a:ea typeface="Arial"/>
                <a:cs typeface="Arial"/>
              </a:defRPr>
            </a:lvl2pPr>
            <a:lvl3pPr algn="ctr">
              <a:defRPr sz="2100" b="1">
                <a:solidFill>
                  <a:srgbClr val="182536"/>
                </a:solidFill>
                <a:latin typeface="Arial"/>
                <a:ea typeface="Arial"/>
                <a:cs typeface="Arial"/>
              </a:defRPr>
            </a:lvl3pPr>
            <a:lvl4pPr algn="ctr">
              <a:defRPr sz="2100" b="1">
                <a:solidFill>
                  <a:srgbClr val="182536"/>
                </a:solidFill>
                <a:latin typeface="Arial"/>
                <a:ea typeface="Arial"/>
                <a:cs typeface="Arial"/>
              </a:defRPr>
            </a:lvl4pPr>
            <a:lvl5pPr algn="ctr">
              <a:defRPr sz="2100" b="1">
                <a:solidFill>
                  <a:srgbClr val="182536"/>
                </a:solidFill>
                <a:latin typeface="Arial"/>
                <a:ea typeface="Arial"/>
                <a:cs typeface="Arial"/>
              </a:defRPr>
            </a:lvl5pPr>
            <a:lvl6pPr algn="ctr">
              <a:defRPr sz="2100" b="1">
                <a:solidFill>
                  <a:srgbClr val="182536"/>
                </a:solidFill>
                <a:latin typeface="Arial"/>
                <a:ea typeface="Arial"/>
                <a:cs typeface="Arial"/>
              </a:defRPr>
            </a:lvl6pPr>
            <a:lvl7pPr algn="ctr">
              <a:defRPr sz="2100" b="1">
                <a:solidFill>
                  <a:srgbClr val="182536"/>
                </a:solidFill>
                <a:latin typeface="Arial"/>
                <a:ea typeface="Arial"/>
                <a:cs typeface="Arial"/>
              </a:defRPr>
            </a:lvl7pPr>
            <a:lvl8pPr algn="ctr">
              <a:defRPr sz="2100" b="1">
                <a:solidFill>
                  <a:srgbClr val="182536"/>
                </a:solidFill>
                <a:latin typeface="Arial"/>
                <a:ea typeface="Arial"/>
                <a:cs typeface="Arial"/>
              </a:defRPr>
            </a:lvl8pPr>
            <a:lvl9pPr algn="ctr">
              <a:defRPr sz="2100" b="1">
                <a:solidFill>
                  <a:srgbClr val="182536"/>
                </a:solidFill>
                <a:latin typeface="Arial"/>
                <a:ea typeface="Arial"/>
                <a:cs typeface="Arial"/>
              </a:defRPr>
            </a:lvl9pPr>
          </a:lstStyle>
          <a:p>
            <a:pPr algn="ctr">
              <a:defRPr sz="2100" b="1">
                <a:solidFill>
                  <a:srgbClr val="182536"/>
                </a:solidFill>
                <a:latin typeface="Arial"/>
                <a:ea typeface="Arial"/>
                <a:cs typeface="Arial"/>
              </a:defRPr>
            </a:pPr>
            <a:r>
              <a:rPr sz="2100" b="1">
                <a:solidFill>
                  <a:srgbClr val="182536"/>
                </a:solidFill>
                <a:latin typeface="Arial"/>
                <a:ea typeface="Arial"/>
                <a:cs typeface="Arial"/>
              </a:rPr>
              <a:t>scenari completati</a:t>
            </a:r>
          </a:p>
          <a:p>
            <a:pPr algn="ctr">
              <a:defRPr sz="2100" b="1">
                <a:solidFill>
                  <a:srgbClr val="182536"/>
                </a:solidFill>
                <a:latin typeface="Arial"/>
                <a:ea typeface="Arial"/>
                <a:cs typeface="Arial"/>
              </a:defRPr>
            </a:pPr>
            <a:r>
              <a:rPr sz="2100" b="1">
                <a:solidFill>
                  <a:srgbClr val="182536"/>
                </a:solidFill>
                <a:latin typeface="Arial"/>
                <a:ea typeface="Arial"/>
                <a:cs typeface="Arial"/>
              </a:rPr>
              <a:t>con verdetto atteso</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2026-10-28T17:49:22.8960000Z</dcterms:created>
  <dcterms:modified xsi:type="dcterms:W3CDTF">2026-10-28T17:49:22.8960000Z</dcterms:modified>
</coreProperties>
</file>