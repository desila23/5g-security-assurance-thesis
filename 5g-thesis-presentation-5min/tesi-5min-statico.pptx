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d285a86f35f4fb6" /><Relationship Type="http://schemas.openxmlformats.org/officeDocument/2006/relationships/extended-properties" Target="/docProps/app.xml" Id="R9d3b1ff4f45a46b0" /><Relationship Type="http://schemas.openxmlformats.org/officeDocument/2006/relationships/officeDocument" Target="/ppt/presentation.xml" Id="R2e25343fdc764384" /></Relationships>
</file>

<file path=ppt/presentation.xml><?xml version="1.0" encoding="utf-8"?>
<p:presentation xmlns:p="http://schemas.openxmlformats.org/presentationml/2006/main">
  <p:sldMasterIdLst>
    <p:sldMasterId xmlns:r="http://schemas.openxmlformats.org/officeDocument/2006/relationships" id="2147483648" r:id="R28d66bf4a12a46fb"/>
  </p:sldMasterIdLst>
  <p:notesMasterIdLst>
    <p:notesMasterId xmlns:r="http://schemas.openxmlformats.org/officeDocument/2006/relationships" r:id="R8d2113278ea34c4c"/>
  </p:notesMasterIdLst>
  <p:sldIdLst>
    <p:sldId xmlns:r="http://schemas.openxmlformats.org/officeDocument/2006/relationships" id="256" r:id="Rb812ca990d2e4825"/>
    <p:sldId xmlns:r="http://schemas.openxmlformats.org/officeDocument/2006/relationships" id="257" r:id="R577f91db0327409b"/>
    <p:sldId xmlns:r="http://schemas.openxmlformats.org/officeDocument/2006/relationships" id="258" r:id="R89014dbec34948b5"/>
    <p:sldId xmlns:r="http://schemas.openxmlformats.org/officeDocument/2006/relationships" id="259" r:id="R4f83e73cc2964929"/>
    <p:sldId xmlns:r="http://schemas.openxmlformats.org/officeDocument/2006/relationships" id="260" r:id="Rc477bfc206ba442a"/>
    <p:sldId xmlns:r="http://schemas.openxmlformats.org/officeDocument/2006/relationships" id="261" r:id="R23f0bfa541d840c0"/>
    <p:sldId xmlns:r="http://schemas.openxmlformats.org/officeDocument/2006/relationships" id="262" r:id="R0686553aceb44965"/>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fed39b3c0a4ad9" /><Relationship Type="http://schemas.openxmlformats.org/officeDocument/2006/relationships/slideMaster" Target="/ppt/slideMasters/slideMaster1.xml" Id="R28d66bf4a12a46fb" /><Relationship Type="http://schemas.openxmlformats.org/officeDocument/2006/relationships/notesMaster" Target="/ppt/notesMasters/notesMaster1.xml" Id="R8d2113278ea34c4c" /><Relationship Type="http://schemas.openxmlformats.org/officeDocument/2006/relationships/presProps" Target="/ppt/presProps.xml" Id="R6fbe610279cc41ac" /><Relationship Type="http://schemas.openxmlformats.org/officeDocument/2006/relationships/tableStyles" Target="/ppt/tableStyles.xml" Id="Re402ff77a09b4010" /><Relationship Type="http://schemas.openxmlformats.org/officeDocument/2006/relationships/slide" Target="/ppt/slides/slide1.xml" Id="Rb812ca990d2e4825" /><Relationship Type="http://schemas.openxmlformats.org/officeDocument/2006/relationships/slide" Target="/ppt/slides/slide2.xml" Id="R577f91db0327409b" /><Relationship Type="http://schemas.openxmlformats.org/officeDocument/2006/relationships/slide" Target="/ppt/slides/slide3.xml" Id="R89014dbec34948b5" /><Relationship Type="http://schemas.openxmlformats.org/officeDocument/2006/relationships/slide" Target="/ppt/slides/slide4.xml" Id="R4f83e73cc2964929" /><Relationship Type="http://schemas.openxmlformats.org/officeDocument/2006/relationships/slide" Target="/ppt/slides/slide5.xml" Id="Rc477bfc206ba442a" /><Relationship Type="http://schemas.openxmlformats.org/officeDocument/2006/relationships/slide" Target="/ppt/slides/slide6.xml" Id="R23f0bfa541d840c0" /><Relationship Type="http://schemas.openxmlformats.org/officeDocument/2006/relationships/slide" Target="/ppt/slides/slide7.xml" Id="R0686553aceb449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9c90c3a1904b2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4ec318c8c37443b" /><Relationship Type="http://schemas.openxmlformats.org/officeDocument/2006/relationships/notesMaster" Target="/ppt/notesMasters/notesMaster1.xml" Id="Rccb13bb0159147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b819bea4144396" /><Relationship Type="http://schemas.openxmlformats.org/officeDocument/2006/relationships/notesMaster" Target="/ppt/notesMasters/notesMaster1.xml" Id="Rd4243fb5f5534c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2fe9baf12f4b0f" /><Relationship Type="http://schemas.openxmlformats.org/officeDocument/2006/relationships/notesMaster" Target="/ppt/notesMasters/notesMaster1.xml" Id="R56742d3e36d34c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2957d49f4c4a1f" /><Relationship Type="http://schemas.openxmlformats.org/officeDocument/2006/relationships/notesMaster" Target="/ppt/notesMasters/notesMaster1.xml" Id="R2961cf9271ee47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aead42c8ec4399" /><Relationship Type="http://schemas.openxmlformats.org/officeDocument/2006/relationships/notesMaster" Target="/ppt/notesMasters/notesMaster1.xml" Id="Re829fb9b0b4f4b0b"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d1eb63fc5b4ae7" /><Relationship Type="http://schemas.openxmlformats.org/officeDocument/2006/relationships/notesMaster" Target="/ppt/notesMasters/notesMaster1.xml" Id="Ra1311c97bead4a7f"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4b8d89e4c84ce3" /><Relationship Type="http://schemas.openxmlformats.org/officeDocument/2006/relationships/notesMaster" Target="/ppt/notesMasters/notesMaster1.xml" Id="R8dc4f7fd6d6b4d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primo contributo è il DSL progettato. 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e1ab9a049b94d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847586adc414be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ebee7ff7bf4f1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2ac056ddc144aa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3644378821646a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062a8db829549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39142B-6BF2-48E6-9301-C6FA8BA45450}"/>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F8C5ACF-B12B-425B-9408-28ED62E1A33A}"/>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5A73A22-8D4C-4F36-A5AD-E9D2FC043F06}"/>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747E11-99BC-4D9A-82E5-7C9AAE5D5086}"/>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85D7692-E3FA-4CEE-BAFF-EA26ADCD631C}"/>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5600ED-1473-4042-B847-1D3747BCACD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70D698-F243-4884-B77B-C8122B4EEE5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B5EECB9-86CD-4EEE-8B7A-4D1CF75C954E}"/>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7005B0-DC8C-4195-8AD7-18D5BCDAE96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141C69F-945B-4267-ACE9-8552683CCE1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7cb68f8bd414983" /><Relationship Type="http://schemas.openxmlformats.org/officeDocument/2006/relationships/slideLayout" Target="/ppt/slideLayouts/slideLayout1.xml" Id="Rddd2d3a141514265" /><Relationship Type="http://schemas.openxmlformats.org/officeDocument/2006/relationships/slideLayout" Target="/ppt/slideLayouts/slideLayout2.xml" Id="Rdb2b53ff255a4a9d" /><Relationship Type="http://schemas.openxmlformats.org/officeDocument/2006/relationships/slideLayout" Target="/ppt/slideLayouts/slideLayout3.xml" Id="Rb788dfb663b04c55" /><Relationship Type="http://schemas.openxmlformats.org/officeDocument/2006/relationships/slideLayout" Target="/ppt/slideLayouts/slideLayout4.xml" Id="Rbd503872eeb14c10" /><Relationship Type="http://schemas.openxmlformats.org/officeDocument/2006/relationships/slideLayout" Target="/ppt/slideLayouts/slideLayout5.xml" Id="R6b000824c1684cd3" /><Relationship Type="http://schemas.openxmlformats.org/officeDocument/2006/relationships/slideLayout" Target="/ppt/slideLayouts/slideLayout6.xml" Id="Rf572b49db79c42b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d2d3a141514265"/>
    <p:sldLayoutId xmlns:r="http://schemas.openxmlformats.org/officeDocument/2006/relationships" id="2147483650" r:id="Rdb2b53ff255a4a9d"/>
    <p:sldLayoutId xmlns:r="http://schemas.openxmlformats.org/officeDocument/2006/relationships" id="2147483651" r:id="Rb788dfb663b04c55"/>
    <p:sldLayoutId xmlns:r="http://schemas.openxmlformats.org/officeDocument/2006/relationships" id="2147483652" r:id="Rbd503872eeb14c10"/>
    <p:sldLayoutId xmlns:r="http://schemas.openxmlformats.org/officeDocument/2006/relationships" id="2147483653" r:id="R6b000824c1684cd3"/>
    <p:sldLayoutId xmlns:r="http://schemas.openxmlformats.org/officeDocument/2006/relationships" id="2147483654" r:id="Rf572b49db79c42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f3c154b6d92441e" /><Relationship Type="http://schemas.openxmlformats.org/officeDocument/2006/relationships/image" Target="/ppt/media/image.png" Id="R32bce73d270248e3" /><Relationship Type="http://schemas.openxmlformats.org/officeDocument/2006/relationships/notesSlide" Target="/ppt/notesSlides/notesSlide1.xml" Id="R1f56d6a3903047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63a0d39572442e0" /><Relationship Type="http://schemas.openxmlformats.org/officeDocument/2006/relationships/notesSlide" Target="/ppt/notesSlides/notesSlide2.xml" Id="R1e05722c1abe4ed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21d17f289934df4" /><Relationship Type="http://schemas.openxmlformats.org/officeDocument/2006/relationships/image" Target="/ppt/media/image2.png" Id="Rfa1b5a99505b4078" /><Relationship Type="http://schemas.openxmlformats.org/officeDocument/2006/relationships/notesSlide" Target="/ppt/notesSlides/notesSlide3.xml" Id="Ra32b656f7ea24a1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8c7ff6d7c3842ac" /><Relationship Type="http://schemas.openxmlformats.org/officeDocument/2006/relationships/notesSlide" Target="/ppt/notesSlides/notesSlide4.xml" Id="R1bec2a29614f4b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065d3f94ce344d2" /><Relationship Type="http://schemas.openxmlformats.org/officeDocument/2006/relationships/image" Target="/ppt/media/image3.png" Id="R8c1d0e4330e54982" /><Relationship Type="http://schemas.openxmlformats.org/officeDocument/2006/relationships/notesSlide" Target="/ppt/notesSlides/notesSlide5.xml" Id="Rf9a6d4ec9f654c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9cdf710a5d84b21" /><Relationship Type="http://schemas.openxmlformats.org/officeDocument/2006/relationships/notesSlide" Target="/ppt/notesSlides/notesSlide6.xml" Id="R2144b9fb7e4745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472ed9297e541ba" /><Relationship Type="http://schemas.openxmlformats.org/officeDocument/2006/relationships/notesSlide" Target="/ppt/notesSlides/notesSlide7.xml" Id="R7250f0bcadd44be3"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6516710D-B0DD-42E8-A790-C37733949609}"/>
              </a:ext>
            </a:extLst>
          </p:cNvPr>
          <p:cNvPicPr>
            <a:picLocks xmlns:a="http://schemas.openxmlformats.org/drawingml/2006/main" noChangeAspect="1"/>
          </p:cNvPicPr>
          <p:nvPr/>
        </p:nvPicPr>
        <p:blipFill>
          <a:blip xmlns:r="http://schemas.openxmlformats.org/officeDocument/2006/relationships" xmlns:a="http://schemas.openxmlformats.org/drawingml/2006/main" r:embed="R32bce73d270248e3"/>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957BFEB9-951F-4A66-A56C-2F6A3F935696}"/>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34E0D8C1-10C6-4689-888E-D4CF8CA8EBC8}"/>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5E2B78A3-D381-4454-BF3B-3F62F1A7DBB9}"/>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3150FE58-5A32-49AE-86AE-3D7D905BBE75}"/>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7DC8A13E-EE6A-4CEF-9AAD-50B1C6AAA20D}"/>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3E73BABC-EDA2-4830-AFA6-02DCB57D7286}"/>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230346E9-89B4-4D49-B907-C8487E6EBD38}"/>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B9DA4782-B4EE-40EB-92F3-D1C6E176AC0C}"/>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B454D1EA-CB46-456C-808F-5B3D8F4597B8}"/>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67718F60-B3E2-4FE4-8F1C-DA3DE84E3E67}"/>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71DFBB5A-16BA-4251-8596-EDE21B18FEA8}"/>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514769DD-76B8-4298-B3A1-6F8DE16A8DCA}"/>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8E326E81-D27C-462A-8BF7-78A32AD19B6E}"/>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E4D31AC5-7F1F-48CA-9947-25474E4A5CCE}"/>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9BE88533-0DEB-4B47-8CE1-5FAB2AFA19C5}"/>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6C0DFD20-C3D4-4EBD-A214-F5E2D840E033}"/>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6D722372-5245-4C38-B6D8-25C3891B95D2}"/>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B199EFDA-42D0-426C-8E8A-26EDE8CA59A8}"/>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D81B06AD-5025-45B0-9724-0F9A36D4704E}"/>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656116278"/>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EE4F07C7-2534-4DEC-84F7-332AB758DD07}"/>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1B81CBB5-11A0-4A34-B33F-E9E38469EE5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C7F02DD1-CBD3-4CBE-89BE-143B21199990}"/>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1FABB5DB-BFA5-422A-978D-B80C3FBCC1B0}"/>
              </a:ext>
            </a:extLst>
          </p:cNvPr>
          <p:cNvSpPr>
            <a:spLocks xmlns:a="http://schemas.openxmlformats.org/drawingml/2006/main" noGrp="1"/>
          </p:cNvSpPr>
          <p:nvPr/>
        </p:nvSpPr>
        <p:spPr>
          <a:xfrm xmlns:a="http://schemas.openxmlformats.org/drawingml/2006/main">
            <a:off x="1066800" y="2000250"/>
            <a:ext cx="13106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di sicurezza non garantisce</a:t>
            </a:r>
          </a:p>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che venga rispettato.</a:t>
            </a:r>
          </a:p>
        </p:txBody>
      </p:sp>
      <p:sp>
        <p:nvSpPr>
          <p:cNvPr id="5" name="f25">
            <a:extLst xmlns:a="http://schemas.openxmlformats.org/drawingml/2006/main">
              <a:ext uri="{FF2B5EF4-FFF2-40B4-BE49-F238E27FC236}">
                <a16:creationId xmlns:a16="http://schemas.microsoft.com/office/drawing/2014/main" id="{ECB45CF5-FD6A-446E-80B7-F4DE4D345F38}"/>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8C047153-FC70-4E7C-8FD4-450175CCB875}"/>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3B30028B-CECE-41E3-AB3E-1D6767777716}"/>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B651D717-EA02-4D25-9C10-184A823F19B4}"/>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707171A7-CC45-40E2-B5C8-E061F0DFDA38}"/>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6222371B-7084-4795-8174-548EEA63E3B3}"/>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0AA83926-304D-4D87-96B8-C2AE8FB73C3D}"/>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C049790A-D613-41A6-BA80-02774A54BAE3}"/>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A9247DF6-073F-475E-A694-09CEAB80B75A}"/>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86616814-FB75-4C92-960A-6F54597D67DF}"/>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B8425C6B-BED0-41E8-9830-881F5C641680}"/>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86BACB30-64B9-4CB5-A554-E792E518D7B4}"/>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385596BE-6E4A-42CD-996B-2D030447A1FD}"/>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99EEB5F3-A0E4-4D05-885A-45B67A937DBA}"/>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93C89A8F-92E1-465C-80BE-229130C2BAEF}"/>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2F19A0F2-0040-48F3-8084-3423B3BB6F43}"/>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4C6A8E9A-9FC0-454B-84BA-CD8EBF630B3E}"/>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DB0779A4-76A9-4656-8CB7-C8C37EDA5E5F}"/>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795C192E-8F8B-4ED6-B0BE-D09D06F269ED}"/>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984787665"/>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AB0F512A-5E18-4BAC-BB50-34FAA2FCDEB6}"/>
              </a:ext>
            </a:extLst>
          </p:cNvPr>
          <p:cNvPicPr>
            <a:picLocks xmlns:a="http://schemas.openxmlformats.org/drawingml/2006/main" noChangeAspect="1"/>
          </p:cNvPicPr>
          <p:nvPr/>
        </p:nvPicPr>
        <p:blipFill>
          <a:blip xmlns:r="http://schemas.openxmlformats.org/officeDocument/2006/relationships" xmlns:a="http://schemas.openxmlformats.org/drawingml/2006/main" r:embed="Rfa1b5a99505b4078"/>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BE0F338-B1A1-4A5A-AB1B-F84A73C5AE61}"/>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148AA782-23A6-47FE-8D5F-1C6554B602C5}"/>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AE824E0E-864A-420E-B720-82FD1A629BDB}"/>
              </a:ext>
            </a:extLst>
          </p:cNvPr>
          <p:cNvSpPr>
            <a:spLocks xmlns:a="http://schemas.openxmlformats.org/drawingml/2006/main" noGrp="1"/>
          </p:cNvSpPr>
          <p:nvPr/>
        </p:nvSpPr>
        <p:spPr>
          <a:xfrm xmlns:a="http://schemas.openxmlformats.org/drawingml/2006/main">
            <a:off x="1066800" y="1163765"/>
            <a:ext cx="7395418"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Security Assurance nel 5G</a:t>
            </a:r>
          </a:p>
        </p:txBody>
      </p:sp>
      <p:sp>
        <p:nvSpPr>
          <p:cNvPr id="5" name="f48">
            <a:extLst xmlns:a="http://schemas.openxmlformats.org/drawingml/2006/main">
              <a:ext uri="{FF2B5EF4-FFF2-40B4-BE49-F238E27FC236}">
                <a16:creationId xmlns:a16="http://schemas.microsoft.com/office/drawing/2014/main" id="{7DB7494D-22A0-40DF-9016-BCEABD4111CC}"/>
              </a:ext>
            </a:extLst>
          </p:cNvPr>
          <p:cNvSpPr>
            <a:spLocks xmlns:a="http://schemas.openxmlformats.org/drawingml/2006/main" noGrp="1"/>
          </p:cNvSpPr>
          <p:nvPr/>
        </p:nvSpPr>
        <p:spPr>
          <a:xfrm xmlns:a="http://schemas.openxmlformats.org/drawingml/2006/main">
            <a:off x="1066800" y="1901095"/>
            <a:ext cx="6726734"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Nel 5G, la sicurezza riguarda anche le Network Functions,</a:t>
            </a:r>
          </a:p>
        </p:txBody>
      </p:sp>
      <p:sp>
        <p:nvSpPr>
          <p:cNvPr id="6" name="f49">
            <a:extLst xmlns:a="http://schemas.openxmlformats.org/drawingml/2006/main">
              <a:ext uri="{FF2B5EF4-FFF2-40B4-BE49-F238E27FC236}">
                <a16:creationId xmlns:a16="http://schemas.microsoft.com/office/drawing/2014/main" id="{D29580B1-BCC9-4877-99D0-8EA176E17A3B}"/>
              </a:ext>
            </a:extLst>
          </p:cNvPr>
          <p:cNvSpPr>
            <a:spLocks xmlns:a="http://schemas.openxmlformats.org/drawingml/2006/main" noGrp="1"/>
          </p:cNvSpPr>
          <p:nvPr/>
        </p:nvSpPr>
        <p:spPr>
          <a:xfrm xmlns:a="http://schemas.openxmlformats.org/drawingml/2006/main">
            <a:off x="1066800" y="2263045"/>
            <a:ext cx="5375225"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componenti software che comunicano tra loro.</a:t>
            </a:r>
          </a:p>
        </p:txBody>
      </p:sp>
      <p:sp>
        <p:nvSpPr>
          <p:cNvPr id="7" name="f50">
            <a:extLst xmlns:a="http://schemas.openxmlformats.org/drawingml/2006/main">
              <a:ext uri="{FF2B5EF4-FFF2-40B4-BE49-F238E27FC236}">
                <a16:creationId xmlns:a16="http://schemas.microsoft.com/office/drawing/2014/main" id="{E7444635-587D-409B-A44E-0096A36AE6C7}"/>
              </a:ext>
            </a:extLst>
          </p:cNvPr>
          <p:cNvSpPr>
            <a:spLocks xmlns:a="http://schemas.openxmlformats.org/drawingml/2006/main" noGrp="1"/>
          </p:cNvSpPr>
          <p:nvPr/>
        </p:nvSpPr>
        <p:spPr>
          <a:xfrm xmlns:a="http://schemas.openxmlformats.org/drawingml/2006/main">
            <a:off x="2801234" y="31129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8" name="f51">
            <a:extLst xmlns:a="http://schemas.openxmlformats.org/drawingml/2006/main">
              <a:ext uri="{FF2B5EF4-FFF2-40B4-BE49-F238E27FC236}">
                <a16:creationId xmlns:a16="http://schemas.microsoft.com/office/drawing/2014/main" id="{2D4D9C5C-9AF0-43A9-8A52-095AECEE14DA}"/>
              </a:ext>
            </a:extLst>
          </p:cNvPr>
          <p:cNvSpPr>
            <a:spLocks xmlns:a="http://schemas.openxmlformats.org/drawingml/2006/main" noGrp="1"/>
          </p:cNvSpPr>
          <p:nvPr/>
        </p:nvSpPr>
        <p:spPr>
          <a:xfrm xmlns:a="http://schemas.openxmlformats.org/drawingml/2006/main">
            <a:off x="7994359" y="31129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9" name="f52">
            <a:extLst xmlns:a="http://schemas.openxmlformats.org/drawingml/2006/main">
              <a:ext uri="{FF2B5EF4-FFF2-40B4-BE49-F238E27FC236}">
                <a16:creationId xmlns:a16="http://schemas.microsoft.com/office/drawing/2014/main" id="{251892E8-9C2A-4B07-982E-DF25AE7E2561}"/>
              </a:ext>
            </a:extLst>
          </p:cNvPr>
          <p:cNvSpPr>
            <a:spLocks xmlns:a="http://schemas.openxmlformats.org/drawingml/2006/main" noGrp="1"/>
          </p:cNvSpPr>
          <p:nvPr/>
        </p:nvSpPr>
        <p:spPr>
          <a:xfrm xmlns:a="http://schemas.openxmlformats.org/drawingml/2006/main">
            <a:off x="5868924" y="37739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10" name="f53">
            <a:extLst xmlns:a="http://schemas.openxmlformats.org/drawingml/2006/main">
              <a:ext uri="{FF2B5EF4-FFF2-40B4-BE49-F238E27FC236}">
                <a16:creationId xmlns:a16="http://schemas.microsoft.com/office/drawing/2014/main" id="{2A99C243-091A-46A0-B640-0F20D59F535B}"/>
              </a:ext>
            </a:extLst>
          </p:cNvPr>
          <p:cNvSpPr>
            <a:spLocks xmlns:a="http://schemas.openxmlformats.org/drawingml/2006/main" noGrp="1"/>
          </p:cNvSpPr>
          <p:nvPr/>
        </p:nvSpPr>
        <p:spPr>
          <a:xfrm xmlns:a="http://schemas.openxmlformats.org/drawingml/2006/main">
            <a:off x="5868924" y="74942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1" name="f54">
            <a:extLst xmlns:a="http://schemas.openxmlformats.org/drawingml/2006/main">
              <a:ext uri="{FF2B5EF4-FFF2-40B4-BE49-F238E27FC236}">
                <a16:creationId xmlns:a16="http://schemas.microsoft.com/office/drawing/2014/main" id="{2C9E162A-EA22-4004-8636-4265920E1051}"/>
              </a:ext>
            </a:extLst>
          </p:cNvPr>
          <p:cNvSpPr>
            <a:spLocks xmlns:a="http://schemas.openxmlformats.org/drawingml/2006/main" noGrp="1"/>
          </p:cNvSpPr>
          <p:nvPr/>
        </p:nvSpPr>
        <p:spPr>
          <a:xfrm xmlns:a="http://schemas.openxmlformats.org/drawingml/2006/main">
            <a:off x="6026789" y="44674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2" name="f55">
            <a:extLst xmlns:a="http://schemas.openxmlformats.org/drawingml/2006/main">
              <a:ext uri="{FF2B5EF4-FFF2-40B4-BE49-F238E27FC236}">
                <a16:creationId xmlns:a16="http://schemas.microsoft.com/office/drawing/2014/main" id="{B7FB1F67-134E-4B39-9035-7C11DA0B8228}"/>
              </a:ext>
            </a:extLst>
          </p:cNvPr>
          <p:cNvSpPr>
            <a:spLocks xmlns:a="http://schemas.openxmlformats.org/drawingml/2006/main" noGrp="1"/>
          </p:cNvSpPr>
          <p:nvPr/>
        </p:nvSpPr>
        <p:spPr>
          <a:xfrm xmlns:a="http://schemas.openxmlformats.org/drawingml/2006/main">
            <a:off x="7563770" y="44674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3" name="f56">
            <a:extLst xmlns:a="http://schemas.openxmlformats.org/drawingml/2006/main">
              <a:ext uri="{FF2B5EF4-FFF2-40B4-BE49-F238E27FC236}">
                <a16:creationId xmlns:a16="http://schemas.microsoft.com/office/drawing/2014/main" id="{00A237A0-E777-4F86-87B9-301651356401}"/>
              </a:ext>
            </a:extLst>
          </p:cNvPr>
          <p:cNvSpPr>
            <a:spLocks xmlns:a="http://schemas.openxmlformats.org/drawingml/2006/main" noGrp="1"/>
          </p:cNvSpPr>
          <p:nvPr/>
        </p:nvSpPr>
        <p:spPr>
          <a:xfrm xmlns:a="http://schemas.openxmlformats.org/drawingml/2006/main">
            <a:off x="9004087" y="44674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4" name="f57">
            <a:extLst xmlns:a="http://schemas.openxmlformats.org/drawingml/2006/main">
              <a:ext uri="{FF2B5EF4-FFF2-40B4-BE49-F238E27FC236}">
                <a16:creationId xmlns:a16="http://schemas.microsoft.com/office/drawing/2014/main" id="{51083CA8-F41C-4651-9C67-0843A90C04C1}"/>
              </a:ext>
            </a:extLst>
          </p:cNvPr>
          <p:cNvSpPr>
            <a:spLocks xmlns:a="http://schemas.openxmlformats.org/drawingml/2006/main" noGrp="1"/>
          </p:cNvSpPr>
          <p:nvPr/>
        </p:nvSpPr>
        <p:spPr>
          <a:xfrm xmlns:a="http://schemas.openxmlformats.org/drawingml/2006/main">
            <a:off x="10595539" y="44674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5" name="f58">
            <a:extLst xmlns:a="http://schemas.openxmlformats.org/drawingml/2006/main">
              <a:ext uri="{FF2B5EF4-FFF2-40B4-BE49-F238E27FC236}">
                <a16:creationId xmlns:a16="http://schemas.microsoft.com/office/drawing/2014/main" id="{213B8526-18FA-413A-8863-69B266763F28}"/>
              </a:ext>
            </a:extLst>
          </p:cNvPr>
          <p:cNvSpPr>
            <a:spLocks xmlns:a="http://schemas.openxmlformats.org/drawingml/2006/main" noGrp="1"/>
          </p:cNvSpPr>
          <p:nvPr/>
        </p:nvSpPr>
        <p:spPr>
          <a:xfrm xmlns:a="http://schemas.openxmlformats.org/drawingml/2006/main">
            <a:off x="7573667" y="65974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6" name="f59">
            <a:extLst xmlns:a="http://schemas.openxmlformats.org/drawingml/2006/main">
              <a:ext uri="{FF2B5EF4-FFF2-40B4-BE49-F238E27FC236}">
                <a16:creationId xmlns:a16="http://schemas.microsoft.com/office/drawing/2014/main" id="{419C9AED-3A3B-45B2-A246-9A28EE2E01E5}"/>
              </a:ext>
            </a:extLst>
          </p:cNvPr>
          <p:cNvSpPr>
            <a:spLocks xmlns:a="http://schemas.openxmlformats.org/drawingml/2006/main" noGrp="1"/>
          </p:cNvSpPr>
          <p:nvPr/>
        </p:nvSpPr>
        <p:spPr>
          <a:xfrm xmlns:a="http://schemas.openxmlformats.org/drawingml/2006/main">
            <a:off x="11398758" y="37794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7" name="f60">
            <a:extLst xmlns:a="http://schemas.openxmlformats.org/drawingml/2006/main">
              <a:ext uri="{FF2B5EF4-FFF2-40B4-BE49-F238E27FC236}">
                <a16:creationId xmlns:a16="http://schemas.microsoft.com/office/drawing/2014/main" id="{E2761B7E-DB4E-43DA-BAA7-31D2E91ABA05}"/>
              </a:ext>
            </a:extLst>
          </p:cNvPr>
          <p:cNvSpPr>
            <a:spLocks xmlns:a="http://schemas.openxmlformats.org/drawingml/2006/main" noGrp="1"/>
          </p:cNvSpPr>
          <p:nvPr/>
        </p:nvSpPr>
        <p:spPr>
          <a:xfrm xmlns:a="http://schemas.openxmlformats.org/drawingml/2006/main">
            <a:off x="8139303" y="56059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8" name="f61">
            <a:extLst xmlns:a="http://schemas.openxmlformats.org/drawingml/2006/main">
              <a:ext uri="{FF2B5EF4-FFF2-40B4-BE49-F238E27FC236}">
                <a16:creationId xmlns:a16="http://schemas.microsoft.com/office/drawing/2014/main" id="{6A87CA0E-B6A5-497F-814D-83C8A92F1671}"/>
              </a:ext>
            </a:extLst>
          </p:cNvPr>
          <p:cNvSpPr>
            <a:spLocks xmlns:a="http://schemas.openxmlformats.org/drawingml/2006/main" noGrp="1"/>
          </p:cNvSpPr>
          <p:nvPr/>
        </p:nvSpPr>
        <p:spPr>
          <a:xfrm xmlns:a="http://schemas.openxmlformats.org/drawingml/2006/main">
            <a:off x="2286420" y="74231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9" name="f62">
            <a:extLst xmlns:a="http://schemas.openxmlformats.org/drawingml/2006/main">
              <a:ext uri="{FF2B5EF4-FFF2-40B4-BE49-F238E27FC236}">
                <a16:creationId xmlns:a16="http://schemas.microsoft.com/office/drawing/2014/main" id="{90ACB01F-6B2B-4206-8B94-532802E3AEEA}"/>
              </a:ext>
            </a:extLst>
          </p:cNvPr>
          <p:cNvSpPr>
            <a:spLocks xmlns:a="http://schemas.openxmlformats.org/drawingml/2006/main" noGrp="1"/>
          </p:cNvSpPr>
          <p:nvPr/>
        </p:nvSpPr>
        <p:spPr>
          <a:xfrm xmlns:a="http://schemas.openxmlformats.org/drawingml/2006/main">
            <a:off x="3753609" y="74231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20" name="f63">
            <a:extLst xmlns:a="http://schemas.openxmlformats.org/drawingml/2006/main">
              <a:ext uri="{FF2B5EF4-FFF2-40B4-BE49-F238E27FC236}">
                <a16:creationId xmlns:a16="http://schemas.microsoft.com/office/drawing/2014/main" id="{ACD8190E-AAF9-4A81-952C-A56BD3EC8740}"/>
              </a:ext>
            </a:extLst>
          </p:cNvPr>
          <p:cNvSpPr>
            <a:spLocks xmlns:a="http://schemas.openxmlformats.org/drawingml/2006/main" noGrp="1"/>
          </p:cNvSpPr>
          <p:nvPr/>
        </p:nvSpPr>
        <p:spPr>
          <a:xfrm xmlns:a="http://schemas.openxmlformats.org/drawingml/2006/main">
            <a:off x="5018946" y="53137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1" name="f64">
            <a:extLst xmlns:a="http://schemas.openxmlformats.org/drawingml/2006/main">
              <a:ext uri="{FF2B5EF4-FFF2-40B4-BE49-F238E27FC236}">
                <a16:creationId xmlns:a16="http://schemas.microsoft.com/office/drawing/2014/main" id="{16F835C2-9A98-48C0-A5DC-8EEF9BAB9ADB}"/>
              </a:ext>
            </a:extLst>
          </p:cNvPr>
          <p:cNvSpPr>
            <a:spLocks xmlns:a="http://schemas.openxmlformats.org/drawingml/2006/main" noGrp="1"/>
          </p:cNvSpPr>
          <p:nvPr/>
        </p:nvSpPr>
        <p:spPr>
          <a:xfrm xmlns:a="http://schemas.openxmlformats.org/drawingml/2006/main">
            <a:off x="6206109"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2" name="f65">
            <a:extLst xmlns:a="http://schemas.openxmlformats.org/drawingml/2006/main">
              <a:ext uri="{FF2B5EF4-FFF2-40B4-BE49-F238E27FC236}">
                <a16:creationId xmlns:a16="http://schemas.microsoft.com/office/drawing/2014/main" id="{F733E88C-BB92-4110-97CE-06DD9AA5E501}"/>
              </a:ext>
            </a:extLst>
          </p:cNvPr>
          <p:cNvSpPr>
            <a:spLocks xmlns:a="http://schemas.openxmlformats.org/drawingml/2006/main" noGrp="1"/>
          </p:cNvSpPr>
          <p:nvPr/>
        </p:nvSpPr>
        <p:spPr>
          <a:xfrm xmlns:a="http://schemas.openxmlformats.org/drawingml/2006/main">
            <a:off x="10544556" y="64039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3" name="f66">
            <a:extLst xmlns:a="http://schemas.openxmlformats.org/drawingml/2006/main">
              <a:ext uri="{FF2B5EF4-FFF2-40B4-BE49-F238E27FC236}">
                <a16:creationId xmlns:a16="http://schemas.microsoft.com/office/drawing/2014/main" id="{CE558097-0493-4C58-8FE3-6A5408F7B34B}"/>
              </a:ext>
            </a:extLst>
          </p:cNvPr>
          <p:cNvSpPr>
            <a:spLocks xmlns:a="http://schemas.openxmlformats.org/drawingml/2006/main" noGrp="1"/>
          </p:cNvSpPr>
          <p:nvPr/>
        </p:nvSpPr>
        <p:spPr>
          <a:xfrm xmlns:a="http://schemas.openxmlformats.org/drawingml/2006/main">
            <a:off x="12291670" y="74231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1041079110"/>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7">
            <a:extLst xmlns:a="http://schemas.openxmlformats.org/drawingml/2006/main">
              <a:ext uri="{FF2B5EF4-FFF2-40B4-BE49-F238E27FC236}">
                <a16:creationId xmlns:a16="http://schemas.microsoft.com/office/drawing/2014/main" id="{882902BE-A316-467A-9FB0-13879BF73197}"/>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2" name="f68">
            <a:extLst xmlns:a="http://schemas.openxmlformats.org/drawingml/2006/main">
              <a:ext uri="{FF2B5EF4-FFF2-40B4-BE49-F238E27FC236}">
                <a16:creationId xmlns:a16="http://schemas.microsoft.com/office/drawing/2014/main" id="{90C948FB-77FB-4F49-9B8B-A6A94DB350C8}"/>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9">
            <a:extLst xmlns:a="http://schemas.openxmlformats.org/drawingml/2006/main">
              <a:ext uri="{FF2B5EF4-FFF2-40B4-BE49-F238E27FC236}">
                <a16:creationId xmlns:a16="http://schemas.microsoft.com/office/drawing/2014/main" id="{61A51454-21B0-4FE0-AD1F-EE46964CA83D}"/>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2">
            <a:extLst xmlns:a="http://schemas.openxmlformats.org/drawingml/2006/main">
              <a:ext uri="{FF2B5EF4-FFF2-40B4-BE49-F238E27FC236}">
                <a16:creationId xmlns:a16="http://schemas.microsoft.com/office/drawing/2014/main" id="{BF5859FD-241F-4739-8380-1142F3FFE443}"/>
              </a:ext>
            </a:extLst>
          </p:cNvPr>
          <p:cNvSpPr>
            <a:spLocks xmlns:a="http://schemas.openxmlformats.org/drawingml/2006/main" noGrp="1"/>
          </p:cNvSpPr>
          <p:nvPr/>
        </p:nvSpPr>
        <p:spPr>
          <a:xfrm xmlns:a="http://schemas.openxmlformats.org/drawingml/2006/main">
            <a:off x="1066800" y="2000250"/>
            <a:ext cx="13106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Il DSL permette di rappresentare queste operazioni</a:t>
            </a:r>
          </a:p>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attraverso regole riutilizzabili.</a:t>
            </a:r>
          </a:p>
        </p:txBody>
      </p:sp>
      <p:sp>
        <p:nvSpPr>
          <p:cNvPr id="5" name="f105">
            <a:extLst xmlns:a="http://schemas.openxmlformats.org/drawingml/2006/main">
              <a:ext uri="{FF2B5EF4-FFF2-40B4-BE49-F238E27FC236}">
                <a16:creationId xmlns:a16="http://schemas.microsoft.com/office/drawing/2014/main" id="{6BE89582-A2F3-4ECA-9E67-8A3C2AD9246A}"/>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6">
            <a:extLst xmlns:a="http://schemas.openxmlformats.org/drawingml/2006/main">
              <a:ext uri="{FF2B5EF4-FFF2-40B4-BE49-F238E27FC236}">
                <a16:creationId xmlns:a16="http://schemas.microsoft.com/office/drawing/2014/main" id="{F18789A4-E6B1-4B86-A42E-2F12A3D865FF}"/>
              </a:ext>
            </a:extLst>
          </p:cNvPr>
          <p:cNvSpPr>
            <a:spLocks xmlns:a="http://schemas.openxmlformats.org/drawingml/2006/main" noGrp="1"/>
          </p:cNvSpPr>
          <p:nvPr/>
        </p:nvSpPr>
        <p:spPr>
          <a:xfrm xmlns:a="http://schemas.openxmlformats.org/drawingml/2006/main">
            <a:off x="1066800" y="4000500"/>
            <a:ext cx="72390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17145">
            <a:solidFill>
              <a:srgbClr val="D9E3EF"/>
            </a:solidFill>
            <a:prstDash val="solid"/>
          </a:ln>
        </p:spPr>
      </p:sp>
      <p:sp>
        <p:nvSpPr>
          <p:cNvPr id="7" name="f107">
            <a:extLst xmlns:a="http://schemas.openxmlformats.org/drawingml/2006/main">
              <a:ext uri="{FF2B5EF4-FFF2-40B4-BE49-F238E27FC236}">
                <a16:creationId xmlns:a16="http://schemas.microsoft.com/office/drawing/2014/main" id="{09F1193A-D421-439F-A9F8-77481E968FBF}"/>
              </a:ext>
            </a:extLst>
          </p:cNvPr>
          <p:cNvSpPr>
            <a:spLocks xmlns:a="http://schemas.openxmlformats.org/drawingml/2006/main" noGrp="1"/>
          </p:cNvSpPr>
          <p:nvPr/>
        </p:nvSpPr>
        <p:spPr>
          <a:xfrm xmlns:a="http://schemas.openxmlformats.org/drawingml/2006/main">
            <a:off x="1295400" y="43243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8">
            <a:extLst xmlns:a="http://schemas.openxmlformats.org/drawingml/2006/main">
              <a:ext uri="{FF2B5EF4-FFF2-40B4-BE49-F238E27FC236}">
                <a16:creationId xmlns:a16="http://schemas.microsoft.com/office/drawing/2014/main" id="{5884D5A1-60EB-4766-B421-A7C590E87E4E}"/>
              </a:ext>
            </a:extLst>
          </p:cNvPr>
          <p:cNvSpPr>
            <a:spLocks xmlns:a="http://schemas.openxmlformats.org/drawingml/2006/main" noGrp="1"/>
          </p:cNvSpPr>
          <p:nvPr/>
        </p:nvSpPr>
        <p:spPr>
          <a:xfrm xmlns:a="http://schemas.openxmlformats.org/drawingml/2006/main">
            <a:off x="1295400" y="47529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9">
            <a:extLst xmlns:a="http://schemas.openxmlformats.org/drawingml/2006/main">
              <a:ext uri="{FF2B5EF4-FFF2-40B4-BE49-F238E27FC236}">
                <a16:creationId xmlns:a16="http://schemas.microsoft.com/office/drawing/2014/main" id="{B8AD8DFE-551D-4918-A242-037C8E47AF72}"/>
              </a:ext>
            </a:extLst>
          </p:cNvPr>
          <p:cNvSpPr>
            <a:spLocks xmlns:a="http://schemas.openxmlformats.org/drawingml/2006/main" noGrp="1"/>
          </p:cNvSpPr>
          <p:nvPr/>
        </p:nvSpPr>
        <p:spPr>
          <a:xfrm xmlns:a="http://schemas.openxmlformats.org/drawingml/2006/main">
            <a:off x="1295400" y="54673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10">
            <a:extLst xmlns:a="http://schemas.openxmlformats.org/drawingml/2006/main">
              <a:ext uri="{FF2B5EF4-FFF2-40B4-BE49-F238E27FC236}">
                <a16:creationId xmlns:a16="http://schemas.microsoft.com/office/drawing/2014/main" id="{908B553A-1D33-4489-83D9-BD77FED71558}"/>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11">
            <a:extLst xmlns:a="http://schemas.openxmlformats.org/drawingml/2006/main">
              <a:ext uri="{FF2B5EF4-FFF2-40B4-BE49-F238E27FC236}">
                <a16:creationId xmlns:a16="http://schemas.microsoft.com/office/drawing/2014/main" id="{88513D94-9A56-41A8-A97F-E3ECB8562AF5}"/>
              </a:ext>
            </a:extLst>
          </p:cNvPr>
          <p:cNvSpPr>
            <a:spLocks xmlns:a="http://schemas.openxmlformats.org/drawingml/2006/main" noGrp="1"/>
          </p:cNvSpPr>
          <p:nvPr/>
        </p:nvSpPr>
        <p:spPr>
          <a:xfrm xmlns:a="http://schemas.openxmlformats.org/drawingml/2006/main">
            <a:off x="8382000" y="49530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2">
            <a:extLst xmlns:a="http://schemas.openxmlformats.org/drawingml/2006/main">
              <a:ext uri="{FF2B5EF4-FFF2-40B4-BE49-F238E27FC236}">
                <a16:creationId xmlns:a16="http://schemas.microsoft.com/office/drawing/2014/main" id="{C065348A-C38F-4E6C-98B3-4D3194C62A5A}"/>
              </a:ext>
            </a:extLst>
          </p:cNvPr>
          <p:cNvSpPr>
            <a:spLocks xmlns:a="http://schemas.openxmlformats.org/drawingml/2006/main" noGrp="1"/>
          </p:cNvSpPr>
          <p:nvPr/>
        </p:nvSpPr>
        <p:spPr>
          <a:xfrm xmlns:a="http://schemas.openxmlformats.org/drawingml/2006/main">
            <a:off x="8382000" y="70485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3">
            <a:extLst xmlns:a="http://schemas.openxmlformats.org/drawingml/2006/main">
              <a:ext uri="{FF2B5EF4-FFF2-40B4-BE49-F238E27FC236}">
                <a16:creationId xmlns:a16="http://schemas.microsoft.com/office/drawing/2014/main" id="{8DBCFD10-35FE-4784-A351-4F8B3F391501}"/>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4">
            <a:extLst xmlns:a="http://schemas.openxmlformats.org/drawingml/2006/main">
              <a:ext uri="{FF2B5EF4-FFF2-40B4-BE49-F238E27FC236}">
                <a16:creationId xmlns:a16="http://schemas.microsoft.com/office/drawing/2014/main" id="{800FCF7F-25FB-4155-8C55-D2951BF4EEB6}"/>
              </a:ext>
            </a:extLst>
          </p:cNvPr>
          <p:cNvSpPr>
            <a:spLocks xmlns:a="http://schemas.openxmlformats.org/drawingml/2006/main" noGrp="1"/>
          </p:cNvSpPr>
          <p:nvPr/>
        </p:nvSpPr>
        <p:spPr>
          <a:xfrm xmlns:a="http://schemas.openxmlformats.org/drawingml/2006/main">
            <a:off x="10001250" y="44291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5">
            <a:extLst xmlns:a="http://schemas.openxmlformats.org/drawingml/2006/main">
              <a:ext uri="{FF2B5EF4-FFF2-40B4-BE49-F238E27FC236}">
                <a16:creationId xmlns:a16="http://schemas.microsoft.com/office/drawing/2014/main" id="{756F99DC-8BD5-4847-86E7-4DE0D2D9DFF2}"/>
              </a:ext>
            </a:extLst>
          </p:cNvPr>
          <p:cNvSpPr>
            <a:spLocks xmlns:a="http://schemas.openxmlformats.org/drawingml/2006/main" noGrp="1"/>
          </p:cNvSpPr>
          <p:nvPr/>
        </p:nvSpPr>
        <p:spPr>
          <a:xfrm xmlns:a="http://schemas.openxmlformats.org/drawingml/2006/main">
            <a:off x="10191750" y="46767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6">
            <a:extLst xmlns:a="http://schemas.openxmlformats.org/drawingml/2006/main">
              <a:ext uri="{FF2B5EF4-FFF2-40B4-BE49-F238E27FC236}">
                <a16:creationId xmlns:a16="http://schemas.microsoft.com/office/drawing/2014/main" id="{8D2C59A9-5575-4C9F-8BA5-D0E3171210DE}"/>
              </a:ext>
            </a:extLst>
          </p:cNvPr>
          <p:cNvSpPr>
            <a:spLocks xmlns:a="http://schemas.openxmlformats.org/drawingml/2006/main" noGrp="1"/>
          </p:cNvSpPr>
          <p:nvPr/>
        </p:nvSpPr>
        <p:spPr>
          <a:xfrm xmlns:a="http://schemas.openxmlformats.org/drawingml/2006/main">
            <a:off x="10001250" y="65246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7">
            <a:extLst xmlns:a="http://schemas.openxmlformats.org/drawingml/2006/main">
              <a:ext uri="{FF2B5EF4-FFF2-40B4-BE49-F238E27FC236}">
                <a16:creationId xmlns:a16="http://schemas.microsoft.com/office/drawing/2014/main" id="{F6095C47-8CBE-4A13-AB88-3C5C4480DAF9}"/>
              </a:ext>
            </a:extLst>
          </p:cNvPr>
          <p:cNvSpPr>
            <a:spLocks xmlns:a="http://schemas.openxmlformats.org/drawingml/2006/main" noGrp="1"/>
          </p:cNvSpPr>
          <p:nvPr/>
        </p:nvSpPr>
        <p:spPr>
          <a:xfrm xmlns:a="http://schemas.openxmlformats.org/drawingml/2006/main">
            <a:off x="10191750" y="67627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296700713"/>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2AD534DC-4080-4EE4-B65B-8D7992C1FA74}"/>
              </a:ext>
            </a:extLst>
          </p:cNvPr>
          <p:cNvPicPr>
            <a:picLocks xmlns:a="http://schemas.openxmlformats.org/drawingml/2006/main" noChangeAspect="1"/>
          </p:cNvPicPr>
          <p:nvPr/>
        </p:nvPicPr>
        <p:blipFill>
          <a:blip xmlns:r="http://schemas.openxmlformats.org/officeDocument/2006/relationships" xmlns:a="http://schemas.openxmlformats.org/drawingml/2006/main" r:embed="R8c1d0e4330e5498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9">
            <a:extLst xmlns:a="http://schemas.openxmlformats.org/drawingml/2006/main">
              <a:ext uri="{FF2B5EF4-FFF2-40B4-BE49-F238E27FC236}">
                <a16:creationId xmlns:a16="http://schemas.microsoft.com/office/drawing/2014/main" id="{B5CF18BE-24AA-4662-A6F0-190DF52E184D}"/>
              </a:ext>
            </a:extLst>
          </p:cNvPr>
          <p:cNvSpPr>
            <a:spLocks xmlns:a="http://schemas.openxmlformats.org/drawingml/2006/main" noGrp="1"/>
          </p:cNvSpPr>
          <p:nvPr/>
        </p:nvSpPr>
        <p:spPr>
          <a:xfrm xmlns:a="http://schemas.openxmlformats.org/drawingml/2006/main">
            <a:off x="1066800" y="718185"/>
            <a:ext cx="2385417"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3" name="f120">
            <a:extLst xmlns:a="http://schemas.openxmlformats.org/drawingml/2006/main">
              <a:ext uri="{FF2B5EF4-FFF2-40B4-BE49-F238E27FC236}">
                <a16:creationId xmlns:a16="http://schemas.microsoft.com/office/drawing/2014/main" id="{013FDCB5-4C5C-4E0C-86F2-23F2D8E177FA}"/>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21">
            <a:extLst xmlns:a="http://schemas.openxmlformats.org/drawingml/2006/main">
              <a:ext uri="{FF2B5EF4-FFF2-40B4-BE49-F238E27FC236}">
                <a16:creationId xmlns:a16="http://schemas.microsoft.com/office/drawing/2014/main" id="{9C2EB078-F21B-4BE9-8E83-423DE59E311B}"/>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2">
            <a:extLst xmlns:a="http://schemas.openxmlformats.org/drawingml/2006/main">
              <a:ext uri="{FF2B5EF4-FFF2-40B4-BE49-F238E27FC236}">
                <a16:creationId xmlns:a16="http://schemas.microsoft.com/office/drawing/2014/main" id="{3637A451-F6AD-46C8-A435-66CFCBCC0839}"/>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3">
            <a:extLst xmlns:a="http://schemas.openxmlformats.org/drawingml/2006/main">
              <a:ext uri="{FF2B5EF4-FFF2-40B4-BE49-F238E27FC236}">
                <a16:creationId xmlns:a16="http://schemas.microsoft.com/office/drawing/2014/main" id="{EC1A7182-5A61-43E6-A34B-D3B9956CCB6B}"/>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4">
            <a:extLst xmlns:a="http://schemas.openxmlformats.org/drawingml/2006/main">
              <a:ext uri="{FF2B5EF4-FFF2-40B4-BE49-F238E27FC236}">
                <a16:creationId xmlns:a16="http://schemas.microsoft.com/office/drawing/2014/main" id="{576B5B23-61BC-416D-BF2E-79CBDB3292A6}"/>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5">
            <a:extLst xmlns:a="http://schemas.openxmlformats.org/drawingml/2006/main">
              <a:ext uri="{FF2B5EF4-FFF2-40B4-BE49-F238E27FC236}">
                <a16:creationId xmlns:a16="http://schemas.microsoft.com/office/drawing/2014/main" id="{DD0AA4A9-A3C3-4D1D-A513-A44CC880C7B1}"/>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6">
            <a:extLst xmlns:a="http://schemas.openxmlformats.org/drawingml/2006/main">
              <a:ext uri="{FF2B5EF4-FFF2-40B4-BE49-F238E27FC236}">
                <a16:creationId xmlns:a16="http://schemas.microsoft.com/office/drawing/2014/main" id="{082726BC-A7FC-4D2A-BD6B-480FA420C16C}"/>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7">
            <a:extLst xmlns:a="http://schemas.openxmlformats.org/drawingml/2006/main">
              <a:ext uri="{FF2B5EF4-FFF2-40B4-BE49-F238E27FC236}">
                <a16:creationId xmlns:a16="http://schemas.microsoft.com/office/drawing/2014/main" id="{DFB7656D-1D0F-4655-A7AA-C81FD1ED4349}"/>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8">
            <a:extLst xmlns:a="http://schemas.openxmlformats.org/drawingml/2006/main">
              <a:ext uri="{FF2B5EF4-FFF2-40B4-BE49-F238E27FC236}">
                <a16:creationId xmlns:a16="http://schemas.microsoft.com/office/drawing/2014/main" id="{4CF3EC47-A759-417A-87C4-2D91138F759A}"/>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9">
            <a:extLst xmlns:a="http://schemas.openxmlformats.org/drawingml/2006/main">
              <a:ext uri="{FF2B5EF4-FFF2-40B4-BE49-F238E27FC236}">
                <a16:creationId xmlns:a16="http://schemas.microsoft.com/office/drawing/2014/main" id="{D380B932-E18D-491E-BE13-0319E9382004}"/>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30">
            <a:extLst xmlns:a="http://schemas.openxmlformats.org/drawingml/2006/main">
              <a:ext uri="{FF2B5EF4-FFF2-40B4-BE49-F238E27FC236}">
                <a16:creationId xmlns:a16="http://schemas.microsoft.com/office/drawing/2014/main" id="{9C31CD2B-E027-47B5-9759-50C98399ACEE}"/>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31">
            <a:extLst xmlns:a="http://schemas.openxmlformats.org/drawingml/2006/main">
              <a:ext uri="{FF2B5EF4-FFF2-40B4-BE49-F238E27FC236}">
                <a16:creationId xmlns:a16="http://schemas.microsoft.com/office/drawing/2014/main" id="{8BAC995B-EBF7-4BFF-A56F-733A99528767}"/>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106827091"/>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2">
            <a:extLst xmlns:a="http://schemas.openxmlformats.org/drawingml/2006/main">
              <a:ext uri="{FF2B5EF4-FFF2-40B4-BE49-F238E27FC236}">
                <a16:creationId xmlns:a16="http://schemas.microsoft.com/office/drawing/2014/main" id="{BB8EF939-DB91-43D5-9554-18DABA93056E}"/>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33">
            <a:extLst xmlns:a="http://schemas.openxmlformats.org/drawingml/2006/main">
              <a:ext uri="{FF2B5EF4-FFF2-40B4-BE49-F238E27FC236}">
                <a16:creationId xmlns:a16="http://schemas.microsoft.com/office/drawing/2014/main" id="{7D5791D2-D10A-4FAD-8AF8-1403DB23F60F}"/>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4">
            <a:extLst xmlns:a="http://schemas.openxmlformats.org/drawingml/2006/main">
              <a:ext uri="{FF2B5EF4-FFF2-40B4-BE49-F238E27FC236}">
                <a16:creationId xmlns:a16="http://schemas.microsoft.com/office/drawing/2014/main" id="{6DAD045B-10E2-41CB-B366-BE64A035CAD0}"/>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5">
            <a:extLst xmlns:a="http://schemas.openxmlformats.org/drawingml/2006/main">
              <a:ext uri="{FF2B5EF4-FFF2-40B4-BE49-F238E27FC236}">
                <a16:creationId xmlns:a16="http://schemas.microsoft.com/office/drawing/2014/main" id="{8041F0DD-0437-4934-A72A-0820A4B29A27}"/>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16 catture di rete, con risultati ottenuti coerenti con quelli attesi.</a:t>
            </a:r>
          </a:p>
        </p:txBody>
      </p:sp>
      <p:graphicFrame>
        <p:nvGraphicFramePr>
          <p:cNvPr id="5" name="">
            <a:extLst xmlns:a="http://schemas.openxmlformats.org/drawingml/2006/main">
              <a:ext uri="{FF2B5EF4-FFF2-40B4-BE49-F238E27FC236}">
                <a16:creationId xmlns:a16="http://schemas.microsoft.com/office/drawing/2014/main" id="{5836DC1D-6B45-414E-BAE6-CB63E4B0AC38}"/>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7">
            <a:extLst xmlns:a="http://schemas.openxmlformats.org/drawingml/2006/main">
              <a:ext uri="{FF2B5EF4-FFF2-40B4-BE49-F238E27FC236}">
                <a16:creationId xmlns:a16="http://schemas.microsoft.com/office/drawing/2014/main" id="{C693AC93-1C99-4E8E-880E-875B32D22E1A}"/>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8">
            <a:extLst xmlns:a="http://schemas.openxmlformats.org/drawingml/2006/main">
              <a:ext uri="{FF2B5EF4-FFF2-40B4-BE49-F238E27FC236}">
                <a16:creationId xmlns:a16="http://schemas.microsoft.com/office/drawing/2014/main" id="{C2B91122-EADA-4294-A30C-B16034E69964}"/>
              </a:ext>
            </a:extLst>
          </p:cNvPr>
          <p:cNvSpPr>
            <a:spLocks xmlns:a="http://schemas.openxmlformats.org/drawingml/2006/main" noGrp="1"/>
          </p:cNvSpPr>
          <p:nvPr/>
        </p:nvSpPr>
        <p:spPr>
          <a:xfrm xmlns:a="http://schemas.openxmlformats.org/drawingml/2006/main">
            <a:off x="11220450" y="38671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9">
            <a:extLst xmlns:a="http://schemas.openxmlformats.org/drawingml/2006/main">
              <a:ext uri="{FF2B5EF4-FFF2-40B4-BE49-F238E27FC236}">
                <a16:creationId xmlns:a16="http://schemas.microsoft.com/office/drawing/2014/main" id="{AC2C88D5-1730-4024-B4EA-DBA99A37A2C4}"/>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40">
            <a:extLst xmlns:a="http://schemas.openxmlformats.org/drawingml/2006/main">
              <a:ext uri="{FF2B5EF4-FFF2-40B4-BE49-F238E27FC236}">
                <a16:creationId xmlns:a16="http://schemas.microsoft.com/office/drawing/2014/main" id="{07EFBC96-30D2-49A3-9ECB-24BF17A3E19C}"/>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41">
            <a:extLst xmlns:a="http://schemas.openxmlformats.org/drawingml/2006/main">
              <a:ext uri="{FF2B5EF4-FFF2-40B4-BE49-F238E27FC236}">
                <a16:creationId xmlns:a16="http://schemas.microsoft.com/office/drawing/2014/main" id="{E6CB828A-D891-443A-B9BD-1E9A73F51DEF}"/>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2">
            <a:extLst xmlns:a="http://schemas.openxmlformats.org/drawingml/2006/main">
              <a:ext uri="{FF2B5EF4-FFF2-40B4-BE49-F238E27FC236}">
                <a16:creationId xmlns:a16="http://schemas.microsoft.com/office/drawing/2014/main" id="{4B58AB90-CEE2-4891-86D9-179B5CA5AFE3}"/>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3">
            <a:extLst xmlns:a="http://schemas.openxmlformats.org/drawingml/2006/main">
              <a:ext uri="{FF2B5EF4-FFF2-40B4-BE49-F238E27FC236}">
                <a16:creationId xmlns:a16="http://schemas.microsoft.com/office/drawing/2014/main" id="{66F2D0D6-B584-4E60-A3D4-D743E1677DD1}"/>
              </a:ext>
            </a:extLst>
          </p:cNvPr>
          <p:cNvSpPr>
            <a:spLocks xmlns:a="http://schemas.openxmlformats.org/drawingml/2006/main" noGrp="1"/>
          </p:cNvSpPr>
          <p:nvPr/>
        </p:nvSpPr>
        <p:spPr>
          <a:xfrm xmlns:a="http://schemas.openxmlformats.org/drawingml/2006/main">
            <a:off x="1066800" y="7534275"/>
            <a:ext cx="942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501538323"/>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4">
            <a:extLst xmlns:a="http://schemas.openxmlformats.org/drawingml/2006/main">
              <a:ext uri="{FF2B5EF4-FFF2-40B4-BE49-F238E27FC236}">
                <a16:creationId xmlns:a16="http://schemas.microsoft.com/office/drawing/2014/main" id="{36C8E2FD-E395-4833-9439-C6CADDF0AD5B}"/>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45">
            <a:extLst xmlns:a="http://schemas.openxmlformats.org/drawingml/2006/main">
              <a:ext uri="{FF2B5EF4-FFF2-40B4-BE49-F238E27FC236}">
                <a16:creationId xmlns:a16="http://schemas.microsoft.com/office/drawing/2014/main" id="{00511CC5-4585-4AE5-817A-FE7D28CE2A9B}"/>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6">
            <a:extLst xmlns:a="http://schemas.openxmlformats.org/drawingml/2006/main">
              <a:ext uri="{FF2B5EF4-FFF2-40B4-BE49-F238E27FC236}">
                <a16:creationId xmlns:a16="http://schemas.microsoft.com/office/drawing/2014/main" id="{35043BA8-DC6C-4B64-AB82-DD67FD19A666}"/>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7">
            <a:extLst xmlns:a="http://schemas.openxmlformats.org/drawingml/2006/main">
              <a:ext uri="{FF2B5EF4-FFF2-40B4-BE49-F238E27FC236}">
                <a16:creationId xmlns:a16="http://schemas.microsoft.com/office/drawing/2014/main" id="{96A5EE3F-4006-47EE-82D6-85A5BFC35A43}"/>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Mutazioni controllate sul PCAP originale e verifica mediante la stessa pipeline e le stesse regole DSL.</a:t>
            </a:r>
          </a:p>
        </p:txBody>
      </p:sp>
      <p:sp>
        <p:nvSpPr>
          <p:cNvPr id="5" name="f148">
            <a:extLst xmlns:a="http://schemas.openxmlformats.org/drawingml/2006/main">
              <a:ext uri="{FF2B5EF4-FFF2-40B4-BE49-F238E27FC236}">
                <a16:creationId xmlns:a16="http://schemas.microsoft.com/office/drawing/2014/main" id="{B44E52BE-03CE-4BD5-A83E-B3AE251C0CB0}"/>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6" name="f149">
            <a:extLst xmlns:a="http://schemas.openxmlformats.org/drawingml/2006/main">
              <a:ext uri="{FF2B5EF4-FFF2-40B4-BE49-F238E27FC236}">
                <a16:creationId xmlns:a16="http://schemas.microsoft.com/office/drawing/2014/main" id="{9B061945-26B3-4C5A-9BB9-97C5E0B14D2A}"/>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7" name="f150">
            <a:extLst xmlns:a="http://schemas.openxmlformats.org/drawingml/2006/main">
              <a:ext uri="{FF2B5EF4-FFF2-40B4-BE49-F238E27FC236}">
                <a16:creationId xmlns:a16="http://schemas.microsoft.com/office/drawing/2014/main" id="{AF978F90-28D8-40CD-8151-3243465C6442}"/>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8" name="f151">
            <a:extLst xmlns:a="http://schemas.openxmlformats.org/drawingml/2006/main">
              <a:ext uri="{FF2B5EF4-FFF2-40B4-BE49-F238E27FC236}">
                <a16:creationId xmlns:a16="http://schemas.microsoft.com/office/drawing/2014/main" id="{90F61FB3-0ED2-4646-AD90-6B3900AFAE8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9" name="f152">
            <a:extLst xmlns:a="http://schemas.openxmlformats.org/drawingml/2006/main">
              <a:ext uri="{FF2B5EF4-FFF2-40B4-BE49-F238E27FC236}">
                <a16:creationId xmlns:a16="http://schemas.microsoft.com/office/drawing/2014/main" id="{0BCB4A6B-9F89-4062-A343-F593F9520A92}"/>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17145">
            <a:solidFill>
              <a:srgbClr val="C4DFD3"/>
            </a:solidFill>
            <a:prstDash val="solid"/>
          </a:ln>
        </p:spPr>
      </p:sp>
      <p:sp>
        <p:nvSpPr>
          <p:cNvPr id="10" name="f153">
            <a:extLst xmlns:a="http://schemas.openxmlformats.org/drawingml/2006/main">
              <a:ext uri="{FF2B5EF4-FFF2-40B4-BE49-F238E27FC236}">
                <a16:creationId xmlns:a16="http://schemas.microsoft.com/office/drawing/2014/main" id="{8F92213C-EBD3-41E4-A835-6F6DB0B24264}"/>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11" name="f154">
            <a:extLst xmlns:a="http://schemas.openxmlformats.org/drawingml/2006/main">
              <a:ext uri="{FF2B5EF4-FFF2-40B4-BE49-F238E27FC236}">
                <a16:creationId xmlns:a16="http://schemas.microsoft.com/office/drawing/2014/main" id="{5D05F89C-5664-472D-A05E-A7C22066DCE3}"/>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2" name="f155">
            <a:extLst xmlns:a="http://schemas.openxmlformats.org/drawingml/2006/main">
              <a:ext uri="{FF2B5EF4-FFF2-40B4-BE49-F238E27FC236}">
                <a16:creationId xmlns:a16="http://schemas.microsoft.com/office/drawing/2014/main" id="{8D18ED16-76CE-4BF2-A8C1-CF4CD73E7610}"/>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13" name="f156">
            <a:extLst xmlns:a="http://schemas.openxmlformats.org/drawingml/2006/main">
              <a:ext uri="{FF2B5EF4-FFF2-40B4-BE49-F238E27FC236}">
                <a16:creationId xmlns:a16="http://schemas.microsoft.com/office/drawing/2014/main" id="{960FE1D7-4D75-4370-A829-DE9D0B3F1C2F}"/>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17145">
            <a:solidFill>
              <a:srgbClr val="D9E3EF"/>
            </a:solidFill>
            <a:prstDash val="solid"/>
          </a:ln>
        </p:spPr>
      </p:sp>
      <p:sp>
        <p:nvSpPr>
          <p:cNvPr id="14" name="f157">
            <a:extLst xmlns:a="http://schemas.openxmlformats.org/drawingml/2006/main">
              <a:ext uri="{FF2B5EF4-FFF2-40B4-BE49-F238E27FC236}">
                <a16:creationId xmlns:a16="http://schemas.microsoft.com/office/drawing/2014/main" id="{4F7EE53B-1E04-45F6-BED5-E7FB30F3887A}"/>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15" name="f158">
            <a:extLst xmlns:a="http://schemas.openxmlformats.org/drawingml/2006/main">
              <a:ext uri="{FF2B5EF4-FFF2-40B4-BE49-F238E27FC236}">
                <a16:creationId xmlns:a16="http://schemas.microsoft.com/office/drawing/2014/main" id="{504AC6BB-360E-431E-9579-F94F97522DE1}"/>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17145">
            <a:solidFill>
              <a:srgbClr val="ECD5AD"/>
            </a:solidFill>
            <a:prstDash val="solid"/>
          </a:ln>
        </p:spPr>
      </p:sp>
      <p:sp>
        <p:nvSpPr>
          <p:cNvPr id="16" name="f159">
            <a:extLst xmlns:a="http://schemas.openxmlformats.org/drawingml/2006/main">
              <a:ext uri="{FF2B5EF4-FFF2-40B4-BE49-F238E27FC236}">
                <a16:creationId xmlns:a16="http://schemas.microsoft.com/office/drawing/2014/main" id="{6468F176-8897-46EF-BD73-4652FD7F5C3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17" name="f160">
            <a:extLst xmlns:a="http://schemas.openxmlformats.org/drawingml/2006/main">
              <a:ext uri="{FF2B5EF4-FFF2-40B4-BE49-F238E27FC236}">
                <a16:creationId xmlns:a16="http://schemas.microsoft.com/office/drawing/2014/main" id="{2BD80425-EBEB-4548-9CF7-56A9786A4E46}"/>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17145">
            <a:solidFill>
              <a:srgbClr val="D9E3EF"/>
            </a:solidFill>
            <a:prstDash val="solid"/>
          </a:ln>
        </p:spPr>
      </p:sp>
      <p:sp>
        <p:nvSpPr>
          <p:cNvPr id="18" name="f161">
            <a:extLst xmlns:a="http://schemas.openxmlformats.org/drawingml/2006/main">
              <a:ext uri="{FF2B5EF4-FFF2-40B4-BE49-F238E27FC236}">
                <a16:creationId xmlns:a16="http://schemas.microsoft.com/office/drawing/2014/main" id="{8FA727AD-D593-4355-AA5E-634E6BFE9FCC}"/>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19" name="f162">
            <a:extLst xmlns:a="http://schemas.openxmlformats.org/drawingml/2006/main">
              <a:ext uri="{FF2B5EF4-FFF2-40B4-BE49-F238E27FC236}">
                <a16:creationId xmlns:a16="http://schemas.microsoft.com/office/drawing/2014/main" id="{A7C121FD-4A6E-48DA-B177-AE62C8DACB8C}"/>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0" name="f163">
            <a:extLst xmlns:a="http://schemas.openxmlformats.org/drawingml/2006/main">
              <a:ext uri="{FF2B5EF4-FFF2-40B4-BE49-F238E27FC236}">
                <a16:creationId xmlns:a16="http://schemas.microsoft.com/office/drawing/2014/main" id="{0CAAE774-6A55-4C91-A060-B270313A3BB0}"/>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21" name="f164">
            <a:extLst xmlns:a="http://schemas.openxmlformats.org/drawingml/2006/main">
              <a:ext uri="{FF2B5EF4-FFF2-40B4-BE49-F238E27FC236}">
                <a16:creationId xmlns:a16="http://schemas.microsoft.com/office/drawing/2014/main" id="{041D1625-208D-4735-9C37-D7A6F89D5F8E}"/>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2" name="f165">
            <a:extLst xmlns:a="http://schemas.openxmlformats.org/drawingml/2006/main">
              <a:ext uri="{FF2B5EF4-FFF2-40B4-BE49-F238E27FC236}">
                <a16:creationId xmlns:a16="http://schemas.microsoft.com/office/drawing/2014/main" id="{B90C2CBD-E2A6-4979-8D0C-D7BA57530A8E}"/>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23" name="f166">
            <a:extLst xmlns:a="http://schemas.openxmlformats.org/drawingml/2006/main">
              <a:ext uri="{FF2B5EF4-FFF2-40B4-BE49-F238E27FC236}">
                <a16:creationId xmlns:a16="http://schemas.microsoft.com/office/drawing/2014/main" id="{3D68551F-8EEA-470A-A10C-4201A1CF77DA}"/>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4" name="f167">
            <a:extLst xmlns:a="http://schemas.openxmlformats.org/drawingml/2006/main">
              <a:ext uri="{FF2B5EF4-FFF2-40B4-BE49-F238E27FC236}">
                <a16:creationId xmlns:a16="http://schemas.microsoft.com/office/drawing/2014/main" id="{5B16B8D8-F141-44C3-8BE2-1D422BD4ED3C}"/>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5" name="f168">
            <a:extLst xmlns:a="http://schemas.openxmlformats.org/drawingml/2006/main">
              <a:ext uri="{FF2B5EF4-FFF2-40B4-BE49-F238E27FC236}">
                <a16:creationId xmlns:a16="http://schemas.microsoft.com/office/drawing/2014/main" id="{B38E4ACB-55C6-4827-9CF1-CDF68D1363F4}"/>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6" name="f169">
            <a:extLst xmlns:a="http://schemas.openxmlformats.org/drawingml/2006/main">
              <a:ext uri="{FF2B5EF4-FFF2-40B4-BE49-F238E27FC236}">
                <a16:creationId xmlns:a16="http://schemas.microsoft.com/office/drawing/2014/main" id="{1FE75A4F-942A-4A63-8FE6-6B0FA51D8B10}"/>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27" name="f170">
            <a:extLst xmlns:a="http://schemas.openxmlformats.org/drawingml/2006/main">
              <a:ext uri="{FF2B5EF4-FFF2-40B4-BE49-F238E27FC236}">
                <a16:creationId xmlns:a16="http://schemas.microsoft.com/office/drawing/2014/main" id="{1D878B2E-6E34-4D1F-8B5C-1C9485B3E551}"/>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8" name="f171">
            <a:extLst xmlns:a="http://schemas.openxmlformats.org/drawingml/2006/main">
              <a:ext uri="{FF2B5EF4-FFF2-40B4-BE49-F238E27FC236}">
                <a16:creationId xmlns:a16="http://schemas.microsoft.com/office/drawing/2014/main" id="{2CD363E8-42C9-45A5-A394-44C541C99A0F}"/>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29" name="f172">
            <a:extLst xmlns:a="http://schemas.openxmlformats.org/drawingml/2006/main">
              <a:ext uri="{FF2B5EF4-FFF2-40B4-BE49-F238E27FC236}">
                <a16:creationId xmlns:a16="http://schemas.microsoft.com/office/drawing/2014/main" id="{0DBB869A-7999-4A8F-8B12-8AFDFA80E5D6}"/>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30" name="f173">
            <a:extLst xmlns:a="http://schemas.openxmlformats.org/drawingml/2006/main">
              <a:ext uri="{FF2B5EF4-FFF2-40B4-BE49-F238E27FC236}">
                <a16:creationId xmlns:a16="http://schemas.microsoft.com/office/drawing/2014/main" id="{2A719C4B-8F82-4F08-BD8E-0B313E9E2D29}"/>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1" name="f174">
            <a:extLst xmlns:a="http://schemas.openxmlformats.org/drawingml/2006/main">
              <a:ext uri="{FF2B5EF4-FFF2-40B4-BE49-F238E27FC236}">
                <a16:creationId xmlns:a16="http://schemas.microsoft.com/office/drawing/2014/main" id="{31B1CC4F-60E2-42D1-93F2-ED3B1EB22012}"/>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2" name="f175">
            <a:extLst xmlns:a="http://schemas.openxmlformats.org/drawingml/2006/main">
              <a:ext uri="{FF2B5EF4-FFF2-40B4-BE49-F238E27FC236}">
                <a16:creationId xmlns:a16="http://schemas.microsoft.com/office/drawing/2014/main" id="{B192F68E-1246-42BF-92B7-E258D893B672}"/>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3" name="f176">
            <a:extLst xmlns:a="http://schemas.openxmlformats.org/drawingml/2006/main">
              <a:ext uri="{FF2B5EF4-FFF2-40B4-BE49-F238E27FC236}">
                <a16:creationId xmlns:a16="http://schemas.microsoft.com/office/drawing/2014/main" id="{9EF6BD25-F462-4669-A631-8CD87FF7D03D}"/>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34" name="f177">
            <a:extLst xmlns:a="http://schemas.openxmlformats.org/drawingml/2006/main">
              <a:ext uri="{FF2B5EF4-FFF2-40B4-BE49-F238E27FC236}">
                <a16:creationId xmlns:a16="http://schemas.microsoft.com/office/drawing/2014/main" id="{D89337D6-2A02-431A-BCF1-22DBAC12E387}"/>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Selezione dei frame rilevanti da modificare</a:t>
            </a:r>
          </a:p>
        </p:txBody>
      </p:sp>
      <p:sp>
        <p:nvSpPr>
          <p:cNvPr id="35" name="f178">
            <a:extLst xmlns:a="http://schemas.openxmlformats.org/drawingml/2006/main">
              <a:ext uri="{FF2B5EF4-FFF2-40B4-BE49-F238E27FC236}">
                <a16:creationId xmlns:a16="http://schemas.microsoft.com/office/drawing/2014/main" id="{3B661E07-6C56-4A93-BBB7-6C4E8F381DB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6" name="f179">
            <a:extLst xmlns:a="http://schemas.openxmlformats.org/drawingml/2006/main">
              <a:ext uri="{FF2B5EF4-FFF2-40B4-BE49-F238E27FC236}">
                <a16:creationId xmlns:a16="http://schemas.microsoft.com/office/drawing/2014/main" id="{82C8195E-7D88-4636-8CB6-2EFEF8F8F0D0}"/>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7" name="f180">
            <a:extLst xmlns:a="http://schemas.openxmlformats.org/drawingml/2006/main">
              <a:ext uri="{FF2B5EF4-FFF2-40B4-BE49-F238E27FC236}">
                <a16:creationId xmlns:a16="http://schemas.microsoft.com/office/drawing/2014/main" id="{47F88311-20D5-4C1C-B66C-1AE03AB8312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8" name="f181">
            <a:extLst xmlns:a="http://schemas.openxmlformats.org/drawingml/2006/main">
              <a:ext uri="{FF2B5EF4-FFF2-40B4-BE49-F238E27FC236}">
                <a16:creationId xmlns:a16="http://schemas.microsoft.com/office/drawing/2014/main" id="{CDA596BB-DB51-4BF4-A0D0-8C37D93BC502}"/>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39" name="f182">
            <a:extLst xmlns:a="http://schemas.openxmlformats.org/drawingml/2006/main">
              <a:ext uri="{FF2B5EF4-FFF2-40B4-BE49-F238E27FC236}">
                <a16:creationId xmlns:a16="http://schemas.microsoft.com/office/drawing/2014/main" id="{A77D9290-0020-4231-9589-56554E540FC3}"/>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0" name="f183">
            <a:extLst xmlns:a="http://schemas.openxmlformats.org/drawingml/2006/main">
              <a:ext uri="{FF2B5EF4-FFF2-40B4-BE49-F238E27FC236}">
                <a16:creationId xmlns:a16="http://schemas.microsoft.com/office/drawing/2014/main" id="{BA20F3D6-2581-4AD1-B548-AE1DC4368CF3}"/>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1" name="f184">
            <a:extLst xmlns:a="http://schemas.openxmlformats.org/drawingml/2006/main">
              <a:ext uri="{FF2B5EF4-FFF2-40B4-BE49-F238E27FC236}">
                <a16:creationId xmlns:a16="http://schemas.microsoft.com/office/drawing/2014/main" id="{D4985726-9C0B-467E-AB92-D8EA45206DE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2" name="f185">
            <a:extLst xmlns:a="http://schemas.openxmlformats.org/drawingml/2006/main">
              <a:ext uri="{FF2B5EF4-FFF2-40B4-BE49-F238E27FC236}">
                <a16:creationId xmlns:a16="http://schemas.microsoft.com/office/drawing/2014/main" id="{33C5751C-1092-4652-86EC-9172A5590746}"/>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3" name="f186">
            <a:extLst xmlns:a="http://schemas.openxmlformats.org/drawingml/2006/main">
              <a:ext uri="{FF2B5EF4-FFF2-40B4-BE49-F238E27FC236}">
                <a16:creationId xmlns:a16="http://schemas.microsoft.com/office/drawing/2014/main" id="{339E2951-48DF-43D4-BD7B-43B9B3B04989}"/>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44" name="f187">
            <a:extLst xmlns:a="http://schemas.openxmlformats.org/drawingml/2006/main">
              <a:ext uri="{FF2B5EF4-FFF2-40B4-BE49-F238E27FC236}">
                <a16:creationId xmlns:a16="http://schemas.microsoft.com/office/drawing/2014/main" id="{F637F04B-ED7D-43B3-B7E4-7E057609FC8A}"/>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5" name="f188">
            <a:extLst xmlns:a="http://schemas.openxmlformats.org/drawingml/2006/main">
              <a:ext uri="{FF2B5EF4-FFF2-40B4-BE49-F238E27FC236}">
                <a16:creationId xmlns:a16="http://schemas.microsoft.com/office/drawing/2014/main" id="{E92FACDB-EC1C-4CFF-B7F2-D7509A98A63D}"/>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6" name="">
            <a:extLst xmlns:a="http://schemas.openxmlformats.org/drawingml/2006/main">
              <a:ext uri="{FF2B5EF4-FFF2-40B4-BE49-F238E27FC236}">
                <a16:creationId xmlns:a16="http://schemas.microsoft.com/office/drawing/2014/main" id="{CA704290-E133-4404-879E-70F4EEEA9CA1}"/>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90">
            <a:extLst xmlns:a="http://schemas.openxmlformats.org/drawingml/2006/main">
              <a:ext uri="{FF2B5EF4-FFF2-40B4-BE49-F238E27FC236}">
                <a16:creationId xmlns:a16="http://schemas.microsoft.com/office/drawing/2014/main" id="{8C58B910-33BF-4A9B-93DB-B86557928B71}"/>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8" name="f191">
            <a:extLst xmlns:a="http://schemas.openxmlformats.org/drawingml/2006/main">
              <a:ext uri="{FF2B5EF4-FFF2-40B4-BE49-F238E27FC236}">
                <a16:creationId xmlns:a16="http://schemas.microsoft.com/office/drawing/2014/main" id="{DBE2DE84-1132-47EB-9CFB-DDF419284B7D}"/>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8587170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2026-10-28T17:28:55.8530000Z</dcterms:created>
  <dcterms:modified xsi:type="dcterms:W3CDTF">2026-10-28T17:28:55.8530000Z</dcterms:modified>
</coreProperties>
</file>