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82ff44e1da47d7" /><Relationship Type="http://schemas.openxmlformats.org/officeDocument/2006/relationships/extended-properties" Target="/docProps/app.xml" Id="R7d8caeae0895415b" /><Relationship Type="http://schemas.openxmlformats.org/officeDocument/2006/relationships/officeDocument" Target="/ppt/presentation.xml" Id="R3e89e6b68df1412d" /></Relationships>
</file>

<file path=ppt/presentation.xml><?xml version="1.0" encoding="utf-8"?>
<p:presentation xmlns:p="http://schemas.openxmlformats.org/presentationml/2006/main">
  <p:sldMasterIdLst>
    <p:sldMasterId xmlns:r="http://schemas.openxmlformats.org/officeDocument/2006/relationships" id="2147483648" r:id="R80cf21671cd44624"/>
  </p:sldMasterIdLst>
  <p:notesMasterIdLst>
    <p:notesMasterId xmlns:r="http://schemas.openxmlformats.org/officeDocument/2006/relationships" r:id="R659b8a306d184e8c"/>
  </p:notesMasterIdLst>
  <p:sldIdLst>
    <p:sldId xmlns:r="http://schemas.openxmlformats.org/officeDocument/2006/relationships" id="256" r:id="R6210616209054da0"/>
    <p:sldId xmlns:r="http://schemas.openxmlformats.org/officeDocument/2006/relationships" id="257" r:id="R96a57d218a5c4c94"/>
    <p:sldId xmlns:r="http://schemas.openxmlformats.org/officeDocument/2006/relationships" id="258" r:id="R1a39a0a546154fde"/>
    <p:sldId xmlns:r="http://schemas.openxmlformats.org/officeDocument/2006/relationships" id="259" r:id="R748575252bb941c8"/>
    <p:sldId xmlns:r="http://schemas.openxmlformats.org/officeDocument/2006/relationships" id="260" r:id="Rc4e7bf3fe5474bab"/>
    <p:sldId xmlns:r="http://schemas.openxmlformats.org/officeDocument/2006/relationships" id="261" r:id="R16e35591b91349d4"/>
    <p:sldId xmlns:r="http://schemas.openxmlformats.org/officeDocument/2006/relationships" id="262" r:id="R92132328ce3c4e7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7c1de7b0394637" /><Relationship Type="http://schemas.openxmlformats.org/officeDocument/2006/relationships/slideMaster" Target="/ppt/slideMasters/slideMaster1.xml" Id="R80cf21671cd44624" /><Relationship Type="http://schemas.openxmlformats.org/officeDocument/2006/relationships/notesMaster" Target="/ppt/notesMasters/notesMaster1.xml" Id="R659b8a306d184e8c" /><Relationship Type="http://schemas.openxmlformats.org/officeDocument/2006/relationships/presProps" Target="/ppt/presProps.xml" Id="R2e294ceecc35486b" /><Relationship Type="http://schemas.openxmlformats.org/officeDocument/2006/relationships/tableStyles" Target="/ppt/tableStyles.xml" Id="R47ccdb5bfd374bef" /><Relationship Type="http://schemas.openxmlformats.org/officeDocument/2006/relationships/slide" Target="/ppt/slides/slide1.xml" Id="R6210616209054da0" /><Relationship Type="http://schemas.openxmlformats.org/officeDocument/2006/relationships/slide" Target="/ppt/slides/slide2.xml" Id="R96a57d218a5c4c94" /><Relationship Type="http://schemas.openxmlformats.org/officeDocument/2006/relationships/slide" Target="/ppt/slides/slide3.xml" Id="R1a39a0a546154fde" /><Relationship Type="http://schemas.openxmlformats.org/officeDocument/2006/relationships/slide" Target="/ppt/slides/slide4.xml" Id="R748575252bb941c8" /><Relationship Type="http://schemas.openxmlformats.org/officeDocument/2006/relationships/slide" Target="/ppt/slides/slide5.xml" Id="Rc4e7bf3fe5474bab" /><Relationship Type="http://schemas.openxmlformats.org/officeDocument/2006/relationships/slide" Target="/ppt/slides/slide6.xml" Id="R16e35591b91349d4" /><Relationship Type="http://schemas.openxmlformats.org/officeDocument/2006/relationships/slide" Target="/ppt/slides/slide7.xml" Id="R92132328ce3c4e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097f0f32d341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fc808b8a974da8" /><Relationship Type="http://schemas.openxmlformats.org/officeDocument/2006/relationships/notesMaster" Target="/ppt/notesMasters/notesMaster1.xml" Id="R5286b7f2835348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6ba01564d542f5" /><Relationship Type="http://schemas.openxmlformats.org/officeDocument/2006/relationships/notesMaster" Target="/ppt/notesMasters/notesMaster1.xml" Id="R272c7728e8b24d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fd0dbc959e4fbd" /><Relationship Type="http://schemas.openxmlformats.org/officeDocument/2006/relationships/notesMaster" Target="/ppt/notesMasters/notesMaster1.xml" Id="R3f4bff4b10dd4b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03577f8e45a465f" /><Relationship Type="http://schemas.openxmlformats.org/officeDocument/2006/relationships/notesMaster" Target="/ppt/notesMasters/notesMaster1.xml" Id="Rab23d65f05ed465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f41e2bf97bb4f38" /><Relationship Type="http://schemas.openxmlformats.org/officeDocument/2006/relationships/notesMaster" Target="/ppt/notesMasters/notesMaster1.xml" Id="Rea756a28f6664e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8998f73b8cc43af" /><Relationship Type="http://schemas.openxmlformats.org/officeDocument/2006/relationships/notesMaster" Target="/ppt/notesMasters/notesMaster1.xml" Id="Rb6d16c47ca584f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6b298ea420481c" /><Relationship Type="http://schemas.openxmlformats.org/officeDocument/2006/relationships/notesMaster" Target="/ppt/notesMasters/notesMaster1.xml" Id="R745e6062819241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5957884d2040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d001e2cd5540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686c8d33e0467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9e7fa97f91419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531de9301f47d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22ced02a88e4c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E19461-A117-4DC6-A5FF-DD5A3ABFFA65}"/>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727218-80BC-4208-A877-9FBB25CB9987}"/>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ABE00F9-847A-43C8-90ED-D50306A6D0A1}"/>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42B491-F6E0-4138-980E-DECE15C8334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8052CF-8FEA-4741-AA0E-F97AA6E7ACDF}"/>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74318F1-19BE-412A-A3DD-ED1B35BFCA9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EE950B-A0C3-4F18-90F2-4628539F57F2}"/>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AAA54DA-5A4E-436E-9121-B6E815262952}"/>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F2CC00-ECE1-4C3B-86E2-EB4181064DE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23BF05-6EB1-4717-840F-C7CEE80069C9}"/>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e8567dfeac42de" /><Relationship Type="http://schemas.openxmlformats.org/officeDocument/2006/relationships/slideLayout" Target="/ppt/slideLayouts/slideLayout1.xml" Id="Rf2be5cc1007f48e2" /><Relationship Type="http://schemas.openxmlformats.org/officeDocument/2006/relationships/slideLayout" Target="/ppt/slideLayouts/slideLayout2.xml" Id="R584098cfd90d4ed9" /><Relationship Type="http://schemas.openxmlformats.org/officeDocument/2006/relationships/slideLayout" Target="/ppt/slideLayouts/slideLayout3.xml" Id="Rd3778842d8f3490a" /><Relationship Type="http://schemas.openxmlformats.org/officeDocument/2006/relationships/slideLayout" Target="/ppt/slideLayouts/slideLayout4.xml" Id="Rd39382694cdc459b" /><Relationship Type="http://schemas.openxmlformats.org/officeDocument/2006/relationships/slideLayout" Target="/ppt/slideLayouts/slideLayout5.xml" Id="R544dec52237d4e48" /><Relationship Type="http://schemas.openxmlformats.org/officeDocument/2006/relationships/slideLayout" Target="/ppt/slideLayouts/slideLayout6.xml" Id="R78c41e214e32470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be5cc1007f48e2"/>
    <p:sldLayoutId xmlns:r="http://schemas.openxmlformats.org/officeDocument/2006/relationships" id="2147483650" r:id="R584098cfd90d4ed9"/>
    <p:sldLayoutId xmlns:r="http://schemas.openxmlformats.org/officeDocument/2006/relationships" id="2147483651" r:id="Rd3778842d8f3490a"/>
    <p:sldLayoutId xmlns:r="http://schemas.openxmlformats.org/officeDocument/2006/relationships" id="2147483652" r:id="Rd39382694cdc459b"/>
    <p:sldLayoutId xmlns:r="http://schemas.openxmlformats.org/officeDocument/2006/relationships" id="2147483653" r:id="R544dec52237d4e48"/>
    <p:sldLayoutId xmlns:r="http://schemas.openxmlformats.org/officeDocument/2006/relationships" id="2147483654" r:id="R78c41e214e32470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9cc1af35ab9429f" /><Relationship Type="http://schemas.openxmlformats.org/officeDocument/2006/relationships/image" Target="/ppt/media/image.png" Id="Raab560721f8f464d" /><Relationship Type="http://schemas.openxmlformats.org/officeDocument/2006/relationships/notesSlide" Target="/ppt/notesSlides/notesSlide1.xml" Id="Rc1fb89cb7ba344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06410536bde4325" /><Relationship Type="http://schemas.openxmlformats.org/officeDocument/2006/relationships/notesSlide" Target="/ppt/notesSlides/notesSlide2.xml" Id="R37618450ee9444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713978358784132" /><Relationship Type="http://schemas.openxmlformats.org/officeDocument/2006/relationships/image" Target="/ppt/media/image2.png" Id="Re13f6e3cd6eb4c3a" /><Relationship Type="http://schemas.openxmlformats.org/officeDocument/2006/relationships/notesSlide" Target="/ppt/notesSlides/notesSlide3.xml" Id="Rd258fbe410d04d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4dddb5bb914acf" /><Relationship Type="http://schemas.openxmlformats.org/officeDocument/2006/relationships/notesSlide" Target="/ppt/notesSlides/notesSlide4.xml" Id="R02ce53edaeeb48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b4c1c26d110442c" /><Relationship Type="http://schemas.openxmlformats.org/officeDocument/2006/relationships/image" Target="/ppt/media/image3.png" Id="R62d9280e03b749da" /><Relationship Type="http://schemas.openxmlformats.org/officeDocument/2006/relationships/notesSlide" Target="/ppt/notesSlides/notesSlide5.xml" Id="R2a208aeed4784f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5dc15f0b0a4986" /><Relationship Type="http://schemas.openxmlformats.org/officeDocument/2006/relationships/notesSlide" Target="/ppt/notesSlides/notesSlide6.xml" Id="Rd75b75e45c5f49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bca17cbd23a4bfa" /><Relationship Type="http://schemas.openxmlformats.org/officeDocument/2006/relationships/image" Target="/ppt/media/image4.png" Id="R719bab334dac411a" /><Relationship Type="http://schemas.openxmlformats.org/officeDocument/2006/relationships/notesSlide" Target="/ppt/notesSlides/notesSlide7.xml" Id="Rdc864f572a904bc0"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8DB178DF-EF34-4DED-8CC4-D6752DC93171}"/>
              </a:ext>
            </a:extLst>
          </p:cNvPr>
          <p:cNvPicPr>
            <a:picLocks xmlns:a="http://schemas.openxmlformats.org/drawingml/2006/main" noChangeAspect="1"/>
          </p:cNvPicPr>
          <p:nvPr/>
        </p:nvPicPr>
        <p:blipFill>
          <a:blip xmlns:r="http://schemas.openxmlformats.org/officeDocument/2006/relationships" xmlns:a="http://schemas.openxmlformats.org/drawingml/2006/main" r:embed="Raab560721f8f464d"/>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014BBE0D-3AE1-4088-B58E-4503D8AC02F0}"/>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FC067032-F351-4DBA-AD16-89A3D7AD0732}"/>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85C0B302-0CA2-40B8-B89D-53B4A91D7EDE}"/>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FBF859AD-92E7-4116-A3B9-146790600EF8}"/>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4C5BEF44-D0F6-497E-A02E-1786DDF728C3}"/>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DD6DDD5D-2F1F-4781-836C-1B9691C9D084}"/>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C71BD6C6-992C-402F-BF4E-46547D1A8AC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BE0A8F2B-A43C-4FFF-8BBE-61CBCFACC2D1}"/>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D5EFCF0B-F6D8-4880-ADBD-A3A2FE21DA99}"/>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3A511D85-3DDD-4445-BD9B-722E36F6D990}"/>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A5109D57-0DAA-4B0C-A9FD-6C4360026857}"/>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48C9263D-A70D-4BCA-8FBD-FC52C6726B9E}"/>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E37346FE-9A84-4B35-915D-D8CA1A6DF5B7}"/>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8C82DCE3-3C9A-43D9-AFA4-AD26431E2AF6}"/>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F89A8F82-85D4-4D8E-8054-91B3FCE61775}"/>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AB6AF76D-EBF8-4A19-A2EC-AEAFA09FB851}"/>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508C3A2C-EBED-417D-98DA-77D985B701A2}"/>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5E9B8A66-5EAC-4C7E-A516-8F8CA5DA8DFC}"/>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96E9DC8-4C8A-4027-BF08-0B611BE3EB27}"/>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5846773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65349D49-B4BE-4408-83F6-CCE9CF7E3846}"/>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A3976370-9973-40F8-8B9A-8D4EC3ACAB8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046EEB8F-A2ED-495A-9D00-9E402384D9D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805D825E-C5EE-4FC9-9C32-442FC75A1553}"/>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E8D6BA2D-7891-46B1-A4E2-A1D579424C89}"/>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9694D617-D2F2-48C7-AF48-1D419689D728}"/>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60259D3B-460F-4E87-B68F-42F7D74DBD14}"/>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FE42ED28-4009-46B9-89D1-3B381D580ED1}"/>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6015B1D3-B437-4426-9B71-344F6C5C2040}"/>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9D456FD1-3A8B-4DC8-AE5D-FE4E53DC98BA}"/>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6264ED74-D79D-458B-B8FB-BAFBCE872B42}"/>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B99EBAB3-D0BA-41AA-9617-BFDE572AB908}"/>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E013CD4F-8E1D-4221-937E-5C803C7D8DED}"/>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56B15B5E-7862-411A-8436-08766D446F78}"/>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84F00433-9DEF-4C9A-9EC3-0BFA95306C7C}"/>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2A12A4F1-95CD-473D-B5E0-6C7E4C8989A8}"/>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DC121C45-80AF-41BF-8BEE-D0B0EF54F6C7}"/>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3F3106AA-D68D-4667-92FB-611A00A65EC3}"/>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B9905747-D6D4-40CB-BA55-E16DE2454E8D}"/>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16B67533-DF3C-4743-868A-4C740B3167E0}"/>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1077204C-4550-4AE3-A3AD-0B3DDDBD4689}"/>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2AEE505F-1690-4D5E-90C0-E7AB9893FE6F}"/>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7A230166-4159-448B-837F-A3BBE0702835}"/>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1895006201"/>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7749D6E8-1679-4DF0-86C3-A68B4E61733D}"/>
              </a:ext>
            </a:extLst>
          </p:cNvPr>
          <p:cNvPicPr>
            <a:picLocks xmlns:a="http://schemas.openxmlformats.org/drawingml/2006/main" noChangeAspect="1"/>
          </p:cNvPicPr>
          <p:nvPr/>
        </p:nvPicPr>
        <p:blipFill>
          <a:blip xmlns:r="http://schemas.openxmlformats.org/officeDocument/2006/relationships" xmlns:a="http://schemas.openxmlformats.org/drawingml/2006/main" r:embed="Re13f6e3cd6eb4c3a"/>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C5F67984-FB91-4A42-88FD-043BA9C475CC}"/>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4588A644-E7A8-432F-AFF5-7296E4DEB9D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60BE0821-082D-4E58-AE1D-27450AFB1A41}"/>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409D0732-8493-4D78-BD2B-76C352C3E9F1}"/>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AD2B6520-5FC4-4C27-B09D-F4CC55215567}"/>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ED233869-4BFD-42CB-8395-C37B26F63EC5}"/>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C4FDEDA5-6A15-40BA-9418-D1774EE00D45}"/>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9F93A1D6-40D9-4AD9-B5E8-FD6DC185FB97}"/>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BF20D704-8288-4458-9258-29886B2DFA3C}"/>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E25CE58D-C8E7-41D9-8F67-8F8E10DEE174}"/>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B8B4DAEA-2D9D-4446-A1CD-67C96B2C1A4F}"/>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8C101507-E593-43C7-99DE-B3D10C6F962F}"/>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05D9F340-3D33-452F-A91A-29FD3ACB00F3}"/>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B6EF6EB7-AA96-469C-96AE-20360117E64B}"/>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BCA7AC86-5411-4B73-81A4-1CB0090CA398}"/>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E4B7B89C-0328-46A1-9832-CDF681C16556}"/>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1E9BCBAE-9895-45DA-9109-9FB27023DE14}"/>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2B2F140D-860B-4CA2-8100-D83C95A9E0E4}"/>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EB6CDFCE-8829-46E9-A360-5343E577F859}"/>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CEA73E8A-CC9D-4D63-8004-8EA8190779CE}"/>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36696700-DA0B-450E-ADDE-821252A5F8B7}"/>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9ABFDCE8-C331-4E5B-A0F0-3F66DCC26488}"/>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895952400"/>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72F595FC-6C11-4064-AF97-DBC30E8D42C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27E25A22-2BA3-4A1B-97CD-35503369AC6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2660EA6F-9201-4660-B4C5-B69C1926C22B}"/>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01AD7E28-05FB-4A88-9BB2-4206E0B398B0}"/>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0">
            <a:extLst xmlns:a="http://schemas.openxmlformats.org/drawingml/2006/main">
              <a:ext uri="{FF2B5EF4-FFF2-40B4-BE49-F238E27FC236}">
                <a16:creationId xmlns:a16="http://schemas.microsoft.com/office/drawing/2014/main" id="{87BD0C04-1B4C-4045-94BD-6C443B31941A}"/>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1">
            <a:extLst xmlns:a="http://schemas.openxmlformats.org/drawingml/2006/main">
              <a:ext uri="{FF2B5EF4-FFF2-40B4-BE49-F238E27FC236}">
                <a16:creationId xmlns:a16="http://schemas.microsoft.com/office/drawing/2014/main" id="{EBF63B51-3392-4254-87D3-22E423D032ED}"/>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2">
            <a:extLst xmlns:a="http://schemas.openxmlformats.org/drawingml/2006/main">
              <a:ext uri="{FF2B5EF4-FFF2-40B4-BE49-F238E27FC236}">
                <a16:creationId xmlns:a16="http://schemas.microsoft.com/office/drawing/2014/main" id="{7EC9D765-7288-479C-AC95-0CEC02B593D3}"/>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3">
            <a:extLst xmlns:a="http://schemas.openxmlformats.org/drawingml/2006/main">
              <a:ext uri="{FF2B5EF4-FFF2-40B4-BE49-F238E27FC236}">
                <a16:creationId xmlns:a16="http://schemas.microsoft.com/office/drawing/2014/main" id="{6E2F1DCA-5179-4C99-B0DC-4FE19B8B840F}"/>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4">
            <a:extLst xmlns:a="http://schemas.openxmlformats.org/drawingml/2006/main">
              <a:ext uri="{FF2B5EF4-FFF2-40B4-BE49-F238E27FC236}">
                <a16:creationId xmlns:a16="http://schemas.microsoft.com/office/drawing/2014/main" id="{714FA812-2904-4357-9F79-4B440600F2CD}"/>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5">
            <a:extLst xmlns:a="http://schemas.openxmlformats.org/drawingml/2006/main">
              <a:ext uri="{FF2B5EF4-FFF2-40B4-BE49-F238E27FC236}">
                <a16:creationId xmlns:a16="http://schemas.microsoft.com/office/drawing/2014/main" id="{C881A688-B2FA-46B9-B80C-C16506BFCA08}"/>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6">
            <a:extLst xmlns:a="http://schemas.openxmlformats.org/drawingml/2006/main">
              <a:ext uri="{FF2B5EF4-FFF2-40B4-BE49-F238E27FC236}">
                <a16:creationId xmlns:a16="http://schemas.microsoft.com/office/drawing/2014/main" id="{E4704E75-AE8E-46CA-A3A4-83B5547165DD}"/>
              </a:ext>
            </a:extLst>
          </p:cNvPr>
          <p:cNvSpPr>
            <a:spLocks xmlns:a="http://schemas.openxmlformats.org/drawingml/2006/main" noGrp="1"/>
          </p:cNvSpPr>
          <p:nvPr/>
        </p:nvSpPr>
        <p:spPr>
          <a:xfrm xmlns:a="http://schemas.openxmlformats.org/drawingml/2006/main">
            <a:off x="8382000" y="5762625"/>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07">
            <a:extLst xmlns:a="http://schemas.openxmlformats.org/drawingml/2006/main">
              <a:ext uri="{FF2B5EF4-FFF2-40B4-BE49-F238E27FC236}">
                <a16:creationId xmlns:a16="http://schemas.microsoft.com/office/drawing/2014/main" id="{A1FA62F4-585E-4A8C-84BD-80CA0B2CFB62}"/>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08">
            <a:extLst xmlns:a="http://schemas.openxmlformats.org/drawingml/2006/main">
              <a:ext uri="{FF2B5EF4-FFF2-40B4-BE49-F238E27FC236}">
                <a16:creationId xmlns:a16="http://schemas.microsoft.com/office/drawing/2014/main" id="{6E1A8AEE-EBF3-491F-BC96-733D12154F19}"/>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09">
            <a:extLst xmlns:a="http://schemas.openxmlformats.org/drawingml/2006/main">
              <a:ext uri="{FF2B5EF4-FFF2-40B4-BE49-F238E27FC236}">
                <a16:creationId xmlns:a16="http://schemas.microsoft.com/office/drawing/2014/main" id="{F0A1465E-9CDA-44BD-9529-3F7C974BC812}"/>
              </a:ext>
            </a:extLst>
          </p:cNvPr>
          <p:cNvSpPr>
            <a:spLocks xmlns:a="http://schemas.openxmlformats.org/drawingml/2006/main" noGrp="1"/>
          </p:cNvSpPr>
          <p:nvPr/>
        </p:nvSpPr>
        <p:spPr>
          <a:xfrm xmlns:a="http://schemas.openxmlformats.org/drawingml/2006/main">
            <a:off x="10001250" y="5238750"/>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0">
            <a:extLst xmlns:a="http://schemas.openxmlformats.org/drawingml/2006/main">
              <a:ext uri="{FF2B5EF4-FFF2-40B4-BE49-F238E27FC236}">
                <a16:creationId xmlns:a16="http://schemas.microsoft.com/office/drawing/2014/main" id="{E774B7B2-E26F-473C-9D06-11E6A1633FC9}"/>
              </a:ext>
            </a:extLst>
          </p:cNvPr>
          <p:cNvSpPr>
            <a:spLocks xmlns:a="http://schemas.openxmlformats.org/drawingml/2006/main" noGrp="1"/>
          </p:cNvSpPr>
          <p:nvPr/>
        </p:nvSpPr>
        <p:spPr>
          <a:xfrm xmlns:a="http://schemas.openxmlformats.org/drawingml/2006/main">
            <a:off x="10191750" y="548640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1">
            <a:extLst xmlns:a="http://schemas.openxmlformats.org/drawingml/2006/main">
              <a:ext uri="{FF2B5EF4-FFF2-40B4-BE49-F238E27FC236}">
                <a16:creationId xmlns:a16="http://schemas.microsoft.com/office/drawing/2014/main" id="{5B4EFFFE-837D-43D7-80D3-6DE1C9627DA5}"/>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2">
            <a:extLst xmlns:a="http://schemas.openxmlformats.org/drawingml/2006/main">
              <a:ext uri="{FF2B5EF4-FFF2-40B4-BE49-F238E27FC236}">
                <a16:creationId xmlns:a16="http://schemas.microsoft.com/office/drawing/2014/main" id="{8B34F5B1-437E-4E7D-A840-429630BAAA42}"/>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1541637811"/>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0B6632A-DBCB-493D-8719-D638AFBE2666}"/>
              </a:ext>
            </a:extLst>
          </p:cNvPr>
          <p:cNvPicPr>
            <a:picLocks xmlns:a="http://schemas.openxmlformats.org/drawingml/2006/main" noChangeAspect="1"/>
          </p:cNvPicPr>
          <p:nvPr/>
        </p:nvPicPr>
        <p:blipFill>
          <a:blip xmlns:r="http://schemas.openxmlformats.org/officeDocument/2006/relationships" xmlns:a="http://schemas.openxmlformats.org/drawingml/2006/main" r:embed="R62d9280e03b749da"/>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4">
            <a:extLst xmlns:a="http://schemas.openxmlformats.org/drawingml/2006/main">
              <a:ext uri="{FF2B5EF4-FFF2-40B4-BE49-F238E27FC236}">
                <a16:creationId xmlns:a16="http://schemas.microsoft.com/office/drawing/2014/main" id="{F61D5E52-4423-43E8-B3B4-6DE9653D4E5D}"/>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5">
            <a:extLst xmlns:a="http://schemas.openxmlformats.org/drawingml/2006/main">
              <a:ext uri="{FF2B5EF4-FFF2-40B4-BE49-F238E27FC236}">
                <a16:creationId xmlns:a16="http://schemas.microsoft.com/office/drawing/2014/main" id="{83F4455E-D87F-450A-BD12-B509EBF2349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6">
            <a:extLst xmlns:a="http://schemas.openxmlformats.org/drawingml/2006/main">
              <a:ext uri="{FF2B5EF4-FFF2-40B4-BE49-F238E27FC236}">
                <a16:creationId xmlns:a16="http://schemas.microsoft.com/office/drawing/2014/main" id="{047C964C-7490-45EB-9688-0B6156A22677}"/>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17">
            <a:extLst xmlns:a="http://schemas.openxmlformats.org/drawingml/2006/main">
              <a:ext uri="{FF2B5EF4-FFF2-40B4-BE49-F238E27FC236}">
                <a16:creationId xmlns:a16="http://schemas.microsoft.com/office/drawing/2014/main" id="{412B506D-6568-4EA9-8960-E68F2D1E9720}"/>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18">
            <a:extLst xmlns:a="http://schemas.openxmlformats.org/drawingml/2006/main">
              <a:ext uri="{FF2B5EF4-FFF2-40B4-BE49-F238E27FC236}">
                <a16:creationId xmlns:a16="http://schemas.microsoft.com/office/drawing/2014/main" id="{D9F21551-609C-4067-910A-A63E85635A18}"/>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19">
            <a:extLst xmlns:a="http://schemas.openxmlformats.org/drawingml/2006/main">
              <a:ext uri="{FF2B5EF4-FFF2-40B4-BE49-F238E27FC236}">
                <a16:creationId xmlns:a16="http://schemas.microsoft.com/office/drawing/2014/main" id="{0A09A49A-5105-430C-A9F2-5315EE955D3C}"/>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0">
            <a:extLst xmlns:a="http://schemas.openxmlformats.org/drawingml/2006/main">
              <a:ext uri="{FF2B5EF4-FFF2-40B4-BE49-F238E27FC236}">
                <a16:creationId xmlns:a16="http://schemas.microsoft.com/office/drawing/2014/main" id="{39887648-BC46-4067-B007-17B8A193CA63}"/>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1">
            <a:extLst xmlns:a="http://schemas.openxmlformats.org/drawingml/2006/main">
              <a:ext uri="{FF2B5EF4-FFF2-40B4-BE49-F238E27FC236}">
                <a16:creationId xmlns:a16="http://schemas.microsoft.com/office/drawing/2014/main" id="{084856EE-99D6-4F7B-93BD-5A9B2C3F417F}"/>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2">
            <a:extLst xmlns:a="http://schemas.openxmlformats.org/drawingml/2006/main">
              <a:ext uri="{FF2B5EF4-FFF2-40B4-BE49-F238E27FC236}">
                <a16:creationId xmlns:a16="http://schemas.microsoft.com/office/drawing/2014/main" id="{F1E09BFA-9896-4C53-AE72-24CC03E5211C}"/>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3">
            <a:extLst xmlns:a="http://schemas.openxmlformats.org/drawingml/2006/main">
              <a:ext uri="{FF2B5EF4-FFF2-40B4-BE49-F238E27FC236}">
                <a16:creationId xmlns:a16="http://schemas.microsoft.com/office/drawing/2014/main" id="{8C0D81BE-332F-424E-B90F-06E69D55B000}"/>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4">
            <a:extLst xmlns:a="http://schemas.openxmlformats.org/drawingml/2006/main">
              <a:ext uri="{FF2B5EF4-FFF2-40B4-BE49-F238E27FC236}">
                <a16:creationId xmlns:a16="http://schemas.microsoft.com/office/drawing/2014/main" id="{2A4E10E6-2340-49E0-BB9C-AEB5B72BA8E6}"/>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5">
            <a:extLst xmlns:a="http://schemas.openxmlformats.org/drawingml/2006/main">
              <a:ext uri="{FF2B5EF4-FFF2-40B4-BE49-F238E27FC236}">
                <a16:creationId xmlns:a16="http://schemas.microsoft.com/office/drawing/2014/main" id="{2482C531-B392-47D4-A763-D4439FAB04BE}"/>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6">
            <a:extLst xmlns:a="http://schemas.openxmlformats.org/drawingml/2006/main">
              <a:ext uri="{FF2B5EF4-FFF2-40B4-BE49-F238E27FC236}">
                <a16:creationId xmlns:a16="http://schemas.microsoft.com/office/drawing/2014/main" id="{2826D6EE-E253-4BCF-9CE1-E936FD324E70}"/>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995169719"/>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27">
            <a:extLst xmlns:a="http://schemas.openxmlformats.org/drawingml/2006/main">
              <a:ext uri="{FF2B5EF4-FFF2-40B4-BE49-F238E27FC236}">
                <a16:creationId xmlns:a16="http://schemas.microsoft.com/office/drawing/2014/main" id="{5C3A6CA0-467A-4B81-9163-266F998041B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28">
            <a:extLst xmlns:a="http://schemas.openxmlformats.org/drawingml/2006/main">
              <a:ext uri="{FF2B5EF4-FFF2-40B4-BE49-F238E27FC236}">
                <a16:creationId xmlns:a16="http://schemas.microsoft.com/office/drawing/2014/main" id="{6A8DFCD1-A956-4581-A27F-924BAC687B4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29">
            <a:extLst xmlns:a="http://schemas.openxmlformats.org/drawingml/2006/main">
              <a:ext uri="{FF2B5EF4-FFF2-40B4-BE49-F238E27FC236}">
                <a16:creationId xmlns:a16="http://schemas.microsoft.com/office/drawing/2014/main" id="{CA17432D-A22C-4116-A4CE-3F11C31FD67C}"/>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0">
            <a:extLst xmlns:a="http://schemas.openxmlformats.org/drawingml/2006/main">
              <a:ext uri="{FF2B5EF4-FFF2-40B4-BE49-F238E27FC236}">
                <a16:creationId xmlns:a16="http://schemas.microsoft.com/office/drawing/2014/main" id="{F8FB9385-E4ED-4430-BDDA-ED25171DC4F7}"/>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B3C5A3E9-B944-4260-B1F8-DE9C4D4AEC97}"/>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2">
            <a:extLst xmlns:a="http://schemas.openxmlformats.org/drawingml/2006/main">
              <a:ext uri="{FF2B5EF4-FFF2-40B4-BE49-F238E27FC236}">
                <a16:creationId xmlns:a16="http://schemas.microsoft.com/office/drawing/2014/main" id="{116270FE-3FA7-4B50-A205-FA2D9AE17DF9}"/>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3">
            <a:extLst xmlns:a="http://schemas.openxmlformats.org/drawingml/2006/main">
              <a:ext uri="{FF2B5EF4-FFF2-40B4-BE49-F238E27FC236}">
                <a16:creationId xmlns:a16="http://schemas.microsoft.com/office/drawing/2014/main" id="{FB3B4BC3-F93C-498A-BFBE-1D255325725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4">
            <a:extLst xmlns:a="http://schemas.openxmlformats.org/drawingml/2006/main">
              <a:ext uri="{FF2B5EF4-FFF2-40B4-BE49-F238E27FC236}">
                <a16:creationId xmlns:a16="http://schemas.microsoft.com/office/drawing/2014/main" id="{1620970C-9216-4334-9E75-D50AA88BEDD6}"/>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5">
            <a:extLst xmlns:a="http://schemas.openxmlformats.org/drawingml/2006/main">
              <a:ext uri="{FF2B5EF4-FFF2-40B4-BE49-F238E27FC236}">
                <a16:creationId xmlns:a16="http://schemas.microsoft.com/office/drawing/2014/main" id="{72A7BDDC-6E43-40B9-926D-0B7C3073B547}"/>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6">
            <a:extLst xmlns:a="http://schemas.openxmlformats.org/drawingml/2006/main">
              <a:ext uri="{FF2B5EF4-FFF2-40B4-BE49-F238E27FC236}">
                <a16:creationId xmlns:a16="http://schemas.microsoft.com/office/drawing/2014/main" id="{C4A38772-9A13-4478-A757-9D2F7752E1B1}"/>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37">
            <a:extLst xmlns:a="http://schemas.openxmlformats.org/drawingml/2006/main">
              <a:ext uri="{FF2B5EF4-FFF2-40B4-BE49-F238E27FC236}">
                <a16:creationId xmlns:a16="http://schemas.microsoft.com/office/drawing/2014/main" id="{629F3CD9-4FB3-4D04-8636-532BB5233098}"/>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38">
            <a:extLst xmlns:a="http://schemas.openxmlformats.org/drawingml/2006/main">
              <a:ext uri="{FF2B5EF4-FFF2-40B4-BE49-F238E27FC236}">
                <a16:creationId xmlns:a16="http://schemas.microsoft.com/office/drawing/2014/main" id="{DC085209-850D-4F0F-8468-CFB20F91C0FC}"/>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212662986"/>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3" name="f139">
            <a:extLst xmlns:a="http://schemas.openxmlformats.org/drawingml/2006/main">
              <a:ext uri="{FF2B5EF4-FFF2-40B4-BE49-F238E27FC236}">
                <a16:creationId xmlns:a16="http://schemas.microsoft.com/office/drawing/2014/main" id="{9F6D5444-BD87-433B-BFD5-3006D2AC9EAF}"/>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0">
            <a:extLst xmlns:a="http://schemas.openxmlformats.org/drawingml/2006/main">
              <a:ext uri="{FF2B5EF4-FFF2-40B4-BE49-F238E27FC236}">
                <a16:creationId xmlns:a16="http://schemas.microsoft.com/office/drawing/2014/main" id="{B424BB65-7FDA-4C40-9447-28B82E222570}"/>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1">
            <a:extLst xmlns:a="http://schemas.openxmlformats.org/drawingml/2006/main">
              <a:ext uri="{FF2B5EF4-FFF2-40B4-BE49-F238E27FC236}">
                <a16:creationId xmlns:a16="http://schemas.microsoft.com/office/drawing/2014/main" id="{0AAA9575-EF0C-42EE-8249-BFB6FE713FE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2">
            <a:extLst xmlns:a="http://schemas.openxmlformats.org/drawingml/2006/main">
              <a:ext uri="{FF2B5EF4-FFF2-40B4-BE49-F238E27FC236}">
                <a16:creationId xmlns:a16="http://schemas.microsoft.com/office/drawing/2014/main" id="{B006EF4D-901F-4E09-BA8B-35714BCBD4DC}"/>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pic>
        <p:nvPicPr>
          <p:cNvPr id="5" name="">
            <a:extLst xmlns:a="http://schemas.openxmlformats.org/drawingml/2006/main">
              <a:ext uri="{FF2B5EF4-FFF2-40B4-BE49-F238E27FC236}">
                <a16:creationId xmlns:a16="http://schemas.microsoft.com/office/drawing/2014/main" id="{D537BC9A-EB29-4AEC-A7AB-7909152FD5E0}"/>
              </a:ext>
            </a:extLst>
          </p:cNvPr>
          <p:cNvPicPr>
            <a:picLocks xmlns:a="http://schemas.openxmlformats.org/drawingml/2006/main" noChangeAspect="1"/>
          </p:cNvPicPr>
          <p:nvPr/>
        </p:nvPicPr>
        <p:blipFill>
          <a:blip xmlns:r="http://schemas.openxmlformats.org/officeDocument/2006/relationships" xmlns:a="http://schemas.openxmlformats.org/drawingml/2006/main" r:embed="R719bab334dac411a"/>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6" name="f144">
            <a:extLst xmlns:a="http://schemas.openxmlformats.org/drawingml/2006/main">
              <a:ext uri="{FF2B5EF4-FFF2-40B4-BE49-F238E27FC236}">
                <a16:creationId xmlns:a16="http://schemas.microsoft.com/office/drawing/2014/main" id="{4D65BD55-5471-4CE5-A856-56C44E208477}"/>
              </a:ext>
            </a:extLst>
          </p:cNvPr>
          <p:cNvSpPr>
            <a:spLocks xmlns:a="http://schemas.openxmlformats.org/drawingml/2006/main" noGrp="1"/>
          </p:cNvSpPr>
          <p:nvPr/>
        </p:nvSpPr>
        <p:spPr>
          <a:xfrm xmlns:a="http://schemas.openxmlformats.org/drawingml/2006/main">
            <a:off x="3439224" y="3404173"/>
            <a:ext cx="1666429" cy="23853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91" b="1">
                <a:solidFill>
                  <a:srgbClr val="182536"/>
                </a:solidFill>
                <a:latin typeface="Nimbus Sans"/>
                <a:ea typeface="Nimbus Sans"/>
                <a:cs typeface="Nimbus Sans"/>
              </a:defRPr>
            </a:defPPr>
            <a:lvl1pPr algn="l">
              <a:defRPr sz="1391" b="1">
                <a:solidFill>
                  <a:srgbClr val="182536"/>
                </a:solidFill>
                <a:latin typeface="Nimbus Sans"/>
                <a:ea typeface="Nimbus Sans"/>
                <a:cs typeface="Nimbus Sans"/>
              </a:defRPr>
            </a:lvl1pPr>
            <a:lvl2pPr algn="l">
              <a:defRPr sz="1391" b="1">
                <a:solidFill>
                  <a:srgbClr val="182536"/>
                </a:solidFill>
                <a:latin typeface="Nimbus Sans"/>
                <a:ea typeface="Nimbus Sans"/>
                <a:cs typeface="Nimbus Sans"/>
              </a:defRPr>
            </a:lvl2pPr>
            <a:lvl3pPr algn="l">
              <a:defRPr sz="1391" b="1">
                <a:solidFill>
                  <a:srgbClr val="182536"/>
                </a:solidFill>
                <a:latin typeface="Nimbus Sans"/>
                <a:ea typeface="Nimbus Sans"/>
                <a:cs typeface="Nimbus Sans"/>
              </a:defRPr>
            </a:lvl3pPr>
            <a:lvl4pPr algn="l">
              <a:defRPr sz="1391" b="1">
                <a:solidFill>
                  <a:srgbClr val="182536"/>
                </a:solidFill>
                <a:latin typeface="Nimbus Sans"/>
                <a:ea typeface="Nimbus Sans"/>
                <a:cs typeface="Nimbus Sans"/>
              </a:defRPr>
            </a:lvl4pPr>
            <a:lvl5pPr algn="l">
              <a:defRPr sz="1391" b="1">
                <a:solidFill>
                  <a:srgbClr val="182536"/>
                </a:solidFill>
                <a:latin typeface="Nimbus Sans"/>
                <a:ea typeface="Nimbus Sans"/>
                <a:cs typeface="Nimbus Sans"/>
              </a:defRPr>
            </a:lvl5pPr>
            <a:lvl6pPr algn="l">
              <a:defRPr sz="1391" b="1">
                <a:solidFill>
                  <a:srgbClr val="182536"/>
                </a:solidFill>
                <a:latin typeface="Nimbus Sans"/>
                <a:ea typeface="Nimbus Sans"/>
                <a:cs typeface="Nimbus Sans"/>
              </a:defRPr>
            </a:lvl6pPr>
            <a:lvl7pPr algn="l">
              <a:defRPr sz="1391" b="1">
                <a:solidFill>
                  <a:srgbClr val="182536"/>
                </a:solidFill>
                <a:latin typeface="Nimbus Sans"/>
                <a:ea typeface="Nimbus Sans"/>
                <a:cs typeface="Nimbus Sans"/>
              </a:defRPr>
            </a:lvl7pPr>
            <a:lvl8pPr algn="l">
              <a:defRPr sz="1391" b="1">
                <a:solidFill>
                  <a:srgbClr val="182536"/>
                </a:solidFill>
                <a:latin typeface="Nimbus Sans"/>
                <a:ea typeface="Nimbus Sans"/>
                <a:cs typeface="Nimbus Sans"/>
              </a:defRPr>
            </a:lvl8pPr>
            <a:lvl9pPr algn="l">
              <a:defRPr sz="1391" b="1">
                <a:solidFill>
                  <a:srgbClr val="182536"/>
                </a:solidFill>
                <a:latin typeface="Nimbus Sans"/>
                <a:ea typeface="Nimbus Sans"/>
                <a:cs typeface="Nimbus Sans"/>
              </a:defRPr>
            </a:lvl9pPr>
          </a:lstStyle>
          <a:p xmlns:a="http://schemas.openxmlformats.org/drawingml/2006/main">
            <a:pPr algn="l">
              <a:defRPr sz="1391" b="1">
                <a:solidFill>
                  <a:srgbClr val="182536"/>
                </a:solidFill>
                <a:latin typeface="Nimbus Sans"/>
                <a:ea typeface="Nimbus Sans"/>
                <a:cs typeface="Nimbus Sans"/>
              </a:defRPr>
            </a:pPr>
            <a:r>
              <a:rPr sz="1391" b="1">
                <a:solidFill>
                  <a:srgbClr val="182536"/>
                </a:solidFill>
                <a:latin typeface="Nimbus Sans"/>
                <a:ea typeface="Nimbus Sans"/>
                <a:cs typeface="Nimbus Sans"/>
              </a:rPr>
              <a:t>PCAP ORIGINALE</a:t>
            </a:r>
          </a:p>
        </p:txBody>
      </p:sp>
      <p:sp>
        <p:nvSpPr>
          <p:cNvPr id="7" name="f145">
            <a:extLst xmlns:a="http://schemas.openxmlformats.org/drawingml/2006/main">
              <a:ext uri="{FF2B5EF4-FFF2-40B4-BE49-F238E27FC236}">
                <a16:creationId xmlns:a16="http://schemas.microsoft.com/office/drawing/2014/main" id="{1DEC99A6-73BB-4A74-AA2D-CFCD7C92C6BF}"/>
              </a:ext>
            </a:extLst>
          </p:cNvPr>
          <p:cNvSpPr>
            <a:spLocks xmlns:a="http://schemas.openxmlformats.org/drawingml/2006/main" noGrp="1"/>
          </p:cNvSpPr>
          <p:nvPr/>
        </p:nvSpPr>
        <p:spPr>
          <a:xfrm xmlns:a="http://schemas.openxmlformats.org/drawingml/2006/main">
            <a:off x="3644831" y="4549470"/>
            <a:ext cx="1255216" cy="3134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29" b="1">
                <a:solidFill>
                  <a:srgbClr val="278766"/>
                </a:solidFill>
                <a:latin typeface="Nimbus Sans"/>
                <a:ea typeface="Nimbus Sans"/>
                <a:cs typeface="Nimbus Sans"/>
              </a:defRPr>
            </a:defPPr>
            <a:lvl1pPr algn="l">
              <a:defRPr sz="1829" b="1">
                <a:solidFill>
                  <a:srgbClr val="278766"/>
                </a:solidFill>
                <a:latin typeface="Nimbus Sans"/>
                <a:ea typeface="Nimbus Sans"/>
                <a:cs typeface="Nimbus Sans"/>
              </a:defRPr>
            </a:lvl1pPr>
            <a:lvl2pPr algn="l">
              <a:defRPr sz="1829" b="1">
                <a:solidFill>
                  <a:srgbClr val="278766"/>
                </a:solidFill>
                <a:latin typeface="Nimbus Sans"/>
                <a:ea typeface="Nimbus Sans"/>
                <a:cs typeface="Nimbus Sans"/>
              </a:defRPr>
            </a:lvl2pPr>
            <a:lvl3pPr algn="l">
              <a:defRPr sz="1829" b="1">
                <a:solidFill>
                  <a:srgbClr val="278766"/>
                </a:solidFill>
                <a:latin typeface="Nimbus Sans"/>
                <a:ea typeface="Nimbus Sans"/>
                <a:cs typeface="Nimbus Sans"/>
              </a:defRPr>
            </a:lvl3pPr>
            <a:lvl4pPr algn="l">
              <a:defRPr sz="1829" b="1">
                <a:solidFill>
                  <a:srgbClr val="278766"/>
                </a:solidFill>
                <a:latin typeface="Nimbus Sans"/>
                <a:ea typeface="Nimbus Sans"/>
                <a:cs typeface="Nimbus Sans"/>
              </a:defRPr>
            </a:lvl4pPr>
            <a:lvl5pPr algn="l">
              <a:defRPr sz="1829" b="1">
                <a:solidFill>
                  <a:srgbClr val="278766"/>
                </a:solidFill>
                <a:latin typeface="Nimbus Sans"/>
                <a:ea typeface="Nimbus Sans"/>
                <a:cs typeface="Nimbus Sans"/>
              </a:defRPr>
            </a:lvl5pPr>
            <a:lvl6pPr algn="l">
              <a:defRPr sz="1829" b="1">
                <a:solidFill>
                  <a:srgbClr val="278766"/>
                </a:solidFill>
                <a:latin typeface="Nimbus Sans"/>
                <a:ea typeface="Nimbus Sans"/>
                <a:cs typeface="Nimbus Sans"/>
              </a:defRPr>
            </a:lvl6pPr>
            <a:lvl7pPr algn="l">
              <a:defRPr sz="1829" b="1">
                <a:solidFill>
                  <a:srgbClr val="278766"/>
                </a:solidFill>
                <a:latin typeface="Nimbus Sans"/>
                <a:ea typeface="Nimbus Sans"/>
                <a:cs typeface="Nimbus Sans"/>
              </a:defRPr>
            </a:lvl7pPr>
            <a:lvl8pPr algn="l">
              <a:defRPr sz="1829" b="1">
                <a:solidFill>
                  <a:srgbClr val="278766"/>
                </a:solidFill>
                <a:latin typeface="Nimbus Sans"/>
                <a:ea typeface="Nimbus Sans"/>
                <a:cs typeface="Nimbus Sans"/>
              </a:defRPr>
            </a:lvl8pPr>
            <a:lvl9pPr algn="l">
              <a:defRPr sz="1829" b="1">
                <a:solidFill>
                  <a:srgbClr val="278766"/>
                </a:solidFill>
                <a:latin typeface="Nimbus Sans"/>
                <a:ea typeface="Nimbus Sans"/>
                <a:cs typeface="Nimbus Sans"/>
              </a:defRPr>
            </a:lvl9pPr>
          </a:lstStyle>
          <a:p xmlns:a="http://schemas.openxmlformats.org/drawingml/2006/main">
            <a:pPr algn="l">
              <a:defRPr sz="1829" b="1">
                <a:solidFill>
                  <a:srgbClr val="278766"/>
                </a:solidFill>
                <a:latin typeface="Nimbus Sans"/>
                <a:ea typeface="Nimbus Sans"/>
                <a:cs typeface="Nimbus Sans"/>
              </a:defRPr>
            </a:pPr>
            <a:r>
              <a:rPr sz="1829" b="1">
                <a:solidFill>
                  <a:srgbClr val="278766"/>
                </a:solidFill>
                <a:latin typeface="Nimbus Sans"/>
                <a:ea typeface="Nimbus Sans"/>
                <a:cs typeface="Nimbus Sans"/>
              </a:rPr>
              <a:t>Pipeline di</a:t>
            </a:r>
          </a:p>
        </p:txBody>
      </p:sp>
      <p:sp>
        <p:nvSpPr>
          <p:cNvPr id="8" name="f146">
            <a:extLst xmlns:a="http://schemas.openxmlformats.org/drawingml/2006/main">
              <a:ext uri="{FF2B5EF4-FFF2-40B4-BE49-F238E27FC236}">
                <a16:creationId xmlns:a16="http://schemas.microsoft.com/office/drawing/2014/main" id="{0C765244-A8E4-412E-935F-E0918D2DC44D}"/>
              </a:ext>
            </a:extLst>
          </p:cNvPr>
          <p:cNvSpPr>
            <a:spLocks xmlns:a="http://schemas.openxmlformats.org/drawingml/2006/main" noGrp="1"/>
          </p:cNvSpPr>
          <p:nvPr/>
        </p:nvSpPr>
        <p:spPr>
          <a:xfrm xmlns:a="http://schemas.openxmlformats.org/drawingml/2006/main">
            <a:off x="3816950" y="4832172"/>
            <a:ext cx="910977" cy="3134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29" b="1">
                <a:solidFill>
                  <a:srgbClr val="278766"/>
                </a:solidFill>
                <a:latin typeface="Nimbus Sans"/>
                <a:ea typeface="Nimbus Sans"/>
                <a:cs typeface="Nimbus Sans"/>
              </a:defRPr>
            </a:defPPr>
            <a:lvl1pPr algn="l">
              <a:defRPr sz="1829" b="1">
                <a:solidFill>
                  <a:srgbClr val="278766"/>
                </a:solidFill>
                <a:latin typeface="Nimbus Sans"/>
                <a:ea typeface="Nimbus Sans"/>
                <a:cs typeface="Nimbus Sans"/>
              </a:defRPr>
            </a:lvl1pPr>
            <a:lvl2pPr algn="l">
              <a:defRPr sz="1829" b="1">
                <a:solidFill>
                  <a:srgbClr val="278766"/>
                </a:solidFill>
                <a:latin typeface="Nimbus Sans"/>
                <a:ea typeface="Nimbus Sans"/>
                <a:cs typeface="Nimbus Sans"/>
              </a:defRPr>
            </a:lvl2pPr>
            <a:lvl3pPr algn="l">
              <a:defRPr sz="1829" b="1">
                <a:solidFill>
                  <a:srgbClr val="278766"/>
                </a:solidFill>
                <a:latin typeface="Nimbus Sans"/>
                <a:ea typeface="Nimbus Sans"/>
                <a:cs typeface="Nimbus Sans"/>
              </a:defRPr>
            </a:lvl3pPr>
            <a:lvl4pPr algn="l">
              <a:defRPr sz="1829" b="1">
                <a:solidFill>
                  <a:srgbClr val="278766"/>
                </a:solidFill>
                <a:latin typeface="Nimbus Sans"/>
                <a:ea typeface="Nimbus Sans"/>
                <a:cs typeface="Nimbus Sans"/>
              </a:defRPr>
            </a:lvl4pPr>
            <a:lvl5pPr algn="l">
              <a:defRPr sz="1829" b="1">
                <a:solidFill>
                  <a:srgbClr val="278766"/>
                </a:solidFill>
                <a:latin typeface="Nimbus Sans"/>
                <a:ea typeface="Nimbus Sans"/>
                <a:cs typeface="Nimbus Sans"/>
              </a:defRPr>
            </a:lvl5pPr>
            <a:lvl6pPr algn="l">
              <a:defRPr sz="1829" b="1">
                <a:solidFill>
                  <a:srgbClr val="278766"/>
                </a:solidFill>
                <a:latin typeface="Nimbus Sans"/>
                <a:ea typeface="Nimbus Sans"/>
                <a:cs typeface="Nimbus Sans"/>
              </a:defRPr>
            </a:lvl6pPr>
            <a:lvl7pPr algn="l">
              <a:defRPr sz="1829" b="1">
                <a:solidFill>
                  <a:srgbClr val="278766"/>
                </a:solidFill>
                <a:latin typeface="Nimbus Sans"/>
                <a:ea typeface="Nimbus Sans"/>
                <a:cs typeface="Nimbus Sans"/>
              </a:defRPr>
            </a:lvl7pPr>
            <a:lvl8pPr algn="l">
              <a:defRPr sz="1829" b="1">
                <a:solidFill>
                  <a:srgbClr val="278766"/>
                </a:solidFill>
                <a:latin typeface="Nimbus Sans"/>
                <a:ea typeface="Nimbus Sans"/>
                <a:cs typeface="Nimbus Sans"/>
              </a:defRPr>
            </a:lvl8pPr>
            <a:lvl9pPr algn="l">
              <a:defRPr sz="1829" b="1">
                <a:solidFill>
                  <a:srgbClr val="278766"/>
                </a:solidFill>
                <a:latin typeface="Nimbus Sans"/>
                <a:ea typeface="Nimbus Sans"/>
                <a:cs typeface="Nimbus Sans"/>
              </a:defRPr>
            </a:lvl9pPr>
          </a:lstStyle>
          <a:p xmlns:a="http://schemas.openxmlformats.org/drawingml/2006/main">
            <a:pPr algn="l">
              <a:defRPr sz="1829" b="1">
                <a:solidFill>
                  <a:srgbClr val="278766"/>
                </a:solidFill>
                <a:latin typeface="Nimbus Sans"/>
                <a:ea typeface="Nimbus Sans"/>
                <a:cs typeface="Nimbus Sans"/>
              </a:defRPr>
            </a:pPr>
            <a:r>
              <a:rPr sz="1829" b="1">
                <a:solidFill>
                  <a:srgbClr val="278766"/>
                </a:solidFill>
                <a:latin typeface="Nimbus Sans"/>
                <a:ea typeface="Nimbus Sans"/>
                <a:cs typeface="Nimbus Sans"/>
              </a:rPr>
              <a:t>verifica</a:t>
            </a:r>
          </a:p>
        </p:txBody>
      </p:sp>
      <p:sp>
        <p:nvSpPr>
          <p:cNvPr id="9" name="f147">
            <a:extLst xmlns:a="http://schemas.openxmlformats.org/drawingml/2006/main">
              <a:ext uri="{FF2B5EF4-FFF2-40B4-BE49-F238E27FC236}">
                <a16:creationId xmlns:a16="http://schemas.microsoft.com/office/drawing/2014/main" id="{C1F01AAE-FD59-45D7-A9C2-0EF3E6E3DD79}"/>
              </a:ext>
            </a:extLst>
          </p:cNvPr>
          <p:cNvSpPr>
            <a:spLocks xmlns:a="http://schemas.openxmlformats.org/drawingml/2006/main" noGrp="1"/>
          </p:cNvSpPr>
          <p:nvPr/>
        </p:nvSpPr>
        <p:spPr>
          <a:xfrm xmlns:a="http://schemas.openxmlformats.org/drawingml/2006/main">
            <a:off x="1412081" y="4962568"/>
            <a:ext cx="571500" cy="3066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89" b="1">
                <a:solidFill>
                  <a:srgbClr val="4264D0"/>
                </a:solidFill>
                <a:latin typeface="Nimbus Sans"/>
                <a:ea typeface="Nimbus Sans"/>
                <a:cs typeface="Nimbus Sans"/>
              </a:defRPr>
            </a:defPPr>
            <a:lvl1pPr algn="l">
              <a:defRPr sz="1789" b="1">
                <a:solidFill>
                  <a:srgbClr val="4264D0"/>
                </a:solidFill>
                <a:latin typeface="Nimbus Sans"/>
                <a:ea typeface="Nimbus Sans"/>
                <a:cs typeface="Nimbus Sans"/>
              </a:defRPr>
            </a:lvl1pPr>
            <a:lvl2pPr algn="l">
              <a:defRPr sz="1789" b="1">
                <a:solidFill>
                  <a:srgbClr val="4264D0"/>
                </a:solidFill>
                <a:latin typeface="Nimbus Sans"/>
                <a:ea typeface="Nimbus Sans"/>
                <a:cs typeface="Nimbus Sans"/>
              </a:defRPr>
            </a:lvl2pPr>
            <a:lvl3pPr algn="l">
              <a:defRPr sz="1789" b="1">
                <a:solidFill>
                  <a:srgbClr val="4264D0"/>
                </a:solidFill>
                <a:latin typeface="Nimbus Sans"/>
                <a:ea typeface="Nimbus Sans"/>
                <a:cs typeface="Nimbus Sans"/>
              </a:defRPr>
            </a:lvl3pPr>
            <a:lvl4pPr algn="l">
              <a:defRPr sz="1789" b="1">
                <a:solidFill>
                  <a:srgbClr val="4264D0"/>
                </a:solidFill>
                <a:latin typeface="Nimbus Sans"/>
                <a:ea typeface="Nimbus Sans"/>
                <a:cs typeface="Nimbus Sans"/>
              </a:defRPr>
            </a:lvl4pPr>
            <a:lvl5pPr algn="l">
              <a:defRPr sz="1789" b="1">
                <a:solidFill>
                  <a:srgbClr val="4264D0"/>
                </a:solidFill>
                <a:latin typeface="Nimbus Sans"/>
                <a:ea typeface="Nimbus Sans"/>
                <a:cs typeface="Nimbus Sans"/>
              </a:defRPr>
            </a:lvl5pPr>
            <a:lvl6pPr algn="l">
              <a:defRPr sz="1789" b="1">
                <a:solidFill>
                  <a:srgbClr val="4264D0"/>
                </a:solidFill>
                <a:latin typeface="Nimbus Sans"/>
                <a:ea typeface="Nimbus Sans"/>
                <a:cs typeface="Nimbus Sans"/>
              </a:defRPr>
            </a:lvl6pPr>
            <a:lvl7pPr algn="l">
              <a:defRPr sz="1789" b="1">
                <a:solidFill>
                  <a:srgbClr val="4264D0"/>
                </a:solidFill>
                <a:latin typeface="Nimbus Sans"/>
                <a:ea typeface="Nimbus Sans"/>
                <a:cs typeface="Nimbus Sans"/>
              </a:defRPr>
            </a:lvl7pPr>
            <a:lvl8pPr algn="l">
              <a:defRPr sz="1789" b="1">
                <a:solidFill>
                  <a:srgbClr val="4264D0"/>
                </a:solidFill>
                <a:latin typeface="Nimbus Sans"/>
                <a:ea typeface="Nimbus Sans"/>
                <a:cs typeface="Nimbus Sans"/>
              </a:defRPr>
            </a:lvl8pPr>
            <a:lvl9pPr algn="l">
              <a:defRPr sz="1789" b="1">
                <a:solidFill>
                  <a:srgbClr val="4264D0"/>
                </a:solidFill>
                <a:latin typeface="Nimbus Sans"/>
                <a:ea typeface="Nimbus Sans"/>
                <a:cs typeface="Nimbus Sans"/>
              </a:defRPr>
            </a:lvl9pPr>
          </a:lstStyle>
          <a:p xmlns:a="http://schemas.openxmlformats.org/drawingml/2006/main">
            <a:pPr algn="l">
              <a:defRPr sz="1789" b="1">
                <a:solidFill>
                  <a:srgbClr val="4264D0"/>
                </a:solidFill>
                <a:latin typeface="Nimbus Sans"/>
                <a:ea typeface="Nimbus Sans"/>
                <a:cs typeface="Nimbus Sans"/>
              </a:defRPr>
            </a:pPr>
            <a:r>
              <a:rPr sz="1789" b="1">
                <a:solidFill>
                  <a:srgbClr val="4264D0"/>
                </a:solidFill>
                <a:latin typeface="Nimbus Sans"/>
                <a:ea typeface="Nimbus Sans"/>
                <a:cs typeface="Nimbus Sans"/>
              </a:rPr>
              <a:t>DSL</a:t>
            </a:r>
          </a:p>
        </p:txBody>
      </p:sp>
      <p:sp>
        <p:nvSpPr>
          <p:cNvPr id="10" name="f148">
            <a:extLst xmlns:a="http://schemas.openxmlformats.org/drawingml/2006/main">
              <a:ext uri="{FF2B5EF4-FFF2-40B4-BE49-F238E27FC236}">
                <a16:creationId xmlns:a16="http://schemas.microsoft.com/office/drawing/2014/main" id="{5EEFB45C-090B-48D4-839E-A5EA06095561}"/>
              </a:ext>
            </a:extLst>
          </p:cNvPr>
          <p:cNvSpPr>
            <a:spLocks xmlns:a="http://schemas.openxmlformats.org/drawingml/2006/main" noGrp="1"/>
          </p:cNvSpPr>
          <p:nvPr/>
        </p:nvSpPr>
        <p:spPr>
          <a:xfrm xmlns:a="http://schemas.openxmlformats.org/drawingml/2006/main">
            <a:off x="2686824" y="6150610"/>
            <a:ext cx="1404342" cy="23001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42" b="1">
                <a:solidFill>
                  <a:srgbClr val="4264D0"/>
                </a:solidFill>
                <a:latin typeface="Nimbus Sans"/>
                <a:ea typeface="Nimbus Sans"/>
                <a:cs typeface="Nimbus Sans"/>
              </a:defRPr>
            </a:defPPr>
            <a:lvl1pPr algn="l">
              <a:defRPr sz="1342" b="1">
                <a:solidFill>
                  <a:srgbClr val="4264D0"/>
                </a:solidFill>
                <a:latin typeface="Nimbus Sans"/>
                <a:ea typeface="Nimbus Sans"/>
                <a:cs typeface="Nimbus Sans"/>
              </a:defRPr>
            </a:lvl1pPr>
            <a:lvl2pPr algn="l">
              <a:defRPr sz="1342" b="1">
                <a:solidFill>
                  <a:srgbClr val="4264D0"/>
                </a:solidFill>
                <a:latin typeface="Nimbus Sans"/>
                <a:ea typeface="Nimbus Sans"/>
                <a:cs typeface="Nimbus Sans"/>
              </a:defRPr>
            </a:lvl2pPr>
            <a:lvl3pPr algn="l">
              <a:defRPr sz="1342" b="1">
                <a:solidFill>
                  <a:srgbClr val="4264D0"/>
                </a:solidFill>
                <a:latin typeface="Nimbus Sans"/>
                <a:ea typeface="Nimbus Sans"/>
                <a:cs typeface="Nimbus Sans"/>
              </a:defRPr>
            </a:lvl3pPr>
            <a:lvl4pPr algn="l">
              <a:defRPr sz="1342" b="1">
                <a:solidFill>
                  <a:srgbClr val="4264D0"/>
                </a:solidFill>
                <a:latin typeface="Nimbus Sans"/>
                <a:ea typeface="Nimbus Sans"/>
                <a:cs typeface="Nimbus Sans"/>
              </a:defRPr>
            </a:lvl4pPr>
            <a:lvl5pPr algn="l">
              <a:defRPr sz="1342" b="1">
                <a:solidFill>
                  <a:srgbClr val="4264D0"/>
                </a:solidFill>
                <a:latin typeface="Nimbus Sans"/>
                <a:ea typeface="Nimbus Sans"/>
                <a:cs typeface="Nimbus Sans"/>
              </a:defRPr>
            </a:lvl5pPr>
            <a:lvl6pPr algn="l">
              <a:defRPr sz="1342" b="1">
                <a:solidFill>
                  <a:srgbClr val="4264D0"/>
                </a:solidFill>
                <a:latin typeface="Nimbus Sans"/>
                <a:ea typeface="Nimbus Sans"/>
                <a:cs typeface="Nimbus Sans"/>
              </a:defRPr>
            </a:lvl6pPr>
            <a:lvl7pPr algn="l">
              <a:defRPr sz="1342" b="1">
                <a:solidFill>
                  <a:srgbClr val="4264D0"/>
                </a:solidFill>
                <a:latin typeface="Nimbus Sans"/>
                <a:ea typeface="Nimbus Sans"/>
                <a:cs typeface="Nimbus Sans"/>
              </a:defRPr>
            </a:lvl7pPr>
            <a:lvl8pPr algn="l">
              <a:defRPr sz="1342" b="1">
                <a:solidFill>
                  <a:srgbClr val="4264D0"/>
                </a:solidFill>
                <a:latin typeface="Nimbus Sans"/>
                <a:ea typeface="Nimbus Sans"/>
                <a:cs typeface="Nimbus Sans"/>
              </a:defRPr>
            </a:lvl8pPr>
            <a:lvl9pPr algn="l">
              <a:defRPr sz="1342" b="1">
                <a:solidFill>
                  <a:srgbClr val="4264D0"/>
                </a:solidFill>
                <a:latin typeface="Nimbus Sans"/>
                <a:ea typeface="Nimbus Sans"/>
                <a:cs typeface="Nimbus Sans"/>
              </a:defRPr>
            </a:lvl9pPr>
          </a:lstStyle>
          <a:p xmlns:a="http://schemas.openxmlformats.org/drawingml/2006/main">
            <a:pPr algn="l">
              <a:defRPr sz="1342" b="1">
                <a:solidFill>
                  <a:srgbClr val="4264D0"/>
                </a:solidFill>
                <a:latin typeface="Nimbus Sans"/>
                <a:ea typeface="Nimbus Sans"/>
                <a:cs typeface="Nimbus Sans"/>
              </a:defRPr>
            </a:pPr>
            <a:r>
              <a:rPr sz="1342" b="1">
                <a:solidFill>
                  <a:srgbClr val="4264D0"/>
                </a:solidFill>
                <a:latin typeface="Nimbus Sans"/>
                <a:ea typeface="Nimbus Sans"/>
                <a:cs typeface="Nimbus Sans"/>
              </a:rPr>
              <a:t>Report baseline</a:t>
            </a:r>
          </a:p>
        </p:txBody>
      </p:sp>
      <p:sp>
        <p:nvSpPr>
          <p:cNvPr id="11" name="f149">
            <a:extLst xmlns:a="http://schemas.openxmlformats.org/drawingml/2006/main">
              <a:ext uri="{FF2B5EF4-FFF2-40B4-BE49-F238E27FC236}">
                <a16:creationId xmlns:a16="http://schemas.microsoft.com/office/drawing/2014/main" id="{C6294E8E-966C-4511-8FBB-F92F0822DB1C}"/>
              </a:ext>
            </a:extLst>
          </p:cNvPr>
          <p:cNvSpPr>
            <a:spLocks xmlns:a="http://schemas.openxmlformats.org/drawingml/2006/main" noGrp="1"/>
          </p:cNvSpPr>
          <p:nvPr/>
        </p:nvSpPr>
        <p:spPr>
          <a:xfrm xmlns:a="http://schemas.openxmlformats.org/drawingml/2006/main">
            <a:off x="4434736" y="6150610"/>
            <a:ext cx="1442293" cy="23001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42" b="1">
                <a:solidFill>
                  <a:srgbClr val="4264D0"/>
                </a:solidFill>
                <a:latin typeface="Nimbus Sans"/>
                <a:ea typeface="Nimbus Sans"/>
                <a:cs typeface="Nimbus Sans"/>
              </a:defRPr>
            </a:defPPr>
            <a:lvl1pPr algn="l">
              <a:defRPr sz="1342" b="1">
                <a:solidFill>
                  <a:srgbClr val="4264D0"/>
                </a:solidFill>
                <a:latin typeface="Nimbus Sans"/>
                <a:ea typeface="Nimbus Sans"/>
                <a:cs typeface="Nimbus Sans"/>
              </a:defRPr>
            </a:lvl1pPr>
            <a:lvl2pPr algn="l">
              <a:defRPr sz="1342" b="1">
                <a:solidFill>
                  <a:srgbClr val="4264D0"/>
                </a:solidFill>
                <a:latin typeface="Nimbus Sans"/>
                <a:ea typeface="Nimbus Sans"/>
                <a:cs typeface="Nimbus Sans"/>
              </a:defRPr>
            </a:lvl2pPr>
            <a:lvl3pPr algn="l">
              <a:defRPr sz="1342" b="1">
                <a:solidFill>
                  <a:srgbClr val="4264D0"/>
                </a:solidFill>
                <a:latin typeface="Nimbus Sans"/>
                <a:ea typeface="Nimbus Sans"/>
                <a:cs typeface="Nimbus Sans"/>
              </a:defRPr>
            </a:lvl3pPr>
            <a:lvl4pPr algn="l">
              <a:defRPr sz="1342" b="1">
                <a:solidFill>
                  <a:srgbClr val="4264D0"/>
                </a:solidFill>
                <a:latin typeface="Nimbus Sans"/>
                <a:ea typeface="Nimbus Sans"/>
                <a:cs typeface="Nimbus Sans"/>
              </a:defRPr>
            </a:lvl4pPr>
            <a:lvl5pPr algn="l">
              <a:defRPr sz="1342" b="1">
                <a:solidFill>
                  <a:srgbClr val="4264D0"/>
                </a:solidFill>
                <a:latin typeface="Nimbus Sans"/>
                <a:ea typeface="Nimbus Sans"/>
                <a:cs typeface="Nimbus Sans"/>
              </a:defRPr>
            </a:lvl5pPr>
            <a:lvl6pPr algn="l">
              <a:defRPr sz="1342" b="1">
                <a:solidFill>
                  <a:srgbClr val="4264D0"/>
                </a:solidFill>
                <a:latin typeface="Nimbus Sans"/>
                <a:ea typeface="Nimbus Sans"/>
                <a:cs typeface="Nimbus Sans"/>
              </a:defRPr>
            </a:lvl6pPr>
            <a:lvl7pPr algn="l">
              <a:defRPr sz="1342" b="1">
                <a:solidFill>
                  <a:srgbClr val="4264D0"/>
                </a:solidFill>
                <a:latin typeface="Nimbus Sans"/>
                <a:ea typeface="Nimbus Sans"/>
                <a:cs typeface="Nimbus Sans"/>
              </a:defRPr>
            </a:lvl7pPr>
            <a:lvl8pPr algn="l">
              <a:defRPr sz="1342" b="1">
                <a:solidFill>
                  <a:srgbClr val="4264D0"/>
                </a:solidFill>
                <a:latin typeface="Nimbus Sans"/>
                <a:ea typeface="Nimbus Sans"/>
                <a:cs typeface="Nimbus Sans"/>
              </a:defRPr>
            </a:lvl8pPr>
            <a:lvl9pPr algn="l">
              <a:defRPr sz="1342" b="1">
                <a:solidFill>
                  <a:srgbClr val="4264D0"/>
                </a:solidFill>
                <a:latin typeface="Nimbus Sans"/>
                <a:ea typeface="Nimbus Sans"/>
                <a:cs typeface="Nimbus Sans"/>
              </a:defRPr>
            </a:lvl9pPr>
          </a:lstStyle>
          <a:p xmlns:a="http://schemas.openxmlformats.org/drawingml/2006/main">
            <a:pPr algn="l">
              <a:defRPr sz="1342" b="1">
                <a:solidFill>
                  <a:srgbClr val="4264D0"/>
                </a:solidFill>
                <a:latin typeface="Nimbus Sans"/>
                <a:ea typeface="Nimbus Sans"/>
                <a:cs typeface="Nimbus Sans"/>
              </a:defRPr>
            </a:pPr>
            <a:r>
              <a:rPr sz="1342" b="1">
                <a:solidFill>
                  <a:srgbClr val="4264D0"/>
                </a:solidFill>
                <a:latin typeface="Nimbus Sans"/>
                <a:ea typeface="Nimbus Sans"/>
                <a:cs typeface="Nimbus Sans"/>
              </a:rPr>
              <a:t>Report mutation</a:t>
            </a:r>
          </a:p>
        </p:txBody>
      </p:sp>
      <p:sp>
        <p:nvSpPr>
          <p:cNvPr id="12" name="f150">
            <a:extLst xmlns:a="http://schemas.openxmlformats.org/drawingml/2006/main">
              <a:ext uri="{FF2B5EF4-FFF2-40B4-BE49-F238E27FC236}">
                <a16:creationId xmlns:a16="http://schemas.microsoft.com/office/drawing/2014/main" id="{75CCE3F4-DDD7-47FF-93D8-85195C11084E}"/>
              </a:ext>
            </a:extLst>
          </p:cNvPr>
          <p:cNvSpPr>
            <a:spLocks xmlns:a="http://schemas.openxmlformats.org/drawingml/2006/main" noGrp="1"/>
          </p:cNvSpPr>
          <p:nvPr/>
        </p:nvSpPr>
        <p:spPr>
          <a:xfrm xmlns:a="http://schemas.openxmlformats.org/drawingml/2006/main">
            <a:off x="6619336" y="4923696"/>
            <a:ext cx="899666" cy="23853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91" b="1">
                <a:solidFill>
                  <a:srgbClr val="9D7139"/>
                </a:solidFill>
                <a:latin typeface="Nimbus Sans"/>
                <a:ea typeface="Nimbus Sans"/>
                <a:cs typeface="Nimbus Sans"/>
              </a:defRPr>
            </a:defPPr>
            <a:lvl1pPr algn="l">
              <a:defRPr sz="1391" b="1">
                <a:solidFill>
                  <a:srgbClr val="9D7139"/>
                </a:solidFill>
                <a:latin typeface="Nimbus Sans"/>
                <a:ea typeface="Nimbus Sans"/>
                <a:cs typeface="Nimbus Sans"/>
              </a:defRPr>
            </a:lvl1pPr>
            <a:lvl2pPr algn="l">
              <a:defRPr sz="1391" b="1">
                <a:solidFill>
                  <a:srgbClr val="9D7139"/>
                </a:solidFill>
                <a:latin typeface="Nimbus Sans"/>
                <a:ea typeface="Nimbus Sans"/>
                <a:cs typeface="Nimbus Sans"/>
              </a:defRPr>
            </a:lvl2pPr>
            <a:lvl3pPr algn="l">
              <a:defRPr sz="1391" b="1">
                <a:solidFill>
                  <a:srgbClr val="9D7139"/>
                </a:solidFill>
                <a:latin typeface="Nimbus Sans"/>
                <a:ea typeface="Nimbus Sans"/>
                <a:cs typeface="Nimbus Sans"/>
              </a:defRPr>
            </a:lvl3pPr>
            <a:lvl4pPr algn="l">
              <a:defRPr sz="1391" b="1">
                <a:solidFill>
                  <a:srgbClr val="9D7139"/>
                </a:solidFill>
                <a:latin typeface="Nimbus Sans"/>
                <a:ea typeface="Nimbus Sans"/>
                <a:cs typeface="Nimbus Sans"/>
              </a:defRPr>
            </a:lvl4pPr>
            <a:lvl5pPr algn="l">
              <a:defRPr sz="1391" b="1">
                <a:solidFill>
                  <a:srgbClr val="9D7139"/>
                </a:solidFill>
                <a:latin typeface="Nimbus Sans"/>
                <a:ea typeface="Nimbus Sans"/>
                <a:cs typeface="Nimbus Sans"/>
              </a:defRPr>
            </a:lvl5pPr>
            <a:lvl6pPr algn="l">
              <a:defRPr sz="1391" b="1">
                <a:solidFill>
                  <a:srgbClr val="9D7139"/>
                </a:solidFill>
                <a:latin typeface="Nimbus Sans"/>
                <a:ea typeface="Nimbus Sans"/>
                <a:cs typeface="Nimbus Sans"/>
              </a:defRPr>
            </a:lvl6pPr>
            <a:lvl7pPr algn="l">
              <a:defRPr sz="1391" b="1">
                <a:solidFill>
                  <a:srgbClr val="9D7139"/>
                </a:solidFill>
                <a:latin typeface="Nimbus Sans"/>
                <a:ea typeface="Nimbus Sans"/>
                <a:cs typeface="Nimbus Sans"/>
              </a:defRPr>
            </a:lvl7pPr>
            <a:lvl8pPr algn="l">
              <a:defRPr sz="1391" b="1">
                <a:solidFill>
                  <a:srgbClr val="9D7139"/>
                </a:solidFill>
                <a:latin typeface="Nimbus Sans"/>
                <a:ea typeface="Nimbus Sans"/>
                <a:cs typeface="Nimbus Sans"/>
              </a:defRPr>
            </a:lvl8pPr>
            <a:lvl9pPr algn="l">
              <a:defRPr sz="1391" b="1">
                <a:solidFill>
                  <a:srgbClr val="9D7139"/>
                </a:solidFill>
                <a:latin typeface="Nimbus Sans"/>
                <a:ea typeface="Nimbus Sans"/>
                <a:cs typeface="Nimbus Sans"/>
              </a:defRPr>
            </a:lvl9pPr>
          </a:lstStyle>
          <a:p xmlns:a="http://schemas.openxmlformats.org/drawingml/2006/main">
            <a:pPr algn="l">
              <a:defRPr sz="1391" b="1">
                <a:solidFill>
                  <a:srgbClr val="9D7139"/>
                </a:solidFill>
                <a:latin typeface="Nimbus Sans"/>
                <a:ea typeface="Nimbus Sans"/>
                <a:cs typeface="Nimbus Sans"/>
              </a:defRPr>
            </a:pPr>
            <a:r>
              <a:rPr sz="1391" b="1">
                <a:solidFill>
                  <a:srgbClr val="9D7139"/>
                </a:solidFill>
                <a:latin typeface="Nimbus Sans"/>
                <a:ea typeface="Nimbus Sans"/>
                <a:cs typeface="Nimbus Sans"/>
              </a:rPr>
              <a:t>MOTORE</a:t>
            </a:r>
          </a:p>
        </p:txBody>
      </p:sp>
      <p:sp>
        <p:nvSpPr>
          <p:cNvPr id="13" name="f151">
            <a:extLst xmlns:a="http://schemas.openxmlformats.org/drawingml/2006/main">
              <a:ext uri="{FF2B5EF4-FFF2-40B4-BE49-F238E27FC236}">
                <a16:creationId xmlns:a16="http://schemas.microsoft.com/office/drawing/2014/main" id="{0F3670EE-9CFC-4B39-8DFC-05415047EB16}"/>
              </a:ext>
            </a:extLst>
          </p:cNvPr>
          <p:cNvSpPr>
            <a:spLocks xmlns:a="http://schemas.openxmlformats.org/drawingml/2006/main" noGrp="1"/>
          </p:cNvSpPr>
          <p:nvPr/>
        </p:nvSpPr>
        <p:spPr>
          <a:xfrm xmlns:a="http://schemas.openxmlformats.org/drawingml/2006/main">
            <a:off x="6458081" y="5125626"/>
            <a:ext cx="1222177" cy="23853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91" b="1">
                <a:solidFill>
                  <a:srgbClr val="9D7139"/>
                </a:solidFill>
                <a:latin typeface="Nimbus Sans"/>
                <a:ea typeface="Nimbus Sans"/>
                <a:cs typeface="Nimbus Sans"/>
              </a:defRPr>
            </a:defPPr>
            <a:lvl1pPr algn="l">
              <a:defRPr sz="1391" b="1">
                <a:solidFill>
                  <a:srgbClr val="9D7139"/>
                </a:solidFill>
                <a:latin typeface="Nimbus Sans"/>
                <a:ea typeface="Nimbus Sans"/>
                <a:cs typeface="Nimbus Sans"/>
              </a:defRPr>
            </a:lvl1pPr>
            <a:lvl2pPr algn="l">
              <a:defRPr sz="1391" b="1">
                <a:solidFill>
                  <a:srgbClr val="9D7139"/>
                </a:solidFill>
                <a:latin typeface="Nimbus Sans"/>
                <a:ea typeface="Nimbus Sans"/>
                <a:cs typeface="Nimbus Sans"/>
              </a:defRPr>
            </a:lvl2pPr>
            <a:lvl3pPr algn="l">
              <a:defRPr sz="1391" b="1">
                <a:solidFill>
                  <a:srgbClr val="9D7139"/>
                </a:solidFill>
                <a:latin typeface="Nimbus Sans"/>
                <a:ea typeface="Nimbus Sans"/>
                <a:cs typeface="Nimbus Sans"/>
              </a:defRPr>
            </a:lvl3pPr>
            <a:lvl4pPr algn="l">
              <a:defRPr sz="1391" b="1">
                <a:solidFill>
                  <a:srgbClr val="9D7139"/>
                </a:solidFill>
                <a:latin typeface="Nimbus Sans"/>
                <a:ea typeface="Nimbus Sans"/>
                <a:cs typeface="Nimbus Sans"/>
              </a:defRPr>
            </a:lvl4pPr>
            <a:lvl5pPr algn="l">
              <a:defRPr sz="1391" b="1">
                <a:solidFill>
                  <a:srgbClr val="9D7139"/>
                </a:solidFill>
                <a:latin typeface="Nimbus Sans"/>
                <a:ea typeface="Nimbus Sans"/>
                <a:cs typeface="Nimbus Sans"/>
              </a:defRPr>
            </a:lvl5pPr>
            <a:lvl6pPr algn="l">
              <a:defRPr sz="1391" b="1">
                <a:solidFill>
                  <a:srgbClr val="9D7139"/>
                </a:solidFill>
                <a:latin typeface="Nimbus Sans"/>
                <a:ea typeface="Nimbus Sans"/>
                <a:cs typeface="Nimbus Sans"/>
              </a:defRPr>
            </a:lvl6pPr>
            <a:lvl7pPr algn="l">
              <a:defRPr sz="1391" b="1">
                <a:solidFill>
                  <a:srgbClr val="9D7139"/>
                </a:solidFill>
                <a:latin typeface="Nimbus Sans"/>
                <a:ea typeface="Nimbus Sans"/>
                <a:cs typeface="Nimbus Sans"/>
              </a:defRPr>
            </a:lvl7pPr>
            <a:lvl8pPr algn="l">
              <a:defRPr sz="1391" b="1">
                <a:solidFill>
                  <a:srgbClr val="9D7139"/>
                </a:solidFill>
                <a:latin typeface="Nimbus Sans"/>
                <a:ea typeface="Nimbus Sans"/>
                <a:cs typeface="Nimbus Sans"/>
              </a:defRPr>
            </a:lvl8pPr>
            <a:lvl9pPr algn="l">
              <a:defRPr sz="1391" b="1">
                <a:solidFill>
                  <a:srgbClr val="9D7139"/>
                </a:solidFill>
                <a:latin typeface="Nimbus Sans"/>
                <a:ea typeface="Nimbus Sans"/>
                <a:cs typeface="Nimbus Sans"/>
              </a:defRPr>
            </a:lvl9pPr>
          </a:lstStyle>
          <a:p xmlns:a="http://schemas.openxmlformats.org/drawingml/2006/main">
            <a:pPr algn="l">
              <a:defRPr sz="1391" b="1">
                <a:solidFill>
                  <a:srgbClr val="9D7139"/>
                </a:solidFill>
                <a:latin typeface="Nimbus Sans"/>
                <a:ea typeface="Nimbus Sans"/>
                <a:cs typeface="Nimbus Sans"/>
              </a:defRPr>
            </a:pPr>
            <a:r>
              <a:rPr sz="1391" b="1">
                <a:solidFill>
                  <a:srgbClr val="9D7139"/>
                </a:solidFill>
                <a:latin typeface="Nimbus Sans"/>
                <a:ea typeface="Nimbus Sans"/>
                <a:cs typeface="Nimbus Sans"/>
              </a:rPr>
              <a:t>di mutazione</a:t>
            </a:r>
          </a:p>
        </p:txBody>
      </p:sp>
      <p:sp>
        <p:nvSpPr>
          <p:cNvPr id="14" name="f152">
            <a:extLst xmlns:a="http://schemas.openxmlformats.org/drawingml/2006/main">
              <a:ext uri="{FF2B5EF4-FFF2-40B4-BE49-F238E27FC236}">
                <a16:creationId xmlns:a16="http://schemas.microsoft.com/office/drawing/2014/main" id="{CD1B3BA2-8E3F-472A-A252-40A05CADA0EB}"/>
              </a:ext>
            </a:extLst>
          </p:cNvPr>
          <p:cNvSpPr>
            <a:spLocks xmlns:a="http://schemas.openxmlformats.org/drawingml/2006/main" noGrp="1"/>
          </p:cNvSpPr>
          <p:nvPr/>
        </p:nvSpPr>
        <p:spPr>
          <a:xfrm xmlns:a="http://schemas.openxmlformats.org/drawingml/2006/main">
            <a:off x="6446621" y="3924521"/>
            <a:ext cx="1245096" cy="2214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92" b="1">
                <a:solidFill>
                  <a:srgbClr val="182536"/>
                </a:solidFill>
                <a:latin typeface="Nimbus Sans"/>
                <a:ea typeface="Nimbus Sans"/>
                <a:cs typeface="Nimbus Sans"/>
              </a:defRPr>
            </a:defPPr>
            <a:lvl1pPr algn="l">
              <a:defRPr sz="1292" b="1">
                <a:solidFill>
                  <a:srgbClr val="182536"/>
                </a:solidFill>
                <a:latin typeface="Nimbus Sans"/>
                <a:ea typeface="Nimbus Sans"/>
                <a:cs typeface="Nimbus Sans"/>
              </a:defRPr>
            </a:lvl1pPr>
            <a:lvl2pPr algn="l">
              <a:defRPr sz="1292" b="1">
                <a:solidFill>
                  <a:srgbClr val="182536"/>
                </a:solidFill>
                <a:latin typeface="Nimbus Sans"/>
                <a:ea typeface="Nimbus Sans"/>
                <a:cs typeface="Nimbus Sans"/>
              </a:defRPr>
            </a:lvl2pPr>
            <a:lvl3pPr algn="l">
              <a:defRPr sz="1292" b="1">
                <a:solidFill>
                  <a:srgbClr val="182536"/>
                </a:solidFill>
                <a:latin typeface="Nimbus Sans"/>
                <a:ea typeface="Nimbus Sans"/>
                <a:cs typeface="Nimbus Sans"/>
              </a:defRPr>
            </a:lvl3pPr>
            <a:lvl4pPr algn="l">
              <a:defRPr sz="1292" b="1">
                <a:solidFill>
                  <a:srgbClr val="182536"/>
                </a:solidFill>
                <a:latin typeface="Nimbus Sans"/>
                <a:ea typeface="Nimbus Sans"/>
                <a:cs typeface="Nimbus Sans"/>
              </a:defRPr>
            </a:lvl4pPr>
            <a:lvl5pPr algn="l">
              <a:defRPr sz="1292" b="1">
                <a:solidFill>
                  <a:srgbClr val="182536"/>
                </a:solidFill>
                <a:latin typeface="Nimbus Sans"/>
                <a:ea typeface="Nimbus Sans"/>
                <a:cs typeface="Nimbus Sans"/>
              </a:defRPr>
            </a:lvl5pPr>
            <a:lvl6pPr algn="l">
              <a:defRPr sz="1292" b="1">
                <a:solidFill>
                  <a:srgbClr val="182536"/>
                </a:solidFill>
                <a:latin typeface="Nimbus Sans"/>
                <a:ea typeface="Nimbus Sans"/>
                <a:cs typeface="Nimbus Sans"/>
              </a:defRPr>
            </a:lvl6pPr>
            <a:lvl7pPr algn="l">
              <a:defRPr sz="1292" b="1">
                <a:solidFill>
                  <a:srgbClr val="182536"/>
                </a:solidFill>
                <a:latin typeface="Nimbus Sans"/>
                <a:ea typeface="Nimbus Sans"/>
                <a:cs typeface="Nimbus Sans"/>
              </a:defRPr>
            </a:lvl7pPr>
            <a:lvl8pPr algn="l">
              <a:defRPr sz="1292" b="1">
                <a:solidFill>
                  <a:srgbClr val="182536"/>
                </a:solidFill>
                <a:latin typeface="Nimbus Sans"/>
                <a:ea typeface="Nimbus Sans"/>
                <a:cs typeface="Nimbus Sans"/>
              </a:defRPr>
            </a:lvl8pPr>
            <a:lvl9pPr algn="l">
              <a:defRPr sz="1292" b="1">
                <a:solidFill>
                  <a:srgbClr val="182536"/>
                </a:solidFill>
                <a:latin typeface="Nimbus Sans"/>
                <a:ea typeface="Nimbus Sans"/>
                <a:cs typeface="Nimbus Sans"/>
              </a:defRPr>
            </a:lvl9pPr>
          </a:lstStyle>
          <a:p xmlns:a="http://schemas.openxmlformats.org/drawingml/2006/main">
            <a:pPr algn="l">
              <a:defRPr sz="1292" b="1">
                <a:solidFill>
                  <a:srgbClr val="182536"/>
                </a:solidFill>
                <a:latin typeface="Nimbus Sans"/>
                <a:ea typeface="Nimbus Sans"/>
                <a:cs typeface="Nimbus Sans"/>
              </a:defRPr>
            </a:pPr>
            <a:r>
              <a:rPr sz="1292" b="1">
                <a:solidFill>
                  <a:srgbClr val="182536"/>
                </a:solidFill>
                <a:latin typeface="Nimbus Sans"/>
                <a:ea typeface="Nimbus Sans"/>
                <a:cs typeface="Nimbus Sans"/>
              </a:rPr>
              <a:t>PCAP MUTATA</a:t>
            </a:r>
          </a:p>
        </p:txBody>
      </p:sp>
      <p:sp>
        <p:nvSpPr>
          <p:cNvPr id="15" name="f153">
            <a:extLst xmlns:a="http://schemas.openxmlformats.org/drawingml/2006/main">
              <a:ext uri="{FF2B5EF4-FFF2-40B4-BE49-F238E27FC236}">
                <a16:creationId xmlns:a16="http://schemas.microsoft.com/office/drawing/2014/main" id="{B359E25C-6E89-4703-9984-9EEEC7469827}"/>
              </a:ext>
            </a:extLst>
          </p:cNvPr>
          <p:cNvSpPr>
            <a:spLocks xmlns:a="http://schemas.openxmlformats.org/drawingml/2006/main" noGrp="1"/>
          </p:cNvSpPr>
          <p:nvPr/>
        </p:nvSpPr>
        <p:spPr>
          <a:xfrm xmlns:a="http://schemas.openxmlformats.org/drawingml/2006/main">
            <a:off x="6517538" y="5495095"/>
            <a:ext cx="1103263" cy="1959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143" b="0">
                <a:solidFill>
                  <a:srgbClr val="9D7139"/>
                </a:solidFill>
                <a:latin typeface="Nimbus Sans"/>
                <a:ea typeface="Nimbus Sans"/>
                <a:cs typeface="Nimbus Sans"/>
              </a:defRPr>
            </a:defPPr>
            <a:lvl1pPr algn="l">
              <a:defRPr sz="1143" b="0">
                <a:solidFill>
                  <a:srgbClr val="9D7139"/>
                </a:solidFill>
                <a:latin typeface="Nimbus Sans"/>
                <a:ea typeface="Nimbus Sans"/>
                <a:cs typeface="Nimbus Sans"/>
              </a:defRPr>
            </a:lvl1pPr>
            <a:lvl2pPr algn="l">
              <a:defRPr sz="1143" b="0">
                <a:solidFill>
                  <a:srgbClr val="9D7139"/>
                </a:solidFill>
                <a:latin typeface="Nimbus Sans"/>
                <a:ea typeface="Nimbus Sans"/>
                <a:cs typeface="Nimbus Sans"/>
              </a:defRPr>
            </a:lvl2pPr>
            <a:lvl3pPr algn="l">
              <a:defRPr sz="1143" b="0">
                <a:solidFill>
                  <a:srgbClr val="9D7139"/>
                </a:solidFill>
                <a:latin typeface="Nimbus Sans"/>
                <a:ea typeface="Nimbus Sans"/>
                <a:cs typeface="Nimbus Sans"/>
              </a:defRPr>
            </a:lvl3pPr>
            <a:lvl4pPr algn="l">
              <a:defRPr sz="1143" b="0">
                <a:solidFill>
                  <a:srgbClr val="9D7139"/>
                </a:solidFill>
                <a:latin typeface="Nimbus Sans"/>
                <a:ea typeface="Nimbus Sans"/>
                <a:cs typeface="Nimbus Sans"/>
              </a:defRPr>
            </a:lvl4pPr>
            <a:lvl5pPr algn="l">
              <a:defRPr sz="1143" b="0">
                <a:solidFill>
                  <a:srgbClr val="9D7139"/>
                </a:solidFill>
                <a:latin typeface="Nimbus Sans"/>
                <a:ea typeface="Nimbus Sans"/>
                <a:cs typeface="Nimbus Sans"/>
              </a:defRPr>
            </a:lvl5pPr>
            <a:lvl6pPr algn="l">
              <a:defRPr sz="1143" b="0">
                <a:solidFill>
                  <a:srgbClr val="9D7139"/>
                </a:solidFill>
                <a:latin typeface="Nimbus Sans"/>
                <a:ea typeface="Nimbus Sans"/>
                <a:cs typeface="Nimbus Sans"/>
              </a:defRPr>
            </a:lvl6pPr>
            <a:lvl7pPr algn="l">
              <a:defRPr sz="1143" b="0">
                <a:solidFill>
                  <a:srgbClr val="9D7139"/>
                </a:solidFill>
                <a:latin typeface="Nimbus Sans"/>
                <a:ea typeface="Nimbus Sans"/>
                <a:cs typeface="Nimbus Sans"/>
              </a:defRPr>
            </a:lvl7pPr>
            <a:lvl8pPr algn="l">
              <a:defRPr sz="1143" b="0">
                <a:solidFill>
                  <a:srgbClr val="9D7139"/>
                </a:solidFill>
                <a:latin typeface="Nimbus Sans"/>
                <a:ea typeface="Nimbus Sans"/>
                <a:cs typeface="Nimbus Sans"/>
              </a:defRPr>
            </a:lvl8pPr>
            <a:lvl9pPr algn="l">
              <a:defRPr sz="1143" b="0">
                <a:solidFill>
                  <a:srgbClr val="9D7139"/>
                </a:solidFill>
                <a:latin typeface="Nimbus Sans"/>
                <a:ea typeface="Nimbus Sans"/>
                <a:cs typeface="Nimbus Sans"/>
              </a:defRPr>
            </a:lvl9pPr>
          </a:lstStyle>
          <a:p xmlns:a="http://schemas.openxmlformats.org/drawingml/2006/main">
            <a:pPr algn="l">
              <a:defRPr sz="1143" b="0">
                <a:solidFill>
                  <a:srgbClr val="9D7139"/>
                </a:solidFill>
                <a:latin typeface="Nimbus Sans"/>
                <a:ea typeface="Nimbus Sans"/>
                <a:cs typeface="Nimbus Sans"/>
              </a:defRPr>
            </a:pPr>
            <a:r>
              <a:rPr sz="1143" b="0">
                <a:solidFill>
                  <a:srgbClr val="9D7139"/>
                </a:solidFill>
                <a:latin typeface="Nimbus Sans"/>
                <a:ea typeface="Nimbus Sans"/>
                <a:cs typeface="Nimbus Sans"/>
              </a:rPr>
              <a:t>Esterno · offline</a:t>
            </a:r>
          </a:p>
        </p:txBody>
      </p:sp>
      <p:sp>
        <p:nvSpPr>
          <p:cNvPr id="16" name="f154">
            <a:extLst xmlns:a="http://schemas.openxmlformats.org/drawingml/2006/main">
              <a:ext uri="{FF2B5EF4-FFF2-40B4-BE49-F238E27FC236}">
                <a16:creationId xmlns:a16="http://schemas.microsoft.com/office/drawing/2014/main" id="{E0366593-CA65-4705-B8CF-D4396CA96BBF}"/>
              </a:ext>
            </a:extLst>
          </p:cNvPr>
          <p:cNvSpPr>
            <a:spLocks xmlns:a="http://schemas.openxmlformats.org/drawingml/2006/main" noGrp="1"/>
          </p:cNvSpPr>
          <p:nvPr/>
        </p:nvSpPr>
        <p:spPr>
          <a:xfrm xmlns:a="http://schemas.openxmlformats.org/drawingml/2006/main">
            <a:off x="6251353" y="5828469"/>
            <a:ext cx="1371600" cy="18741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093" b="0">
                <a:solidFill>
                  <a:srgbClr val="52627B"/>
                </a:solidFill>
                <a:latin typeface="Nimbus Sans"/>
                <a:ea typeface="Nimbus Sans"/>
                <a:cs typeface="Nimbus Sans"/>
              </a:defRPr>
            </a:defPPr>
            <a:lvl1pPr algn="l">
              <a:defRPr sz="1093" b="0">
                <a:solidFill>
                  <a:srgbClr val="52627B"/>
                </a:solidFill>
                <a:latin typeface="Nimbus Sans"/>
                <a:ea typeface="Nimbus Sans"/>
                <a:cs typeface="Nimbus Sans"/>
              </a:defRPr>
            </a:lvl1pPr>
            <a:lvl2pPr algn="l">
              <a:defRPr sz="1093" b="0">
                <a:solidFill>
                  <a:srgbClr val="52627B"/>
                </a:solidFill>
                <a:latin typeface="Nimbus Sans"/>
                <a:ea typeface="Nimbus Sans"/>
                <a:cs typeface="Nimbus Sans"/>
              </a:defRPr>
            </a:lvl2pPr>
            <a:lvl3pPr algn="l">
              <a:defRPr sz="1093" b="0">
                <a:solidFill>
                  <a:srgbClr val="52627B"/>
                </a:solidFill>
                <a:latin typeface="Nimbus Sans"/>
                <a:ea typeface="Nimbus Sans"/>
                <a:cs typeface="Nimbus Sans"/>
              </a:defRPr>
            </a:lvl3pPr>
            <a:lvl4pPr algn="l">
              <a:defRPr sz="1093" b="0">
                <a:solidFill>
                  <a:srgbClr val="52627B"/>
                </a:solidFill>
                <a:latin typeface="Nimbus Sans"/>
                <a:ea typeface="Nimbus Sans"/>
                <a:cs typeface="Nimbus Sans"/>
              </a:defRPr>
            </a:lvl4pPr>
            <a:lvl5pPr algn="l">
              <a:defRPr sz="1093" b="0">
                <a:solidFill>
                  <a:srgbClr val="52627B"/>
                </a:solidFill>
                <a:latin typeface="Nimbus Sans"/>
                <a:ea typeface="Nimbus Sans"/>
                <a:cs typeface="Nimbus Sans"/>
              </a:defRPr>
            </a:lvl5pPr>
            <a:lvl6pPr algn="l">
              <a:defRPr sz="1093" b="0">
                <a:solidFill>
                  <a:srgbClr val="52627B"/>
                </a:solidFill>
                <a:latin typeface="Nimbus Sans"/>
                <a:ea typeface="Nimbus Sans"/>
                <a:cs typeface="Nimbus Sans"/>
              </a:defRPr>
            </a:lvl6pPr>
            <a:lvl7pPr algn="l">
              <a:defRPr sz="1093" b="0">
                <a:solidFill>
                  <a:srgbClr val="52627B"/>
                </a:solidFill>
                <a:latin typeface="Nimbus Sans"/>
                <a:ea typeface="Nimbus Sans"/>
                <a:cs typeface="Nimbus Sans"/>
              </a:defRPr>
            </a:lvl7pPr>
            <a:lvl8pPr algn="l">
              <a:defRPr sz="1093" b="0">
                <a:solidFill>
                  <a:srgbClr val="52627B"/>
                </a:solidFill>
                <a:latin typeface="Nimbus Sans"/>
                <a:ea typeface="Nimbus Sans"/>
                <a:cs typeface="Nimbus Sans"/>
              </a:defRPr>
            </a:lvl8pPr>
            <a:lvl9pPr algn="l">
              <a:defRPr sz="1093" b="0">
                <a:solidFill>
                  <a:srgbClr val="52627B"/>
                </a:solidFill>
                <a:latin typeface="Nimbus Sans"/>
                <a:ea typeface="Nimbus Sans"/>
                <a:cs typeface="Nimbus Sans"/>
              </a:defRPr>
            </a:lvl9pPr>
          </a:lstStyle>
          <a:p xmlns:a="http://schemas.openxmlformats.org/drawingml/2006/main">
            <a:pPr algn="l">
              <a:defRPr sz="1093" b="0">
                <a:solidFill>
                  <a:srgbClr val="52627B"/>
                </a:solidFill>
                <a:latin typeface="Nimbus Sans"/>
                <a:ea typeface="Nimbus Sans"/>
                <a:cs typeface="Nimbus Sans"/>
              </a:defRPr>
            </a:pPr>
            <a:r>
              <a:rPr sz="1093" b="0">
                <a:solidFill>
                  <a:srgbClr val="52627B"/>
                </a:solidFill>
                <a:latin typeface="Nimbus Sans"/>
                <a:ea typeface="Nimbus Sans"/>
                <a:cs typeface="Nimbus Sans"/>
              </a:rPr>
              <a:t>Selezione dei frame</a:t>
            </a:r>
          </a:p>
        </p:txBody>
      </p:sp>
      <p:sp>
        <p:nvSpPr>
          <p:cNvPr id="17" name="f155">
            <a:extLst xmlns:a="http://schemas.openxmlformats.org/drawingml/2006/main">
              <a:ext uri="{FF2B5EF4-FFF2-40B4-BE49-F238E27FC236}">
                <a16:creationId xmlns:a16="http://schemas.microsoft.com/office/drawing/2014/main" id="{B634CFF9-A505-48BD-ABFB-53E2DBF25E67}"/>
              </a:ext>
            </a:extLst>
          </p:cNvPr>
          <p:cNvSpPr>
            <a:spLocks xmlns:a="http://schemas.openxmlformats.org/drawingml/2006/main" noGrp="1"/>
          </p:cNvSpPr>
          <p:nvPr/>
        </p:nvSpPr>
        <p:spPr>
          <a:xfrm xmlns:a="http://schemas.openxmlformats.org/drawingml/2006/main">
            <a:off x="6251353" y="5990013"/>
            <a:ext cx="1498104" cy="18741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093" b="0">
                <a:solidFill>
                  <a:srgbClr val="52627B"/>
                </a:solidFill>
                <a:latin typeface="Nimbus Sans"/>
                <a:ea typeface="Nimbus Sans"/>
                <a:cs typeface="Nimbus Sans"/>
              </a:defRPr>
            </a:defPPr>
            <a:lvl1pPr algn="l">
              <a:defRPr sz="1093" b="0">
                <a:solidFill>
                  <a:srgbClr val="52627B"/>
                </a:solidFill>
                <a:latin typeface="Nimbus Sans"/>
                <a:ea typeface="Nimbus Sans"/>
                <a:cs typeface="Nimbus Sans"/>
              </a:defRPr>
            </a:lvl1pPr>
            <a:lvl2pPr algn="l">
              <a:defRPr sz="1093" b="0">
                <a:solidFill>
                  <a:srgbClr val="52627B"/>
                </a:solidFill>
                <a:latin typeface="Nimbus Sans"/>
                <a:ea typeface="Nimbus Sans"/>
                <a:cs typeface="Nimbus Sans"/>
              </a:defRPr>
            </a:lvl2pPr>
            <a:lvl3pPr algn="l">
              <a:defRPr sz="1093" b="0">
                <a:solidFill>
                  <a:srgbClr val="52627B"/>
                </a:solidFill>
                <a:latin typeface="Nimbus Sans"/>
                <a:ea typeface="Nimbus Sans"/>
                <a:cs typeface="Nimbus Sans"/>
              </a:defRPr>
            </a:lvl3pPr>
            <a:lvl4pPr algn="l">
              <a:defRPr sz="1093" b="0">
                <a:solidFill>
                  <a:srgbClr val="52627B"/>
                </a:solidFill>
                <a:latin typeface="Nimbus Sans"/>
                <a:ea typeface="Nimbus Sans"/>
                <a:cs typeface="Nimbus Sans"/>
              </a:defRPr>
            </a:lvl4pPr>
            <a:lvl5pPr algn="l">
              <a:defRPr sz="1093" b="0">
                <a:solidFill>
                  <a:srgbClr val="52627B"/>
                </a:solidFill>
                <a:latin typeface="Nimbus Sans"/>
                <a:ea typeface="Nimbus Sans"/>
                <a:cs typeface="Nimbus Sans"/>
              </a:defRPr>
            </a:lvl5pPr>
            <a:lvl6pPr algn="l">
              <a:defRPr sz="1093" b="0">
                <a:solidFill>
                  <a:srgbClr val="52627B"/>
                </a:solidFill>
                <a:latin typeface="Nimbus Sans"/>
                <a:ea typeface="Nimbus Sans"/>
                <a:cs typeface="Nimbus Sans"/>
              </a:defRPr>
            </a:lvl6pPr>
            <a:lvl7pPr algn="l">
              <a:defRPr sz="1093" b="0">
                <a:solidFill>
                  <a:srgbClr val="52627B"/>
                </a:solidFill>
                <a:latin typeface="Nimbus Sans"/>
                <a:ea typeface="Nimbus Sans"/>
                <a:cs typeface="Nimbus Sans"/>
              </a:defRPr>
            </a:lvl7pPr>
            <a:lvl8pPr algn="l">
              <a:defRPr sz="1093" b="0">
                <a:solidFill>
                  <a:srgbClr val="52627B"/>
                </a:solidFill>
                <a:latin typeface="Nimbus Sans"/>
                <a:ea typeface="Nimbus Sans"/>
                <a:cs typeface="Nimbus Sans"/>
              </a:defRPr>
            </a:lvl8pPr>
            <a:lvl9pPr algn="l">
              <a:defRPr sz="1093" b="0">
                <a:solidFill>
                  <a:srgbClr val="52627B"/>
                </a:solidFill>
                <a:latin typeface="Nimbus Sans"/>
                <a:ea typeface="Nimbus Sans"/>
                <a:cs typeface="Nimbus Sans"/>
              </a:defRPr>
            </a:lvl9pPr>
          </a:lstStyle>
          <a:p xmlns:a="http://schemas.openxmlformats.org/drawingml/2006/main">
            <a:pPr algn="l">
              <a:defRPr sz="1093" b="0">
                <a:solidFill>
                  <a:srgbClr val="52627B"/>
                </a:solidFill>
                <a:latin typeface="Nimbus Sans"/>
                <a:ea typeface="Nimbus Sans"/>
                <a:cs typeface="Nimbus Sans"/>
              </a:defRPr>
            </a:pPr>
            <a:r>
              <a:rPr sz="1093" b="0">
                <a:solidFill>
                  <a:srgbClr val="52627B"/>
                </a:solidFill>
                <a:latin typeface="Nimbus Sans"/>
                <a:ea typeface="Nimbus Sans"/>
                <a:cs typeface="Nimbus Sans"/>
              </a:rPr>
              <a:t>rilevanti da modificare</a:t>
            </a:r>
          </a:p>
        </p:txBody>
      </p:sp>
      <p:sp>
        <p:nvSpPr>
          <p:cNvPr id="18" name="f156">
            <a:extLst xmlns:a="http://schemas.openxmlformats.org/drawingml/2006/main">
              <a:ext uri="{FF2B5EF4-FFF2-40B4-BE49-F238E27FC236}">
                <a16:creationId xmlns:a16="http://schemas.microsoft.com/office/drawing/2014/main" id="{3B385D84-A618-42B8-A051-79C1A80BC913}"/>
              </a:ext>
            </a:extLst>
          </p:cNvPr>
          <p:cNvSpPr>
            <a:spLocks xmlns:a="http://schemas.openxmlformats.org/drawingml/2006/main" noGrp="1"/>
          </p:cNvSpPr>
          <p:nvPr/>
        </p:nvSpPr>
        <p:spPr>
          <a:xfrm xmlns:a="http://schemas.openxmlformats.org/drawingml/2006/main">
            <a:off x="1066800" y="7153275"/>
            <a:ext cx="6896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0">
                <a:solidFill>
                  <a:srgbClr val="52627B"/>
                </a:solidFill>
                <a:latin typeface="Nimbus Sans"/>
                <a:ea typeface="Nimbus Sans"/>
                <a:cs typeface="Nimbus Sans"/>
              </a:defRPr>
            </a:defPPr>
            <a:lvl1pPr algn="ctr">
              <a:defRPr sz="2025" b="0">
                <a:solidFill>
                  <a:srgbClr val="52627B"/>
                </a:solidFill>
                <a:latin typeface="Nimbus Sans"/>
                <a:ea typeface="Nimbus Sans"/>
                <a:cs typeface="Nimbus Sans"/>
              </a:defRPr>
            </a:lvl1pPr>
            <a:lvl2pPr algn="ctr">
              <a:defRPr sz="2025" b="0">
                <a:solidFill>
                  <a:srgbClr val="52627B"/>
                </a:solidFill>
                <a:latin typeface="Nimbus Sans"/>
                <a:ea typeface="Nimbus Sans"/>
                <a:cs typeface="Nimbus Sans"/>
              </a:defRPr>
            </a:lvl2pPr>
            <a:lvl3pPr algn="ctr">
              <a:defRPr sz="2025" b="0">
                <a:solidFill>
                  <a:srgbClr val="52627B"/>
                </a:solidFill>
                <a:latin typeface="Nimbus Sans"/>
                <a:ea typeface="Nimbus Sans"/>
                <a:cs typeface="Nimbus Sans"/>
              </a:defRPr>
            </a:lvl3pPr>
            <a:lvl4pPr algn="ctr">
              <a:defRPr sz="2025" b="0">
                <a:solidFill>
                  <a:srgbClr val="52627B"/>
                </a:solidFill>
                <a:latin typeface="Nimbus Sans"/>
                <a:ea typeface="Nimbus Sans"/>
                <a:cs typeface="Nimbus Sans"/>
              </a:defRPr>
            </a:lvl4pPr>
            <a:lvl5pPr algn="ctr">
              <a:defRPr sz="2025" b="0">
                <a:solidFill>
                  <a:srgbClr val="52627B"/>
                </a:solidFill>
                <a:latin typeface="Nimbus Sans"/>
                <a:ea typeface="Nimbus Sans"/>
                <a:cs typeface="Nimbus Sans"/>
              </a:defRPr>
            </a:lvl5pPr>
            <a:lvl6pPr algn="ctr">
              <a:defRPr sz="2025" b="0">
                <a:solidFill>
                  <a:srgbClr val="52627B"/>
                </a:solidFill>
                <a:latin typeface="Nimbus Sans"/>
                <a:ea typeface="Nimbus Sans"/>
                <a:cs typeface="Nimbus Sans"/>
              </a:defRPr>
            </a:lvl6pPr>
            <a:lvl7pPr algn="ctr">
              <a:defRPr sz="2025" b="0">
                <a:solidFill>
                  <a:srgbClr val="52627B"/>
                </a:solidFill>
                <a:latin typeface="Nimbus Sans"/>
                <a:ea typeface="Nimbus Sans"/>
                <a:cs typeface="Nimbus Sans"/>
              </a:defRPr>
            </a:lvl7pPr>
            <a:lvl8pPr algn="ctr">
              <a:defRPr sz="2025" b="0">
                <a:solidFill>
                  <a:srgbClr val="52627B"/>
                </a:solidFill>
                <a:latin typeface="Nimbus Sans"/>
                <a:ea typeface="Nimbus Sans"/>
                <a:cs typeface="Nimbus Sans"/>
              </a:defRPr>
            </a:lvl8pPr>
            <a:lvl9pPr algn="ctr">
              <a:defRPr sz="2025" b="0">
                <a:solidFill>
                  <a:srgbClr val="52627B"/>
                </a:solidFill>
                <a:latin typeface="Nimbus Sans"/>
                <a:ea typeface="Nimbus Sans"/>
                <a:cs typeface="Nimbus Sans"/>
              </a:defRPr>
            </a:lvl9pPr>
          </a:lstStyle>
          <a:p xmlns:a="http://schemas.openxmlformats.org/drawingml/2006/main">
            <a:pPr algn="ctr">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Evidenze del baseline</a:t>
            </a:r>
          </a:p>
        </p:txBody>
      </p:sp>
      <p:sp>
        <p:nvSpPr>
          <p:cNvPr id="19" name="f157">
            <a:extLst xmlns:a="http://schemas.openxmlformats.org/drawingml/2006/main">
              <a:ext uri="{FF2B5EF4-FFF2-40B4-BE49-F238E27FC236}">
                <a16:creationId xmlns:a16="http://schemas.microsoft.com/office/drawing/2014/main" id="{C639094F-C09F-45F7-956F-0598238C717B}"/>
              </a:ext>
            </a:extLst>
          </p:cNvPr>
          <p:cNvSpPr>
            <a:spLocks xmlns:a="http://schemas.openxmlformats.org/drawingml/2006/main" noGrp="1"/>
          </p:cNvSpPr>
          <p:nvPr/>
        </p:nvSpPr>
        <p:spPr>
          <a:xfrm xmlns:a="http://schemas.openxmlformats.org/drawingml/2006/main">
            <a:off x="8420100" y="2686050"/>
            <a:ext cx="57531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realmente utilizzate</a:t>
            </a:r>
          </a:p>
        </p:txBody>
      </p:sp>
      <p:graphicFrame>
        <p:nvGraphicFramePr>
          <p:cNvPr id="20" name="">
            <a:extLst xmlns:a="http://schemas.openxmlformats.org/drawingml/2006/main">
              <a:ext uri="{FF2B5EF4-FFF2-40B4-BE49-F238E27FC236}">
                <a16:creationId xmlns:a16="http://schemas.microsoft.com/office/drawing/2014/main" id="{455672C0-41AF-43F8-AA81-AD368076845A}"/>
              </a:ext>
            </a:extLst>
          </p:cNvPr>
          <p:cNvGraphicFramePr/>
          <p:nvPr/>
        </p:nvGraphicFramePr>
        <p:xfrm>
          <a:off xmlns:a="http://schemas.openxmlformats.org/drawingml/2006/main" x="8420100" y="3619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21" name="f159">
            <a:extLst xmlns:a="http://schemas.openxmlformats.org/drawingml/2006/main">
              <a:ext uri="{FF2B5EF4-FFF2-40B4-BE49-F238E27FC236}">
                <a16:creationId xmlns:a16="http://schemas.microsoft.com/office/drawing/2014/main" id="{5B5D9074-9403-43C9-8196-1ABCDA1CA21A}"/>
              </a:ext>
            </a:extLst>
          </p:cNvPr>
          <p:cNvSpPr>
            <a:spLocks xmlns:a="http://schemas.openxmlformats.org/drawingml/2006/main" noGrp="1"/>
          </p:cNvSpPr>
          <p:nvPr/>
        </p:nvSpPr>
        <p:spPr>
          <a:xfrm xmlns:a="http://schemas.openxmlformats.org/drawingml/2006/main">
            <a:off x="8420100" y="7419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22" name="f160">
            <a:extLst xmlns:a="http://schemas.openxmlformats.org/drawingml/2006/main">
              <a:ext uri="{FF2B5EF4-FFF2-40B4-BE49-F238E27FC236}">
                <a16:creationId xmlns:a16="http://schemas.microsoft.com/office/drawing/2014/main" id="{6A898FD7-7C3C-4375-938C-0E55D9A57500}"/>
              </a:ext>
            </a:extLst>
          </p:cNvPr>
          <p:cNvSpPr>
            <a:spLocks xmlns:a="http://schemas.openxmlformats.org/drawingml/2006/main" noGrp="1"/>
          </p:cNvSpPr>
          <p:nvPr/>
        </p:nvSpPr>
        <p:spPr>
          <a:xfrm xmlns:a="http://schemas.openxmlformats.org/drawingml/2006/main">
            <a:off x="10572750" y="7486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6773489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2026-10-28T15:46:43.5640000Z</dcterms:created>
  <dcterms:modified xsi:type="dcterms:W3CDTF">2026-10-28T15:46:43.5640000Z</dcterms:modified>
</coreProperties>
</file>