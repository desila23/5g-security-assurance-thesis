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0d680b99af45ae" /><Relationship Type="http://schemas.openxmlformats.org/officeDocument/2006/relationships/extended-properties" Target="/docProps/app.xml" Id="Re32dae403e4149b7" /><Relationship Type="http://schemas.openxmlformats.org/officeDocument/2006/relationships/officeDocument" Target="/ppt/presentation.xml" Id="Ra7506e4862144593" /></Relationships>
</file>

<file path=ppt/presentation.xml><?xml version="1.0" encoding="utf-8"?>
<p:presentation xmlns:p="http://schemas.openxmlformats.org/presentationml/2006/main">
  <p:sldMasterIdLst>
    <p:sldMasterId xmlns:r="http://schemas.openxmlformats.org/officeDocument/2006/relationships" id="2147483648" r:id="R2ca2d8a7bc7d4b38"/>
  </p:sldMasterIdLst>
  <p:notesMasterIdLst>
    <p:notesMasterId xmlns:r="http://schemas.openxmlformats.org/officeDocument/2006/relationships" r:id="R55425d0d98b84033"/>
  </p:notesMasterIdLst>
  <p:sldIdLst>
    <p:sldId xmlns:r="http://schemas.openxmlformats.org/officeDocument/2006/relationships" id="256" r:id="R90090369c0de4471"/>
    <p:sldId xmlns:r="http://schemas.openxmlformats.org/officeDocument/2006/relationships" id="257" r:id="R229d8e9c322247ad"/>
    <p:sldId xmlns:r="http://schemas.openxmlformats.org/officeDocument/2006/relationships" id="258" r:id="R59ae73be39254184"/>
    <p:sldId xmlns:r="http://schemas.openxmlformats.org/officeDocument/2006/relationships" id="259" r:id="R77fe9015c59a4d1b"/>
    <p:sldId xmlns:r="http://schemas.openxmlformats.org/officeDocument/2006/relationships" id="260" r:id="R768286205e0141cf"/>
    <p:sldId xmlns:r="http://schemas.openxmlformats.org/officeDocument/2006/relationships" id="261" r:id="R2cd8f3f5fa064c5d"/>
    <p:sldId xmlns:r="http://schemas.openxmlformats.org/officeDocument/2006/relationships" id="262" r:id="R4dd26d0b3eaa4406"/>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7d25b62cca4dbe" /><Relationship Type="http://schemas.openxmlformats.org/officeDocument/2006/relationships/slideMaster" Target="/ppt/slideMasters/slideMaster1.xml" Id="R2ca2d8a7bc7d4b38" /><Relationship Type="http://schemas.openxmlformats.org/officeDocument/2006/relationships/notesMaster" Target="/ppt/notesMasters/notesMaster1.xml" Id="R55425d0d98b84033" /><Relationship Type="http://schemas.openxmlformats.org/officeDocument/2006/relationships/presProps" Target="/ppt/presProps.xml" Id="R631d2405002a4fa6" /><Relationship Type="http://schemas.openxmlformats.org/officeDocument/2006/relationships/tableStyles" Target="/ppt/tableStyles.xml" Id="R0077b83ca2a14553" /><Relationship Type="http://schemas.openxmlformats.org/officeDocument/2006/relationships/slide" Target="/ppt/slides/slide1.xml" Id="R90090369c0de4471" /><Relationship Type="http://schemas.openxmlformats.org/officeDocument/2006/relationships/slide" Target="/ppt/slides/slide2.xml" Id="R229d8e9c322247ad" /><Relationship Type="http://schemas.openxmlformats.org/officeDocument/2006/relationships/slide" Target="/ppt/slides/slide3.xml" Id="R59ae73be39254184" /><Relationship Type="http://schemas.openxmlformats.org/officeDocument/2006/relationships/slide" Target="/ppt/slides/slide4.xml" Id="R77fe9015c59a4d1b" /><Relationship Type="http://schemas.openxmlformats.org/officeDocument/2006/relationships/slide" Target="/ppt/slides/slide5.xml" Id="R768286205e0141cf" /><Relationship Type="http://schemas.openxmlformats.org/officeDocument/2006/relationships/slide" Target="/ppt/slides/slide6.xml" Id="R2cd8f3f5fa064c5d" /><Relationship Type="http://schemas.openxmlformats.org/officeDocument/2006/relationships/slide" Target="/ppt/slides/slide7.xml" Id="R4dd26d0b3eaa44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33e9ca73d345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fb6e5734b74462" /><Relationship Type="http://schemas.openxmlformats.org/officeDocument/2006/relationships/notesMaster" Target="/ppt/notesMasters/notesMaster1.xml" Id="Re82b25cd329544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f05e09e25b44db" /><Relationship Type="http://schemas.openxmlformats.org/officeDocument/2006/relationships/notesMaster" Target="/ppt/notesMasters/notesMaster1.xml" Id="Rccb3d77cab4347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bcfb4ebfb24544" /><Relationship Type="http://schemas.openxmlformats.org/officeDocument/2006/relationships/notesMaster" Target="/ppt/notesMasters/notesMaster1.xml" Id="Re9558ecaba364f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89d96f37a7d43a9" /><Relationship Type="http://schemas.openxmlformats.org/officeDocument/2006/relationships/notesMaster" Target="/ppt/notesMasters/notesMaster1.xml" Id="R4bd968e4777f42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bad3a6a63fc40b6" /><Relationship Type="http://schemas.openxmlformats.org/officeDocument/2006/relationships/notesMaster" Target="/ppt/notesMasters/notesMaster1.xml" Id="R3a7ab8b8fa1c49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59953d74bd4330" /><Relationship Type="http://schemas.openxmlformats.org/officeDocument/2006/relationships/notesMaster" Target="/ppt/notesMasters/notesMaster1.xml" Id="R182176fb5c224a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8b728659f04b54" /><Relationship Type="http://schemas.openxmlformats.org/officeDocument/2006/relationships/notesMaster" Target="/ppt/notesMasters/notesMaster1.xml" Id="R2312928119e241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 fase: baseline in evidenza. Un clic passa alla seconda fase: mutazione in evidenza. DSL e pipeline restano sempre attivi.]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a897f400ce4d8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e05ed8cfc0438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f2243a6dc6a46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63e49567bf448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76e53bb74a41a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0ed82159344d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349258-73DC-4F40-B220-529F8B7A1DAA}"/>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AFFB083-48F1-4F74-9DB1-5945E00F92C4}"/>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637C521-8648-4AE8-9BF5-539F81868292}"/>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AB4CD2-BB9C-4196-BBF3-55B57CF98469}"/>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C370F6-02E9-4127-B6F5-484C89BD306C}"/>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944ABF-EA58-4685-BDBD-3B261410DBC5}"/>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E33F2F6-9079-49F1-A97D-750E1CF3F8E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67A6F7-2C98-49DE-ADF0-9D44CD69232B}"/>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752A6E-A98C-414D-A9B0-174B861CEE35}"/>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1D78A9D-5ED4-4693-BBB0-3D1C5BA5C400}"/>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83313b578d4ec6" /><Relationship Type="http://schemas.openxmlformats.org/officeDocument/2006/relationships/slideLayout" Target="/ppt/slideLayouts/slideLayout1.xml" Id="R634f08903e844444" /><Relationship Type="http://schemas.openxmlformats.org/officeDocument/2006/relationships/slideLayout" Target="/ppt/slideLayouts/slideLayout2.xml" Id="Rb62e7b7debfb49f4" /><Relationship Type="http://schemas.openxmlformats.org/officeDocument/2006/relationships/slideLayout" Target="/ppt/slideLayouts/slideLayout3.xml" Id="Rea4189e311e04d98" /><Relationship Type="http://schemas.openxmlformats.org/officeDocument/2006/relationships/slideLayout" Target="/ppt/slideLayouts/slideLayout4.xml" Id="R9295788890c94e80" /><Relationship Type="http://schemas.openxmlformats.org/officeDocument/2006/relationships/slideLayout" Target="/ppt/slideLayouts/slideLayout5.xml" Id="Rfa2ad073730c4a86" /><Relationship Type="http://schemas.openxmlformats.org/officeDocument/2006/relationships/slideLayout" Target="/ppt/slideLayouts/slideLayout6.xml" Id="R78b19186749345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4f08903e844444"/>
    <p:sldLayoutId xmlns:r="http://schemas.openxmlformats.org/officeDocument/2006/relationships" id="2147483650" r:id="Rb62e7b7debfb49f4"/>
    <p:sldLayoutId xmlns:r="http://schemas.openxmlformats.org/officeDocument/2006/relationships" id="2147483651" r:id="Rea4189e311e04d98"/>
    <p:sldLayoutId xmlns:r="http://schemas.openxmlformats.org/officeDocument/2006/relationships" id="2147483652" r:id="R9295788890c94e80"/>
    <p:sldLayoutId xmlns:r="http://schemas.openxmlformats.org/officeDocument/2006/relationships" id="2147483653" r:id="Rfa2ad073730c4a86"/>
    <p:sldLayoutId xmlns:r="http://schemas.openxmlformats.org/officeDocument/2006/relationships" id="2147483654" r:id="R78b19186749345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c3c8e0c5a2e4c01" /><Relationship Type="http://schemas.openxmlformats.org/officeDocument/2006/relationships/image" Target="/ppt/media/image.png" Id="Re5ce24a44eeb4502" /><Relationship Type="http://schemas.openxmlformats.org/officeDocument/2006/relationships/notesSlide" Target="/ppt/notesSlides/notesSlide1.xml" Id="R0a49c420f3704c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e76525c08514484" /><Relationship Type="http://schemas.openxmlformats.org/officeDocument/2006/relationships/notesSlide" Target="/ppt/notesSlides/notesSlide2.xml" Id="Rcea9fe7a67dd43b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c53d84d82e34e35" /><Relationship Type="http://schemas.openxmlformats.org/officeDocument/2006/relationships/image" Target="/ppt/media/image2.png" Id="R1c5b56750ab84a99" /><Relationship Type="http://schemas.openxmlformats.org/officeDocument/2006/relationships/notesSlide" Target="/ppt/notesSlides/notesSlide3.xml" Id="R93e21c18f43046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c68ea2eed940fb" /><Relationship Type="http://schemas.openxmlformats.org/officeDocument/2006/relationships/notesSlide" Target="/ppt/notesSlides/notesSlide4.xml" Id="R40609de37ba347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00fb5c4835b4f5d" /><Relationship Type="http://schemas.openxmlformats.org/officeDocument/2006/relationships/image" Target="/ppt/media/image3.png" Id="R9f379bef18414eb7" /><Relationship Type="http://schemas.openxmlformats.org/officeDocument/2006/relationships/notesSlide" Target="/ppt/notesSlides/notesSlide5.xml" Id="Rb15b8b8ed58842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80935971834e73" /><Relationship Type="http://schemas.openxmlformats.org/officeDocument/2006/relationships/notesSlide" Target="/ppt/notesSlides/notesSlide6.xml" Id="Ra08380405bba40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ac40d13b62b4b83" /><Relationship Type="http://schemas.openxmlformats.org/officeDocument/2006/relationships/notesSlide" Target="/ppt/notesSlides/notesSlide7.xml" Id="R47c70c77dbb04b01"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7D45A3AF-40C0-4454-B573-6AD74A981AED}"/>
              </a:ext>
            </a:extLst>
          </p:cNvPr>
          <p:cNvPicPr>
            <a:picLocks xmlns:a="http://schemas.openxmlformats.org/drawingml/2006/main" noChangeAspect="1"/>
          </p:cNvPicPr>
          <p:nvPr/>
        </p:nvPicPr>
        <p:blipFill>
          <a:blip xmlns:r="http://schemas.openxmlformats.org/officeDocument/2006/relationships" xmlns:a="http://schemas.openxmlformats.org/drawingml/2006/main" r:embed="Re5ce24a44eeb450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3C21C327-AC37-4AA7-87BE-8387918D8263}"/>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A3FF57A9-0712-4887-A63B-65B75B65D456}"/>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61FE4749-C415-451E-8887-952FB2A98589}"/>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2A7D6AC7-C334-4EA3-AA9B-C4BE7B617E23}"/>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85F59F09-2A2C-4607-90F1-561A78635122}"/>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650F8B68-F6FA-4A44-B5D0-95967B072EA4}"/>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1D360B00-98C3-44FB-959F-7408B4EB5C58}"/>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C100A410-579B-44D3-9214-B8DFA4D6B24F}"/>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9D99E828-72A1-4005-9947-57F07FBBC673}"/>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8F11941A-4A46-4BB3-9999-8961A746BCEE}"/>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81714A75-F66A-468C-950F-0EAE0FB0FB80}"/>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B1935F4A-CED3-4D27-8AD0-B8B6EA1114B2}"/>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2DBFC8DC-F048-4E00-9400-D8E05766C151}"/>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348EC166-6C28-4227-9F5F-22EEC7382FDF}"/>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AB9F7DB8-6929-484A-A675-F9DBA27CA41A}"/>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4ADE4287-797E-4CC1-8119-EAF1D9F554DA}"/>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358D8C0E-DBE4-4CA9-A583-9B0B90112B57}"/>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D1B4F772-B7C7-4566-BAA5-CF08892C991D}"/>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8FF84202-338C-481C-B1ED-7612A9C2C6A5}"/>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191677107"/>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1AB6216C-28FA-4E7A-984A-CFF73174CE14}"/>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9AFA3FF2-BD9E-4AF9-ACF8-8256FF4B92FD}"/>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62C36A55-CA70-484D-97B7-55050D74E469}"/>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474D705C-002E-459A-A278-E84C214AD689}"/>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non garantisce che il software lo rispetti.</a:t>
            </a:r>
          </a:p>
        </p:txBody>
      </p:sp>
      <p:sp>
        <p:nvSpPr>
          <p:cNvPr id="5" name="f25">
            <a:extLst xmlns:a="http://schemas.openxmlformats.org/drawingml/2006/main">
              <a:ext uri="{FF2B5EF4-FFF2-40B4-BE49-F238E27FC236}">
                <a16:creationId xmlns:a16="http://schemas.microsoft.com/office/drawing/2014/main" id="{F089B7C9-86E6-42B3-A922-68DDE2B6BF56}"/>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E158022F-004A-4F7C-A8C0-0AB554ACE41A}"/>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17C7A4AC-9C82-4017-8C31-9BB8714675CC}"/>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41857395-0270-440D-B6F0-37EEB9824680}"/>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FC0A7FD7-32DE-4E18-8019-C46D74013154}"/>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D884B14E-59B4-4A80-ABF6-79D38571572E}"/>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B1B120A2-D9E1-42BA-B7C5-5890FEBBE31D}"/>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BFB1AF1F-8CB7-4D7F-9850-69DF8F113AAA}"/>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DCD07A90-FB44-47E6-BC80-D9F7FDC9705B}"/>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7ACF7EF1-C3C0-4849-8A07-6F5F178DF8BA}"/>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90BDD31A-A9D3-4850-8EA7-D847FAB689A2}"/>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DF170553-71FB-4851-85A4-CD3F6CA46ED2}"/>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1DA986C4-EAD9-4306-B39F-B442206B2E0C}"/>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701DA3C4-0EDC-4258-9931-FF1FEA14595A}"/>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C015EDBB-1620-4BE2-94CA-218D0FF4C2E8}"/>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A1ECAC0C-2C51-4601-8A04-AA21F194E628}"/>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3BB70FEF-3608-4CA8-ADB9-99D4850976C4}"/>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FDE7C723-C294-443E-B145-16DD8BF0AD9B}"/>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EA947CB2-E3D1-4556-8D17-1C3ED6FC9BA2}"/>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2009226885"/>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6575E8C3-F827-42BD-9AF3-4EFCCF4C638B}"/>
              </a:ext>
            </a:extLst>
          </p:cNvPr>
          <p:cNvPicPr>
            <a:picLocks xmlns:a="http://schemas.openxmlformats.org/drawingml/2006/main" noChangeAspect="1"/>
          </p:cNvPicPr>
          <p:nvPr/>
        </p:nvPicPr>
        <p:blipFill>
          <a:blip xmlns:r="http://schemas.openxmlformats.org/officeDocument/2006/relationships" xmlns:a="http://schemas.openxmlformats.org/drawingml/2006/main" r:embed="R1c5b56750ab84a99"/>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5BF5DF33-B77E-4362-86BA-6FA2A809B878}"/>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042CC9DE-D276-4B9B-A813-5B876025D808}"/>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E302F1CC-9EE0-49BC-8740-530EBF635279}"/>
              </a:ext>
            </a:extLst>
          </p:cNvPr>
          <p:cNvSpPr>
            <a:spLocks xmlns:a="http://schemas.openxmlformats.org/drawingml/2006/main" noGrp="1"/>
          </p:cNvSpPr>
          <p:nvPr/>
        </p:nvSpPr>
        <p:spPr>
          <a:xfrm xmlns:a="http://schemas.openxmlformats.org/drawingml/2006/main">
            <a:off x="1066800" y="1163765"/>
            <a:ext cx="2631877"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rete 5G</a:t>
            </a:r>
          </a:p>
        </p:txBody>
      </p:sp>
      <p:sp>
        <p:nvSpPr>
          <p:cNvPr id="5" name="f48">
            <a:extLst xmlns:a="http://schemas.openxmlformats.org/drawingml/2006/main">
              <a:ext uri="{FF2B5EF4-FFF2-40B4-BE49-F238E27FC236}">
                <a16:creationId xmlns:a16="http://schemas.microsoft.com/office/drawing/2014/main" id="{8EE7EBDA-FDF5-4271-BCB0-FA7E57C3ACA7}"/>
              </a:ext>
            </a:extLst>
          </p:cNvPr>
          <p:cNvSpPr>
            <a:spLocks xmlns:a="http://schemas.openxmlformats.org/drawingml/2006/main" noGrp="1"/>
          </p:cNvSpPr>
          <p:nvPr/>
        </p:nvSpPr>
        <p:spPr>
          <a:xfrm xmlns:a="http://schemas.openxmlformats.org/drawingml/2006/main">
            <a:off x="1066800" y="1901095"/>
            <a:ext cx="72058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Le NF cooperano tramite protocolli e procedure standardizzati.</a:t>
            </a:r>
          </a:p>
        </p:txBody>
      </p:sp>
      <p:sp>
        <p:nvSpPr>
          <p:cNvPr id="6" name="f49">
            <a:extLst xmlns:a="http://schemas.openxmlformats.org/drawingml/2006/main">
              <a:ext uri="{FF2B5EF4-FFF2-40B4-BE49-F238E27FC236}">
                <a16:creationId xmlns:a16="http://schemas.microsoft.com/office/drawing/2014/main" id="{B54ED89F-0A29-44C2-A544-66E282AD59CA}"/>
              </a:ext>
            </a:extLst>
          </p:cNvPr>
          <p:cNvSpPr>
            <a:spLocks xmlns:a="http://schemas.openxmlformats.org/drawingml/2006/main" noGrp="1"/>
          </p:cNvSpPr>
          <p:nvPr/>
        </p:nvSpPr>
        <p:spPr>
          <a:xfrm xmlns:a="http://schemas.openxmlformats.org/drawingml/2006/main">
            <a:off x="1066800" y="2263045"/>
            <a:ext cx="98475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Per valutare i criteri di sicurezza occorre quindi valutare le funzioni e le loro interazioni</a:t>
            </a:r>
          </a:p>
        </p:txBody>
      </p:sp>
      <p:sp>
        <p:nvSpPr>
          <p:cNvPr id="7" name="f50">
            <a:extLst xmlns:a="http://schemas.openxmlformats.org/drawingml/2006/main">
              <a:ext uri="{FF2B5EF4-FFF2-40B4-BE49-F238E27FC236}">
                <a16:creationId xmlns:a16="http://schemas.microsoft.com/office/drawing/2014/main" id="{BDBDD52A-1A19-4054-A46E-740C2364662B}"/>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D0DF10A9-C446-4446-A9D8-3ABDC204CD09}"/>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5FE5354D-67B3-4AF9-B3A4-8EE2D2A9806E}"/>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F76867B3-619B-441F-B843-6DB037905D96}"/>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E1D5F7EF-E10C-4785-993F-38DE3974BFF6}"/>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B70BBEA1-3F11-483D-BC43-E6D8A9CF9535}"/>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88A31A96-D4A5-4949-AEA8-7A1019DD4884}"/>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D90071E9-6D1A-4EFF-BA69-6619C3D3435C}"/>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38229594-7FE9-4491-88CB-8EE8D6560FBF}"/>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8939E8B2-195F-4238-9FA9-0D33D2DC9591}"/>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2E2B0D6F-D77C-4834-9213-4AF0E5D29B70}"/>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CDFE7841-EFD6-4D5F-AAF7-A8755A3F31B8}"/>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28B9F215-C209-48FF-8A93-5430A96F3044}"/>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68975CAD-D220-468A-A662-EEF0FFB639EB}"/>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CFE67A19-1C49-446D-BE30-B7F73043B38D}"/>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07C14415-BFD7-4AD4-8259-5E18D99108DE}"/>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52A53392-95B8-4AD9-9EBA-D913798077AA}"/>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961672210"/>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CD8ADEA6-C6DC-466D-9C9A-0DD64672CC7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1° CONTRIBUTO</a:t>
            </a:r>
          </a:p>
        </p:txBody>
      </p:sp>
      <p:sp>
        <p:nvSpPr>
          <p:cNvPr id="2" name="f68">
            <a:extLst xmlns:a="http://schemas.openxmlformats.org/drawingml/2006/main">
              <a:ext uri="{FF2B5EF4-FFF2-40B4-BE49-F238E27FC236}">
                <a16:creationId xmlns:a16="http://schemas.microsoft.com/office/drawing/2014/main" id="{88292557-59F0-4876-8DED-7ECF9E588D7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C1F23252-DF3C-41AB-BADE-50722D233A12}"/>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0">
            <a:extLst xmlns:a="http://schemas.openxmlformats.org/drawingml/2006/main">
              <a:ext uri="{FF2B5EF4-FFF2-40B4-BE49-F238E27FC236}">
                <a16:creationId xmlns:a16="http://schemas.microsoft.com/office/drawing/2014/main" id="{95371814-766C-4314-8AEA-0591DC90299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Un linguaggio per selezionare i messaggi e descrivere i criteri di verifica.</a:t>
            </a:r>
          </a:p>
        </p:txBody>
      </p:sp>
      <p:sp>
        <p:nvSpPr>
          <p:cNvPr id="5" name="f103">
            <a:extLst xmlns:a="http://schemas.openxmlformats.org/drawingml/2006/main">
              <a:ext uri="{FF2B5EF4-FFF2-40B4-BE49-F238E27FC236}">
                <a16:creationId xmlns:a16="http://schemas.microsoft.com/office/drawing/2014/main" id="{5C61F781-8D08-4696-84CA-D1F3CB326F94}"/>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4">
            <a:extLst xmlns:a="http://schemas.openxmlformats.org/drawingml/2006/main">
              <a:ext uri="{FF2B5EF4-FFF2-40B4-BE49-F238E27FC236}">
                <a16:creationId xmlns:a16="http://schemas.microsoft.com/office/drawing/2014/main" id="{E154A881-E84E-4DED-9B09-945E1446E442}"/>
              </a:ext>
            </a:extLst>
          </p:cNvPr>
          <p:cNvSpPr>
            <a:spLocks xmlns:a="http://schemas.openxmlformats.org/drawingml/2006/main" noGrp="1"/>
          </p:cNvSpPr>
          <p:nvPr/>
        </p:nvSpPr>
        <p:spPr>
          <a:xfrm xmlns:a="http://schemas.openxmlformats.org/drawingml/2006/main">
            <a:off x="1066800" y="3381375"/>
            <a:ext cx="7239000" cy="4276725"/>
          </a:xfrm>
          <a:prstGeom xmlns:a="http://schemas.openxmlformats.org/drawingml/2006/main" prst="roundRect">
            <a:avLst>
              <a:gd name="adj" fmla="val 3563"/>
            </a:avLst>
          </a:prstGeom>
          <a:solidFill xmlns:a="http://schemas.openxmlformats.org/drawingml/2006/main">
            <a:srgbClr val="FFFFFF"/>
          </a:solidFill>
          <a:ln xmlns:a="http://schemas.openxmlformats.org/drawingml/2006/main" w="17145">
            <a:solidFill>
              <a:srgbClr val="D9E3EF"/>
            </a:solidFill>
            <a:prstDash val="solid"/>
          </a:ln>
        </p:spPr>
      </p:sp>
      <p:sp>
        <p:nvSpPr>
          <p:cNvPr id="7" name="f105">
            <a:extLst xmlns:a="http://schemas.openxmlformats.org/drawingml/2006/main">
              <a:ext uri="{FF2B5EF4-FFF2-40B4-BE49-F238E27FC236}">
                <a16:creationId xmlns:a16="http://schemas.microsoft.com/office/drawing/2014/main" id="{B05EBB37-7116-4CCD-A24B-FEB69F0E6703}"/>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6">
            <a:extLst xmlns:a="http://schemas.openxmlformats.org/drawingml/2006/main">
              <a:ext uri="{FF2B5EF4-FFF2-40B4-BE49-F238E27FC236}">
                <a16:creationId xmlns:a16="http://schemas.microsoft.com/office/drawing/2014/main" id="{B57B014C-07C6-4417-AC08-F68FC531D123}"/>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7">
            <a:extLst xmlns:a="http://schemas.openxmlformats.org/drawingml/2006/main">
              <a:ext uri="{FF2B5EF4-FFF2-40B4-BE49-F238E27FC236}">
                <a16:creationId xmlns:a16="http://schemas.microsoft.com/office/drawing/2014/main" id="{215DAC90-BC51-4255-88C3-97286224611E}"/>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08">
            <a:extLst xmlns:a="http://schemas.openxmlformats.org/drawingml/2006/main">
              <a:ext uri="{FF2B5EF4-FFF2-40B4-BE49-F238E27FC236}">
                <a16:creationId xmlns:a16="http://schemas.microsoft.com/office/drawing/2014/main" id="{153E6737-0912-4B75-88B8-6187EFC3EB89}"/>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09">
            <a:extLst xmlns:a="http://schemas.openxmlformats.org/drawingml/2006/main">
              <a:ext uri="{FF2B5EF4-FFF2-40B4-BE49-F238E27FC236}">
                <a16:creationId xmlns:a16="http://schemas.microsoft.com/office/drawing/2014/main" id="{4AB10B04-205C-4A24-B3E8-DC4C9E260D93}"/>
              </a:ext>
            </a:extLst>
          </p:cNvPr>
          <p:cNvSpPr>
            <a:spLocks xmlns:a="http://schemas.openxmlformats.org/drawingml/2006/main" noGrp="1"/>
          </p:cNvSpPr>
          <p:nvPr/>
        </p:nvSpPr>
        <p:spPr>
          <a:xfrm xmlns:a="http://schemas.openxmlformats.org/drawingml/2006/main">
            <a:off x="8382000" y="49530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0">
            <a:extLst xmlns:a="http://schemas.openxmlformats.org/drawingml/2006/main">
              <a:ext uri="{FF2B5EF4-FFF2-40B4-BE49-F238E27FC236}">
                <a16:creationId xmlns:a16="http://schemas.microsoft.com/office/drawing/2014/main" id="{C5698F18-91E2-4D59-9A90-98F12203C621}"/>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1">
            <a:extLst xmlns:a="http://schemas.openxmlformats.org/drawingml/2006/main">
              <a:ext uri="{FF2B5EF4-FFF2-40B4-BE49-F238E27FC236}">
                <a16:creationId xmlns:a16="http://schemas.microsoft.com/office/drawing/2014/main" id="{E8AA5743-2E61-49BB-A0E1-98ECFF8D1FE1}"/>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2">
            <a:extLst xmlns:a="http://schemas.openxmlformats.org/drawingml/2006/main">
              <a:ext uri="{FF2B5EF4-FFF2-40B4-BE49-F238E27FC236}">
                <a16:creationId xmlns:a16="http://schemas.microsoft.com/office/drawing/2014/main" id="{2918FDFF-6650-4641-A8EA-61A04A62CC5A}"/>
              </a:ext>
            </a:extLst>
          </p:cNvPr>
          <p:cNvSpPr>
            <a:spLocks xmlns:a="http://schemas.openxmlformats.org/drawingml/2006/main" noGrp="1"/>
          </p:cNvSpPr>
          <p:nvPr/>
        </p:nvSpPr>
        <p:spPr>
          <a:xfrm xmlns:a="http://schemas.openxmlformats.org/drawingml/2006/main">
            <a:off x="10001250" y="44291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3">
            <a:extLst xmlns:a="http://schemas.openxmlformats.org/drawingml/2006/main">
              <a:ext uri="{FF2B5EF4-FFF2-40B4-BE49-F238E27FC236}">
                <a16:creationId xmlns:a16="http://schemas.microsoft.com/office/drawing/2014/main" id="{5CD2BB03-96B7-48EB-B57F-3DFBD94D41F1}"/>
              </a:ext>
            </a:extLst>
          </p:cNvPr>
          <p:cNvSpPr>
            <a:spLocks xmlns:a="http://schemas.openxmlformats.org/drawingml/2006/main" noGrp="1"/>
          </p:cNvSpPr>
          <p:nvPr/>
        </p:nvSpPr>
        <p:spPr>
          <a:xfrm xmlns:a="http://schemas.openxmlformats.org/drawingml/2006/main">
            <a:off x="10191750" y="46767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4">
            <a:extLst xmlns:a="http://schemas.openxmlformats.org/drawingml/2006/main">
              <a:ext uri="{FF2B5EF4-FFF2-40B4-BE49-F238E27FC236}">
                <a16:creationId xmlns:a16="http://schemas.microsoft.com/office/drawing/2014/main" id="{5BD35901-A35E-4AEC-A56F-5D31D4867CAE}"/>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5">
            <a:extLst xmlns:a="http://schemas.openxmlformats.org/drawingml/2006/main">
              <a:ext uri="{FF2B5EF4-FFF2-40B4-BE49-F238E27FC236}">
                <a16:creationId xmlns:a16="http://schemas.microsoft.com/office/drawing/2014/main" id="{3B9EC7DB-E21A-4C23-9646-9962933F9E11}"/>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819393276"/>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AC308F9-9651-423C-B6A7-9059CA387304}"/>
              </a:ext>
            </a:extLst>
          </p:cNvPr>
          <p:cNvPicPr>
            <a:picLocks xmlns:a="http://schemas.openxmlformats.org/drawingml/2006/main" noChangeAspect="1"/>
          </p:cNvPicPr>
          <p:nvPr/>
        </p:nvPicPr>
        <p:blipFill>
          <a:blip xmlns:r="http://schemas.openxmlformats.org/officeDocument/2006/relationships" xmlns:a="http://schemas.openxmlformats.org/drawingml/2006/main" r:embed="R9f379bef18414eb7"/>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7">
            <a:extLst xmlns:a="http://schemas.openxmlformats.org/drawingml/2006/main">
              <a:ext uri="{FF2B5EF4-FFF2-40B4-BE49-F238E27FC236}">
                <a16:creationId xmlns:a16="http://schemas.microsoft.com/office/drawing/2014/main" id="{A12B0194-23E4-4393-8513-BBFC6CBA124A}"/>
              </a:ext>
            </a:extLst>
          </p:cNvPr>
          <p:cNvSpPr>
            <a:spLocks xmlns:a="http://schemas.openxmlformats.org/drawingml/2006/main" noGrp="1"/>
          </p:cNvSpPr>
          <p:nvPr/>
        </p:nvSpPr>
        <p:spPr>
          <a:xfrm xmlns:a="http://schemas.openxmlformats.org/drawingml/2006/main">
            <a:off x="1066800" y="733997"/>
            <a:ext cx="144021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2° CONTRIBUTO</a:t>
            </a:r>
          </a:p>
        </p:txBody>
      </p:sp>
      <p:sp>
        <p:nvSpPr>
          <p:cNvPr id="3" name="f118">
            <a:extLst xmlns:a="http://schemas.openxmlformats.org/drawingml/2006/main">
              <a:ext uri="{FF2B5EF4-FFF2-40B4-BE49-F238E27FC236}">
                <a16:creationId xmlns:a16="http://schemas.microsoft.com/office/drawing/2014/main" id="{E9CD10F7-10C9-4B00-82B2-536AC9DD16B7}"/>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19">
            <a:extLst xmlns:a="http://schemas.openxmlformats.org/drawingml/2006/main">
              <a:ext uri="{FF2B5EF4-FFF2-40B4-BE49-F238E27FC236}">
                <a16:creationId xmlns:a16="http://schemas.microsoft.com/office/drawing/2014/main" id="{D32923E3-09FA-406E-AC67-2E228AD441BD}"/>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0">
            <a:extLst xmlns:a="http://schemas.openxmlformats.org/drawingml/2006/main">
              <a:ext uri="{FF2B5EF4-FFF2-40B4-BE49-F238E27FC236}">
                <a16:creationId xmlns:a16="http://schemas.microsoft.com/office/drawing/2014/main" id="{7A84DB75-677F-4847-B64C-D107179CE07C}"/>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1">
            <a:extLst xmlns:a="http://schemas.openxmlformats.org/drawingml/2006/main">
              <a:ext uri="{FF2B5EF4-FFF2-40B4-BE49-F238E27FC236}">
                <a16:creationId xmlns:a16="http://schemas.microsoft.com/office/drawing/2014/main" id="{1C66E1F1-DBB9-4C76-8D70-D8751CC4BC7C}"/>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2">
            <a:extLst xmlns:a="http://schemas.openxmlformats.org/drawingml/2006/main">
              <a:ext uri="{FF2B5EF4-FFF2-40B4-BE49-F238E27FC236}">
                <a16:creationId xmlns:a16="http://schemas.microsoft.com/office/drawing/2014/main" id="{4BFAE904-14B6-45EC-87A8-1F4934754875}"/>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3">
            <a:extLst xmlns:a="http://schemas.openxmlformats.org/drawingml/2006/main">
              <a:ext uri="{FF2B5EF4-FFF2-40B4-BE49-F238E27FC236}">
                <a16:creationId xmlns:a16="http://schemas.microsoft.com/office/drawing/2014/main" id="{BF2F70CB-54B8-41B0-BBFD-BD0AAABEAE2A}"/>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4">
            <a:extLst xmlns:a="http://schemas.openxmlformats.org/drawingml/2006/main">
              <a:ext uri="{FF2B5EF4-FFF2-40B4-BE49-F238E27FC236}">
                <a16:creationId xmlns:a16="http://schemas.microsoft.com/office/drawing/2014/main" id="{97CEE9C7-D83D-452B-B53A-A4DA22A8307E}"/>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5">
            <a:extLst xmlns:a="http://schemas.openxmlformats.org/drawingml/2006/main">
              <a:ext uri="{FF2B5EF4-FFF2-40B4-BE49-F238E27FC236}">
                <a16:creationId xmlns:a16="http://schemas.microsoft.com/office/drawing/2014/main" id="{65D6918B-3351-4CAC-BEE3-F970550FFB53}"/>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6">
            <a:extLst xmlns:a="http://schemas.openxmlformats.org/drawingml/2006/main">
              <a:ext uri="{FF2B5EF4-FFF2-40B4-BE49-F238E27FC236}">
                <a16:creationId xmlns:a16="http://schemas.microsoft.com/office/drawing/2014/main" id="{C8D633BD-AD88-44B8-9B59-F7B2F9BA4846}"/>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7">
            <a:extLst xmlns:a="http://schemas.openxmlformats.org/drawingml/2006/main">
              <a:ext uri="{FF2B5EF4-FFF2-40B4-BE49-F238E27FC236}">
                <a16:creationId xmlns:a16="http://schemas.microsoft.com/office/drawing/2014/main" id="{B35C6E25-8A4C-454D-8CA5-61DF981400CF}"/>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28">
            <a:extLst xmlns:a="http://schemas.openxmlformats.org/drawingml/2006/main">
              <a:ext uri="{FF2B5EF4-FFF2-40B4-BE49-F238E27FC236}">
                <a16:creationId xmlns:a16="http://schemas.microsoft.com/office/drawing/2014/main" id="{50C20EE8-574F-42AF-B07D-6C87750C3041}"/>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29">
            <a:extLst xmlns:a="http://schemas.openxmlformats.org/drawingml/2006/main">
              <a:ext uri="{FF2B5EF4-FFF2-40B4-BE49-F238E27FC236}">
                <a16:creationId xmlns:a16="http://schemas.microsoft.com/office/drawing/2014/main" id="{BB81E9DC-DFBA-4E0C-8454-7FF95214CC2D}"/>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257938701"/>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0">
            <a:extLst xmlns:a="http://schemas.openxmlformats.org/drawingml/2006/main">
              <a:ext uri="{FF2B5EF4-FFF2-40B4-BE49-F238E27FC236}">
                <a16:creationId xmlns:a16="http://schemas.microsoft.com/office/drawing/2014/main" id="{02B68802-F137-4325-9222-63765BF1660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31">
            <a:extLst xmlns:a="http://schemas.openxmlformats.org/drawingml/2006/main">
              <a:ext uri="{FF2B5EF4-FFF2-40B4-BE49-F238E27FC236}">
                <a16:creationId xmlns:a16="http://schemas.microsoft.com/office/drawing/2014/main" id="{B38F6671-5870-43F7-A32E-1A29F2AB0C4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2">
            <a:extLst xmlns:a="http://schemas.openxmlformats.org/drawingml/2006/main">
              <a:ext uri="{FF2B5EF4-FFF2-40B4-BE49-F238E27FC236}">
                <a16:creationId xmlns:a16="http://schemas.microsoft.com/office/drawing/2014/main" id="{3DB040BD-5D8B-4C59-813A-D1B837B443D7}"/>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3">
            <a:extLst xmlns:a="http://schemas.openxmlformats.org/drawingml/2006/main">
              <a:ext uri="{FF2B5EF4-FFF2-40B4-BE49-F238E27FC236}">
                <a16:creationId xmlns:a16="http://schemas.microsoft.com/office/drawing/2014/main" id="{9E98D249-7FFC-4DE6-B0AD-2A2CA8D663A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Verdetti sulle catture originali confrontati con gli esiti attesi.</a:t>
            </a:r>
          </a:p>
        </p:txBody>
      </p:sp>
      <p:graphicFrame>
        <p:nvGraphicFramePr>
          <p:cNvPr id="5" name="">
            <a:extLst xmlns:a="http://schemas.openxmlformats.org/drawingml/2006/main">
              <a:ext uri="{FF2B5EF4-FFF2-40B4-BE49-F238E27FC236}">
                <a16:creationId xmlns:a16="http://schemas.microsoft.com/office/drawing/2014/main" id="{7262E0EC-BD76-47A5-A25E-08603C6EE300}"/>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5">
            <a:extLst xmlns:a="http://schemas.openxmlformats.org/drawingml/2006/main">
              <a:ext uri="{FF2B5EF4-FFF2-40B4-BE49-F238E27FC236}">
                <a16:creationId xmlns:a16="http://schemas.microsoft.com/office/drawing/2014/main" id="{A46B5714-0F67-4EE2-9271-68836177BDFF}"/>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6">
            <a:extLst xmlns:a="http://schemas.openxmlformats.org/drawingml/2006/main">
              <a:ext uri="{FF2B5EF4-FFF2-40B4-BE49-F238E27FC236}">
                <a16:creationId xmlns:a16="http://schemas.microsoft.com/office/drawing/2014/main" id="{AFAE871E-B529-4BB3-894A-03935CEE3234}"/>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7">
            <a:extLst xmlns:a="http://schemas.openxmlformats.org/drawingml/2006/main">
              <a:ext uri="{FF2B5EF4-FFF2-40B4-BE49-F238E27FC236}">
                <a16:creationId xmlns:a16="http://schemas.microsoft.com/office/drawing/2014/main" id="{F3ADFDA7-5160-47C2-B3AD-9B8F76797A8F}"/>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38">
            <a:extLst xmlns:a="http://schemas.openxmlformats.org/drawingml/2006/main">
              <a:ext uri="{FF2B5EF4-FFF2-40B4-BE49-F238E27FC236}">
                <a16:creationId xmlns:a16="http://schemas.microsoft.com/office/drawing/2014/main" id="{1903A85A-7D15-4314-A84B-3A8B2128754A}"/>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39">
            <a:extLst xmlns:a="http://schemas.openxmlformats.org/drawingml/2006/main">
              <a:ext uri="{FF2B5EF4-FFF2-40B4-BE49-F238E27FC236}">
                <a16:creationId xmlns:a16="http://schemas.microsoft.com/office/drawing/2014/main" id="{4A2D6B34-2F31-4C28-93AF-E7F5F81DB039}"/>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0">
            <a:extLst xmlns:a="http://schemas.openxmlformats.org/drawingml/2006/main">
              <a:ext uri="{FF2B5EF4-FFF2-40B4-BE49-F238E27FC236}">
                <a16:creationId xmlns:a16="http://schemas.microsoft.com/office/drawing/2014/main" id="{6D343CD1-9A22-4754-9EA5-27C5E871B26A}"/>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1">
            <a:extLst xmlns:a="http://schemas.openxmlformats.org/drawingml/2006/main">
              <a:ext uri="{FF2B5EF4-FFF2-40B4-BE49-F238E27FC236}">
                <a16:creationId xmlns:a16="http://schemas.microsoft.com/office/drawing/2014/main" id="{F3889260-17FB-4AE4-B33B-3E6972FA3A89}"/>
              </a:ext>
            </a:extLst>
          </p:cNvPr>
          <p:cNvSpPr>
            <a:spLocks xmlns:a="http://schemas.openxmlformats.org/drawingml/2006/main" noGrp="1"/>
          </p:cNvSpPr>
          <p:nvPr/>
        </p:nvSpPr>
        <p:spPr>
          <a:xfrm xmlns:a="http://schemas.openxmlformats.org/drawingml/2006/main">
            <a:off x="1066800" y="798195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1004324616"/>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2">
            <a:extLst xmlns:a="http://schemas.openxmlformats.org/drawingml/2006/main">
              <a:ext uri="{FF2B5EF4-FFF2-40B4-BE49-F238E27FC236}">
                <a16:creationId xmlns:a16="http://schemas.microsoft.com/office/drawing/2014/main" id="{FAE84D9B-4533-457A-ACB1-4CFFBCB6F928}"/>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43">
            <a:extLst xmlns:a="http://schemas.openxmlformats.org/drawingml/2006/main">
              <a:ext uri="{FF2B5EF4-FFF2-40B4-BE49-F238E27FC236}">
                <a16:creationId xmlns:a16="http://schemas.microsoft.com/office/drawing/2014/main" id="{E940BB28-2915-4B3F-87D5-2664F44CB464}"/>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4">
            <a:extLst xmlns:a="http://schemas.openxmlformats.org/drawingml/2006/main">
              <a:ext uri="{FF2B5EF4-FFF2-40B4-BE49-F238E27FC236}">
                <a16:creationId xmlns:a16="http://schemas.microsoft.com/office/drawing/2014/main" id="{517110F0-F8BF-4118-BFFE-7E3778B30CA5}"/>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5">
            <a:extLst xmlns:a="http://schemas.openxmlformats.org/drawingml/2006/main">
              <a:ext uri="{FF2B5EF4-FFF2-40B4-BE49-F238E27FC236}">
                <a16:creationId xmlns:a16="http://schemas.microsoft.com/office/drawing/2014/main" id="{C6D95EBD-E461-4B54-BC2B-FC82E1E33EE6}"/>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Stesse regole e stesso sistema, su evidenze modificate in modo controllato.</a:t>
            </a:r>
          </a:p>
        </p:txBody>
      </p:sp>
      <p:sp>
        <p:nvSpPr>
          <p:cNvPr id="5" name="f146">
            <a:extLst xmlns:a="http://schemas.openxmlformats.org/drawingml/2006/main">
              <a:ext uri="{FF2B5EF4-FFF2-40B4-BE49-F238E27FC236}">
                <a16:creationId xmlns:a16="http://schemas.microsoft.com/office/drawing/2014/main" id="{542E68A1-A13E-4A6E-B1FC-DE278B495DBD}"/>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 name="f147">
            <a:extLst xmlns:a="http://schemas.openxmlformats.org/drawingml/2006/main">
              <a:ext uri="{FF2B5EF4-FFF2-40B4-BE49-F238E27FC236}">
                <a16:creationId xmlns:a16="http://schemas.microsoft.com/office/drawing/2014/main" id="{79DAFEEE-837D-4316-A1D9-9849888D73FD}"/>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7" name="f148">
            <a:extLst xmlns:a="http://schemas.openxmlformats.org/drawingml/2006/main">
              <a:ext uri="{FF2B5EF4-FFF2-40B4-BE49-F238E27FC236}">
                <a16:creationId xmlns:a16="http://schemas.microsoft.com/office/drawing/2014/main" id="{23B54C86-3E35-4D23-A2F5-0B43F53F3C00}"/>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8" name="f149">
            <a:extLst xmlns:a="http://schemas.openxmlformats.org/drawingml/2006/main">
              <a:ext uri="{FF2B5EF4-FFF2-40B4-BE49-F238E27FC236}">
                <a16:creationId xmlns:a16="http://schemas.microsoft.com/office/drawing/2014/main" id="{28A1F048-6BAE-47F7-9D90-77FF3DE18793}"/>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9" name="f150">
            <a:extLst xmlns:a="http://schemas.openxmlformats.org/drawingml/2006/main">
              <a:ext uri="{FF2B5EF4-FFF2-40B4-BE49-F238E27FC236}">
                <a16:creationId xmlns:a16="http://schemas.microsoft.com/office/drawing/2014/main" id="{E56F0C01-7B21-49BB-A9A8-7C0225FC2232}"/>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10" name="f151">
            <a:extLst xmlns:a="http://schemas.openxmlformats.org/drawingml/2006/main">
              <a:ext uri="{FF2B5EF4-FFF2-40B4-BE49-F238E27FC236}">
                <a16:creationId xmlns:a16="http://schemas.microsoft.com/office/drawing/2014/main" id="{7EA61ED8-5D5A-4847-BA1C-D281298946D0}"/>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11" name="f152">
            <a:extLst xmlns:a="http://schemas.openxmlformats.org/drawingml/2006/main">
              <a:ext uri="{FF2B5EF4-FFF2-40B4-BE49-F238E27FC236}">
                <a16:creationId xmlns:a16="http://schemas.microsoft.com/office/drawing/2014/main" id="{D11748A5-9A5B-4F65-96CB-1B1A6BF320C2}"/>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2" name="f153">
            <a:extLst xmlns:a="http://schemas.openxmlformats.org/drawingml/2006/main">
              <a:ext uri="{FF2B5EF4-FFF2-40B4-BE49-F238E27FC236}">
                <a16:creationId xmlns:a16="http://schemas.microsoft.com/office/drawing/2014/main" id="{974D1534-78C1-4654-B544-9CFA33E1AAC5}"/>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13" name="f154">
            <a:extLst xmlns:a="http://schemas.openxmlformats.org/drawingml/2006/main">
              <a:ext uri="{FF2B5EF4-FFF2-40B4-BE49-F238E27FC236}">
                <a16:creationId xmlns:a16="http://schemas.microsoft.com/office/drawing/2014/main" id="{30FB1C78-4BF9-4C99-BC3E-D3D59336F81A}"/>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4" name="f155">
            <a:extLst xmlns:a="http://schemas.openxmlformats.org/drawingml/2006/main">
              <a:ext uri="{FF2B5EF4-FFF2-40B4-BE49-F238E27FC236}">
                <a16:creationId xmlns:a16="http://schemas.microsoft.com/office/drawing/2014/main" id="{2B8A4262-44E6-4D7E-AE6D-4E5A0ED2FC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15" name="f156">
            <a:extLst xmlns:a="http://schemas.openxmlformats.org/drawingml/2006/main">
              <a:ext uri="{FF2B5EF4-FFF2-40B4-BE49-F238E27FC236}">
                <a16:creationId xmlns:a16="http://schemas.microsoft.com/office/drawing/2014/main" id="{0EE0B4C8-6E54-4025-A295-6B6155B3D2E8}"/>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16" name="f157">
            <a:extLst xmlns:a="http://schemas.openxmlformats.org/drawingml/2006/main">
              <a:ext uri="{FF2B5EF4-FFF2-40B4-BE49-F238E27FC236}">
                <a16:creationId xmlns:a16="http://schemas.microsoft.com/office/drawing/2014/main" id="{817729EF-6BC3-4ED4-8E9B-913D13211103}"/>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17" name="f158">
            <a:extLst xmlns:a="http://schemas.openxmlformats.org/drawingml/2006/main">
              <a:ext uri="{FF2B5EF4-FFF2-40B4-BE49-F238E27FC236}">
                <a16:creationId xmlns:a16="http://schemas.microsoft.com/office/drawing/2014/main" id="{4CF83769-7222-44AB-8AFA-1D0D21F464B2}"/>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18" name="f159">
            <a:extLst xmlns:a="http://schemas.openxmlformats.org/drawingml/2006/main">
              <a:ext uri="{FF2B5EF4-FFF2-40B4-BE49-F238E27FC236}">
                <a16:creationId xmlns:a16="http://schemas.microsoft.com/office/drawing/2014/main" id="{881383A0-BC12-42DC-A792-E717B34FD9B2}"/>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19" name="f160">
            <a:extLst xmlns:a="http://schemas.openxmlformats.org/drawingml/2006/main">
              <a:ext uri="{FF2B5EF4-FFF2-40B4-BE49-F238E27FC236}">
                <a16:creationId xmlns:a16="http://schemas.microsoft.com/office/drawing/2014/main" id="{A5762339-2D90-4801-B941-9EA12D960F27}"/>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0" name="f161">
            <a:extLst xmlns:a="http://schemas.openxmlformats.org/drawingml/2006/main">
              <a:ext uri="{FF2B5EF4-FFF2-40B4-BE49-F238E27FC236}">
                <a16:creationId xmlns:a16="http://schemas.microsoft.com/office/drawing/2014/main" id="{7AA446F9-328E-439A-A447-847AB0C2A61D}"/>
              </a:ext>
            </a:extLst>
          </p:cNvPr>
          <p:cNvSpPr>
            <a:spLocks xmlns:a="http://schemas.openxmlformats.org/drawingml/2006/main" noGrp="1"/>
          </p:cNvSpPr>
          <p:nvPr/>
        </p:nvSpPr>
        <p:spPr>
          <a:xfrm xmlns:a="http://schemas.openxmlformats.org/drawingml/2006/main">
            <a:off x="1228725"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1" name="f162">
            <a:extLst xmlns:a="http://schemas.openxmlformats.org/drawingml/2006/main">
              <a:ext uri="{FF2B5EF4-FFF2-40B4-BE49-F238E27FC236}">
                <a16:creationId xmlns:a16="http://schemas.microsoft.com/office/drawing/2014/main" id="{86D6AB1B-06A9-48FB-B1C3-A2104935D95C}"/>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2" name="f163">
            <a:extLst xmlns:a="http://schemas.openxmlformats.org/drawingml/2006/main">
              <a:ext uri="{FF2B5EF4-FFF2-40B4-BE49-F238E27FC236}">
                <a16:creationId xmlns:a16="http://schemas.microsoft.com/office/drawing/2014/main" id="{48DD45E2-9557-48FD-AECF-6DBB15E5EC2A}"/>
              </a:ext>
            </a:extLst>
          </p:cNvPr>
          <p:cNvSpPr>
            <a:spLocks xmlns:a="http://schemas.openxmlformats.org/drawingml/2006/main" noGrp="1"/>
          </p:cNvSpPr>
          <p:nvPr/>
        </p:nvSpPr>
        <p:spPr>
          <a:xfrm xmlns:a="http://schemas.openxmlformats.org/drawingml/2006/main">
            <a:off x="3943350"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3" name="f164">
            <a:extLst xmlns:a="http://schemas.openxmlformats.org/drawingml/2006/main">
              <a:ext uri="{FF2B5EF4-FFF2-40B4-BE49-F238E27FC236}">
                <a16:creationId xmlns:a16="http://schemas.microsoft.com/office/drawing/2014/main" id="{A7D05815-7409-4546-8235-3CBFE0E8E759}"/>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4" name="f165">
            <a:extLst xmlns:a="http://schemas.openxmlformats.org/drawingml/2006/main">
              <a:ext uri="{FF2B5EF4-FFF2-40B4-BE49-F238E27FC236}">
                <a16:creationId xmlns:a16="http://schemas.microsoft.com/office/drawing/2014/main" id="{E0D433A7-D4FD-4681-A236-78B88BDC9649}"/>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5" name="f166">
            <a:extLst xmlns:a="http://schemas.openxmlformats.org/drawingml/2006/main">
              <a:ext uri="{FF2B5EF4-FFF2-40B4-BE49-F238E27FC236}">
                <a16:creationId xmlns:a16="http://schemas.microsoft.com/office/drawing/2014/main" id="{199DFA5F-F6D2-4D93-A100-2EF3CA379762}"/>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6" name="f167">
            <a:extLst xmlns:a="http://schemas.openxmlformats.org/drawingml/2006/main">
              <a:ext uri="{FF2B5EF4-FFF2-40B4-BE49-F238E27FC236}">
                <a16:creationId xmlns:a16="http://schemas.microsoft.com/office/drawing/2014/main" id="{508FFB0E-93F6-4CB6-A160-AF7258B1EAAE}"/>
              </a:ext>
            </a:extLst>
          </p:cNvPr>
          <p:cNvSpPr>
            <a:spLocks xmlns:a="http://schemas.openxmlformats.org/drawingml/2006/main" noGrp="1"/>
          </p:cNvSpPr>
          <p:nvPr/>
        </p:nvSpPr>
        <p:spPr>
          <a:xfrm xmlns:a="http://schemas.openxmlformats.org/drawingml/2006/main">
            <a:off x="137160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7" name="f168">
            <a:extLst xmlns:a="http://schemas.openxmlformats.org/drawingml/2006/main">
              <a:ext uri="{FF2B5EF4-FFF2-40B4-BE49-F238E27FC236}">
                <a16:creationId xmlns:a16="http://schemas.microsoft.com/office/drawing/2014/main" id="{FEDDC2AC-677B-485B-B016-C50C18AC83C9}"/>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8" name="f169">
            <a:extLst xmlns:a="http://schemas.openxmlformats.org/drawingml/2006/main">
              <a:ext uri="{FF2B5EF4-FFF2-40B4-BE49-F238E27FC236}">
                <a16:creationId xmlns:a16="http://schemas.microsoft.com/office/drawing/2014/main" id="{A25FCD55-EE3F-44A4-8769-4D5487F38499}"/>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9" name="f170">
            <a:extLst xmlns:a="http://schemas.openxmlformats.org/drawingml/2006/main">
              <a:ext uri="{FF2B5EF4-FFF2-40B4-BE49-F238E27FC236}">
                <a16:creationId xmlns:a16="http://schemas.microsoft.com/office/drawing/2014/main" id="{94A53E58-03AC-44AC-B207-1D2B5001901D}"/>
              </a:ext>
            </a:extLst>
          </p:cNvPr>
          <p:cNvSpPr>
            <a:spLocks xmlns:a="http://schemas.openxmlformats.org/drawingml/2006/main" noGrp="1"/>
          </p:cNvSpPr>
          <p:nvPr/>
        </p:nvSpPr>
        <p:spPr>
          <a:xfrm xmlns:a="http://schemas.openxmlformats.org/drawingml/2006/main">
            <a:off x="394335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30" name="f171">
            <a:extLst xmlns:a="http://schemas.openxmlformats.org/drawingml/2006/main">
              <a:ext uri="{FF2B5EF4-FFF2-40B4-BE49-F238E27FC236}">
                <a16:creationId xmlns:a16="http://schemas.microsoft.com/office/drawing/2014/main" id="{39CE3B35-A428-4BA5-B1F8-5FA761A449DD}"/>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1" name="f172">
            <a:extLst xmlns:a="http://schemas.openxmlformats.org/drawingml/2006/main">
              <a:ext uri="{FF2B5EF4-FFF2-40B4-BE49-F238E27FC236}">
                <a16:creationId xmlns:a16="http://schemas.microsoft.com/office/drawing/2014/main" id="{9C81D7A3-1C7E-4862-9985-D89C2A8D5C52}"/>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2" name="f173">
            <a:extLst xmlns:a="http://schemas.openxmlformats.org/drawingml/2006/main">
              <a:ext uri="{FF2B5EF4-FFF2-40B4-BE49-F238E27FC236}">
                <a16:creationId xmlns:a16="http://schemas.microsoft.com/office/drawing/2014/main" id="{2CEB84E7-C0E3-46B0-B122-0E932897A762}"/>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3" name="f174">
            <a:extLst xmlns:a="http://schemas.openxmlformats.org/drawingml/2006/main">
              <a:ext uri="{FF2B5EF4-FFF2-40B4-BE49-F238E27FC236}">
                <a16:creationId xmlns:a16="http://schemas.microsoft.com/office/drawing/2014/main" id="{F0A97875-7CDE-4149-B3D1-58285CBB00BB}"/>
              </a:ext>
            </a:extLst>
          </p:cNvPr>
          <p:cNvSpPr>
            <a:spLocks xmlns:a="http://schemas.openxmlformats.org/drawingml/2006/main" noGrp="1"/>
          </p:cNvSpPr>
          <p:nvPr/>
        </p:nvSpPr>
        <p:spPr>
          <a:xfrm xmlns:a="http://schemas.openxmlformats.org/drawingml/2006/main">
            <a:off x="6753225" y="6057900"/>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34" name="f175">
            <a:extLst xmlns:a="http://schemas.openxmlformats.org/drawingml/2006/main">
              <a:ext uri="{FF2B5EF4-FFF2-40B4-BE49-F238E27FC236}">
                <a16:creationId xmlns:a16="http://schemas.microsoft.com/office/drawing/2014/main" id="{D3D4F963-4FB8-4ADE-A558-FCD72E73495B}"/>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Selezione dei frame rilevanti da modificare</a:t>
            </a:r>
          </a:p>
        </p:txBody>
      </p:sp>
      <p:sp>
        <p:nvSpPr>
          <p:cNvPr id="35" name="f176">
            <a:extLst xmlns:a="http://schemas.openxmlformats.org/drawingml/2006/main">
              <a:ext uri="{FF2B5EF4-FFF2-40B4-BE49-F238E27FC236}">
                <a16:creationId xmlns:a16="http://schemas.microsoft.com/office/drawing/2014/main" id="{4BEF5EDE-5426-49BF-B692-9553EFDA265A}"/>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6" name="f177">
            <a:extLst xmlns:a="http://schemas.openxmlformats.org/drawingml/2006/main">
              <a:ext uri="{FF2B5EF4-FFF2-40B4-BE49-F238E27FC236}">
                <a16:creationId xmlns:a16="http://schemas.microsoft.com/office/drawing/2014/main" id="{A15C9C21-33AF-415C-BB6E-D8E851F25BA1}"/>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7" name="f178">
            <a:extLst xmlns:a="http://schemas.openxmlformats.org/drawingml/2006/main">
              <a:ext uri="{FF2B5EF4-FFF2-40B4-BE49-F238E27FC236}">
                <a16:creationId xmlns:a16="http://schemas.microsoft.com/office/drawing/2014/main" id="{C6427012-EBA2-4CE0-B0B5-F39A63F12AB9}"/>
              </a:ext>
            </a:extLst>
          </p:cNvPr>
          <p:cNvSpPr>
            <a:spLocks xmlns:a="http://schemas.openxmlformats.org/drawingml/2006/main" noGrp="1"/>
          </p:cNvSpPr>
          <p:nvPr/>
        </p:nvSpPr>
        <p:spPr>
          <a:xfrm xmlns:a="http://schemas.openxmlformats.org/drawingml/2006/main">
            <a:off x="7896225" y="5572125"/>
            <a:ext cx="2000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8" name="f179">
            <a:extLst xmlns:a="http://schemas.openxmlformats.org/drawingml/2006/main">
              <a:ext uri="{FF2B5EF4-FFF2-40B4-BE49-F238E27FC236}">
                <a16:creationId xmlns:a16="http://schemas.microsoft.com/office/drawing/2014/main" id="{AC12F035-4BCB-4BCA-963B-8D7444D7DF68}"/>
              </a:ext>
            </a:extLst>
          </p:cNvPr>
          <p:cNvSpPr>
            <a:spLocks xmlns:a="http://schemas.openxmlformats.org/drawingml/2006/main" noGrp="1"/>
          </p:cNvSpPr>
          <p:nvPr/>
        </p:nvSpPr>
        <p:spPr>
          <a:xfrm xmlns:a="http://schemas.openxmlformats.org/drawingml/2006/main">
            <a:off x="7724775" y="5486400"/>
            <a:ext cx="1714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39" name="f180">
            <a:extLst xmlns:a="http://schemas.openxmlformats.org/drawingml/2006/main">
              <a:ext uri="{FF2B5EF4-FFF2-40B4-BE49-F238E27FC236}">
                <a16:creationId xmlns:a16="http://schemas.microsoft.com/office/drawing/2014/main" id="{C0F6AF8A-6577-410A-AE59-79AC42662667}"/>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0" name="f181">
            <a:extLst xmlns:a="http://schemas.openxmlformats.org/drawingml/2006/main">
              <a:ext uri="{FF2B5EF4-FFF2-40B4-BE49-F238E27FC236}">
                <a16:creationId xmlns:a16="http://schemas.microsoft.com/office/drawing/2014/main" id="{5322EFDC-0981-48CE-A939-9BB258970E3A}"/>
              </a:ext>
            </a:extLst>
          </p:cNvPr>
          <p:cNvSpPr>
            <a:spLocks xmlns:a="http://schemas.openxmlformats.org/drawingml/2006/main" noGrp="1"/>
          </p:cNvSpPr>
          <p:nvPr/>
        </p:nvSpPr>
        <p:spPr>
          <a:xfrm xmlns:a="http://schemas.openxmlformats.org/drawingml/2006/main">
            <a:off x="6753225" y="4362450"/>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41" name="f182">
            <a:extLst xmlns:a="http://schemas.openxmlformats.org/drawingml/2006/main">
              <a:ext uri="{FF2B5EF4-FFF2-40B4-BE49-F238E27FC236}">
                <a16:creationId xmlns:a16="http://schemas.microsoft.com/office/drawing/2014/main" id="{53F69048-7F86-465E-BE72-19AF885B8E5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2" name="f183">
            <a:extLst xmlns:a="http://schemas.openxmlformats.org/drawingml/2006/main">
              <a:ext uri="{FF2B5EF4-FFF2-40B4-BE49-F238E27FC236}">
                <a16:creationId xmlns:a16="http://schemas.microsoft.com/office/drawing/2014/main" id="{25537E6E-6D56-4625-969A-6249D127D949}"/>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3" name="f184">
            <a:extLst xmlns:a="http://schemas.openxmlformats.org/drawingml/2006/main">
              <a:ext uri="{FF2B5EF4-FFF2-40B4-BE49-F238E27FC236}">
                <a16:creationId xmlns:a16="http://schemas.microsoft.com/office/drawing/2014/main" id="{0C955191-543C-4881-BD76-790AB1E38FD1}"/>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4" name="f185">
            <a:extLst xmlns:a="http://schemas.openxmlformats.org/drawingml/2006/main">
              <a:ext uri="{FF2B5EF4-FFF2-40B4-BE49-F238E27FC236}">
                <a16:creationId xmlns:a16="http://schemas.microsoft.com/office/drawing/2014/main" id="{148D418F-E4BB-492A-B8F5-A55BF01573BD}"/>
              </a:ext>
            </a:extLst>
          </p:cNvPr>
          <p:cNvSpPr>
            <a:spLocks xmlns:a="http://schemas.openxmlformats.org/drawingml/2006/main" noGrp="1"/>
          </p:cNvSpPr>
          <p:nvPr/>
        </p:nvSpPr>
        <p:spPr>
          <a:xfrm xmlns:a="http://schemas.openxmlformats.org/drawingml/2006/main">
            <a:off x="5105400" y="4724400"/>
            <a:ext cx="11430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45" name="f186">
            <a:extLst xmlns:a="http://schemas.openxmlformats.org/drawingml/2006/main">
              <a:ext uri="{FF2B5EF4-FFF2-40B4-BE49-F238E27FC236}">
                <a16:creationId xmlns:a16="http://schemas.microsoft.com/office/drawing/2014/main" id="{2041356C-CEC8-4538-B207-67477330066F}"/>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6" name="">
            <a:extLst xmlns:a="http://schemas.openxmlformats.org/drawingml/2006/main">
              <a:ext uri="{FF2B5EF4-FFF2-40B4-BE49-F238E27FC236}">
                <a16:creationId xmlns:a16="http://schemas.microsoft.com/office/drawing/2014/main" id="{2574253D-69D1-46E1-BFDA-1B35A9B08D0C}"/>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88">
            <a:extLst xmlns:a="http://schemas.openxmlformats.org/drawingml/2006/main">
              <a:ext uri="{FF2B5EF4-FFF2-40B4-BE49-F238E27FC236}">
                <a16:creationId xmlns:a16="http://schemas.microsoft.com/office/drawing/2014/main" id="{C5A25857-740E-432B-A15C-63403E46EB36}"/>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8" name="f189">
            <a:extLst xmlns:a="http://schemas.openxmlformats.org/drawingml/2006/main">
              <a:ext uri="{FF2B5EF4-FFF2-40B4-BE49-F238E27FC236}">
                <a16:creationId xmlns:a16="http://schemas.microsoft.com/office/drawing/2014/main" id="{51C27A74-1F2D-4863-866B-AB870A97AC79}"/>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6320235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2026-10-28T16:37:52.4410000Z</dcterms:created>
  <dcterms:modified xsi:type="dcterms:W3CDTF">2026-10-28T16:37:52.4410000Z</dcterms:modified>
</coreProperties>
</file>