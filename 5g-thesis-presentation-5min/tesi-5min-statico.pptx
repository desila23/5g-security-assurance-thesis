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d98f2bad6d4aea" /><Relationship Type="http://schemas.openxmlformats.org/officeDocument/2006/relationships/extended-properties" Target="/docProps/app.xml" Id="Rde52d831a9444d61" /><Relationship Type="http://schemas.openxmlformats.org/officeDocument/2006/relationships/officeDocument" Target="/ppt/presentation.xml" Id="R1a26afa2d3b549d9" /></Relationships>
</file>

<file path=ppt/presentation.xml><?xml version="1.0" encoding="utf-8"?>
<p:presentation xmlns:p="http://schemas.openxmlformats.org/presentationml/2006/main">
  <p:sldMasterIdLst>
    <p:sldMasterId xmlns:r="http://schemas.openxmlformats.org/officeDocument/2006/relationships" id="2147483648" r:id="Rc9a03ea16857466e"/>
  </p:sldMasterIdLst>
  <p:notesMasterIdLst>
    <p:notesMasterId xmlns:r="http://schemas.openxmlformats.org/officeDocument/2006/relationships" r:id="R335d0ebf525a4447"/>
  </p:notesMasterIdLst>
  <p:sldIdLst>
    <p:sldId xmlns:r="http://schemas.openxmlformats.org/officeDocument/2006/relationships" id="256" r:id="R07fce34d24e54e88"/>
    <p:sldId xmlns:r="http://schemas.openxmlformats.org/officeDocument/2006/relationships" id="257" r:id="Rf943c923a7774e50"/>
    <p:sldId xmlns:r="http://schemas.openxmlformats.org/officeDocument/2006/relationships" id="258" r:id="Re7a983aa8876476e"/>
    <p:sldId xmlns:r="http://schemas.openxmlformats.org/officeDocument/2006/relationships" id="259" r:id="Rdd822fe2b47d4d43"/>
    <p:sldId xmlns:r="http://schemas.openxmlformats.org/officeDocument/2006/relationships" id="260" r:id="Ref38538bd830463a"/>
    <p:sldId xmlns:r="http://schemas.openxmlformats.org/officeDocument/2006/relationships" id="261" r:id="R2954225013c747d4"/>
    <p:sldId xmlns:r="http://schemas.openxmlformats.org/officeDocument/2006/relationships" id="262" r:id="R8f5c57497653437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a0fb58bff74865" /><Relationship Type="http://schemas.openxmlformats.org/officeDocument/2006/relationships/slideMaster" Target="/ppt/slideMasters/slideMaster1.xml" Id="Rc9a03ea16857466e" /><Relationship Type="http://schemas.openxmlformats.org/officeDocument/2006/relationships/notesMaster" Target="/ppt/notesMasters/notesMaster1.xml" Id="R335d0ebf525a4447" /><Relationship Type="http://schemas.openxmlformats.org/officeDocument/2006/relationships/presProps" Target="/ppt/presProps.xml" Id="Rab860888c38e4a13" /><Relationship Type="http://schemas.openxmlformats.org/officeDocument/2006/relationships/tableStyles" Target="/ppt/tableStyles.xml" Id="R16454730a12441ee" /><Relationship Type="http://schemas.openxmlformats.org/officeDocument/2006/relationships/slide" Target="/ppt/slides/slide1.xml" Id="R07fce34d24e54e88" /><Relationship Type="http://schemas.openxmlformats.org/officeDocument/2006/relationships/slide" Target="/ppt/slides/slide2.xml" Id="Rf943c923a7774e50" /><Relationship Type="http://schemas.openxmlformats.org/officeDocument/2006/relationships/slide" Target="/ppt/slides/slide3.xml" Id="Re7a983aa8876476e" /><Relationship Type="http://schemas.openxmlformats.org/officeDocument/2006/relationships/slide" Target="/ppt/slides/slide4.xml" Id="Rdd822fe2b47d4d43" /><Relationship Type="http://schemas.openxmlformats.org/officeDocument/2006/relationships/slide" Target="/ppt/slides/slide5.xml" Id="Ref38538bd830463a" /><Relationship Type="http://schemas.openxmlformats.org/officeDocument/2006/relationships/slide" Target="/ppt/slides/slide6.xml" Id="R2954225013c747d4" /><Relationship Type="http://schemas.openxmlformats.org/officeDocument/2006/relationships/slide" Target="/ppt/slides/slide7.xml" Id="R8f5c5749765343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ea3f5172424d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7bbf54575a41be" /><Relationship Type="http://schemas.openxmlformats.org/officeDocument/2006/relationships/notesMaster" Target="/ppt/notesMasters/notesMaster1.xml" Id="Raabcc8254d2147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bd83ed28c1406f" /><Relationship Type="http://schemas.openxmlformats.org/officeDocument/2006/relationships/notesMaster" Target="/ppt/notesMasters/notesMaster1.xml" Id="R1e3857d0f4a54a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1af987c8a54cba" /><Relationship Type="http://schemas.openxmlformats.org/officeDocument/2006/relationships/notesMaster" Target="/ppt/notesMasters/notesMaster1.xml" Id="R959976fde9744f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fb17f2c0634389" /><Relationship Type="http://schemas.openxmlformats.org/officeDocument/2006/relationships/notesMaster" Target="/ppt/notesMasters/notesMaster1.xml" Id="R09105388e62941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f4d505da754de1" /><Relationship Type="http://schemas.openxmlformats.org/officeDocument/2006/relationships/notesMaster" Target="/ppt/notesMasters/notesMaster1.xml" Id="R124ff497bb6b44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a8b7f965fe4cfb" /><Relationship Type="http://schemas.openxmlformats.org/officeDocument/2006/relationships/notesMaster" Target="/ppt/notesMasters/notesMaster1.xml" Id="Raab2a49faac440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5b3dac0f4f174bfb" /><Relationship Type="http://schemas.openxmlformats.org/officeDocument/2006/relationships/notesMaster" Target="/ppt/notesMasters/notesMaster1.xml" Id="R22d25a0cc2f449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e9e215c0e846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28de8d120c476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9fe99183524e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7d9215bf71649e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1f51584080f47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14c45d8144147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EC20B4-2969-41EE-8B37-77440FF5B47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55CE1B1-00FB-41A7-8F7F-1FA0754EA09B}"/>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B0E8C9-A108-4C2C-8DD8-A810526B51DF}"/>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E0CCA4-E384-44FA-9F0B-BD20C13C09C4}"/>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22AC889-5AFB-47D7-BB20-F656999EA961}"/>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4E3200-0AD4-438B-9E1F-979702ECF0B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C7A0EA-5A1D-49CC-9CB6-42CCD904251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254CABD-AE09-400E-85BE-050611654385}"/>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55BAF0-1DCC-433C-BA1F-612092D5F4F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116FE8-A480-4F6C-97E8-8AF76DBED865}"/>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74da87027742c2" /><Relationship Type="http://schemas.openxmlformats.org/officeDocument/2006/relationships/slideLayout" Target="/ppt/slideLayouts/slideLayout1.xml" Id="R858fa8fe78a540cc" /><Relationship Type="http://schemas.openxmlformats.org/officeDocument/2006/relationships/slideLayout" Target="/ppt/slideLayouts/slideLayout2.xml" Id="R659360ab6eb1440a" /><Relationship Type="http://schemas.openxmlformats.org/officeDocument/2006/relationships/slideLayout" Target="/ppt/slideLayouts/slideLayout3.xml" Id="R69184f7349424297" /><Relationship Type="http://schemas.openxmlformats.org/officeDocument/2006/relationships/slideLayout" Target="/ppt/slideLayouts/slideLayout4.xml" Id="R8230d9cf907643da" /><Relationship Type="http://schemas.openxmlformats.org/officeDocument/2006/relationships/slideLayout" Target="/ppt/slideLayouts/slideLayout5.xml" Id="Rffcae840cf9742df" /><Relationship Type="http://schemas.openxmlformats.org/officeDocument/2006/relationships/slideLayout" Target="/ppt/slideLayouts/slideLayout6.xml" Id="R81a1a620cdbe45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8fa8fe78a540cc"/>
    <p:sldLayoutId xmlns:r="http://schemas.openxmlformats.org/officeDocument/2006/relationships" id="2147483650" r:id="R659360ab6eb1440a"/>
    <p:sldLayoutId xmlns:r="http://schemas.openxmlformats.org/officeDocument/2006/relationships" id="2147483651" r:id="R69184f7349424297"/>
    <p:sldLayoutId xmlns:r="http://schemas.openxmlformats.org/officeDocument/2006/relationships" id="2147483652" r:id="R8230d9cf907643da"/>
    <p:sldLayoutId xmlns:r="http://schemas.openxmlformats.org/officeDocument/2006/relationships" id="2147483653" r:id="Rffcae840cf9742df"/>
    <p:sldLayoutId xmlns:r="http://schemas.openxmlformats.org/officeDocument/2006/relationships" id="2147483654" r:id="R81a1a620cdbe45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022365b0ac4b77" /><Relationship Type="http://schemas.openxmlformats.org/officeDocument/2006/relationships/image" Target="/ppt/media/image.png" Id="R2d63f5637ce44d3e" /><Relationship Type="http://schemas.openxmlformats.org/officeDocument/2006/relationships/notesSlide" Target="/ppt/notesSlides/notesSlide1.xml" Id="R6ef72f35782d49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2d237dea9b04bbe" /><Relationship Type="http://schemas.openxmlformats.org/officeDocument/2006/relationships/notesSlide" Target="/ppt/notesSlides/notesSlide2.xml" Id="Rd138b0a787d64f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1e252f9ca04b05" /><Relationship Type="http://schemas.openxmlformats.org/officeDocument/2006/relationships/image" Target="/ppt/media/image2.png" Id="Ra8e0551fe56e43f0" /><Relationship Type="http://schemas.openxmlformats.org/officeDocument/2006/relationships/notesSlide" Target="/ppt/notesSlides/notesSlide3.xml" Id="R73194884e59147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3b6dae547b349e7" /><Relationship Type="http://schemas.openxmlformats.org/officeDocument/2006/relationships/notesSlide" Target="/ppt/notesSlides/notesSlide4.xml" Id="Rd033bda16d3841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6bd1c0216b4c3f" /><Relationship Type="http://schemas.openxmlformats.org/officeDocument/2006/relationships/image" Target="/ppt/media/image3.png" Id="Rf4b37f7578494f9b" /><Relationship Type="http://schemas.openxmlformats.org/officeDocument/2006/relationships/notesSlide" Target="/ppt/notesSlides/notesSlide5.xml" Id="R394385d9dd7f48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e713f9799e4333" /><Relationship Type="http://schemas.openxmlformats.org/officeDocument/2006/relationships/notesSlide" Target="/ppt/notesSlides/notesSlide6.xml" Id="R8510937af2304d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5b81479439b44c1" /><Relationship Type="http://schemas.openxmlformats.org/officeDocument/2006/relationships/notesSlide" Target="/ppt/notesSlides/notesSlide7.xml" Id="R700b85c44ae24660"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350D251C-EE3D-4522-9ABA-6DBB6F89AAF1}"/>
              </a:ext>
            </a:extLst>
          </p:cNvPr>
          <p:cNvPicPr>
            <a:picLocks xmlns:a="http://schemas.openxmlformats.org/drawingml/2006/main" noChangeAspect="1"/>
          </p:cNvPicPr>
          <p:nvPr/>
        </p:nvPicPr>
        <p:blipFill>
          <a:blip xmlns:r="http://schemas.openxmlformats.org/officeDocument/2006/relationships" xmlns:a="http://schemas.openxmlformats.org/drawingml/2006/main" r:embed="R2d63f5637ce44d3e"/>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837CA3D0-3017-4BF3-9C41-2DF22EFE7E0F}"/>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FE0D32E0-812C-4A53-B7FF-8FE000520777}"/>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375DDE56-A61C-445D-8409-2C37E37EE7D1}"/>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70C5113F-1649-4C08-8775-269B8A40F09D}"/>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517676F4-2F86-4D68-BCCD-F60153802C91}"/>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544FB8D3-0E9F-4D83-8AC7-2B36676BF299}"/>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2F9A7DBC-690E-4812-B0FE-8B587A3F0F05}"/>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8C4BFF19-E256-4503-838F-E628649EDBF4}"/>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E6E01563-97D9-4F65-8AE6-7A46BB74DB85}"/>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5162F518-FDEE-4463-BA2C-F6A46C45927A}"/>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77323399-B60F-46C9-AE92-6845D6D418C8}"/>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93D23B5F-170B-40B9-A7A0-89D22951BEF2}"/>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2583CB11-DB60-4261-98F5-8DB2D9C58398}"/>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AA11CFFD-2458-4E61-979B-8143CD17EE2E}"/>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A9AE0CBD-5431-4863-A4DC-3A901BF96AE1}"/>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B2D70A4A-FC99-493E-A11E-FAD49B056407}"/>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126EB52B-C181-4ACE-8C44-51718BA0DAA7}"/>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168C3727-6796-4423-AC61-04FF336037CB}"/>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D08D468-6E5A-4D96-AE0A-8BA89B98F8A0}"/>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744321142"/>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62570958-586B-49CE-AC66-D9FE9DA67AE3}"/>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2A7D9506-8F4C-41F4-BC01-22FDC6491284}"/>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60AB98BD-4B1D-4427-A612-9BECFB6E65D3}"/>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94A914AD-9E9F-4305-9EFD-89A4CD54F67E}"/>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62EACF9A-C57B-4FDA-B1FE-2EA240401595}"/>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489BFE3A-6297-49CC-9E8B-3CC7D08E4527}"/>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4574B24D-E1BC-4077-99C0-0CA5F409F155}"/>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F7F46016-5E75-49CB-B3FE-6BC6B8C491DC}"/>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8B4F4516-2375-42FB-8045-089EB4CE7899}"/>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08A53876-B2CA-42AB-A77D-8B4FDDB37115}"/>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D68EFDFF-8C6C-4230-BFCF-73F0D42E1345}"/>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391A96F9-D2DD-400F-8F23-75AD2B92F673}"/>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EDE5CA66-8256-424F-8DAC-05E8460DFE61}"/>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52632440-2C33-44D7-B92E-5942F7A10A17}"/>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6C7DB64C-35A5-4704-AD66-E540BDC4675D}"/>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9F414B2A-5A93-45E2-AE5A-45B2F94E4B6F}"/>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1C52070E-AF6A-4F18-907C-CA4C7B98AE99}"/>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FDC89246-E971-4A38-9609-50FF2DFA7C89}"/>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9270F574-5A2B-4DA2-8830-50A61AC612AB}"/>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C56D62E3-6A8C-402F-A76A-73AC4B05F679}"/>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8F8801BB-EC7E-4E4E-954E-CF96CD0AACF7}"/>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C93B46A9-9CFB-497B-A138-15387DF619E2}"/>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32A52FA9-65B0-425E-A8BF-C5EB7A81A32B}"/>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2063352064"/>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2C4DB6D7-DE71-4861-92DB-CF6A79693E7E}"/>
              </a:ext>
            </a:extLst>
          </p:cNvPr>
          <p:cNvPicPr>
            <a:picLocks xmlns:a="http://schemas.openxmlformats.org/drawingml/2006/main" noChangeAspect="1"/>
          </p:cNvPicPr>
          <p:nvPr/>
        </p:nvPicPr>
        <p:blipFill>
          <a:blip xmlns:r="http://schemas.openxmlformats.org/officeDocument/2006/relationships" xmlns:a="http://schemas.openxmlformats.org/drawingml/2006/main" r:embed="Ra8e0551fe56e43f0"/>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DEE054C-D21A-4FD2-A63B-0D1339E0F1C7}"/>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9EA49102-D1D6-46A5-A87E-20637AACB8AA}"/>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7B484570-69BD-4257-A7CD-0C4C05B66B93}"/>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D322E0FB-73B9-4A7D-9EA4-3029204AE5A8}"/>
              </a:ext>
            </a:extLst>
          </p:cNvPr>
          <p:cNvSpPr>
            <a:spLocks xmlns:a="http://schemas.openxmlformats.org/drawingml/2006/main" noGrp="1"/>
          </p:cNvSpPr>
          <p:nvPr/>
        </p:nvSpPr>
        <p:spPr>
          <a:xfrm xmlns:a="http://schemas.openxmlformats.org/drawingml/2006/main">
            <a:off x="1066800" y="1901095"/>
            <a:ext cx="72058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NF cooperano tramite protocolli e procedure standardizzati.</a:t>
            </a:r>
          </a:p>
        </p:txBody>
      </p:sp>
      <p:sp>
        <p:nvSpPr>
          <p:cNvPr id="6" name="f49">
            <a:extLst xmlns:a="http://schemas.openxmlformats.org/drawingml/2006/main">
              <a:ext uri="{FF2B5EF4-FFF2-40B4-BE49-F238E27FC236}">
                <a16:creationId xmlns:a16="http://schemas.microsoft.com/office/drawing/2014/main" id="{F03F0AC6-51F3-4BE9-8C8D-839816C438CE}"/>
              </a:ext>
            </a:extLst>
          </p:cNvPr>
          <p:cNvSpPr>
            <a:spLocks xmlns:a="http://schemas.openxmlformats.org/drawingml/2006/main" noGrp="1"/>
          </p:cNvSpPr>
          <p:nvPr/>
        </p:nvSpPr>
        <p:spPr>
          <a:xfrm xmlns:a="http://schemas.openxmlformats.org/drawingml/2006/main">
            <a:off x="1066800" y="2263045"/>
            <a:ext cx="98475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Per valutare i criteri di sicurezza occorre quindi valutare le funzioni e le loro interazioni</a:t>
            </a:r>
          </a:p>
        </p:txBody>
      </p:sp>
      <p:sp>
        <p:nvSpPr>
          <p:cNvPr id="7" name="f50">
            <a:extLst xmlns:a="http://schemas.openxmlformats.org/drawingml/2006/main">
              <a:ext uri="{FF2B5EF4-FFF2-40B4-BE49-F238E27FC236}">
                <a16:creationId xmlns:a16="http://schemas.microsoft.com/office/drawing/2014/main" id="{948C47F3-A0D7-44B2-B7AD-C25786BC16F1}"/>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283AA079-1097-4BB9-8B45-C5A6F637E035}"/>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351A331E-C140-4EBA-8C0E-360F1B571F9A}"/>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F6D09079-909B-456D-8814-5EF2F8F1E1F3}"/>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92D3FCBE-06F2-4C5D-A530-A42E0504F0A5}"/>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AA86459E-F1A0-427E-916C-A3B4298A018A}"/>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C5FCB904-A75F-485A-B59C-5BAD3A850B85}"/>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BE5AF7C9-3C5D-42D0-86C7-4E0BF2098B43}"/>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ED5CB014-FFAF-47A6-BAA4-FB9689BEAF34}"/>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CFE5807F-3820-40EE-BFFE-700390D954C2}"/>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4E8953DA-2692-4957-AD4D-DD2C7195109E}"/>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34C61DA7-FDE8-4D55-885F-065894E3E90D}"/>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B010F025-ACC8-4FAD-8D19-A9D246E61B38}"/>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1501B4AD-D129-4162-A247-1D34F7DD4B78}"/>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CE87DE8C-57A5-4563-BF5F-636730F66967}"/>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0964302F-17F8-4C62-ACC5-DE6AE8AA15C2}"/>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ED4880FF-DE58-4CB4-810D-39534E790385}"/>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113186871"/>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F682ED86-53DF-462C-A6F2-B840415A254C}"/>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8">
            <a:extLst xmlns:a="http://schemas.openxmlformats.org/drawingml/2006/main">
              <a:ext uri="{FF2B5EF4-FFF2-40B4-BE49-F238E27FC236}">
                <a16:creationId xmlns:a16="http://schemas.microsoft.com/office/drawing/2014/main" id="{5ACD5B2C-2D32-46A0-87F5-B9A539BE66F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5B3B3CD2-8E00-4162-8223-0A55D9B84BB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0">
            <a:extLst xmlns:a="http://schemas.openxmlformats.org/drawingml/2006/main">
              <a:ext uri="{FF2B5EF4-FFF2-40B4-BE49-F238E27FC236}">
                <a16:creationId xmlns:a16="http://schemas.microsoft.com/office/drawing/2014/main" id="{ABD488C5-CC21-4672-BC43-74A52DCBFE5D}"/>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3">
            <a:extLst xmlns:a="http://schemas.openxmlformats.org/drawingml/2006/main">
              <a:ext uri="{FF2B5EF4-FFF2-40B4-BE49-F238E27FC236}">
                <a16:creationId xmlns:a16="http://schemas.microsoft.com/office/drawing/2014/main" id="{45A07D68-1995-4512-B38F-CAF620DF0480}"/>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4">
            <a:extLst xmlns:a="http://schemas.openxmlformats.org/drawingml/2006/main">
              <a:ext uri="{FF2B5EF4-FFF2-40B4-BE49-F238E27FC236}">
                <a16:creationId xmlns:a16="http://schemas.microsoft.com/office/drawing/2014/main" id="{EF3C2E2F-E596-4E59-8CEB-72162625B8D2}"/>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5">
            <a:extLst xmlns:a="http://schemas.openxmlformats.org/drawingml/2006/main">
              <a:ext uri="{FF2B5EF4-FFF2-40B4-BE49-F238E27FC236}">
                <a16:creationId xmlns:a16="http://schemas.microsoft.com/office/drawing/2014/main" id="{5D46CAC1-2FBA-4C4A-9666-E773AB73F963}"/>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6">
            <a:extLst xmlns:a="http://schemas.openxmlformats.org/drawingml/2006/main">
              <a:ext uri="{FF2B5EF4-FFF2-40B4-BE49-F238E27FC236}">
                <a16:creationId xmlns:a16="http://schemas.microsoft.com/office/drawing/2014/main" id="{FDE863F6-60E0-42C9-B156-ED29985B84DA}"/>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7">
            <a:extLst xmlns:a="http://schemas.openxmlformats.org/drawingml/2006/main">
              <a:ext uri="{FF2B5EF4-FFF2-40B4-BE49-F238E27FC236}">
                <a16:creationId xmlns:a16="http://schemas.microsoft.com/office/drawing/2014/main" id="{B368EC5F-B691-410F-A05D-F85D1D98075D}"/>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08">
            <a:extLst xmlns:a="http://schemas.openxmlformats.org/drawingml/2006/main">
              <a:ext uri="{FF2B5EF4-FFF2-40B4-BE49-F238E27FC236}">
                <a16:creationId xmlns:a16="http://schemas.microsoft.com/office/drawing/2014/main" id="{2E65BE27-F92F-4F67-B7D4-B4A7DC7749F4}"/>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09">
            <a:extLst xmlns:a="http://schemas.openxmlformats.org/drawingml/2006/main">
              <a:ext uri="{FF2B5EF4-FFF2-40B4-BE49-F238E27FC236}">
                <a16:creationId xmlns:a16="http://schemas.microsoft.com/office/drawing/2014/main" id="{AE367173-51D4-4DCC-94C7-7C016E8AF642}"/>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0">
            <a:extLst xmlns:a="http://schemas.openxmlformats.org/drawingml/2006/main">
              <a:ext uri="{FF2B5EF4-FFF2-40B4-BE49-F238E27FC236}">
                <a16:creationId xmlns:a16="http://schemas.microsoft.com/office/drawing/2014/main" id="{699CD188-704D-49D4-BDE4-58F917B3D825}"/>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1">
            <a:extLst xmlns:a="http://schemas.openxmlformats.org/drawingml/2006/main">
              <a:ext uri="{FF2B5EF4-FFF2-40B4-BE49-F238E27FC236}">
                <a16:creationId xmlns:a16="http://schemas.microsoft.com/office/drawing/2014/main" id="{8A9A31D8-216E-45F9-9E26-72F107FC0507}"/>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2">
            <a:extLst xmlns:a="http://schemas.openxmlformats.org/drawingml/2006/main">
              <a:ext uri="{FF2B5EF4-FFF2-40B4-BE49-F238E27FC236}">
                <a16:creationId xmlns:a16="http://schemas.microsoft.com/office/drawing/2014/main" id="{C30B618D-6C27-4A48-9E38-01AE8C65BC2F}"/>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3">
            <a:extLst xmlns:a="http://schemas.openxmlformats.org/drawingml/2006/main">
              <a:ext uri="{FF2B5EF4-FFF2-40B4-BE49-F238E27FC236}">
                <a16:creationId xmlns:a16="http://schemas.microsoft.com/office/drawing/2014/main" id="{1A2D487D-0EFD-48F8-BCC7-250674341B92}"/>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4">
            <a:extLst xmlns:a="http://schemas.openxmlformats.org/drawingml/2006/main">
              <a:ext uri="{FF2B5EF4-FFF2-40B4-BE49-F238E27FC236}">
                <a16:creationId xmlns:a16="http://schemas.microsoft.com/office/drawing/2014/main" id="{8BBB4C04-98D3-4E57-AB01-B825422B8BEB}"/>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5">
            <a:extLst xmlns:a="http://schemas.openxmlformats.org/drawingml/2006/main">
              <a:ext uri="{FF2B5EF4-FFF2-40B4-BE49-F238E27FC236}">
                <a16:creationId xmlns:a16="http://schemas.microsoft.com/office/drawing/2014/main" id="{0295BD96-CE92-40B5-B5AE-A44D904AF6DA}"/>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691460266"/>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4FD475B-A86A-432B-9BEB-0A1BE2641D01}"/>
              </a:ext>
            </a:extLst>
          </p:cNvPr>
          <p:cNvPicPr>
            <a:picLocks xmlns:a="http://schemas.openxmlformats.org/drawingml/2006/main" noChangeAspect="1"/>
          </p:cNvPicPr>
          <p:nvPr/>
        </p:nvPicPr>
        <p:blipFill>
          <a:blip xmlns:r="http://schemas.openxmlformats.org/officeDocument/2006/relationships" xmlns:a="http://schemas.openxmlformats.org/drawingml/2006/main" r:embed="Rf4b37f7578494f9b"/>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7">
            <a:extLst xmlns:a="http://schemas.openxmlformats.org/drawingml/2006/main">
              <a:ext uri="{FF2B5EF4-FFF2-40B4-BE49-F238E27FC236}">
                <a16:creationId xmlns:a16="http://schemas.microsoft.com/office/drawing/2014/main" id="{29DE5338-FC68-4CB0-9D22-A2388A7F367F}"/>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8">
            <a:extLst xmlns:a="http://schemas.openxmlformats.org/drawingml/2006/main">
              <a:ext uri="{FF2B5EF4-FFF2-40B4-BE49-F238E27FC236}">
                <a16:creationId xmlns:a16="http://schemas.microsoft.com/office/drawing/2014/main" id="{7975B12F-C1C0-4634-87FD-062B57E0C00B}"/>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9">
            <a:extLst xmlns:a="http://schemas.openxmlformats.org/drawingml/2006/main">
              <a:ext uri="{FF2B5EF4-FFF2-40B4-BE49-F238E27FC236}">
                <a16:creationId xmlns:a16="http://schemas.microsoft.com/office/drawing/2014/main" id="{036D022E-245C-40D1-A8F1-37315D31B5B1}"/>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0">
            <a:extLst xmlns:a="http://schemas.openxmlformats.org/drawingml/2006/main">
              <a:ext uri="{FF2B5EF4-FFF2-40B4-BE49-F238E27FC236}">
                <a16:creationId xmlns:a16="http://schemas.microsoft.com/office/drawing/2014/main" id="{96F52C9A-E7E3-4654-A5BD-31394727A6FD}"/>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1">
            <a:extLst xmlns:a="http://schemas.openxmlformats.org/drawingml/2006/main">
              <a:ext uri="{FF2B5EF4-FFF2-40B4-BE49-F238E27FC236}">
                <a16:creationId xmlns:a16="http://schemas.microsoft.com/office/drawing/2014/main" id="{C2D3866C-9DFF-4A45-B6B3-6AF2F6762890}"/>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2">
            <a:extLst xmlns:a="http://schemas.openxmlformats.org/drawingml/2006/main">
              <a:ext uri="{FF2B5EF4-FFF2-40B4-BE49-F238E27FC236}">
                <a16:creationId xmlns:a16="http://schemas.microsoft.com/office/drawing/2014/main" id="{79C76C10-DB88-4AF7-9917-340CC3FFA2FD}"/>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3">
            <a:extLst xmlns:a="http://schemas.openxmlformats.org/drawingml/2006/main">
              <a:ext uri="{FF2B5EF4-FFF2-40B4-BE49-F238E27FC236}">
                <a16:creationId xmlns:a16="http://schemas.microsoft.com/office/drawing/2014/main" id="{0BD4A42B-3083-4F55-8CCE-32A18F537BBC}"/>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4">
            <a:extLst xmlns:a="http://schemas.openxmlformats.org/drawingml/2006/main">
              <a:ext uri="{FF2B5EF4-FFF2-40B4-BE49-F238E27FC236}">
                <a16:creationId xmlns:a16="http://schemas.microsoft.com/office/drawing/2014/main" id="{C3CEF9D9-851E-4BA9-AD44-741F1E365008}"/>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5">
            <a:extLst xmlns:a="http://schemas.openxmlformats.org/drawingml/2006/main">
              <a:ext uri="{FF2B5EF4-FFF2-40B4-BE49-F238E27FC236}">
                <a16:creationId xmlns:a16="http://schemas.microsoft.com/office/drawing/2014/main" id="{43EC270E-BA95-4D19-8CF3-2CF143D711ED}"/>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6">
            <a:extLst xmlns:a="http://schemas.openxmlformats.org/drawingml/2006/main">
              <a:ext uri="{FF2B5EF4-FFF2-40B4-BE49-F238E27FC236}">
                <a16:creationId xmlns:a16="http://schemas.microsoft.com/office/drawing/2014/main" id="{E06DAF17-599D-47BD-8DC9-150FC5EC3A58}"/>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7">
            <a:extLst xmlns:a="http://schemas.openxmlformats.org/drawingml/2006/main">
              <a:ext uri="{FF2B5EF4-FFF2-40B4-BE49-F238E27FC236}">
                <a16:creationId xmlns:a16="http://schemas.microsoft.com/office/drawing/2014/main" id="{39B2D913-6CE8-45A8-92A8-1E5B8289014E}"/>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8">
            <a:extLst xmlns:a="http://schemas.openxmlformats.org/drawingml/2006/main">
              <a:ext uri="{FF2B5EF4-FFF2-40B4-BE49-F238E27FC236}">
                <a16:creationId xmlns:a16="http://schemas.microsoft.com/office/drawing/2014/main" id="{6DC9DDC7-1F64-473A-B35A-FFFBA3627555}"/>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9">
            <a:extLst xmlns:a="http://schemas.openxmlformats.org/drawingml/2006/main">
              <a:ext uri="{FF2B5EF4-FFF2-40B4-BE49-F238E27FC236}">
                <a16:creationId xmlns:a16="http://schemas.microsoft.com/office/drawing/2014/main" id="{87DB7606-52BB-4047-9E66-61D846159192}"/>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534536425"/>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0">
            <a:extLst xmlns:a="http://schemas.openxmlformats.org/drawingml/2006/main">
              <a:ext uri="{FF2B5EF4-FFF2-40B4-BE49-F238E27FC236}">
                <a16:creationId xmlns:a16="http://schemas.microsoft.com/office/drawing/2014/main" id="{67CE21E1-A8E7-4C78-BCE5-A685B29EA681}"/>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31">
            <a:extLst xmlns:a="http://schemas.openxmlformats.org/drawingml/2006/main">
              <a:ext uri="{FF2B5EF4-FFF2-40B4-BE49-F238E27FC236}">
                <a16:creationId xmlns:a16="http://schemas.microsoft.com/office/drawing/2014/main" id="{EDDC4C45-00F2-485D-8B36-14542002E59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2">
            <a:extLst xmlns:a="http://schemas.openxmlformats.org/drawingml/2006/main">
              <a:ext uri="{FF2B5EF4-FFF2-40B4-BE49-F238E27FC236}">
                <a16:creationId xmlns:a16="http://schemas.microsoft.com/office/drawing/2014/main" id="{6661C654-1EE6-49F6-8541-ECB3B2931C4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3">
            <a:extLst xmlns:a="http://schemas.openxmlformats.org/drawingml/2006/main">
              <a:ext uri="{FF2B5EF4-FFF2-40B4-BE49-F238E27FC236}">
                <a16:creationId xmlns:a16="http://schemas.microsoft.com/office/drawing/2014/main" id="{47F87975-511E-4A46-9AA3-8246BB6FB2A6}"/>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E3715459-DC23-46FD-A16B-C0E397885419}"/>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5">
            <a:extLst xmlns:a="http://schemas.openxmlformats.org/drawingml/2006/main">
              <a:ext uri="{FF2B5EF4-FFF2-40B4-BE49-F238E27FC236}">
                <a16:creationId xmlns:a16="http://schemas.microsoft.com/office/drawing/2014/main" id="{146646E8-1534-4451-9A3C-C7C739A82D12}"/>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6">
            <a:extLst xmlns:a="http://schemas.openxmlformats.org/drawingml/2006/main">
              <a:ext uri="{FF2B5EF4-FFF2-40B4-BE49-F238E27FC236}">
                <a16:creationId xmlns:a16="http://schemas.microsoft.com/office/drawing/2014/main" id="{5B8B7961-463B-48AA-8B50-0E019ADF82AE}"/>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7">
            <a:extLst xmlns:a="http://schemas.openxmlformats.org/drawingml/2006/main">
              <a:ext uri="{FF2B5EF4-FFF2-40B4-BE49-F238E27FC236}">
                <a16:creationId xmlns:a16="http://schemas.microsoft.com/office/drawing/2014/main" id="{CE7289F5-74D7-4D79-9804-D0A82A202753}"/>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8">
            <a:extLst xmlns:a="http://schemas.openxmlformats.org/drawingml/2006/main">
              <a:ext uri="{FF2B5EF4-FFF2-40B4-BE49-F238E27FC236}">
                <a16:creationId xmlns:a16="http://schemas.microsoft.com/office/drawing/2014/main" id="{B6F7E517-C236-481F-9FF5-C71BB6EA0D57}"/>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9">
            <a:extLst xmlns:a="http://schemas.openxmlformats.org/drawingml/2006/main">
              <a:ext uri="{FF2B5EF4-FFF2-40B4-BE49-F238E27FC236}">
                <a16:creationId xmlns:a16="http://schemas.microsoft.com/office/drawing/2014/main" id="{CA126CDA-1B29-4729-9606-82D8B88A8EB6}"/>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0">
            <a:extLst xmlns:a="http://schemas.openxmlformats.org/drawingml/2006/main">
              <a:ext uri="{FF2B5EF4-FFF2-40B4-BE49-F238E27FC236}">
                <a16:creationId xmlns:a16="http://schemas.microsoft.com/office/drawing/2014/main" id="{BFCD0EC4-76E4-4AC1-AABD-EF41CB31C8C5}"/>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1">
            <a:extLst xmlns:a="http://schemas.openxmlformats.org/drawingml/2006/main">
              <a:ext uri="{FF2B5EF4-FFF2-40B4-BE49-F238E27FC236}">
                <a16:creationId xmlns:a16="http://schemas.microsoft.com/office/drawing/2014/main" id="{8DD42DFA-D720-454E-A6D0-3BD61650A07B}"/>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1082741093"/>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50" name="f142">
            <a:extLst xmlns:a="http://schemas.openxmlformats.org/drawingml/2006/main">
              <a:ext uri="{FF2B5EF4-FFF2-40B4-BE49-F238E27FC236}">
                <a16:creationId xmlns:a16="http://schemas.microsoft.com/office/drawing/2014/main" id="{C9D4E24B-E91A-4A52-B9E7-0E9D28CCD08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43">
            <a:extLst xmlns:a="http://schemas.openxmlformats.org/drawingml/2006/main">
              <a:ext uri="{FF2B5EF4-FFF2-40B4-BE49-F238E27FC236}">
                <a16:creationId xmlns:a16="http://schemas.microsoft.com/office/drawing/2014/main" id="{8548F51F-218D-47B1-897D-E8F7FE572C9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4">
            <a:extLst xmlns:a="http://schemas.openxmlformats.org/drawingml/2006/main">
              <a:ext uri="{FF2B5EF4-FFF2-40B4-BE49-F238E27FC236}">
                <a16:creationId xmlns:a16="http://schemas.microsoft.com/office/drawing/2014/main" id="{BF2D923E-2B53-4BFA-A0B0-785FAD821505}"/>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5">
            <a:extLst xmlns:a="http://schemas.openxmlformats.org/drawingml/2006/main">
              <a:ext uri="{FF2B5EF4-FFF2-40B4-BE49-F238E27FC236}">
                <a16:creationId xmlns:a16="http://schemas.microsoft.com/office/drawing/2014/main" id="{CA648F6F-9E4F-4F02-8EB7-A4CD5E41D2D8}"/>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sp>
        <p:nvSpPr>
          <p:cNvPr id="5" name="f146">
            <a:extLst xmlns:a="http://schemas.openxmlformats.org/drawingml/2006/main">
              <a:ext uri="{FF2B5EF4-FFF2-40B4-BE49-F238E27FC236}">
                <a16:creationId xmlns:a16="http://schemas.microsoft.com/office/drawing/2014/main" id="{C2E20DF5-6D16-4149-B71B-1EEDBC9A1CED}"/>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 name="f147">
            <a:extLst xmlns:a="http://schemas.openxmlformats.org/drawingml/2006/main">
              <a:ext uri="{FF2B5EF4-FFF2-40B4-BE49-F238E27FC236}">
                <a16:creationId xmlns:a16="http://schemas.microsoft.com/office/drawing/2014/main" id="{AF24B891-D213-453F-8A16-C0DC7EB8C2B9}"/>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7" name="f148">
            <a:extLst xmlns:a="http://schemas.openxmlformats.org/drawingml/2006/main">
              <a:ext uri="{FF2B5EF4-FFF2-40B4-BE49-F238E27FC236}">
                <a16:creationId xmlns:a16="http://schemas.microsoft.com/office/drawing/2014/main" id="{2C4C7E62-1C59-48D3-899B-8D7F97CC3D92}"/>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8" name="f149">
            <a:extLst xmlns:a="http://schemas.openxmlformats.org/drawingml/2006/main">
              <a:ext uri="{FF2B5EF4-FFF2-40B4-BE49-F238E27FC236}">
                <a16:creationId xmlns:a16="http://schemas.microsoft.com/office/drawing/2014/main" id="{0576CCF8-D6A0-4109-90BF-DC468C483402}"/>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9" name="f150">
            <a:extLst xmlns:a="http://schemas.openxmlformats.org/drawingml/2006/main">
              <a:ext uri="{FF2B5EF4-FFF2-40B4-BE49-F238E27FC236}">
                <a16:creationId xmlns:a16="http://schemas.microsoft.com/office/drawing/2014/main" id="{FC75EB8A-5481-4BB7-BECB-029912F4BB0D}"/>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10" name="f151">
            <a:extLst xmlns:a="http://schemas.openxmlformats.org/drawingml/2006/main">
              <a:ext uri="{FF2B5EF4-FFF2-40B4-BE49-F238E27FC236}">
                <a16:creationId xmlns:a16="http://schemas.microsoft.com/office/drawing/2014/main" id="{F87DFBBA-C3EF-46F1-896D-FC3F7EEDFE28}"/>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11" name="f152">
            <a:extLst xmlns:a="http://schemas.openxmlformats.org/drawingml/2006/main">
              <a:ext uri="{FF2B5EF4-FFF2-40B4-BE49-F238E27FC236}">
                <a16:creationId xmlns:a16="http://schemas.microsoft.com/office/drawing/2014/main" id="{DE633995-6DF4-422D-95BE-C96284226157}"/>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2" name="f153">
            <a:extLst xmlns:a="http://schemas.openxmlformats.org/drawingml/2006/main">
              <a:ext uri="{FF2B5EF4-FFF2-40B4-BE49-F238E27FC236}">
                <a16:creationId xmlns:a16="http://schemas.microsoft.com/office/drawing/2014/main" id="{B470C15F-7D98-49E7-AF00-3FAA7E005E5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13" name="f154">
            <a:extLst xmlns:a="http://schemas.openxmlformats.org/drawingml/2006/main">
              <a:ext uri="{FF2B5EF4-FFF2-40B4-BE49-F238E27FC236}">
                <a16:creationId xmlns:a16="http://schemas.microsoft.com/office/drawing/2014/main" id="{899B8696-FC8D-4917-A388-56D2D6FDCDD6}"/>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4" name="f155">
            <a:extLst xmlns:a="http://schemas.openxmlformats.org/drawingml/2006/main">
              <a:ext uri="{FF2B5EF4-FFF2-40B4-BE49-F238E27FC236}">
                <a16:creationId xmlns:a16="http://schemas.microsoft.com/office/drawing/2014/main" id="{A1505EDF-56F6-455C-9B53-096EBA6C4A7D}"/>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15" name="f156">
            <a:extLst xmlns:a="http://schemas.openxmlformats.org/drawingml/2006/main">
              <a:ext uri="{FF2B5EF4-FFF2-40B4-BE49-F238E27FC236}">
                <a16:creationId xmlns:a16="http://schemas.microsoft.com/office/drawing/2014/main" id="{43A286DC-6333-4D5B-A997-49D563F210F2}"/>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16" name="f157">
            <a:extLst xmlns:a="http://schemas.openxmlformats.org/drawingml/2006/main">
              <a:ext uri="{FF2B5EF4-FFF2-40B4-BE49-F238E27FC236}">
                <a16:creationId xmlns:a16="http://schemas.microsoft.com/office/drawing/2014/main" id="{7901AD54-D980-4EDA-B846-A4D8720B01B1}"/>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17" name="f158">
            <a:extLst xmlns:a="http://schemas.openxmlformats.org/drawingml/2006/main">
              <a:ext uri="{FF2B5EF4-FFF2-40B4-BE49-F238E27FC236}">
                <a16:creationId xmlns:a16="http://schemas.microsoft.com/office/drawing/2014/main" id="{47863EEA-E4BB-429C-9DB5-3BA36CA2CFEB}"/>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18" name="f159">
            <a:extLst xmlns:a="http://schemas.openxmlformats.org/drawingml/2006/main">
              <a:ext uri="{FF2B5EF4-FFF2-40B4-BE49-F238E27FC236}">
                <a16:creationId xmlns:a16="http://schemas.microsoft.com/office/drawing/2014/main" id="{6B18EC87-6F35-4173-A0DB-0244EC91C07E}"/>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19" name="f160">
            <a:extLst xmlns:a="http://schemas.openxmlformats.org/drawingml/2006/main">
              <a:ext uri="{FF2B5EF4-FFF2-40B4-BE49-F238E27FC236}">
                <a16:creationId xmlns:a16="http://schemas.microsoft.com/office/drawing/2014/main" id="{D29BC21C-CC49-47D6-BA27-C4A2E69CF69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0" name="f161">
            <a:extLst xmlns:a="http://schemas.openxmlformats.org/drawingml/2006/main">
              <a:ext uri="{FF2B5EF4-FFF2-40B4-BE49-F238E27FC236}">
                <a16:creationId xmlns:a16="http://schemas.microsoft.com/office/drawing/2014/main" id="{B9CC020C-7C72-462E-8065-7B1172EBBFA0}"/>
              </a:ext>
            </a:extLst>
          </p:cNvPr>
          <p:cNvSpPr>
            <a:spLocks xmlns:a="http://schemas.openxmlformats.org/drawingml/2006/main" noGrp="1"/>
          </p:cNvSpPr>
          <p:nvPr/>
        </p:nvSpPr>
        <p:spPr>
          <a:xfrm xmlns:a="http://schemas.openxmlformats.org/drawingml/2006/main">
            <a:off x="1228725"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1" name="f162">
            <a:extLst xmlns:a="http://schemas.openxmlformats.org/drawingml/2006/main">
              <a:ext uri="{FF2B5EF4-FFF2-40B4-BE49-F238E27FC236}">
                <a16:creationId xmlns:a16="http://schemas.microsoft.com/office/drawing/2014/main" id="{F5A9F0BB-A62B-4F8A-A9EF-EF43439530E3}"/>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2" name="f163">
            <a:extLst xmlns:a="http://schemas.openxmlformats.org/drawingml/2006/main">
              <a:ext uri="{FF2B5EF4-FFF2-40B4-BE49-F238E27FC236}">
                <a16:creationId xmlns:a16="http://schemas.microsoft.com/office/drawing/2014/main" id="{AD73A73D-14D0-4C63-B2FF-615068537C21}"/>
              </a:ext>
            </a:extLst>
          </p:cNvPr>
          <p:cNvSpPr>
            <a:spLocks xmlns:a="http://schemas.openxmlformats.org/drawingml/2006/main" noGrp="1"/>
          </p:cNvSpPr>
          <p:nvPr/>
        </p:nvSpPr>
        <p:spPr>
          <a:xfrm xmlns:a="http://schemas.openxmlformats.org/drawingml/2006/main">
            <a:off x="3943350"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3" name="f164">
            <a:extLst xmlns:a="http://schemas.openxmlformats.org/drawingml/2006/main">
              <a:ext uri="{FF2B5EF4-FFF2-40B4-BE49-F238E27FC236}">
                <a16:creationId xmlns:a16="http://schemas.microsoft.com/office/drawing/2014/main" id="{E973E97C-F266-445B-B06D-E04EF5005954}"/>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4" name="f165">
            <a:extLst xmlns:a="http://schemas.openxmlformats.org/drawingml/2006/main">
              <a:ext uri="{FF2B5EF4-FFF2-40B4-BE49-F238E27FC236}">
                <a16:creationId xmlns:a16="http://schemas.microsoft.com/office/drawing/2014/main" id="{00CCF043-4D9F-4D5F-92B6-FD0011D12E84}"/>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5" name="f166">
            <a:extLst xmlns:a="http://schemas.openxmlformats.org/drawingml/2006/main">
              <a:ext uri="{FF2B5EF4-FFF2-40B4-BE49-F238E27FC236}">
                <a16:creationId xmlns:a16="http://schemas.microsoft.com/office/drawing/2014/main" id="{CBC0F3B7-B3B6-40DF-A17A-12231D0C3106}"/>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6" name="f167">
            <a:extLst xmlns:a="http://schemas.openxmlformats.org/drawingml/2006/main">
              <a:ext uri="{FF2B5EF4-FFF2-40B4-BE49-F238E27FC236}">
                <a16:creationId xmlns:a16="http://schemas.microsoft.com/office/drawing/2014/main" id="{3C9D6D09-E455-46DD-930E-B499568B4480}"/>
              </a:ext>
            </a:extLst>
          </p:cNvPr>
          <p:cNvSpPr>
            <a:spLocks xmlns:a="http://schemas.openxmlformats.org/drawingml/2006/main" noGrp="1"/>
          </p:cNvSpPr>
          <p:nvPr/>
        </p:nvSpPr>
        <p:spPr>
          <a:xfrm xmlns:a="http://schemas.openxmlformats.org/drawingml/2006/main">
            <a:off x="137160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7" name="f168">
            <a:extLst xmlns:a="http://schemas.openxmlformats.org/drawingml/2006/main">
              <a:ext uri="{FF2B5EF4-FFF2-40B4-BE49-F238E27FC236}">
                <a16:creationId xmlns:a16="http://schemas.microsoft.com/office/drawing/2014/main" id="{231E65D6-1AD0-498E-97A1-465682EE32BC}"/>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8" name="f169">
            <a:extLst xmlns:a="http://schemas.openxmlformats.org/drawingml/2006/main">
              <a:ext uri="{FF2B5EF4-FFF2-40B4-BE49-F238E27FC236}">
                <a16:creationId xmlns:a16="http://schemas.microsoft.com/office/drawing/2014/main" id="{CB89FD41-E563-419F-BBFC-CB72EA7B78EB}"/>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9" name="f170">
            <a:extLst xmlns:a="http://schemas.openxmlformats.org/drawingml/2006/main">
              <a:ext uri="{FF2B5EF4-FFF2-40B4-BE49-F238E27FC236}">
                <a16:creationId xmlns:a16="http://schemas.microsoft.com/office/drawing/2014/main" id="{DDC6D984-48A0-435F-A3ED-817A86BE02F2}"/>
              </a:ext>
            </a:extLst>
          </p:cNvPr>
          <p:cNvSpPr>
            <a:spLocks xmlns:a="http://schemas.openxmlformats.org/drawingml/2006/main" noGrp="1"/>
          </p:cNvSpPr>
          <p:nvPr/>
        </p:nvSpPr>
        <p:spPr>
          <a:xfrm xmlns:a="http://schemas.openxmlformats.org/drawingml/2006/main">
            <a:off x="394335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30" name="f171">
            <a:extLst xmlns:a="http://schemas.openxmlformats.org/drawingml/2006/main">
              <a:ext uri="{FF2B5EF4-FFF2-40B4-BE49-F238E27FC236}">
                <a16:creationId xmlns:a16="http://schemas.microsoft.com/office/drawing/2014/main" id="{ED898031-45BE-46E7-BB1B-7685521148BF}"/>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1" name="f172">
            <a:extLst xmlns:a="http://schemas.openxmlformats.org/drawingml/2006/main">
              <a:ext uri="{FF2B5EF4-FFF2-40B4-BE49-F238E27FC236}">
                <a16:creationId xmlns:a16="http://schemas.microsoft.com/office/drawing/2014/main" id="{00DBDD0F-B1A2-482E-9682-EEB6D39FDA51}"/>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2" name="f173">
            <a:extLst xmlns:a="http://schemas.openxmlformats.org/drawingml/2006/main">
              <a:ext uri="{FF2B5EF4-FFF2-40B4-BE49-F238E27FC236}">
                <a16:creationId xmlns:a16="http://schemas.microsoft.com/office/drawing/2014/main" id="{39748CE6-00A5-47BE-B5D2-BC78C7A532FD}"/>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3" name="f174">
            <a:extLst xmlns:a="http://schemas.openxmlformats.org/drawingml/2006/main">
              <a:ext uri="{FF2B5EF4-FFF2-40B4-BE49-F238E27FC236}">
                <a16:creationId xmlns:a16="http://schemas.microsoft.com/office/drawing/2014/main" id="{01DE5B95-FBD4-4FEC-BE8D-4B963E027DCC}"/>
              </a:ext>
            </a:extLst>
          </p:cNvPr>
          <p:cNvSpPr>
            <a:spLocks xmlns:a="http://schemas.openxmlformats.org/drawingml/2006/main" noGrp="1"/>
          </p:cNvSpPr>
          <p:nvPr/>
        </p:nvSpPr>
        <p:spPr>
          <a:xfrm xmlns:a="http://schemas.openxmlformats.org/drawingml/2006/main">
            <a:off x="6753225" y="605790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34" name="f175">
            <a:extLst xmlns:a="http://schemas.openxmlformats.org/drawingml/2006/main">
              <a:ext uri="{FF2B5EF4-FFF2-40B4-BE49-F238E27FC236}">
                <a16:creationId xmlns:a16="http://schemas.microsoft.com/office/drawing/2014/main" id="{4D11FD74-92A1-461C-A78D-1AF6EE81C431}"/>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35" name="f176">
            <a:extLst xmlns:a="http://schemas.openxmlformats.org/drawingml/2006/main">
              <a:ext uri="{FF2B5EF4-FFF2-40B4-BE49-F238E27FC236}">
                <a16:creationId xmlns:a16="http://schemas.microsoft.com/office/drawing/2014/main" id="{2A5FDF67-81ED-4A94-B913-8C63D5E6C26D}"/>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6" name="f177">
            <a:extLst xmlns:a="http://schemas.openxmlformats.org/drawingml/2006/main">
              <a:ext uri="{FF2B5EF4-FFF2-40B4-BE49-F238E27FC236}">
                <a16:creationId xmlns:a16="http://schemas.microsoft.com/office/drawing/2014/main" id="{E9DA4510-7B4E-4528-B30E-3EB92CDBC884}"/>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7" name="f178">
            <a:extLst xmlns:a="http://schemas.openxmlformats.org/drawingml/2006/main">
              <a:ext uri="{FF2B5EF4-FFF2-40B4-BE49-F238E27FC236}">
                <a16:creationId xmlns:a16="http://schemas.microsoft.com/office/drawing/2014/main" id="{4A0B5937-4876-4DB8-A937-78494DB77548}"/>
              </a:ext>
            </a:extLst>
          </p:cNvPr>
          <p:cNvSpPr>
            <a:spLocks xmlns:a="http://schemas.openxmlformats.org/drawingml/2006/main" noGrp="1"/>
          </p:cNvSpPr>
          <p:nvPr/>
        </p:nvSpPr>
        <p:spPr>
          <a:xfrm xmlns:a="http://schemas.openxmlformats.org/drawingml/2006/main">
            <a:off x="7724775" y="5572125"/>
            <a:ext cx="3714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8" name="f179">
            <a:extLst xmlns:a="http://schemas.openxmlformats.org/drawingml/2006/main">
              <a:ext uri="{FF2B5EF4-FFF2-40B4-BE49-F238E27FC236}">
                <a16:creationId xmlns:a16="http://schemas.microsoft.com/office/drawing/2014/main" id="{3E185338-3850-4240-B191-C8894DF6459C}"/>
              </a:ext>
            </a:extLst>
          </p:cNvPr>
          <p:cNvSpPr>
            <a:spLocks xmlns:a="http://schemas.openxmlformats.org/drawingml/2006/main" noGrp="1"/>
          </p:cNvSpPr>
          <p:nvPr/>
        </p:nvSpPr>
        <p:spPr>
          <a:xfrm xmlns:a="http://schemas.openxmlformats.org/drawingml/2006/main" flipH="1">
            <a:off x="7724775" y="5514975"/>
            <a:ext cx="95250" cy="571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9" name="f180">
            <a:extLst xmlns:a="http://schemas.openxmlformats.org/drawingml/2006/main">
              <a:ext uri="{FF2B5EF4-FFF2-40B4-BE49-F238E27FC236}">
                <a16:creationId xmlns:a16="http://schemas.microsoft.com/office/drawing/2014/main" id="{EA74EEAE-46DA-4336-B889-C65D5C664AD2}"/>
              </a:ext>
            </a:extLst>
          </p:cNvPr>
          <p:cNvSpPr>
            <a:spLocks xmlns:a="http://schemas.openxmlformats.org/drawingml/2006/main" noGrp="1"/>
          </p:cNvSpPr>
          <p:nvPr/>
        </p:nvSpPr>
        <p:spPr>
          <a:xfrm xmlns:a="http://schemas.openxmlformats.org/drawingml/2006/main">
            <a:off x="7724775" y="5572125"/>
            <a:ext cx="95250" cy="571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0" name="f181">
            <a:extLst xmlns:a="http://schemas.openxmlformats.org/drawingml/2006/main">
              <a:ext uri="{FF2B5EF4-FFF2-40B4-BE49-F238E27FC236}">
                <a16:creationId xmlns:a16="http://schemas.microsoft.com/office/drawing/2014/main" id="{7E4BC1A8-9166-4751-91D6-593C7C813755}"/>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1" name="f182">
            <a:extLst xmlns:a="http://schemas.openxmlformats.org/drawingml/2006/main">
              <a:ext uri="{FF2B5EF4-FFF2-40B4-BE49-F238E27FC236}">
                <a16:creationId xmlns:a16="http://schemas.microsoft.com/office/drawing/2014/main" id="{4D320560-3E8B-43FD-9FC4-1AAE0B44F238}"/>
              </a:ext>
            </a:extLst>
          </p:cNvPr>
          <p:cNvSpPr>
            <a:spLocks xmlns:a="http://schemas.openxmlformats.org/drawingml/2006/main" noGrp="1"/>
          </p:cNvSpPr>
          <p:nvPr/>
        </p:nvSpPr>
        <p:spPr>
          <a:xfrm xmlns:a="http://schemas.openxmlformats.org/drawingml/2006/main">
            <a:off x="6753225" y="436245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42" name="f183">
            <a:extLst xmlns:a="http://schemas.openxmlformats.org/drawingml/2006/main">
              <a:ext uri="{FF2B5EF4-FFF2-40B4-BE49-F238E27FC236}">
                <a16:creationId xmlns:a16="http://schemas.microsoft.com/office/drawing/2014/main" id="{715C90DB-C362-4EDD-A117-7ABE99E3DC59}"/>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3" name="f184">
            <a:extLst xmlns:a="http://schemas.openxmlformats.org/drawingml/2006/main">
              <a:ext uri="{FF2B5EF4-FFF2-40B4-BE49-F238E27FC236}">
                <a16:creationId xmlns:a16="http://schemas.microsoft.com/office/drawing/2014/main" id="{2722BF4A-74AD-4CCA-983B-801BCCAC36D6}"/>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4" name="f185">
            <a:extLst xmlns:a="http://schemas.openxmlformats.org/drawingml/2006/main">
              <a:ext uri="{FF2B5EF4-FFF2-40B4-BE49-F238E27FC236}">
                <a16:creationId xmlns:a16="http://schemas.microsoft.com/office/drawing/2014/main" id="{32251178-C39A-42AF-B2D7-49CE1D147B59}"/>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5" name="f186">
            <a:extLst xmlns:a="http://schemas.openxmlformats.org/drawingml/2006/main">
              <a:ext uri="{FF2B5EF4-FFF2-40B4-BE49-F238E27FC236}">
                <a16:creationId xmlns:a16="http://schemas.microsoft.com/office/drawing/2014/main" id="{42BA663B-775A-4CE1-97EF-784B11E43825}"/>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46" name="f187">
            <a:extLst xmlns:a="http://schemas.openxmlformats.org/drawingml/2006/main">
              <a:ext uri="{FF2B5EF4-FFF2-40B4-BE49-F238E27FC236}">
                <a16:creationId xmlns:a16="http://schemas.microsoft.com/office/drawing/2014/main" id="{F7C8AB7E-0D0D-4871-8146-C66989ED09B7}"/>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7" name="">
            <a:extLst xmlns:a="http://schemas.openxmlformats.org/drawingml/2006/main">
              <a:ext uri="{FF2B5EF4-FFF2-40B4-BE49-F238E27FC236}">
                <a16:creationId xmlns:a16="http://schemas.microsoft.com/office/drawing/2014/main" id="{DD6DC111-4EFC-45AB-813A-B4A8FC5970FB}"/>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8" name="f189">
            <a:extLst xmlns:a="http://schemas.openxmlformats.org/drawingml/2006/main">
              <a:ext uri="{FF2B5EF4-FFF2-40B4-BE49-F238E27FC236}">
                <a16:creationId xmlns:a16="http://schemas.microsoft.com/office/drawing/2014/main" id="{1E58A7E9-4A67-4E54-86EE-69AAC2B2B253}"/>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9" name="f190">
            <a:extLst xmlns:a="http://schemas.openxmlformats.org/drawingml/2006/main">
              <a:ext uri="{FF2B5EF4-FFF2-40B4-BE49-F238E27FC236}">
                <a16:creationId xmlns:a16="http://schemas.microsoft.com/office/drawing/2014/main" id="{FC77429B-DD8F-4C7E-891F-515592591B50}"/>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1271488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2026-10-28T16:55:41.3390000Z</dcterms:created>
  <dcterms:modified xsi:type="dcterms:W3CDTF">2026-10-28T16:55:41.3390000Z</dcterms:modified>
</coreProperties>
</file>