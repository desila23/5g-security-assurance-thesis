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ccc5c9cf1304d5a" /><Relationship Type="http://schemas.openxmlformats.org/officeDocument/2006/relationships/extended-properties" Target="/docProps/app.xml" Id="R9ca611f652934e18" /><Relationship Type="http://schemas.openxmlformats.org/officeDocument/2006/relationships/officeDocument" Target="/ppt/presentation.xml" Id="R874be121157140d3" /></Relationships>
</file>

<file path=ppt/presentation.xml><?xml version="1.0" encoding="utf-8"?>
<p:presentation xmlns:p="http://schemas.openxmlformats.org/presentationml/2006/main">
  <p:sldMasterIdLst>
    <p:sldMasterId xmlns:r="http://schemas.openxmlformats.org/officeDocument/2006/relationships" id="2147483648" r:id="R45c7171876144a49"/>
  </p:sldMasterIdLst>
  <p:notesMasterIdLst>
    <p:notesMasterId xmlns:r="http://schemas.openxmlformats.org/officeDocument/2006/relationships" r:id="R43868e43004a44aa"/>
  </p:notesMasterIdLst>
  <p:sldIdLst>
    <p:sldId xmlns:r="http://schemas.openxmlformats.org/officeDocument/2006/relationships" id="256" r:id="R89a8cb36b901428c"/>
    <p:sldId xmlns:r="http://schemas.openxmlformats.org/officeDocument/2006/relationships" id="257" r:id="Rc44d972dae8c4bd5"/>
    <p:sldId xmlns:r="http://schemas.openxmlformats.org/officeDocument/2006/relationships" id="258" r:id="R8a69348e4f814a36"/>
    <p:sldId xmlns:r="http://schemas.openxmlformats.org/officeDocument/2006/relationships" id="259" r:id="Rfe29da69dbc14462"/>
    <p:sldId xmlns:r="http://schemas.openxmlformats.org/officeDocument/2006/relationships" id="260" r:id="R0115ff00dc104204"/>
    <p:sldId xmlns:r="http://schemas.openxmlformats.org/officeDocument/2006/relationships" id="261" r:id="Rad1e9efb7cd7483d"/>
    <p:sldId xmlns:r="http://schemas.openxmlformats.org/officeDocument/2006/relationships" id="262" r:id="Rccfa56830d42439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25ed1d0a50c47c5" /><Relationship Type="http://schemas.openxmlformats.org/officeDocument/2006/relationships/slideMaster" Target="/ppt/slideMasters/slideMaster1.xml" Id="R45c7171876144a49" /><Relationship Type="http://schemas.openxmlformats.org/officeDocument/2006/relationships/notesMaster" Target="/ppt/notesMasters/notesMaster1.xml" Id="R43868e43004a44aa" /><Relationship Type="http://schemas.openxmlformats.org/officeDocument/2006/relationships/presProps" Target="/ppt/presProps.xml" Id="R8e76309821844d91" /><Relationship Type="http://schemas.openxmlformats.org/officeDocument/2006/relationships/tableStyles" Target="/ppt/tableStyles.xml" Id="R020308bfcf014787" /><Relationship Type="http://schemas.openxmlformats.org/officeDocument/2006/relationships/slide" Target="/ppt/slides/slide1.xml" Id="R89a8cb36b901428c" /><Relationship Type="http://schemas.openxmlformats.org/officeDocument/2006/relationships/slide" Target="/ppt/slides/slide2.xml" Id="Rc44d972dae8c4bd5" /><Relationship Type="http://schemas.openxmlformats.org/officeDocument/2006/relationships/slide" Target="/ppt/slides/slide3.xml" Id="R8a69348e4f814a36" /><Relationship Type="http://schemas.openxmlformats.org/officeDocument/2006/relationships/slide" Target="/ppt/slides/slide4.xml" Id="Rfe29da69dbc14462" /><Relationship Type="http://schemas.openxmlformats.org/officeDocument/2006/relationships/slide" Target="/ppt/slides/slide5.xml" Id="R0115ff00dc104204" /><Relationship Type="http://schemas.openxmlformats.org/officeDocument/2006/relationships/slide" Target="/ppt/slides/slide6.xml" Id="Rad1e9efb7cd7483d" /><Relationship Type="http://schemas.openxmlformats.org/officeDocument/2006/relationships/slide" Target="/ppt/slides/slide7.xml" Id="Rccfa56830d4243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1470314b6f49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c433c92b124caf" /><Relationship Type="http://schemas.openxmlformats.org/officeDocument/2006/relationships/notesMaster" Target="/ppt/notesMasters/notesMaster1.xml" Id="R34f2d2a482f647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4873f01e0784564" /><Relationship Type="http://schemas.openxmlformats.org/officeDocument/2006/relationships/notesMaster" Target="/ppt/notesMasters/notesMaster1.xml" Id="R280f683504934651"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8d311e14364fdd" /><Relationship Type="http://schemas.openxmlformats.org/officeDocument/2006/relationships/notesMaster" Target="/ppt/notesMasters/notesMaster1.xml" Id="Rd5b1275317f446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0273534e007487b" /><Relationship Type="http://schemas.openxmlformats.org/officeDocument/2006/relationships/notesMaster" Target="/ppt/notesMasters/notesMaster1.xml" Id="Re15ae8eb02154d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50d5e2e063b44fe2" /><Relationship Type="http://schemas.openxmlformats.org/officeDocument/2006/relationships/notesMaster" Target="/ppt/notesMasters/notesMaster1.xml" Id="R68e476a0a2614b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f138fce8434e7c" /><Relationship Type="http://schemas.openxmlformats.org/officeDocument/2006/relationships/notesMaster" Target="/ppt/notesMasters/notesMaster1.xml" Id="R1f6f9b7cc47a48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b685befa1cd24ee5" /><Relationship Type="http://schemas.openxmlformats.org/officeDocument/2006/relationships/notesMaster" Target="/ppt/notesMasters/notesMaster1.xml" Id="R8d8d9ab53ac24d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Buongiorno. Il lavoro riguarda un linguaggio per descrivere i criteri di verifica dei test SCAS e un sistema che li applica alle catture di rete.</a:t>
            </a:r>
          </a:p>
          <a:p xmlns:a="http://schemas.openxmlformats.org/drawingml/2006/main">
            <a:r>
              <a:t/>
            </a:r>
          </a:p>
          <a:p xmlns:a="http://schemas.openxmlformats.org/drawingml/2006/main">
            <a:r>
              <a:t>Tempo indicativo: 10 secondi.</a:t>
            </a:r>
          </a:p>
          <a:p xmlns:a="http://schemas.openxmlformats.org/drawingml/2006/main">
            <a:r>
              <a:t/>
            </a:r>
          </a:p>
          <a:p xmlns:a="http://schemas.openxmlformats.org/drawingml/2006/main">
            <a:r>
              <a:t>Fonti:</a:t>
            </a:r>
          </a:p>
          <a:p xmlns:a="http://schemas.openxmlformats.org/drawingml/2006/main">
            <a:r>
              <a:t>https://github.com/desila23/5g-security-assurance-thesis/blob/gh-pages/5g-thesis-presentation/slides/01-titolo.html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Security Assurance serve a verificare che un sistema rispetti effettivamente i requisiti di sicurezza. Definire un requisito non significa che il software lo implementi correttamente. Bisogna quindi confrontare il comportamento previsto con quello reale. Nel 5G le funzionalità sono realizzate da componenti software chiamate Network Functions, e il 3GPP ha definito le specifiche SCAS per verificarne la sicurezza.</a:t>
            </a:r>
          </a:p>
          <a:p xmlns:a="http://schemas.openxmlformats.org/drawingml/2006/main">
            <a:r>
              <a:t/>
            </a:r>
          </a:p>
          <a:p xmlns:a="http://schemas.openxmlformats.org/drawingml/2006/main">
            <a:r>
              <a:t>Tempo indicativo: 35 secondi.</a:t>
            </a:r>
          </a:p>
          <a:p xmlns:a="http://schemas.openxmlformats.org/drawingml/2006/main">
            <a:r>
              <a:t/>
            </a:r>
          </a:p>
          <a:p xmlns:a="http://schemas.openxmlformats.org/drawingml/2006/main">
            <a:r>
              <a:t>Fonti:</a:t>
            </a:r>
          </a:p>
          <a:p xmlns:a="http://schemas.openxmlformats.org/drawingml/2006/main">
            <a:r>
              <a:t>https://www.etsi.org/deliver/etsi_ts/133500_133599/133518/18.00.00_60/ts_133518v180000p.pdf</a:t>
            </a:r>
          </a:p>
          <a:p xmlns:a="http://schemas.openxmlformats.org/drawingml/2006/main">
            <a:r>
              <a:t>https://github.com/desila23/5g-security-assurance-thesis/blob/TESI-LATEX/capitoli/02_capitolo.tex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Qui vediamo dove si trovano le Network Functions: nel 5G Core. Sono componenti software che cooperano tra loro, separando il controllo della rete dal trasporto del traffico. Per il mio lavoro è sufficiente questa idea: le funzioni comunicano e il loro comportamento può essere osservato.</a:t>
            </a:r>
          </a:p>
          <a:p xmlns:a="http://schemas.openxmlformats.org/drawingml/2006/main">
            <a:r>
              <a:t/>
            </a:r>
          </a:p>
          <a:p xmlns:a="http://schemas.openxmlformats.org/drawingml/2006/main">
            <a:r>
              <a:t>Tempo indicativo: 20 secondi.</a:t>
            </a:r>
          </a:p>
          <a:p xmlns:a="http://schemas.openxmlformats.org/drawingml/2006/main">
            <a:r>
              <a:t/>
            </a:r>
          </a:p>
          <a:p xmlns:a="http://schemas.openxmlformats.org/drawingml/2006/main">
            <a:r>
              <a:t>Fonti:</a:t>
            </a:r>
          </a:p>
          <a:p xmlns:a="http://schemas.openxmlformats.org/drawingml/2006/main">
            <a:r>
              <a:t>https://github.com/desila23/5g-security-assurance-thesis/blob/gh-pages/5g-thesis-presentation/slides/02-rete-5g.html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specifiche SCAS sono scritte in linguaggio naturale e non possono essere interpretate direttamente dal verificatore. La prima schermata mostra tre estratti reali e uno pseudocodice soltanto illustrativo. [Primo clic] Nel caso NRF, riportato in forma semplificata nella tesi, distinguiamo i messaggi da individuare e il criterio da verificare: la risposta HTTP 403 alla discovery non autorizzata. [Secondo clic] Ho progettato il DSL per rappresentare questi due aspetti con costrutti riutilizzabili. Al posto del testo SCAS compare la regola: SEQUENCE descrive i messaggi, REQUIRE il criterio. Le due domande rimangono le stesse. Le regole sono scritte usando i costrutti del DSL: non ho sviluppato una traduzione automatica NLP né un sistema che esegue i test SCAS.</a:t>
            </a:r>
          </a:p>
          <a:p xmlns:a="http://schemas.openxmlformats.org/drawingml/2006/main">
            <a:r>
              <a:t/>
            </a:r>
          </a:p>
          <a:p xmlns:a="http://schemas.openxmlformats.org/drawingml/2006/main">
            <a:r>
              <a:t>Tempo indicativo: 70 secondi.</a:t>
            </a:r>
          </a:p>
          <a:p xmlns:a="http://schemas.openxmlformats.org/drawingml/2006/main">
            <a:r>
              <a:t/>
            </a:r>
          </a:p>
          <a:p xmlns:a="http://schemas.openxmlformats.org/drawingml/2006/main">
            <a:r>
              <a:t>Fonti:</a:t>
            </a:r>
          </a:p>
          <a:p xmlns:a="http://schemas.openxmlformats.org/drawingml/2006/main">
            <a:r>
              <a:t>https://www.etsi.org/deliver/etsi_ts/133500_133599/133512/17.03.00_60/ts_133512v170300p.pdf (p. 9)</a:t>
            </a:r>
          </a:p>
          <a:p xmlns:a="http://schemas.openxmlformats.org/drawingml/2006/main">
            <a:r>
              <a:t>https://www.etsi.org/deliver/etsi_ts/133500_133599/133518/18.00.00_60/ts_133518v180000p.pdf (p. 8)</a:t>
            </a:r>
          </a:p>
          <a:p xmlns:a="http://schemas.openxmlformats.org/drawingml/2006/main">
            <a:r>
              <a:t>https://www.etsi.org/deliver/etsi_ts/133500_133599/133514/16.03.00_60/ts_133514v160300p.pdf (p. 8)</a:t>
            </a:r>
          </a:p>
          <a:p xmlns:a="http://schemas.openxmlformats.org/drawingml/2006/main">
            <a:r>
              <a:t>https://github.com/desila23/5g-security-assurance-thesis/blob/TESI-LATEX/capitoli/02_capitolo.tex</a:t>
            </a:r>
          </a:p>
          <a:p xmlns:a="http://schemas.openxmlformats.org/drawingml/2006/main">
            <a:r>
              <a:t>https://github.com/desila23/5g-security-assurance-thesis/blob/main/dsl/nrf_sequence_test.dsl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 secondo contributo è il sistema che interpreta le regole del DSL ed esegue la verifica. Parte da una PCAP, una cattura dei messaggi scambiati durante il test: legge evidenze già prodotte, non esegue il test. La pipeline estrae e normalizza i messaggi, ne risolve il significato, seleziona quelli richiesti e verifica i criteri. La verifica può essere statica o temporale, tramite MonPoly. Infine produce il report e il verdetto.</a:t>
            </a:r>
          </a:p>
          <a:p xmlns:a="http://schemas.openxmlformats.org/drawingml/2006/main">
            <a:r>
              <a:t/>
            </a:r>
          </a:p>
          <a:p xmlns:a="http://schemas.openxmlformats.org/drawingml/2006/main">
            <a:r>
              <a:t>Tempo indicativo: 50 secondi.</a:t>
            </a:r>
          </a:p>
          <a:p xmlns:a="http://schemas.openxmlformats.org/drawingml/2006/main">
            <a:r>
              <a:t/>
            </a:r>
          </a:p>
          <a:p xmlns:a="http://schemas.openxmlformats.org/drawingml/2006/main">
            <a:r>
              <a:t>Fonti:</a:t>
            </a:r>
          </a:p>
          <a:p xmlns:a="http://schemas.openxmlformats.org/drawingml/2006/main">
            <a:r>
              <a:t>https://github.com/desila23/5g-security-assurance-thesis/blob/gh-pages/5g-thesis-presentation/slides/06-architettura.html</a:t>
            </a:r>
          </a:p>
          <a:p xmlns:a="http://schemas.openxmlformats.org/drawingml/2006/main">
            <a:r>
              <a:t>https://github.com/desila23/5g-security-assurance-thesis/blob/TESI-LATEX/capitoli/04_capitolo.tex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 valutato il sistema su 16 catture provenienti da Open5GS e free5GC, prodotte da esecuzioni separate dal verificatore. La tabella raggruppa i casi. I 16 verdetti sono coerenti con gli esiti attesi: 12 PASS, un FAIL e tre INCONCLUSIVE. Il FAIL NRF segnala HTTP 200 dove il criterio richiede 403; gli INCONCLUSIVE indicano evidenze insufficienti. Il 16/16 non significa quindi che tutte le verifiche abbiano restituito PASS. Le catture sono state ottenute tramite lo strumento esterno SCASDK, come precisato dall’autore. Per NRF e UDM sono stati adattati alcuni componenti.</a:t>
            </a:r>
          </a:p>
          <a:p xmlns:a="http://schemas.openxmlformats.org/drawingml/2006/main">
            <a:r>
              <a:t/>
            </a:r>
          </a:p>
          <a:p xmlns:a="http://schemas.openxmlformats.org/drawingml/2006/main">
            <a:r>
              <a:t>Tempo indicativo: 50 secondi.</a:t>
            </a:r>
          </a:p>
          <a:p xmlns:a="http://schemas.openxmlformats.org/drawingml/2006/main">
            <a:r>
              <a:t/>
            </a:r>
          </a:p>
          <a:p xmlns:a="http://schemas.openxmlformats.org/drawingml/2006/main">
            <a:r>
              <a:t>Fonti:</a:t>
            </a:r>
          </a:p>
          <a:p xmlns:a="http://schemas.openxmlformats.org/drawingml/2006/main">
            <a:r>
              <a:t>https://github.com/desila23/5g-security-assurance-thesis/blob/TESI-LATEX/capitoli/06_capitolo.tex</a:t>
            </a:r>
          </a:p>
          <a:p xmlns:a="http://schemas.openxmlformats.org/drawingml/2006/main">
            <a:r>
              <a:t>https://github.com/desila23/5g-security-assurance-thesis/blob/gh-pages/5g-thesis-presentation/slides/18-baseline.html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 valutare la sensibilità del sistema ho introdotto modifiche controllate nelle catture. Il mutatore è separato dalla pipeline: riceve la PCAP originale e le evidenze del report baseline, individua i dati da modificare e produce la PCAP mutata. Questa torna nello stesso sistema di verifica, con la stessa DSL. Il confronto dei risultati deve corrispondere alla modifica introdotta. Nei 13 scenari completati ho ottenuto tutti i verdetti attesi. Gli esempi mostrano il cambio di stato NRF da HTTP 200 a 403, la violazione dell’intervallo temporale nel caso AMF A e la rimozione degli F-TEID disponibili per la verifica UPF. In quest’ultimo esperimento sono state rimosse le risposte PFCP rilevanti, producendo INCONCLUSIVE.</a:t>
            </a:r>
          </a:p>
          <a:p xmlns:a="http://schemas.openxmlformats.org/drawingml/2006/main">
            <a:r>
              <a:t/>
            </a:r>
          </a:p>
          <a:p xmlns:a="http://schemas.openxmlformats.org/drawingml/2006/main">
            <a:r>
              <a:t>Tempo indicativo: 60 secondi.</a:t>
            </a:r>
          </a:p>
          <a:p xmlns:a="http://schemas.openxmlformats.org/drawingml/2006/main">
            <a:r>
              <a:t/>
            </a:r>
          </a:p>
          <a:p xmlns:a="http://schemas.openxmlformats.org/drawingml/2006/main">
            <a:r>
              <a:t>Fonti:</a:t>
            </a:r>
          </a:p>
          <a:p xmlns:a="http://schemas.openxmlformats.org/drawingml/2006/main">
            <a:r>
              <a:t>https://github.com/desila23/5g-security-assurance-thesis/blob/gh-pages/5g-thesis-presentation/slides/19-mutazioni.html</a:t>
            </a:r>
          </a:p>
          <a:p xmlns:a="http://schemas.openxmlformats.org/drawingml/2006/main">
            <a:r>
              <a:t>https://github.com/desila23/5g-security-assurance-thesis/blob/TESI-LATEX/capitoli/06_capitolo.tex</a:t>
            </a:r>
          </a:p>
          <a:p xmlns:a="http://schemas.openxmlformats.org/drawingml/2006/main">
            <a:r>
              <a:t>https://github.com/desila23/5g-security-assurance-thesis/blob/main/mutation_testing/mutate_nrf_status.py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3422a76fab0428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f6a1f7f9f6b43c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5ca866c8faf4a3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e5b9309e1dc465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41e2e41ddf8444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f86e30e827c45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FE6C73A-BBCE-4D70-AE6B-BA1B16477AA2}"/>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547F167-2F2A-4616-829C-DC0D8D41C126}"/>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6DA0569-94FF-450A-8C2B-6BBB0DDAEDBE}"/>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CA3811-F8F4-45DF-9C54-7CDCFE32B0A1}"/>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CDB676D-ADA2-47A7-AB6B-D1C296F3C177}"/>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ECB4981-7089-44E9-92D1-AF95D89960D0}"/>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803174A-9FCF-4E3D-B7D0-FEA43AECEE19}"/>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DC75260-157F-4AE6-B53A-313EEE665B98}"/>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3AF58A-BC44-4CBD-81E4-1EC4D2FCB0BB}"/>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E0C145F-82F3-41EE-B8E8-1024FC5C0BB2}"/>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ffbc87d021b43b0" /><Relationship Type="http://schemas.openxmlformats.org/officeDocument/2006/relationships/slideLayout" Target="/ppt/slideLayouts/slideLayout1.xml" Id="R4fb492e712c24ce5" /><Relationship Type="http://schemas.openxmlformats.org/officeDocument/2006/relationships/slideLayout" Target="/ppt/slideLayouts/slideLayout2.xml" Id="Ra550e679a33a4b6d" /><Relationship Type="http://schemas.openxmlformats.org/officeDocument/2006/relationships/slideLayout" Target="/ppt/slideLayouts/slideLayout3.xml" Id="R49a02fae15634e7d" /><Relationship Type="http://schemas.openxmlformats.org/officeDocument/2006/relationships/slideLayout" Target="/ppt/slideLayouts/slideLayout4.xml" Id="Rcc5c6d6bc0b84d08" /><Relationship Type="http://schemas.openxmlformats.org/officeDocument/2006/relationships/slideLayout" Target="/ppt/slideLayouts/slideLayout5.xml" Id="Rc6d1285052004112" /><Relationship Type="http://schemas.openxmlformats.org/officeDocument/2006/relationships/slideLayout" Target="/ppt/slideLayouts/slideLayout6.xml" Id="R1b2f2946f3f64c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b492e712c24ce5"/>
    <p:sldLayoutId xmlns:r="http://schemas.openxmlformats.org/officeDocument/2006/relationships" id="2147483650" r:id="Ra550e679a33a4b6d"/>
    <p:sldLayoutId xmlns:r="http://schemas.openxmlformats.org/officeDocument/2006/relationships" id="2147483651" r:id="R49a02fae15634e7d"/>
    <p:sldLayoutId xmlns:r="http://schemas.openxmlformats.org/officeDocument/2006/relationships" id="2147483652" r:id="Rcc5c6d6bc0b84d08"/>
    <p:sldLayoutId xmlns:r="http://schemas.openxmlformats.org/officeDocument/2006/relationships" id="2147483653" r:id="Rc6d1285052004112"/>
    <p:sldLayoutId xmlns:r="http://schemas.openxmlformats.org/officeDocument/2006/relationships" id="2147483654" r:id="R1b2f2946f3f64c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3c0e6f49a0b4dc1" /><Relationship Type="http://schemas.openxmlformats.org/officeDocument/2006/relationships/image" Target="/ppt/media/image.png" Id="R460e947876964cd3" /><Relationship Type="http://schemas.openxmlformats.org/officeDocument/2006/relationships/notesSlide" Target="/ppt/notesSlides/notesSlide1.xml" Id="Rbc6ba502ae6a40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47a439e989c43df" /><Relationship Type="http://schemas.openxmlformats.org/officeDocument/2006/relationships/notesSlide" Target="/ppt/notesSlides/notesSlide2.xml" Id="R7d3f178854ad481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013c65f76db4d2d" /><Relationship Type="http://schemas.openxmlformats.org/officeDocument/2006/relationships/image" Target="/ppt/media/image2.png" Id="R9d0302bf288f4e89" /><Relationship Type="http://schemas.openxmlformats.org/officeDocument/2006/relationships/notesSlide" Target="/ppt/notesSlides/notesSlide3.xml" Id="R7ede8d4d38e54e9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91c03566549480a" /><Relationship Type="http://schemas.openxmlformats.org/officeDocument/2006/relationships/notesSlide" Target="/ppt/notesSlides/notesSlide4.xml" Id="Rf7dca31754b84bb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e7158b3e9954329" /><Relationship Type="http://schemas.openxmlformats.org/officeDocument/2006/relationships/image" Target="/ppt/media/image3.png" Id="R83fda5a7cce14a8a" /><Relationship Type="http://schemas.openxmlformats.org/officeDocument/2006/relationships/notesSlide" Target="/ppt/notesSlides/notesSlide5.xml" Id="R235a9e0b5fe642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3cf7c7085444bf1" /><Relationship Type="http://schemas.openxmlformats.org/officeDocument/2006/relationships/notesSlide" Target="/ppt/notesSlides/notesSlide6.xml" Id="Rbf516354cd76425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f476addeec14e8e" /><Relationship Type="http://schemas.openxmlformats.org/officeDocument/2006/relationships/notesSlide" Target="/ppt/notesSlides/notesSlide7.xml" Id="R8e92a872239f4eda" /></Relationships>
</file>

<file path=ppt/slides/slide1.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EF03AD46-624E-454B-9DB3-0287F41BD9FC}"/>
              </a:ext>
            </a:extLst>
          </p:cNvPr>
          <p:cNvPicPr>
            <a:picLocks xmlns:a="http://schemas.openxmlformats.org/drawingml/2006/main" noChangeAspect="1"/>
          </p:cNvPicPr>
          <p:nvPr/>
        </p:nvPicPr>
        <p:blipFill>
          <a:blip xmlns:r="http://schemas.openxmlformats.org/officeDocument/2006/relationships" xmlns:a="http://schemas.openxmlformats.org/drawingml/2006/main" r:embed="R460e947876964cd3"/>
          <a:stretch xmlns:a="http://schemas.openxmlformats.org/drawingml/2006/main"/>
        </p:blipFill>
        <p:spPr>
          <a:xfrm xmlns:a="http://schemas.openxmlformats.org/drawingml/2006/main">
            <a:off x="0" y="0"/>
            <a:ext cx="15240000" cy="8572500"/>
          </a:xfrm>
          <a:prstGeom xmlns:a="http://schemas.openxmlformats.org/drawingml/2006/main" prst="rect">
            <a:avLst/>
          </a:prstGeom>
        </p:spPr>
      </p:pic>
      <p:sp>
        <p:nvSpPr>
          <p:cNvPr id="2" name="f2">
            <a:extLst xmlns:a="http://schemas.openxmlformats.org/drawingml/2006/main">
              <a:ext uri="{FF2B5EF4-FFF2-40B4-BE49-F238E27FC236}">
                <a16:creationId xmlns:a16="http://schemas.microsoft.com/office/drawing/2014/main" id="{3E2BB6A3-9DE3-444D-A320-2F09A9D4B8DD}"/>
              </a:ext>
            </a:extLst>
          </p:cNvPr>
          <p:cNvSpPr>
            <a:spLocks xmlns:a="http://schemas.openxmlformats.org/drawingml/2006/main" noGrp="1"/>
          </p:cNvSpPr>
          <p:nvPr/>
        </p:nvSpPr>
        <p:spPr>
          <a:xfrm xmlns:a="http://schemas.openxmlformats.org/drawingml/2006/main">
            <a:off x="1066800" y="1786795"/>
            <a:ext cx="3445669" cy="347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4264D0"/>
                </a:solidFill>
                <a:latin typeface="Nimbus Sans"/>
                <a:ea typeface="Nimbus Sans"/>
                <a:cs typeface="Nimbus Sans"/>
              </a:defRPr>
            </a:defPPr>
            <a:lvl1pPr algn="l">
              <a:defRPr sz="2025" b="0">
                <a:solidFill>
                  <a:srgbClr val="4264D0"/>
                </a:solidFill>
                <a:latin typeface="Nimbus Sans"/>
                <a:ea typeface="Nimbus Sans"/>
                <a:cs typeface="Nimbus Sans"/>
              </a:defRPr>
            </a:lvl1pPr>
            <a:lvl2pPr algn="l">
              <a:defRPr sz="2025" b="0">
                <a:solidFill>
                  <a:srgbClr val="4264D0"/>
                </a:solidFill>
                <a:latin typeface="Nimbus Sans"/>
                <a:ea typeface="Nimbus Sans"/>
                <a:cs typeface="Nimbus Sans"/>
              </a:defRPr>
            </a:lvl2pPr>
            <a:lvl3pPr algn="l">
              <a:defRPr sz="2025" b="0">
                <a:solidFill>
                  <a:srgbClr val="4264D0"/>
                </a:solidFill>
                <a:latin typeface="Nimbus Sans"/>
                <a:ea typeface="Nimbus Sans"/>
                <a:cs typeface="Nimbus Sans"/>
              </a:defRPr>
            </a:lvl3pPr>
            <a:lvl4pPr algn="l">
              <a:defRPr sz="2025" b="0">
                <a:solidFill>
                  <a:srgbClr val="4264D0"/>
                </a:solidFill>
                <a:latin typeface="Nimbus Sans"/>
                <a:ea typeface="Nimbus Sans"/>
                <a:cs typeface="Nimbus Sans"/>
              </a:defRPr>
            </a:lvl4pPr>
            <a:lvl5pPr algn="l">
              <a:defRPr sz="2025" b="0">
                <a:solidFill>
                  <a:srgbClr val="4264D0"/>
                </a:solidFill>
                <a:latin typeface="Nimbus Sans"/>
                <a:ea typeface="Nimbus Sans"/>
                <a:cs typeface="Nimbus Sans"/>
              </a:defRPr>
            </a:lvl5pPr>
            <a:lvl6pPr algn="l">
              <a:defRPr sz="2025" b="0">
                <a:solidFill>
                  <a:srgbClr val="4264D0"/>
                </a:solidFill>
                <a:latin typeface="Nimbus Sans"/>
                <a:ea typeface="Nimbus Sans"/>
                <a:cs typeface="Nimbus Sans"/>
              </a:defRPr>
            </a:lvl6pPr>
            <a:lvl7pPr algn="l">
              <a:defRPr sz="2025" b="0">
                <a:solidFill>
                  <a:srgbClr val="4264D0"/>
                </a:solidFill>
                <a:latin typeface="Nimbus Sans"/>
                <a:ea typeface="Nimbus Sans"/>
                <a:cs typeface="Nimbus Sans"/>
              </a:defRPr>
            </a:lvl7pPr>
            <a:lvl8pPr algn="l">
              <a:defRPr sz="2025" b="0">
                <a:solidFill>
                  <a:srgbClr val="4264D0"/>
                </a:solidFill>
                <a:latin typeface="Nimbus Sans"/>
                <a:ea typeface="Nimbus Sans"/>
                <a:cs typeface="Nimbus Sans"/>
              </a:defRPr>
            </a:lvl8pPr>
            <a:lvl9pPr algn="l">
              <a:defRPr sz="2025" b="0">
                <a:solidFill>
                  <a:srgbClr val="4264D0"/>
                </a:solidFill>
                <a:latin typeface="Nimbus Sans"/>
                <a:ea typeface="Nimbus Sans"/>
                <a:cs typeface="Nimbus Sans"/>
              </a:defRPr>
            </a:lvl9pPr>
          </a:lstStyle>
          <a:p xmlns:a="http://schemas.openxmlformats.org/drawingml/2006/main">
            <a:pPr algn="l">
              <a:defRPr sz="2025" b="0">
                <a:solidFill>
                  <a:srgbClr val="4264D0"/>
                </a:solidFill>
                <a:latin typeface="Nimbus Sans"/>
                <a:ea typeface="Nimbus Sans"/>
                <a:cs typeface="Nimbus Sans"/>
              </a:defRPr>
            </a:pPr>
            <a:r>
              <a:rPr sz="2025" b="0">
                <a:solidFill>
                  <a:srgbClr val="4264D0"/>
                </a:solidFill>
                <a:latin typeface="Nimbus Sans"/>
                <a:ea typeface="Nimbus Sans"/>
                <a:cs typeface="Nimbus Sans"/>
              </a:rPr>
              <a:t>Corso di laurea in Informatica</a:t>
            </a:r>
          </a:p>
        </p:txBody>
      </p:sp>
      <p:sp>
        <p:nvSpPr>
          <p:cNvPr id="3" name="f3">
            <a:extLst xmlns:a="http://schemas.openxmlformats.org/drawingml/2006/main">
              <a:ext uri="{FF2B5EF4-FFF2-40B4-BE49-F238E27FC236}">
                <a16:creationId xmlns:a16="http://schemas.microsoft.com/office/drawing/2014/main" id="{0651A0D3-6833-4FF7-AC1F-CD575C718273}"/>
              </a:ext>
            </a:extLst>
          </p:cNvPr>
          <p:cNvSpPr>
            <a:spLocks xmlns:a="http://schemas.openxmlformats.org/drawingml/2006/main" noGrp="1"/>
          </p:cNvSpPr>
          <p:nvPr/>
        </p:nvSpPr>
        <p:spPr>
          <a:xfrm xmlns:a="http://schemas.openxmlformats.org/drawingml/2006/main">
            <a:off x="1066800" y="2590895"/>
            <a:ext cx="7093297" cy="6815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975" b="1">
                <a:solidFill>
                  <a:srgbClr val="1C2A40"/>
                </a:solidFill>
                <a:latin typeface="Nimbus Sans"/>
                <a:ea typeface="Nimbus Sans"/>
                <a:cs typeface="Nimbus Sans"/>
              </a:defRPr>
            </a:defPPr>
            <a:lvl1pPr algn="l">
              <a:defRPr sz="3975" b="1">
                <a:solidFill>
                  <a:srgbClr val="1C2A40"/>
                </a:solidFill>
                <a:latin typeface="Nimbus Sans"/>
                <a:ea typeface="Nimbus Sans"/>
                <a:cs typeface="Nimbus Sans"/>
              </a:defRPr>
            </a:lvl1pPr>
            <a:lvl2pPr algn="l">
              <a:defRPr sz="3975" b="1">
                <a:solidFill>
                  <a:srgbClr val="1C2A40"/>
                </a:solidFill>
                <a:latin typeface="Nimbus Sans"/>
                <a:ea typeface="Nimbus Sans"/>
                <a:cs typeface="Nimbus Sans"/>
              </a:defRPr>
            </a:lvl2pPr>
            <a:lvl3pPr algn="l">
              <a:defRPr sz="3975" b="1">
                <a:solidFill>
                  <a:srgbClr val="1C2A40"/>
                </a:solidFill>
                <a:latin typeface="Nimbus Sans"/>
                <a:ea typeface="Nimbus Sans"/>
                <a:cs typeface="Nimbus Sans"/>
              </a:defRPr>
            </a:lvl3pPr>
            <a:lvl4pPr algn="l">
              <a:defRPr sz="3975" b="1">
                <a:solidFill>
                  <a:srgbClr val="1C2A40"/>
                </a:solidFill>
                <a:latin typeface="Nimbus Sans"/>
                <a:ea typeface="Nimbus Sans"/>
                <a:cs typeface="Nimbus Sans"/>
              </a:defRPr>
            </a:lvl4pPr>
            <a:lvl5pPr algn="l">
              <a:defRPr sz="3975" b="1">
                <a:solidFill>
                  <a:srgbClr val="1C2A40"/>
                </a:solidFill>
                <a:latin typeface="Nimbus Sans"/>
                <a:ea typeface="Nimbus Sans"/>
                <a:cs typeface="Nimbus Sans"/>
              </a:defRPr>
            </a:lvl5pPr>
            <a:lvl6pPr algn="l">
              <a:defRPr sz="3975" b="1">
                <a:solidFill>
                  <a:srgbClr val="1C2A40"/>
                </a:solidFill>
                <a:latin typeface="Nimbus Sans"/>
                <a:ea typeface="Nimbus Sans"/>
                <a:cs typeface="Nimbus Sans"/>
              </a:defRPr>
            </a:lvl6pPr>
            <a:lvl7pPr algn="l">
              <a:defRPr sz="3975" b="1">
                <a:solidFill>
                  <a:srgbClr val="1C2A40"/>
                </a:solidFill>
                <a:latin typeface="Nimbus Sans"/>
                <a:ea typeface="Nimbus Sans"/>
                <a:cs typeface="Nimbus Sans"/>
              </a:defRPr>
            </a:lvl7pPr>
            <a:lvl8pPr algn="l">
              <a:defRPr sz="3975" b="1">
                <a:solidFill>
                  <a:srgbClr val="1C2A40"/>
                </a:solidFill>
                <a:latin typeface="Nimbus Sans"/>
                <a:ea typeface="Nimbus Sans"/>
                <a:cs typeface="Nimbus Sans"/>
              </a:defRPr>
            </a:lvl8pPr>
            <a:lvl9pPr algn="l">
              <a:defRPr sz="3975" b="1">
                <a:solidFill>
                  <a:srgbClr val="1C2A40"/>
                </a:solidFill>
                <a:latin typeface="Nimbus Sans"/>
                <a:ea typeface="Nimbus Sans"/>
                <a:cs typeface="Nimbus Sans"/>
              </a:defRPr>
            </a:lvl9pPr>
          </a:lstStyle>
          <a:p xmlns:a="http://schemas.openxmlformats.org/drawingml/2006/main">
            <a:pPr algn="l">
              <a:defRPr sz="3975" b="1">
                <a:solidFill>
                  <a:srgbClr val="1C2A40"/>
                </a:solidFill>
                <a:latin typeface="Nimbus Sans"/>
                <a:ea typeface="Nimbus Sans"/>
                <a:cs typeface="Nimbus Sans"/>
              </a:defRPr>
            </a:pPr>
            <a:r>
              <a:rPr sz="3975" b="1">
                <a:solidFill>
                  <a:srgbClr val="1C2A40"/>
                </a:solidFill>
                <a:latin typeface="Nimbus Sans"/>
                <a:ea typeface="Nimbus Sans"/>
                <a:cs typeface="Nimbus Sans"/>
              </a:rPr>
              <a:t>A Domain-Specific Language</a:t>
            </a:r>
          </a:p>
        </p:txBody>
      </p:sp>
      <p:sp>
        <p:nvSpPr>
          <p:cNvPr id="4" name="f4">
            <a:extLst xmlns:a="http://schemas.openxmlformats.org/drawingml/2006/main">
              <a:ext uri="{FF2B5EF4-FFF2-40B4-BE49-F238E27FC236}">
                <a16:creationId xmlns:a16="http://schemas.microsoft.com/office/drawing/2014/main" id="{EA3A99D5-D31D-4828-90BF-A56537AD49AD}"/>
              </a:ext>
            </a:extLst>
          </p:cNvPr>
          <p:cNvSpPr>
            <a:spLocks xmlns:a="http://schemas.openxmlformats.org/drawingml/2006/main" noGrp="1"/>
          </p:cNvSpPr>
          <p:nvPr/>
        </p:nvSpPr>
        <p:spPr>
          <a:xfrm xmlns:a="http://schemas.openxmlformats.org/drawingml/2006/main">
            <a:off x="1066800" y="3171920"/>
            <a:ext cx="5631954" cy="6815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975" b="1">
                <a:solidFill>
                  <a:srgbClr val="1C2A40"/>
                </a:solidFill>
                <a:latin typeface="Nimbus Sans"/>
                <a:ea typeface="Nimbus Sans"/>
                <a:cs typeface="Nimbus Sans"/>
              </a:defRPr>
            </a:defPPr>
            <a:lvl1pPr algn="l">
              <a:defRPr sz="3975" b="1">
                <a:solidFill>
                  <a:srgbClr val="1C2A40"/>
                </a:solidFill>
                <a:latin typeface="Nimbus Sans"/>
                <a:ea typeface="Nimbus Sans"/>
                <a:cs typeface="Nimbus Sans"/>
              </a:defRPr>
            </a:lvl1pPr>
            <a:lvl2pPr algn="l">
              <a:defRPr sz="3975" b="1">
                <a:solidFill>
                  <a:srgbClr val="1C2A40"/>
                </a:solidFill>
                <a:latin typeface="Nimbus Sans"/>
                <a:ea typeface="Nimbus Sans"/>
                <a:cs typeface="Nimbus Sans"/>
              </a:defRPr>
            </a:lvl2pPr>
            <a:lvl3pPr algn="l">
              <a:defRPr sz="3975" b="1">
                <a:solidFill>
                  <a:srgbClr val="1C2A40"/>
                </a:solidFill>
                <a:latin typeface="Nimbus Sans"/>
                <a:ea typeface="Nimbus Sans"/>
                <a:cs typeface="Nimbus Sans"/>
              </a:defRPr>
            </a:lvl3pPr>
            <a:lvl4pPr algn="l">
              <a:defRPr sz="3975" b="1">
                <a:solidFill>
                  <a:srgbClr val="1C2A40"/>
                </a:solidFill>
                <a:latin typeface="Nimbus Sans"/>
                <a:ea typeface="Nimbus Sans"/>
                <a:cs typeface="Nimbus Sans"/>
              </a:defRPr>
            </a:lvl4pPr>
            <a:lvl5pPr algn="l">
              <a:defRPr sz="3975" b="1">
                <a:solidFill>
                  <a:srgbClr val="1C2A40"/>
                </a:solidFill>
                <a:latin typeface="Nimbus Sans"/>
                <a:ea typeface="Nimbus Sans"/>
                <a:cs typeface="Nimbus Sans"/>
              </a:defRPr>
            </a:lvl5pPr>
            <a:lvl6pPr algn="l">
              <a:defRPr sz="3975" b="1">
                <a:solidFill>
                  <a:srgbClr val="1C2A40"/>
                </a:solidFill>
                <a:latin typeface="Nimbus Sans"/>
                <a:ea typeface="Nimbus Sans"/>
                <a:cs typeface="Nimbus Sans"/>
              </a:defRPr>
            </a:lvl6pPr>
            <a:lvl7pPr algn="l">
              <a:defRPr sz="3975" b="1">
                <a:solidFill>
                  <a:srgbClr val="1C2A40"/>
                </a:solidFill>
                <a:latin typeface="Nimbus Sans"/>
                <a:ea typeface="Nimbus Sans"/>
                <a:cs typeface="Nimbus Sans"/>
              </a:defRPr>
            </a:lvl7pPr>
            <a:lvl8pPr algn="l">
              <a:defRPr sz="3975" b="1">
                <a:solidFill>
                  <a:srgbClr val="1C2A40"/>
                </a:solidFill>
                <a:latin typeface="Nimbus Sans"/>
                <a:ea typeface="Nimbus Sans"/>
                <a:cs typeface="Nimbus Sans"/>
              </a:defRPr>
            </a:lvl8pPr>
            <a:lvl9pPr algn="l">
              <a:defRPr sz="3975" b="1">
                <a:solidFill>
                  <a:srgbClr val="1C2A40"/>
                </a:solidFill>
                <a:latin typeface="Nimbus Sans"/>
                <a:ea typeface="Nimbus Sans"/>
                <a:cs typeface="Nimbus Sans"/>
              </a:defRPr>
            </a:lvl9pPr>
          </a:lstStyle>
          <a:p xmlns:a="http://schemas.openxmlformats.org/drawingml/2006/main">
            <a:pPr algn="l">
              <a:defRPr sz="3975" b="1">
                <a:solidFill>
                  <a:srgbClr val="1C2A40"/>
                </a:solidFill>
                <a:latin typeface="Nimbus Sans"/>
                <a:ea typeface="Nimbus Sans"/>
                <a:cs typeface="Nimbus Sans"/>
              </a:defRPr>
            </a:pPr>
            <a:r>
              <a:rPr sz="3975" b="1">
                <a:solidFill>
                  <a:srgbClr val="1C2A40"/>
                </a:solidFill>
                <a:latin typeface="Nimbus Sans"/>
                <a:ea typeface="Nimbus Sans"/>
                <a:cs typeface="Nimbus Sans"/>
              </a:rPr>
              <a:t>for Security Assurance</a:t>
            </a:r>
          </a:p>
        </p:txBody>
      </p:sp>
      <p:sp>
        <p:nvSpPr>
          <p:cNvPr id="5" name="f5">
            <a:extLst xmlns:a="http://schemas.openxmlformats.org/drawingml/2006/main">
              <a:ext uri="{FF2B5EF4-FFF2-40B4-BE49-F238E27FC236}">
                <a16:creationId xmlns:a16="http://schemas.microsoft.com/office/drawing/2014/main" id="{0D0D9FB3-8DEE-440C-B1CB-A592D9545CBA}"/>
              </a:ext>
            </a:extLst>
          </p:cNvPr>
          <p:cNvSpPr>
            <a:spLocks xmlns:a="http://schemas.openxmlformats.org/drawingml/2006/main" noGrp="1"/>
          </p:cNvSpPr>
          <p:nvPr/>
        </p:nvSpPr>
        <p:spPr>
          <a:xfrm xmlns:a="http://schemas.openxmlformats.org/drawingml/2006/main">
            <a:off x="1066800" y="3752945"/>
            <a:ext cx="4328517" cy="6815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975" b="1">
                <a:solidFill>
                  <a:srgbClr val="1C2A40"/>
                </a:solidFill>
                <a:latin typeface="Nimbus Sans"/>
                <a:ea typeface="Nimbus Sans"/>
                <a:cs typeface="Nimbus Sans"/>
              </a:defRPr>
            </a:defPPr>
            <a:lvl1pPr algn="l">
              <a:defRPr sz="3975" b="1">
                <a:solidFill>
                  <a:srgbClr val="1C2A40"/>
                </a:solidFill>
                <a:latin typeface="Nimbus Sans"/>
                <a:ea typeface="Nimbus Sans"/>
                <a:cs typeface="Nimbus Sans"/>
              </a:defRPr>
            </a:lvl1pPr>
            <a:lvl2pPr algn="l">
              <a:defRPr sz="3975" b="1">
                <a:solidFill>
                  <a:srgbClr val="1C2A40"/>
                </a:solidFill>
                <a:latin typeface="Nimbus Sans"/>
                <a:ea typeface="Nimbus Sans"/>
                <a:cs typeface="Nimbus Sans"/>
              </a:defRPr>
            </a:lvl2pPr>
            <a:lvl3pPr algn="l">
              <a:defRPr sz="3975" b="1">
                <a:solidFill>
                  <a:srgbClr val="1C2A40"/>
                </a:solidFill>
                <a:latin typeface="Nimbus Sans"/>
                <a:ea typeface="Nimbus Sans"/>
                <a:cs typeface="Nimbus Sans"/>
              </a:defRPr>
            </a:lvl3pPr>
            <a:lvl4pPr algn="l">
              <a:defRPr sz="3975" b="1">
                <a:solidFill>
                  <a:srgbClr val="1C2A40"/>
                </a:solidFill>
                <a:latin typeface="Nimbus Sans"/>
                <a:ea typeface="Nimbus Sans"/>
                <a:cs typeface="Nimbus Sans"/>
              </a:defRPr>
            </a:lvl4pPr>
            <a:lvl5pPr algn="l">
              <a:defRPr sz="3975" b="1">
                <a:solidFill>
                  <a:srgbClr val="1C2A40"/>
                </a:solidFill>
                <a:latin typeface="Nimbus Sans"/>
                <a:ea typeface="Nimbus Sans"/>
                <a:cs typeface="Nimbus Sans"/>
              </a:defRPr>
            </a:lvl5pPr>
            <a:lvl6pPr algn="l">
              <a:defRPr sz="3975" b="1">
                <a:solidFill>
                  <a:srgbClr val="1C2A40"/>
                </a:solidFill>
                <a:latin typeface="Nimbus Sans"/>
                <a:ea typeface="Nimbus Sans"/>
                <a:cs typeface="Nimbus Sans"/>
              </a:defRPr>
            </a:lvl6pPr>
            <a:lvl7pPr algn="l">
              <a:defRPr sz="3975" b="1">
                <a:solidFill>
                  <a:srgbClr val="1C2A40"/>
                </a:solidFill>
                <a:latin typeface="Nimbus Sans"/>
                <a:ea typeface="Nimbus Sans"/>
                <a:cs typeface="Nimbus Sans"/>
              </a:defRPr>
            </a:lvl7pPr>
            <a:lvl8pPr algn="l">
              <a:defRPr sz="3975" b="1">
                <a:solidFill>
                  <a:srgbClr val="1C2A40"/>
                </a:solidFill>
                <a:latin typeface="Nimbus Sans"/>
                <a:ea typeface="Nimbus Sans"/>
                <a:cs typeface="Nimbus Sans"/>
              </a:defRPr>
            </a:lvl8pPr>
            <a:lvl9pPr algn="l">
              <a:defRPr sz="3975" b="1">
                <a:solidFill>
                  <a:srgbClr val="1C2A40"/>
                </a:solidFill>
                <a:latin typeface="Nimbus Sans"/>
                <a:ea typeface="Nimbus Sans"/>
                <a:cs typeface="Nimbus Sans"/>
              </a:defRPr>
            </a:lvl9pPr>
          </a:lstStyle>
          <a:p xmlns:a="http://schemas.openxmlformats.org/drawingml/2006/main">
            <a:pPr algn="l">
              <a:defRPr sz="3975" b="1">
                <a:solidFill>
                  <a:srgbClr val="1C2A40"/>
                </a:solidFill>
                <a:latin typeface="Nimbus Sans"/>
                <a:ea typeface="Nimbus Sans"/>
                <a:cs typeface="Nimbus Sans"/>
              </a:defRPr>
            </a:pPr>
            <a:r>
              <a:rPr sz="3975" b="1">
                <a:solidFill>
                  <a:srgbClr val="1C2A40"/>
                </a:solidFill>
                <a:latin typeface="Nimbus Sans"/>
                <a:ea typeface="Nimbus Sans"/>
                <a:cs typeface="Nimbus Sans"/>
              </a:rPr>
              <a:t>of 5G SCAS Tests</a:t>
            </a:r>
          </a:p>
        </p:txBody>
      </p:sp>
      <p:sp>
        <p:nvSpPr>
          <p:cNvPr id="6" name="f6">
            <a:extLst xmlns:a="http://schemas.openxmlformats.org/drawingml/2006/main">
              <a:ext uri="{FF2B5EF4-FFF2-40B4-BE49-F238E27FC236}">
                <a16:creationId xmlns:a16="http://schemas.microsoft.com/office/drawing/2014/main" id="{DD227CE4-EAAE-432A-AE9D-1427C96A1EA7}"/>
              </a:ext>
            </a:extLst>
          </p:cNvPr>
          <p:cNvSpPr>
            <a:spLocks xmlns:a="http://schemas.openxmlformats.org/drawingml/2006/main" noGrp="1"/>
          </p:cNvSpPr>
          <p:nvPr/>
        </p:nvSpPr>
        <p:spPr>
          <a:xfrm xmlns:a="http://schemas.openxmlformats.org/drawingml/2006/main">
            <a:off x="1066800" y="4333970"/>
            <a:ext cx="7332911" cy="6815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975" b="1">
                <a:solidFill>
                  <a:srgbClr val="1C2A40"/>
                </a:solidFill>
                <a:latin typeface="Nimbus Sans"/>
                <a:ea typeface="Nimbus Sans"/>
                <a:cs typeface="Nimbus Sans"/>
              </a:defRPr>
            </a:defPPr>
            <a:lvl1pPr algn="l">
              <a:defRPr sz="3975" b="1">
                <a:solidFill>
                  <a:srgbClr val="1C2A40"/>
                </a:solidFill>
                <a:latin typeface="Nimbus Sans"/>
                <a:ea typeface="Nimbus Sans"/>
                <a:cs typeface="Nimbus Sans"/>
              </a:defRPr>
            </a:lvl1pPr>
            <a:lvl2pPr algn="l">
              <a:defRPr sz="3975" b="1">
                <a:solidFill>
                  <a:srgbClr val="1C2A40"/>
                </a:solidFill>
                <a:latin typeface="Nimbus Sans"/>
                <a:ea typeface="Nimbus Sans"/>
                <a:cs typeface="Nimbus Sans"/>
              </a:defRPr>
            </a:lvl2pPr>
            <a:lvl3pPr algn="l">
              <a:defRPr sz="3975" b="1">
                <a:solidFill>
                  <a:srgbClr val="1C2A40"/>
                </a:solidFill>
                <a:latin typeface="Nimbus Sans"/>
                <a:ea typeface="Nimbus Sans"/>
                <a:cs typeface="Nimbus Sans"/>
              </a:defRPr>
            </a:lvl3pPr>
            <a:lvl4pPr algn="l">
              <a:defRPr sz="3975" b="1">
                <a:solidFill>
                  <a:srgbClr val="1C2A40"/>
                </a:solidFill>
                <a:latin typeface="Nimbus Sans"/>
                <a:ea typeface="Nimbus Sans"/>
                <a:cs typeface="Nimbus Sans"/>
              </a:defRPr>
            </a:lvl4pPr>
            <a:lvl5pPr algn="l">
              <a:defRPr sz="3975" b="1">
                <a:solidFill>
                  <a:srgbClr val="1C2A40"/>
                </a:solidFill>
                <a:latin typeface="Nimbus Sans"/>
                <a:ea typeface="Nimbus Sans"/>
                <a:cs typeface="Nimbus Sans"/>
              </a:defRPr>
            </a:lvl5pPr>
            <a:lvl6pPr algn="l">
              <a:defRPr sz="3975" b="1">
                <a:solidFill>
                  <a:srgbClr val="1C2A40"/>
                </a:solidFill>
                <a:latin typeface="Nimbus Sans"/>
                <a:ea typeface="Nimbus Sans"/>
                <a:cs typeface="Nimbus Sans"/>
              </a:defRPr>
            </a:lvl6pPr>
            <a:lvl7pPr algn="l">
              <a:defRPr sz="3975" b="1">
                <a:solidFill>
                  <a:srgbClr val="1C2A40"/>
                </a:solidFill>
                <a:latin typeface="Nimbus Sans"/>
                <a:ea typeface="Nimbus Sans"/>
                <a:cs typeface="Nimbus Sans"/>
              </a:defRPr>
            </a:lvl7pPr>
            <a:lvl8pPr algn="l">
              <a:defRPr sz="3975" b="1">
                <a:solidFill>
                  <a:srgbClr val="1C2A40"/>
                </a:solidFill>
                <a:latin typeface="Nimbus Sans"/>
                <a:ea typeface="Nimbus Sans"/>
                <a:cs typeface="Nimbus Sans"/>
              </a:defRPr>
            </a:lvl8pPr>
            <a:lvl9pPr algn="l">
              <a:defRPr sz="3975" b="1">
                <a:solidFill>
                  <a:srgbClr val="1C2A40"/>
                </a:solidFill>
                <a:latin typeface="Nimbus Sans"/>
                <a:ea typeface="Nimbus Sans"/>
                <a:cs typeface="Nimbus Sans"/>
              </a:defRPr>
            </a:lvl9pPr>
          </a:lstStyle>
          <a:p xmlns:a="http://schemas.openxmlformats.org/drawingml/2006/main">
            <a:pPr algn="l">
              <a:defRPr sz="3975" b="1">
                <a:solidFill>
                  <a:srgbClr val="1C2A40"/>
                </a:solidFill>
                <a:latin typeface="Nimbus Sans"/>
                <a:ea typeface="Nimbus Sans"/>
                <a:cs typeface="Nimbus Sans"/>
              </a:defRPr>
            </a:pPr>
            <a:r>
              <a:rPr sz="3975" b="1">
                <a:solidFill>
                  <a:srgbClr val="1C2A40"/>
                </a:solidFill>
                <a:latin typeface="Nimbus Sans"/>
                <a:ea typeface="Nimbus Sans"/>
                <a:cs typeface="Nimbus Sans"/>
              </a:rPr>
              <a:t>from Network Traffic Captures</a:t>
            </a:r>
          </a:p>
        </p:txBody>
      </p:sp>
      <p:sp>
        <p:nvSpPr>
          <p:cNvPr id="7" name="f7">
            <a:extLst xmlns:a="http://schemas.openxmlformats.org/drawingml/2006/main">
              <a:ext uri="{FF2B5EF4-FFF2-40B4-BE49-F238E27FC236}">
                <a16:creationId xmlns:a16="http://schemas.microsoft.com/office/drawing/2014/main" id="{036C3A9A-EAD4-4892-B2D9-2E4B3819F8C9}"/>
              </a:ext>
            </a:extLst>
          </p:cNvPr>
          <p:cNvSpPr>
            <a:spLocks xmlns:a="http://schemas.openxmlformats.org/drawingml/2006/main" noGrp="1"/>
          </p:cNvSpPr>
          <p:nvPr/>
        </p:nvSpPr>
        <p:spPr>
          <a:xfrm xmlns:a="http://schemas.openxmlformats.org/drawingml/2006/main">
            <a:off x="1066800" y="6083999"/>
            <a:ext cx="1094333" cy="28289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0">
                <a:solidFill>
                  <a:srgbClr val="65758B"/>
                </a:solidFill>
                <a:latin typeface="Nimbus Sans"/>
                <a:ea typeface="Nimbus Sans"/>
                <a:cs typeface="Nimbus Sans"/>
              </a:defRPr>
            </a:defPPr>
            <a:lvl1pPr algn="l">
              <a:defRPr sz="1650" b="0">
                <a:solidFill>
                  <a:srgbClr val="65758B"/>
                </a:solidFill>
                <a:latin typeface="Nimbus Sans"/>
                <a:ea typeface="Nimbus Sans"/>
                <a:cs typeface="Nimbus Sans"/>
              </a:defRPr>
            </a:lvl1pPr>
            <a:lvl2pPr algn="l">
              <a:defRPr sz="1650" b="0">
                <a:solidFill>
                  <a:srgbClr val="65758B"/>
                </a:solidFill>
                <a:latin typeface="Nimbus Sans"/>
                <a:ea typeface="Nimbus Sans"/>
                <a:cs typeface="Nimbus Sans"/>
              </a:defRPr>
            </a:lvl2pPr>
            <a:lvl3pPr algn="l">
              <a:defRPr sz="1650" b="0">
                <a:solidFill>
                  <a:srgbClr val="65758B"/>
                </a:solidFill>
                <a:latin typeface="Nimbus Sans"/>
                <a:ea typeface="Nimbus Sans"/>
                <a:cs typeface="Nimbus Sans"/>
              </a:defRPr>
            </a:lvl3pPr>
            <a:lvl4pPr algn="l">
              <a:defRPr sz="1650" b="0">
                <a:solidFill>
                  <a:srgbClr val="65758B"/>
                </a:solidFill>
                <a:latin typeface="Nimbus Sans"/>
                <a:ea typeface="Nimbus Sans"/>
                <a:cs typeface="Nimbus Sans"/>
              </a:defRPr>
            </a:lvl4pPr>
            <a:lvl5pPr algn="l">
              <a:defRPr sz="1650" b="0">
                <a:solidFill>
                  <a:srgbClr val="65758B"/>
                </a:solidFill>
                <a:latin typeface="Nimbus Sans"/>
                <a:ea typeface="Nimbus Sans"/>
                <a:cs typeface="Nimbus Sans"/>
              </a:defRPr>
            </a:lvl5pPr>
            <a:lvl6pPr algn="l">
              <a:defRPr sz="1650" b="0">
                <a:solidFill>
                  <a:srgbClr val="65758B"/>
                </a:solidFill>
                <a:latin typeface="Nimbus Sans"/>
                <a:ea typeface="Nimbus Sans"/>
                <a:cs typeface="Nimbus Sans"/>
              </a:defRPr>
            </a:lvl6pPr>
            <a:lvl7pPr algn="l">
              <a:defRPr sz="1650" b="0">
                <a:solidFill>
                  <a:srgbClr val="65758B"/>
                </a:solidFill>
                <a:latin typeface="Nimbus Sans"/>
                <a:ea typeface="Nimbus Sans"/>
                <a:cs typeface="Nimbus Sans"/>
              </a:defRPr>
            </a:lvl7pPr>
            <a:lvl8pPr algn="l">
              <a:defRPr sz="1650" b="0">
                <a:solidFill>
                  <a:srgbClr val="65758B"/>
                </a:solidFill>
                <a:latin typeface="Nimbus Sans"/>
                <a:ea typeface="Nimbus Sans"/>
                <a:cs typeface="Nimbus Sans"/>
              </a:defRPr>
            </a:lvl8pPr>
            <a:lvl9pPr algn="l">
              <a:defRPr sz="1650" b="0">
                <a:solidFill>
                  <a:srgbClr val="65758B"/>
                </a:solidFill>
                <a:latin typeface="Nimbus Sans"/>
                <a:ea typeface="Nimbus Sans"/>
                <a:cs typeface="Nimbus Sans"/>
              </a:defRPr>
            </a:lvl9pPr>
          </a:lstStyle>
          <a:p xmlns:a="http://schemas.openxmlformats.org/drawingml/2006/main">
            <a:pPr algn="l">
              <a:defRPr sz="1650" b="0">
                <a:solidFill>
                  <a:srgbClr val="65758B"/>
                </a:solidFill>
                <a:latin typeface="Nimbus Sans"/>
                <a:ea typeface="Nimbus Sans"/>
                <a:cs typeface="Nimbus Sans"/>
              </a:defRPr>
            </a:pPr>
            <a:r>
              <a:rPr sz="1650" b="0">
                <a:solidFill>
                  <a:srgbClr val="65758B"/>
                </a:solidFill>
                <a:latin typeface="Nimbus Sans"/>
                <a:ea typeface="Nimbus Sans"/>
                <a:cs typeface="Nimbus Sans"/>
              </a:rPr>
              <a:t>Laureando</a:t>
            </a:r>
          </a:p>
        </p:txBody>
      </p:sp>
      <p:sp>
        <p:nvSpPr>
          <p:cNvPr id="8" name="f8">
            <a:extLst xmlns:a="http://schemas.openxmlformats.org/drawingml/2006/main">
              <a:ext uri="{FF2B5EF4-FFF2-40B4-BE49-F238E27FC236}">
                <a16:creationId xmlns:a16="http://schemas.microsoft.com/office/drawing/2014/main" id="{C58305C9-7703-4D80-8525-2C6430F6422E}"/>
              </a:ext>
            </a:extLst>
          </p:cNvPr>
          <p:cNvSpPr>
            <a:spLocks xmlns:a="http://schemas.openxmlformats.org/drawingml/2006/main" noGrp="1"/>
          </p:cNvSpPr>
          <p:nvPr/>
        </p:nvSpPr>
        <p:spPr>
          <a:xfrm xmlns:a="http://schemas.openxmlformats.org/drawingml/2006/main">
            <a:off x="1066800" y="6411278"/>
            <a:ext cx="2657921"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1C2A40"/>
                </a:solidFill>
                <a:latin typeface="Nimbus Sans"/>
                <a:ea typeface="Nimbus Sans"/>
                <a:cs typeface="Nimbus Sans"/>
              </a:defRPr>
            </a:defPPr>
            <a:lvl1pPr algn="l">
              <a:defRPr sz="2250" b="1">
                <a:solidFill>
                  <a:srgbClr val="1C2A40"/>
                </a:solidFill>
                <a:latin typeface="Nimbus Sans"/>
                <a:ea typeface="Nimbus Sans"/>
                <a:cs typeface="Nimbus Sans"/>
              </a:defRPr>
            </a:lvl1pPr>
            <a:lvl2pPr algn="l">
              <a:defRPr sz="2250" b="1">
                <a:solidFill>
                  <a:srgbClr val="1C2A40"/>
                </a:solidFill>
                <a:latin typeface="Nimbus Sans"/>
                <a:ea typeface="Nimbus Sans"/>
                <a:cs typeface="Nimbus Sans"/>
              </a:defRPr>
            </a:lvl2pPr>
            <a:lvl3pPr algn="l">
              <a:defRPr sz="2250" b="1">
                <a:solidFill>
                  <a:srgbClr val="1C2A40"/>
                </a:solidFill>
                <a:latin typeface="Nimbus Sans"/>
                <a:ea typeface="Nimbus Sans"/>
                <a:cs typeface="Nimbus Sans"/>
              </a:defRPr>
            </a:lvl3pPr>
            <a:lvl4pPr algn="l">
              <a:defRPr sz="2250" b="1">
                <a:solidFill>
                  <a:srgbClr val="1C2A40"/>
                </a:solidFill>
                <a:latin typeface="Nimbus Sans"/>
                <a:ea typeface="Nimbus Sans"/>
                <a:cs typeface="Nimbus Sans"/>
              </a:defRPr>
            </a:lvl4pPr>
            <a:lvl5pPr algn="l">
              <a:defRPr sz="2250" b="1">
                <a:solidFill>
                  <a:srgbClr val="1C2A40"/>
                </a:solidFill>
                <a:latin typeface="Nimbus Sans"/>
                <a:ea typeface="Nimbus Sans"/>
                <a:cs typeface="Nimbus Sans"/>
              </a:defRPr>
            </a:lvl5pPr>
            <a:lvl6pPr algn="l">
              <a:defRPr sz="2250" b="1">
                <a:solidFill>
                  <a:srgbClr val="1C2A40"/>
                </a:solidFill>
                <a:latin typeface="Nimbus Sans"/>
                <a:ea typeface="Nimbus Sans"/>
                <a:cs typeface="Nimbus Sans"/>
              </a:defRPr>
            </a:lvl6pPr>
            <a:lvl7pPr algn="l">
              <a:defRPr sz="2250" b="1">
                <a:solidFill>
                  <a:srgbClr val="1C2A40"/>
                </a:solidFill>
                <a:latin typeface="Nimbus Sans"/>
                <a:ea typeface="Nimbus Sans"/>
                <a:cs typeface="Nimbus Sans"/>
              </a:defRPr>
            </a:lvl7pPr>
            <a:lvl8pPr algn="l">
              <a:defRPr sz="2250" b="1">
                <a:solidFill>
                  <a:srgbClr val="1C2A40"/>
                </a:solidFill>
                <a:latin typeface="Nimbus Sans"/>
                <a:ea typeface="Nimbus Sans"/>
                <a:cs typeface="Nimbus Sans"/>
              </a:defRPr>
            </a:lvl8pPr>
            <a:lvl9pPr algn="l">
              <a:defRPr sz="2250" b="1">
                <a:solidFill>
                  <a:srgbClr val="1C2A40"/>
                </a:solidFill>
                <a:latin typeface="Nimbus Sans"/>
                <a:ea typeface="Nimbus Sans"/>
                <a:cs typeface="Nimbus Sans"/>
              </a:defRPr>
            </a:lvl9pPr>
          </a:lstStyle>
          <a:p xmlns:a="http://schemas.openxmlformats.org/drawingml/2006/main">
            <a:pPr algn="l">
              <a:defRPr sz="2250" b="1">
                <a:solidFill>
                  <a:srgbClr val="1C2A40"/>
                </a:solidFill>
                <a:latin typeface="Nimbus Sans"/>
                <a:ea typeface="Nimbus Sans"/>
                <a:cs typeface="Nimbus Sans"/>
              </a:defRPr>
            </a:pPr>
            <a:r>
              <a:rPr sz="2250" b="1">
                <a:solidFill>
                  <a:srgbClr val="1C2A40"/>
                </a:solidFill>
                <a:latin typeface="Nimbus Sans"/>
                <a:ea typeface="Nimbus Sans"/>
                <a:cs typeface="Nimbus Sans"/>
              </a:rPr>
              <a:t>Samuele De Santis</a:t>
            </a:r>
          </a:p>
        </p:txBody>
      </p:sp>
      <p:sp>
        <p:nvSpPr>
          <p:cNvPr id="9" name="f9">
            <a:extLst xmlns:a="http://schemas.openxmlformats.org/drawingml/2006/main">
              <a:ext uri="{FF2B5EF4-FFF2-40B4-BE49-F238E27FC236}">
                <a16:creationId xmlns:a16="http://schemas.microsoft.com/office/drawing/2014/main" id="{6D50A069-25F4-4D93-9BA6-82711785BCB0}"/>
              </a:ext>
            </a:extLst>
          </p:cNvPr>
          <p:cNvSpPr>
            <a:spLocks xmlns:a="http://schemas.openxmlformats.org/drawingml/2006/main" noGrp="1"/>
          </p:cNvSpPr>
          <p:nvPr/>
        </p:nvSpPr>
        <p:spPr>
          <a:xfrm xmlns:a="http://schemas.openxmlformats.org/drawingml/2006/main">
            <a:off x="1066800" y="7022306"/>
            <a:ext cx="3413224" cy="3214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C2A40"/>
                </a:solidFill>
                <a:latin typeface="Nimbus Sans"/>
                <a:ea typeface="Nimbus Sans"/>
                <a:cs typeface="Nimbus Sans"/>
              </a:defRPr>
            </a:defPPr>
            <a:lvl1pPr algn="l">
              <a:defRPr sz="1875" b="0">
                <a:solidFill>
                  <a:srgbClr val="1C2A40"/>
                </a:solidFill>
                <a:latin typeface="Nimbus Sans"/>
                <a:ea typeface="Nimbus Sans"/>
                <a:cs typeface="Nimbus Sans"/>
              </a:defRPr>
            </a:lvl1pPr>
            <a:lvl2pPr algn="l">
              <a:defRPr sz="1875" b="0">
                <a:solidFill>
                  <a:srgbClr val="1C2A40"/>
                </a:solidFill>
                <a:latin typeface="Nimbus Sans"/>
                <a:ea typeface="Nimbus Sans"/>
                <a:cs typeface="Nimbus Sans"/>
              </a:defRPr>
            </a:lvl2pPr>
            <a:lvl3pPr algn="l">
              <a:defRPr sz="1875" b="0">
                <a:solidFill>
                  <a:srgbClr val="1C2A40"/>
                </a:solidFill>
                <a:latin typeface="Nimbus Sans"/>
                <a:ea typeface="Nimbus Sans"/>
                <a:cs typeface="Nimbus Sans"/>
              </a:defRPr>
            </a:lvl3pPr>
            <a:lvl4pPr algn="l">
              <a:defRPr sz="1875" b="0">
                <a:solidFill>
                  <a:srgbClr val="1C2A40"/>
                </a:solidFill>
                <a:latin typeface="Nimbus Sans"/>
                <a:ea typeface="Nimbus Sans"/>
                <a:cs typeface="Nimbus Sans"/>
              </a:defRPr>
            </a:lvl4pPr>
            <a:lvl5pPr algn="l">
              <a:defRPr sz="1875" b="0">
                <a:solidFill>
                  <a:srgbClr val="1C2A40"/>
                </a:solidFill>
                <a:latin typeface="Nimbus Sans"/>
                <a:ea typeface="Nimbus Sans"/>
                <a:cs typeface="Nimbus Sans"/>
              </a:defRPr>
            </a:lvl5pPr>
            <a:lvl6pPr algn="l">
              <a:defRPr sz="1875" b="0">
                <a:solidFill>
                  <a:srgbClr val="1C2A40"/>
                </a:solidFill>
                <a:latin typeface="Nimbus Sans"/>
                <a:ea typeface="Nimbus Sans"/>
                <a:cs typeface="Nimbus Sans"/>
              </a:defRPr>
            </a:lvl6pPr>
            <a:lvl7pPr algn="l">
              <a:defRPr sz="1875" b="0">
                <a:solidFill>
                  <a:srgbClr val="1C2A40"/>
                </a:solidFill>
                <a:latin typeface="Nimbus Sans"/>
                <a:ea typeface="Nimbus Sans"/>
                <a:cs typeface="Nimbus Sans"/>
              </a:defRPr>
            </a:lvl7pPr>
            <a:lvl8pPr algn="l">
              <a:defRPr sz="1875" b="0">
                <a:solidFill>
                  <a:srgbClr val="1C2A40"/>
                </a:solidFill>
                <a:latin typeface="Nimbus Sans"/>
                <a:ea typeface="Nimbus Sans"/>
                <a:cs typeface="Nimbus Sans"/>
              </a:defRPr>
            </a:lvl8pPr>
            <a:lvl9pPr algn="l">
              <a:defRPr sz="1875" b="0">
                <a:solidFill>
                  <a:srgbClr val="1C2A40"/>
                </a:solidFill>
                <a:latin typeface="Nimbus Sans"/>
                <a:ea typeface="Nimbus Sans"/>
                <a:cs typeface="Nimbus Sans"/>
              </a:defRPr>
            </a:lvl9pPr>
          </a:lstStyle>
          <a:p xmlns:a="http://schemas.openxmlformats.org/drawingml/2006/main">
            <a:pPr algn="l">
              <a:defRPr sz="1875" b="0">
                <a:solidFill>
                  <a:srgbClr val="1C2A40"/>
                </a:solidFill>
                <a:latin typeface="Nimbus Sans"/>
                <a:ea typeface="Nimbus Sans"/>
                <a:cs typeface="Nimbus Sans"/>
              </a:defRPr>
            </a:pPr>
            <a:r>
              <a:rPr sz="1875" b="0">
                <a:solidFill>
                  <a:srgbClr val="1C2A40"/>
                </a:solidFill>
                <a:latin typeface="Nimbus Sans"/>
                <a:ea typeface="Nimbus Sans"/>
                <a:cs typeface="Nimbus Sans"/>
              </a:rPr>
              <a:t>Relatrice: Prof.ssa Paola Vocca</a:t>
            </a:r>
          </a:p>
        </p:txBody>
      </p:sp>
      <p:sp>
        <p:nvSpPr>
          <p:cNvPr id="10" name="f10">
            <a:extLst xmlns:a="http://schemas.openxmlformats.org/drawingml/2006/main">
              <a:ext uri="{FF2B5EF4-FFF2-40B4-BE49-F238E27FC236}">
                <a16:creationId xmlns:a16="http://schemas.microsoft.com/office/drawing/2014/main" id="{769A7FB0-63C1-40DF-96EF-A30420ACF19E}"/>
              </a:ext>
            </a:extLst>
          </p:cNvPr>
          <p:cNvSpPr>
            <a:spLocks xmlns:a="http://schemas.openxmlformats.org/drawingml/2006/main" noGrp="1"/>
          </p:cNvSpPr>
          <p:nvPr/>
        </p:nvSpPr>
        <p:spPr>
          <a:xfrm xmlns:a="http://schemas.openxmlformats.org/drawingml/2006/main">
            <a:off x="1066800" y="7403306"/>
            <a:ext cx="3965079" cy="3214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C2A40"/>
                </a:solidFill>
                <a:latin typeface="Nimbus Sans"/>
                <a:ea typeface="Nimbus Sans"/>
                <a:cs typeface="Nimbus Sans"/>
              </a:defRPr>
            </a:defPPr>
            <a:lvl1pPr algn="l">
              <a:defRPr sz="1875" b="0">
                <a:solidFill>
                  <a:srgbClr val="1C2A40"/>
                </a:solidFill>
                <a:latin typeface="Nimbus Sans"/>
                <a:ea typeface="Nimbus Sans"/>
                <a:cs typeface="Nimbus Sans"/>
              </a:defRPr>
            </a:lvl1pPr>
            <a:lvl2pPr algn="l">
              <a:defRPr sz="1875" b="0">
                <a:solidFill>
                  <a:srgbClr val="1C2A40"/>
                </a:solidFill>
                <a:latin typeface="Nimbus Sans"/>
                <a:ea typeface="Nimbus Sans"/>
                <a:cs typeface="Nimbus Sans"/>
              </a:defRPr>
            </a:lvl2pPr>
            <a:lvl3pPr algn="l">
              <a:defRPr sz="1875" b="0">
                <a:solidFill>
                  <a:srgbClr val="1C2A40"/>
                </a:solidFill>
                <a:latin typeface="Nimbus Sans"/>
                <a:ea typeface="Nimbus Sans"/>
                <a:cs typeface="Nimbus Sans"/>
              </a:defRPr>
            </a:lvl3pPr>
            <a:lvl4pPr algn="l">
              <a:defRPr sz="1875" b="0">
                <a:solidFill>
                  <a:srgbClr val="1C2A40"/>
                </a:solidFill>
                <a:latin typeface="Nimbus Sans"/>
                <a:ea typeface="Nimbus Sans"/>
                <a:cs typeface="Nimbus Sans"/>
              </a:defRPr>
            </a:lvl4pPr>
            <a:lvl5pPr algn="l">
              <a:defRPr sz="1875" b="0">
                <a:solidFill>
                  <a:srgbClr val="1C2A40"/>
                </a:solidFill>
                <a:latin typeface="Nimbus Sans"/>
                <a:ea typeface="Nimbus Sans"/>
                <a:cs typeface="Nimbus Sans"/>
              </a:defRPr>
            </a:lvl5pPr>
            <a:lvl6pPr algn="l">
              <a:defRPr sz="1875" b="0">
                <a:solidFill>
                  <a:srgbClr val="1C2A40"/>
                </a:solidFill>
                <a:latin typeface="Nimbus Sans"/>
                <a:ea typeface="Nimbus Sans"/>
                <a:cs typeface="Nimbus Sans"/>
              </a:defRPr>
            </a:lvl6pPr>
            <a:lvl7pPr algn="l">
              <a:defRPr sz="1875" b="0">
                <a:solidFill>
                  <a:srgbClr val="1C2A40"/>
                </a:solidFill>
                <a:latin typeface="Nimbus Sans"/>
                <a:ea typeface="Nimbus Sans"/>
                <a:cs typeface="Nimbus Sans"/>
              </a:defRPr>
            </a:lvl7pPr>
            <a:lvl8pPr algn="l">
              <a:defRPr sz="1875" b="0">
                <a:solidFill>
                  <a:srgbClr val="1C2A40"/>
                </a:solidFill>
                <a:latin typeface="Nimbus Sans"/>
                <a:ea typeface="Nimbus Sans"/>
                <a:cs typeface="Nimbus Sans"/>
              </a:defRPr>
            </a:lvl8pPr>
            <a:lvl9pPr algn="l">
              <a:defRPr sz="1875" b="0">
                <a:solidFill>
                  <a:srgbClr val="1C2A40"/>
                </a:solidFill>
                <a:latin typeface="Nimbus Sans"/>
                <a:ea typeface="Nimbus Sans"/>
                <a:cs typeface="Nimbus Sans"/>
              </a:defRPr>
            </a:lvl9pPr>
          </a:lstStyle>
          <a:p xmlns:a="http://schemas.openxmlformats.org/drawingml/2006/main">
            <a:pPr algn="l">
              <a:defRPr sz="1875" b="0">
                <a:solidFill>
                  <a:srgbClr val="1C2A40"/>
                </a:solidFill>
                <a:latin typeface="Nimbus Sans"/>
                <a:ea typeface="Nimbus Sans"/>
                <a:cs typeface="Nimbus Sans"/>
              </a:defRPr>
            </a:pPr>
            <a:r>
              <a:rPr sz="1875" b="0">
                <a:solidFill>
                  <a:srgbClr val="1C2A40"/>
                </a:solidFill>
                <a:latin typeface="Nimbus Sans"/>
                <a:ea typeface="Nimbus Sans"/>
                <a:cs typeface="Nimbus Sans"/>
              </a:rPr>
              <a:t>Correlatore: Dott. Francesco Mancini</a:t>
            </a:r>
          </a:p>
        </p:txBody>
      </p:sp>
      <p:sp>
        <p:nvSpPr>
          <p:cNvPr id="11" name="f11">
            <a:extLst xmlns:a="http://schemas.openxmlformats.org/drawingml/2006/main">
              <a:ext uri="{FF2B5EF4-FFF2-40B4-BE49-F238E27FC236}">
                <a16:creationId xmlns:a16="http://schemas.microsoft.com/office/drawing/2014/main" id="{6CC3875E-1D87-4AE2-B0B6-040556F6F0F4}"/>
              </a:ext>
            </a:extLst>
          </p:cNvPr>
          <p:cNvSpPr>
            <a:spLocks xmlns:a="http://schemas.openxmlformats.org/drawingml/2006/main" noGrp="1"/>
          </p:cNvSpPr>
          <p:nvPr/>
        </p:nvSpPr>
        <p:spPr>
          <a:xfrm xmlns:a="http://schemas.openxmlformats.org/drawingml/2006/main">
            <a:off x="1066800" y="7877937"/>
            <a:ext cx="3061990" cy="3086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65758B"/>
                </a:solidFill>
                <a:latin typeface="Nimbus Sans"/>
                <a:ea typeface="Nimbus Sans"/>
                <a:cs typeface="Nimbus Sans"/>
              </a:defRPr>
            </a:defPPr>
            <a:lvl1pPr algn="l">
              <a:defRPr sz="1800" b="0">
                <a:solidFill>
                  <a:srgbClr val="65758B"/>
                </a:solidFill>
                <a:latin typeface="Nimbus Sans"/>
                <a:ea typeface="Nimbus Sans"/>
                <a:cs typeface="Nimbus Sans"/>
              </a:defRPr>
            </a:lvl1pPr>
            <a:lvl2pPr algn="l">
              <a:defRPr sz="1800" b="0">
                <a:solidFill>
                  <a:srgbClr val="65758B"/>
                </a:solidFill>
                <a:latin typeface="Nimbus Sans"/>
                <a:ea typeface="Nimbus Sans"/>
                <a:cs typeface="Nimbus Sans"/>
              </a:defRPr>
            </a:lvl2pPr>
            <a:lvl3pPr algn="l">
              <a:defRPr sz="1800" b="0">
                <a:solidFill>
                  <a:srgbClr val="65758B"/>
                </a:solidFill>
                <a:latin typeface="Nimbus Sans"/>
                <a:ea typeface="Nimbus Sans"/>
                <a:cs typeface="Nimbus Sans"/>
              </a:defRPr>
            </a:lvl3pPr>
            <a:lvl4pPr algn="l">
              <a:defRPr sz="1800" b="0">
                <a:solidFill>
                  <a:srgbClr val="65758B"/>
                </a:solidFill>
                <a:latin typeface="Nimbus Sans"/>
                <a:ea typeface="Nimbus Sans"/>
                <a:cs typeface="Nimbus Sans"/>
              </a:defRPr>
            </a:lvl4pPr>
            <a:lvl5pPr algn="l">
              <a:defRPr sz="1800" b="0">
                <a:solidFill>
                  <a:srgbClr val="65758B"/>
                </a:solidFill>
                <a:latin typeface="Nimbus Sans"/>
                <a:ea typeface="Nimbus Sans"/>
                <a:cs typeface="Nimbus Sans"/>
              </a:defRPr>
            </a:lvl5pPr>
            <a:lvl6pPr algn="l">
              <a:defRPr sz="1800" b="0">
                <a:solidFill>
                  <a:srgbClr val="65758B"/>
                </a:solidFill>
                <a:latin typeface="Nimbus Sans"/>
                <a:ea typeface="Nimbus Sans"/>
                <a:cs typeface="Nimbus Sans"/>
              </a:defRPr>
            </a:lvl6pPr>
            <a:lvl7pPr algn="l">
              <a:defRPr sz="1800" b="0">
                <a:solidFill>
                  <a:srgbClr val="65758B"/>
                </a:solidFill>
                <a:latin typeface="Nimbus Sans"/>
                <a:ea typeface="Nimbus Sans"/>
                <a:cs typeface="Nimbus Sans"/>
              </a:defRPr>
            </a:lvl7pPr>
            <a:lvl8pPr algn="l">
              <a:defRPr sz="1800" b="0">
                <a:solidFill>
                  <a:srgbClr val="65758B"/>
                </a:solidFill>
                <a:latin typeface="Nimbus Sans"/>
                <a:ea typeface="Nimbus Sans"/>
                <a:cs typeface="Nimbus Sans"/>
              </a:defRPr>
            </a:lvl8pPr>
            <a:lvl9pPr algn="l">
              <a:defRPr sz="1800" b="0">
                <a:solidFill>
                  <a:srgbClr val="65758B"/>
                </a:solidFill>
                <a:latin typeface="Nimbus Sans"/>
                <a:ea typeface="Nimbus Sans"/>
                <a:cs typeface="Nimbus Sans"/>
              </a:defRPr>
            </a:lvl9pPr>
          </a:lstStyle>
          <a:p xmlns:a="http://schemas.openxmlformats.org/drawingml/2006/main">
            <a:pPr algn="l">
              <a:defRPr sz="1800" b="0">
                <a:solidFill>
                  <a:srgbClr val="65758B"/>
                </a:solidFill>
                <a:latin typeface="Nimbus Sans"/>
                <a:ea typeface="Nimbus Sans"/>
                <a:cs typeface="Nimbus Sans"/>
              </a:defRPr>
            </a:pPr>
            <a:r>
              <a:rPr sz="1800" b="0">
                <a:solidFill>
                  <a:srgbClr val="65758B"/>
                </a:solidFill>
                <a:latin typeface="Nimbus Sans"/>
                <a:ea typeface="Nimbus Sans"/>
                <a:cs typeface="Nimbus Sans"/>
              </a:rPr>
              <a:t>Anno accademico 2025/2026</a:t>
            </a:r>
          </a:p>
        </p:txBody>
      </p:sp>
      <p:sp>
        <p:nvSpPr>
          <p:cNvPr id="12" name="f12">
            <a:extLst xmlns:a="http://schemas.openxmlformats.org/drawingml/2006/main">
              <a:ext uri="{FF2B5EF4-FFF2-40B4-BE49-F238E27FC236}">
                <a16:creationId xmlns:a16="http://schemas.microsoft.com/office/drawing/2014/main" id="{7471D0FC-9208-4A04-88C4-3CFB51517729}"/>
              </a:ext>
            </a:extLst>
          </p:cNvPr>
          <p:cNvSpPr>
            <a:spLocks xmlns:a="http://schemas.openxmlformats.org/drawingml/2006/main" noGrp="1"/>
          </p:cNvSpPr>
          <p:nvPr/>
        </p:nvSpPr>
        <p:spPr>
          <a:xfrm xmlns:a="http://schemas.openxmlformats.org/drawingml/2006/main">
            <a:off x="12672864" y="3079147"/>
            <a:ext cx="905173" cy="39862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a:solidFill>
                  <a:srgbClr val="1C2A40"/>
                </a:solidFill>
                <a:latin typeface="Nimbus Sans"/>
                <a:ea typeface="Nimbus Sans"/>
                <a:cs typeface="Nimbus Sans"/>
              </a:defRPr>
            </a:defPPr>
            <a:lvl1pPr algn="l">
              <a:defRPr sz="2325" b="1">
                <a:solidFill>
                  <a:srgbClr val="1C2A40"/>
                </a:solidFill>
                <a:latin typeface="Nimbus Sans"/>
                <a:ea typeface="Nimbus Sans"/>
                <a:cs typeface="Nimbus Sans"/>
              </a:defRPr>
            </a:lvl1pPr>
            <a:lvl2pPr algn="l">
              <a:defRPr sz="2325" b="1">
                <a:solidFill>
                  <a:srgbClr val="1C2A40"/>
                </a:solidFill>
                <a:latin typeface="Nimbus Sans"/>
                <a:ea typeface="Nimbus Sans"/>
                <a:cs typeface="Nimbus Sans"/>
              </a:defRPr>
            </a:lvl2pPr>
            <a:lvl3pPr algn="l">
              <a:defRPr sz="2325" b="1">
                <a:solidFill>
                  <a:srgbClr val="1C2A40"/>
                </a:solidFill>
                <a:latin typeface="Nimbus Sans"/>
                <a:ea typeface="Nimbus Sans"/>
                <a:cs typeface="Nimbus Sans"/>
              </a:defRPr>
            </a:lvl3pPr>
            <a:lvl4pPr algn="l">
              <a:defRPr sz="2325" b="1">
                <a:solidFill>
                  <a:srgbClr val="1C2A40"/>
                </a:solidFill>
                <a:latin typeface="Nimbus Sans"/>
                <a:ea typeface="Nimbus Sans"/>
                <a:cs typeface="Nimbus Sans"/>
              </a:defRPr>
            </a:lvl4pPr>
            <a:lvl5pPr algn="l">
              <a:defRPr sz="2325" b="1">
                <a:solidFill>
                  <a:srgbClr val="1C2A40"/>
                </a:solidFill>
                <a:latin typeface="Nimbus Sans"/>
                <a:ea typeface="Nimbus Sans"/>
                <a:cs typeface="Nimbus Sans"/>
              </a:defRPr>
            </a:lvl5pPr>
            <a:lvl6pPr algn="l">
              <a:defRPr sz="2325" b="1">
                <a:solidFill>
                  <a:srgbClr val="1C2A40"/>
                </a:solidFill>
                <a:latin typeface="Nimbus Sans"/>
                <a:ea typeface="Nimbus Sans"/>
                <a:cs typeface="Nimbus Sans"/>
              </a:defRPr>
            </a:lvl6pPr>
            <a:lvl7pPr algn="l">
              <a:defRPr sz="2325" b="1">
                <a:solidFill>
                  <a:srgbClr val="1C2A40"/>
                </a:solidFill>
                <a:latin typeface="Nimbus Sans"/>
                <a:ea typeface="Nimbus Sans"/>
                <a:cs typeface="Nimbus Sans"/>
              </a:defRPr>
            </a:lvl7pPr>
            <a:lvl8pPr algn="l">
              <a:defRPr sz="2325" b="1">
                <a:solidFill>
                  <a:srgbClr val="1C2A40"/>
                </a:solidFill>
                <a:latin typeface="Nimbus Sans"/>
                <a:ea typeface="Nimbus Sans"/>
                <a:cs typeface="Nimbus Sans"/>
              </a:defRPr>
            </a:lvl8pPr>
            <a:lvl9pPr algn="l">
              <a:defRPr sz="2325" b="1">
                <a:solidFill>
                  <a:srgbClr val="1C2A40"/>
                </a:solidFill>
                <a:latin typeface="Nimbus Sans"/>
                <a:ea typeface="Nimbus Sans"/>
                <a:cs typeface="Nimbus Sans"/>
              </a:defRPr>
            </a:lvl9pPr>
          </a:lstStyle>
          <a:p xmlns:a="http://schemas.openxmlformats.org/drawingml/2006/main">
            <a:pPr algn="l">
              <a:defRPr sz="2325" b="1">
                <a:solidFill>
                  <a:srgbClr val="1C2A40"/>
                </a:solidFill>
                <a:latin typeface="Nimbus Sans"/>
                <a:ea typeface="Nimbus Sans"/>
                <a:cs typeface="Nimbus Sans"/>
              </a:defRPr>
            </a:pPr>
            <a:r>
              <a:rPr sz="2325" b="1">
                <a:solidFill>
                  <a:srgbClr val="1C2A40"/>
                </a:solidFill>
                <a:latin typeface="Nimbus Sans"/>
                <a:ea typeface="Nimbus Sans"/>
                <a:cs typeface="Nimbus Sans"/>
              </a:rPr>
              <a:t>PCAP</a:t>
            </a:r>
          </a:p>
        </p:txBody>
      </p:sp>
      <p:sp>
        <p:nvSpPr>
          <p:cNvPr id="13" name="f13">
            <a:extLst xmlns:a="http://schemas.openxmlformats.org/drawingml/2006/main">
              <a:ext uri="{FF2B5EF4-FFF2-40B4-BE49-F238E27FC236}">
                <a16:creationId xmlns:a16="http://schemas.microsoft.com/office/drawing/2014/main" id="{39BEF633-0628-43B6-8CD3-73B4B5092F7F}"/>
              </a:ext>
            </a:extLst>
          </p:cNvPr>
          <p:cNvSpPr>
            <a:spLocks xmlns:a="http://schemas.openxmlformats.org/drawingml/2006/main" noGrp="1"/>
          </p:cNvSpPr>
          <p:nvPr/>
        </p:nvSpPr>
        <p:spPr>
          <a:xfrm xmlns:a="http://schemas.openxmlformats.org/drawingml/2006/main">
            <a:off x="12411075" y="3475768"/>
            <a:ext cx="1428750" cy="2957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65758B"/>
                </a:solidFill>
                <a:latin typeface="Nimbus Sans"/>
                <a:ea typeface="Nimbus Sans"/>
                <a:cs typeface="Nimbus Sans"/>
              </a:defRPr>
            </a:defPPr>
            <a:lvl1pPr algn="l">
              <a:defRPr sz="1725" b="0">
                <a:solidFill>
                  <a:srgbClr val="65758B"/>
                </a:solidFill>
                <a:latin typeface="Nimbus Sans"/>
                <a:ea typeface="Nimbus Sans"/>
                <a:cs typeface="Nimbus Sans"/>
              </a:defRPr>
            </a:lvl1pPr>
            <a:lvl2pPr algn="l">
              <a:defRPr sz="1725" b="0">
                <a:solidFill>
                  <a:srgbClr val="65758B"/>
                </a:solidFill>
                <a:latin typeface="Nimbus Sans"/>
                <a:ea typeface="Nimbus Sans"/>
                <a:cs typeface="Nimbus Sans"/>
              </a:defRPr>
            </a:lvl2pPr>
            <a:lvl3pPr algn="l">
              <a:defRPr sz="1725" b="0">
                <a:solidFill>
                  <a:srgbClr val="65758B"/>
                </a:solidFill>
                <a:latin typeface="Nimbus Sans"/>
                <a:ea typeface="Nimbus Sans"/>
                <a:cs typeface="Nimbus Sans"/>
              </a:defRPr>
            </a:lvl3pPr>
            <a:lvl4pPr algn="l">
              <a:defRPr sz="1725" b="0">
                <a:solidFill>
                  <a:srgbClr val="65758B"/>
                </a:solidFill>
                <a:latin typeface="Nimbus Sans"/>
                <a:ea typeface="Nimbus Sans"/>
                <a:cs typeface="Nimbus Sans"/>
              </a:defRPr>
            </a:lvl4pPr>
            <a:lvl5pPr algn="l">
              <a:defRPr sz="1725" b="0">
                <a:solidFill>
                  <a:srgbClr val="65758B"/>
                </a:solidFill>
                <a:latin typeface="Nimbus Sans"/>
                <a:ea typeface="Nimbus Sans"/>
                <a:cs typeface="Nimbus Sans"/>
              </a:defRPr>
            </a:lvl5pPr>
            <a:lvl6pPr algn="l">
              <a:defRPr sz="1725" b="0">
                <a:solidFill>
                  <a:srgbClr val="65758B"/>
                </a:solidFill>
                <a:latin typeface="Nimbus Sans"/>
                <a:ea typeface="Nimbus Sans"/>
                <a:cs typeface="Nimbus Sans"/>
              </a:defRPr>
            </a:lvl6pPr>
            <a:lvl7pPr algn="l">
              <a:defRPr sz="1725" b="0">
                <a:solidFill>
                  <a:srgbClr val="65758B"/>
                </a:solidFill>
                <a:latin typeface="Nimbus Sans"/>
                <a:ea typeface="Nimbus Sans"/>
                <a:cs typeface="Nimbus Sans"/>
              </a:defRPr>
            </a:lvl7pPr>
            <a:lvl8pPr algn="l">
              <a:defRPr sz="1725" b="0">
                <a:solidFill>
                  <a:srgbClr val="65758B"/>
                </a:solidFill>
                <a:latin typeface="Nimbus Sans"/>
                <a:ea typeface="Nimbus Sans"/>
                <a:cs typeface="Nimbus Sans"/>
              </a:defRPr>
            </a:lvl8pPr>
            <a:lvl9pPr algn="l">
              <a:defRPr sz="1725" b="0">
                <a:solidFill>
                  <a:srgbClr val="65758B"/>
                </a:solidFill>
                <a:latin typeface="Nimbus Sans"/>
                <a:ea typeface="Nimbus Sans"/>
                <a:cs typeface="Nimbus Sans"/>
              </a:defRPr>
            </a:lvl9pPr>
          </a:lstStyle>
          <a:p xmlns:a="http://schemas.openxmlformats.org/drawingml/2006/main">
            <a:pPr algn="l">
              <a:defRPr sz="1725" b="0">
                <a:solidFill>
                  <a:srgbClr val="65758B"/>
                </a:solidFill>
                <a:latin typeface="Nimbus Sans"/>
                <a:ea typeface="Nimbus Sans"/>
                <a:cs typeface="Nimbus Sans"/>
              </a:defRPr>
            </a:pPr>
            <a:r>
              <a:rPr sz="1725" b="0">
                <a:solidFill>
                  <a:srgbClr val="65758B"/>
                </a:solidFill>
                <a:latin typeface="Nimbus Sans"/>
                <a:ea typeface="Nimbus Sans"/>
                <a:cs typeface="Nimbus Sans"/>
              </a:rPr>
              <a:t>cattura di rete</a:t>
            </a:r>
          </a:p>
        </p:txBody>
      </p:sp>
      <p:sp>
        <p:nvSpPr>
          <p:cNvPr id="14" name="f14">
            <a:extLst xmlns:a="http://schemas.openxmlformats.org/drawingml/2006/main">
              <a:ext uri="{FF2B5EF4-FFF2-40B4-BE49-F238E27FC236}">
                <a16:creationId xmlns:a16="http://schemas.microsoft.com/office/drawing/2014/main" id="{60E3524A-5D0B-413F-B95F-9E42DD530ABE}"/>
              </a:ext>
            </a:extLst>
          </p:cNvPr>
          <p:cNvSpPr>
            <a:spLocks xmlns:a="http://schemas.openxmlformats.org/drawingml/2006/main" noGrp="1"/>
          </p:cNvSpPr>
          <p:nvPr/>
        </p:nvSpPr>
        <p:spPr>
          <a:xfrm xmlns:a="http://schemas.openxmlformats.org/drawingml/2006/main">
            <a:off x="10534724" y="3079147"/>
            <a:ext cx="685651" cy="39862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a:solidFill>
                  <a:srgbClr val="4264D0"/>
                </a:solidFill>
                <a:latin typeface="Nimbus Sans"/>
                <a:ea typeface="Nimbus Sans"/>
                <a:cs typeface="Nimbus Sans"/>
              </a:defRPr>
            </a:defPPr>
            <a:lvl1pPr algn="l">
              <a:defRPr sz="2325" b="1">
                <a:solidFill>
                  <a:srgbClr val="4264D0"/>
                </a:solidFill>
                <a:latin typeface="Nimbus Sans"/>
                <a:ea typeface="Nimbus Sans"/>
                <a:cs typeface="Nimbus Sans"/>
              </a:defRPr>
            </a:lvl1pPr>
            <a:lvl2pPr algn="l">
              <a:defRPr sz="2325" b="1">
                <a:solidFill>
                  <a:srgbClr val="4264D0"/>
                </a:solidFill>
                <a:latin typeface="Nimbus Sans"/>
                <a:ea typeface="Nimbus Sans"/>
                <a:cs typeface="Nimbus Sans"/>
              </a:defRPr>
            </a:lvl2pPr>
            <a:lvl3pPr algn="l">
              <a:defRPr sz="2325" b="1">
                <a:solidFill>
                  <a:srgbClr val="4264D0"/>
                </a:solidFill>
                <a:latin typeface="Nimbus Sans"/>
                <a:ea typeface="Nimbus Sans"/>
                <a:cs typeface="Nimbus Sans"/>
              </a:defRPr>
            </a:lvl3pPr>
            <a:lvl4pPr algn="l">
              <a:defRPr sz="2325" b="1">
                <a:solidFill>
                  <a:srgbClr val="4264D0"/>
                </a:solidFill>
                <a:latin typeface="Nimbus Sans"/>
                <a:ea typeface="Nimbus Sans"/>
                <a:cs typeface="Nimbus Sans"/>
              </a:defRPr>
            </a:lvl4pPr>
            <a:lvl5pPr algn="l">
              <a:defRPr sz="2325" b="1">
                <a:solidFill>
                  <a:srgbClr val="4264D0"/>
                </a:solidFill>
                <a:latin typeface="Nimbus Sans"/>
                <a:ea typeface="Nimbus Sans"/>
                <a:cs typeface="Nimbus Sans"/>
              </a:defRPr>
            </a:lvl5pPr>
            <a:lvl6pPr algn="l">
              <a:defRPr sz="2325" b="1">
                <a:solidFill>
                  <a:srgbClr val="4264D0"/>
                </a:solidFill>
                <a:latin typeface="Nimbus Sans"/>
                <a:ea typeface="Nimbus Sans"/>
                <a:cs typeface="Nimbus Sans"/>
              </a:defRPr>
            </a:lvl6pPr>
            <a:lvl7pPr algn="l">
              <a:defRPr sz="2325" b="1">
                <a:solidFill>
                  <a:srgbClr val="4264D0"/>
                </a:solidFill>
                <a:latin typeface="Nimbus Sans"/>
                <a:ea typeface="Nimbus Sans"/>
                <a:cs typeface="Nimbus Sans"/>
              </a:defRPr>
            </a:lvl7pPr>
            <a:lvl8pPr algn="l">
              <a:defRPr sz="2325" b="1">
                <a:solidFill>
                  <a:srgbClr val="4264D0"/>
                </a:solidFill>
                <a:latin typeface="Nimbus Sans"/>
                <a:ea typeface="Nimbus Sans"/>
                <a:cs typeface="Nimbus Sans"/>
              </a:defRPr>
            </a:lvl8pPr>
            <a:lvl9pPr algn="l">
              <a:defRPr sz="2325" b="1">
                <a:solidFill>
                  <a:srgbClr val="4264D0"/>
                </a:solidFill>
                <a:latin typeface="Nimbus Sans"/>
                <a:ea typeface="Nimbus Sans"/>
                <a:cs typeface="Nimbus Sans"/>
              </a:defRPr>
            </a:lvl9pPr>
          </a:lstStyle>
          <a:p xmlns:a="http://schemas.openxmlformats.org/drawingml/2006/main">
            <a:pPr algn="l">
              <a:defRPr sz="2325" b="1">
                <a:solidFill>
                  <a:srgbClr val="4264D0"/>
                </a:solidFill>
                <a:latin typeface="Nimbus Sans"/>
                <a:ea typeface="Nimbus Sans"/>
                <a:cs typeface="Nimbus Sans"/>
              </a:defRPr>
            </a:pPr>
            <a:r>
              <a:rPr sz="2325" b="1">
                <a:solidFill>
                  <a:srgbClr val="4264D0"/>
                </a:solidFill>
                <a:latin typeface="Nimbus Sans"/>
                <a:ea typeface="Nimbus Sans"/>
                <a:cs typeface="Nimbus Sans"/>
              </a:rPr>
              <a:t>DSL</a:t>
            </a:r>
          </a:p>
        </p:txBody>
      </p:sp>
      <p:sp>
        <p:nvSpPr>
          <p:cNvPr id="15" name="f15">
            <a:extLst xmlns:a="http://schemas.openxmlformats.org/drawingml/2006/main">
              <a:ext uri="{FF2B5EF4-FFF2-40B4-BE49-F238E27FC236}">
                <a16:creationId xmlns:a16="http://schemas.microsoft.com/office/drawing/2014/main" id="{131A3327-3FC5-44D2-AC97-08E3088E98D1}"/>
              </a:ext>
            </a:extLst>
          </p:cNvPr>
          <p:cNvSpPr>
            <a:spLocks xmlns:a="http://schemas.openxmlformats.org/drawingml/2006/main" noGrp="1"/>
          </p:cNvSpPr>
          <p:nvPr/>
        </p:nvSpPr>
        <p:spPr>
          <a:xfrm xmlns:a="http://schemas.openxmlformats.org/drawingml/2006/main">
            <a:off x="10146060" y="3475768"/>
            <a:ext cx="1462980" cy="2957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65758B"/>
                </a:solidFill>
                <a:latin typeface="Nimbus Sans"/>
                <a:ea typeface="Nimbus Sans"/>
                <a:cs typeface="Nimbus Sans"/>
              </a:defRPr>
            </a:defPPr>
            <a:lvl1pPr algn="l">
              <a:defRPr sz="1725" b="0">
                <a:solidFill>
                  <a:srgbClr val="65758B"/>
                </a:solidFill>
                <a:latin typeface="Nimbus Sans"/>
                <a:ea typeface="Nimbus Sans"/>
                <a:cs typeface="Nimbus Sans"/>
              </a:defRPr>
            </a:lvl1pPr>
            <a:lvl2pPr algn="l">
              <a:defRPr sz="1725" b="0">
                <a:solidFill>
                  <a:srgbClr val="65758B"/>
                </a:solidFill>
                <a:latin typeface="Nimbus Sans"/>
                <a:ea typeface="Nimbus Sans"/>
                <a:cs typeface="Nimbus Sans"/>
              </a:defRPr>
            </a:lvl2pPr>
            <a:lvl3pPr algn="l">
              <a:defRPr sz="1725" b="0">
                <a:solidFill>
                  <a:srgbClr val="65758B"/>
                </a:solidFill>
                <a:latin typeface="Nimbus Sans"/>
                <a:ea typeface="Nimbus Sans"/>
                <a:cs typeface="Nimbus Sans"/>
              </a:defRPr>
            </a:lvl3pPr>
            <a:lvl4pPr algn="l">
              <a:defRPr sz="1725" b="0">
                <a:solidFill>
                  <a:srgbClr val="65758B"/>
                </a:solidFill>
                <a:latin typeface="Nimbus Sans"/>
                <a:ea typeface="Nimbus Sans"/>
                <a:cs typeface="Nimbus Sans"/>
              </a:defRPr>
            </a:lvl4pPr>
            <a:lvl5pPr algn="l">
              <a:defRPr sz="1725" b="0">
                <a:solidFill>
                  <a:srgbClr val="65758B"/>
                </a:solidFill>
                <a:latin typeface="Nimbus Sans"/>
                <a:ea typeface="Nimbus Sans"/>
                <a:cs typeface="Nimbus Sans"/>
              </a:defRPr>
            </a:lvl5pPr>
            <a:lvl6pPr algn="l">
              <a:defRPr sz="1725" b="0">
                <a:solidFill>
                  <a:srgbClr val="65758B"/>
                </a:solidFill>
                <a:latin typeface="Nimbus Sans"/>
                <a:ea typeface="Nimbus Sans"/>
                <a:cs typeface="Nimbus Sans"/>
              </a:defRPr>
            </a:lvl6pPr>
            <a:lvl7pPr algn="l">
              <a:defRPr sz="1725" b="0">
                <a:solidFill>
                  <a:srgbClr val="65758B"/>
                </a:solidFill>
                <a:latin typeface="Nimbus Sans"/>
                <a:ea typeface="Nimbus Sans"/>
                <a:cs typeface="Nimbus Sans"/>
              </a:defRPr>
            </a:lvl7pPr>
            <a:lvl8pPr algn="l">
              <a:defRPr sz="1725" b="0">
                <a:solidFill>
                  <a:srgbClr val="65758B"/>
                </a:solidFill>
                <a:latin typeface="Nimbus Sans"/>
                <a:ea typeface="Nimbus Sans"/>
                <a:cs typeface="Nimbus Sans"/>
              </a:defRPr>
            </a:lvl8pPr>
            <a:lvl9pPr algn="l">
              <a:defRPr sz="1725" b="0">
                <a:solidFill>
                  <a:srgbClr val="65758B"/>
                </a:solidFill>
                <a:latin typeface="Nimbus Sans"/>
                <a:ea typeface="Nimbus Sans"/>
                <a:cs typeface="Nimbus Sans"/>
              </a:defRPr>
            </a:lvl9pPr>
          </a:lstStyle>
          <a:p xmlns:a="http://schemas.openxmlformats.org/drawingml/2006/main">
            <a:pPr algn="l">
              <a:defRPr sz="1725" b="0">
                <a:solidFill>
                  <a:srgbClr val="65758B"/>
                </a:solidFill>
                <a:latin typeface="Nimbus Sans"/>
                <a:ea typeface="Nimbus Sans"/>
                <a:cs typeface="Nimbus Sans"/>
              </a:defRPr>
            </a:pPr>
            <a:r>
              <a:rPr sz="1725" b="0">
                <a:solidFill>
                  <a:srgbClr val="65758B"/>
                </a:solidFill>
                <a:latin typeface="Nimbus Sans"/>
                <a:ea typeface="Nimbus Sans"/>
                <a:cs typeface="Nimbus Sans"/>
              </a:rPr>
              <a:t>regole del test</a:t>
            </a:r>
          </a:p>
        </p:txBody>
      </p:sp>
      <p:sp>
        <p:nvSpPr>
          <p:cNvPr id="16" name="f16">
            <a:extLst xmlns:a="http://schemas.openxmlformats.org/drawingml/2006/main">
              <a:ext uri="{FF2B5EF4-FFF2-40B4-BE49-F238E27FC236}">
                <a16:creationId xmlns:a16="http://schemas.microsoft.com/office/drawing/2014/main" id="{988B0B97-4DB2-461F-934D-C8F76F0EF7F0}"/>
              </a:ext>
            </a:extLst>
          </p:cNvPr>
          <p:cNvSpPr>
            <a:spLocks xmlns:a="http://schemas.openxmlformats.org/drawingml/2006/main" noGrp="1"/>
          </p:cNvSpPr>
          <p:nvPr/>
        </p:nvSpPr>
        <p:spPr>
          <a:xfrm xmlns:a="http://schemas.openxmlformats.org/drawingml/2006/main">
            <a:off x="11178034" y="4858703"/>
            <a:ext cx="1646932"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9D7139"/>
                </a:solidFill>
                <a:latin typeface="Nimbus Sans"/>
                <a:ea typeface="Nimbus Sans"/>
                <a:cs typeface="Nimbus Sans"/>
              </a:defRPr>
            </a:defPPr>
            <a:lvl1pPr algn="l">
              <a:defRPr sz="2250" b="1">
                <a:solidFill>
                  <a:srgbClr val="9D7139"/>
                </a:solidFill>
                <a:latin typeface="Nimbus Sans"/>
                <a:ea typeface="Nimbus Sans"/>
                <a:cs typeface="Nimbus Sans"/>
              </a:defRPr>
            </a:lvl1pPr>
            <a:lvl2pPr algn="l">
              <a:defRPr sz="2250" b="1">
                <a:solidFill>
                  <a:srgbClr val="9D7139"/>
                </a:solidFill>
                <a:latin typeface="Nimbus Sans"/>
                <a:ea typeface="Nimbus Sans"/>
                <a:cs typeface="Nimbus Sans"/>
              </a:defRPr>
            </a:lvl2pPr>
            <a:lvl3pPr algn="l">
              <a:defRPr sz="2250" b="1">
                <a:solidFill>
                  <a:srgbClr val="9D7139"/>
                </a:solidFill>
                <a:latin typeface="Nimbus Sans"/>
                <a:ea typeface="Nimbus Sans"/>
                <a:cs typeface="Nimbus Sans"/>
              </a:defRPr>
            </a:lvl3pPr>
            <a:lvl4pPr algn="l">
              <a:defRPr sz="2250" b="1">
                <a:solidFill>
                  <a:srgbClr val="9D7139"/>
                </a:solidFill>
                <a:latin typeface="Nimbus Sans"/>
                <a:ea typeface="Nimbus Sans"/>
                <a:cs typeface="Nimbus Sans"/>
              </a:defRPr>
            </a:lvl4pPr>
            <a:lvl5pPr algn="l">
              <a:defRPr sz="2250" b="1">
                <a:solidFill>
                  <a:srgbClr val="9D7139"/>
                </a:solidFill>
                <a:latin typeface="Nimbus Sans"/>
                <a:ea typeface="Nimbus Sans"/>
                <a:cs typeface="Nimbus Sans"/>
              </a:defRPr>
            </a:lvl5pPr>
            <a:lvl6pPr algn="l">
              <a:defRPr sz="2250" b="1">
                <a:solidFill>
                  <a:srgbClr val="9D7139"/>
                </a:solidFill>
                <a:latin typeface="Nimbus Sans"/>
                <a:ea typeface="Nimbus Sans"/>
                <a:cs typeface="Nimbus Sans"/>
              </a:defRPr>
            </a:lvl6pPr>
            <a:lvl7pPr algn="l">
              <a:defRPr sz="2250" b="1">
                <a:solidFill>
                  <a:srgbClr val="9D7139"/>
                </a:solidFill>
                <a:latin typeface="Nimbus Sans"/>
                <a:ea typeface="Nimbus Sans"/>
                <a:cs typeface="Nimbus Sans"/>
              </a:defRPr>
            </a:lvl7pPr>
            <a:lvl8pPr algn="l">
              <a:defRPr sz="2250" b="1">
                <a:solidFill>
                  <a:srgbClr val="9D7139"/>
                </a:solidFill>
                <a:latin typeface="Nimbus Sans"/>
                <a:ea typeface="Nimbus Sans"/>
                <a:cs typeface="Nimbus Sans"/>
              </a:defRPr>
            </a:lvl8pPr>
            <a:lvl9pPr algn="l">
              <a:defRPr sz="2250" b="1">
                <a:solidFill>
                  <a:srgbClr val="9D7139"/>
                </a:solidFill>
                <a:latin typeface="Nimbus Sans"/>
                <a:ea typeface="Nimbus Sans"/>
                <a:cs typeface="Nimbus Sans"/>
              </a:defRPr>
            </a:lvl9pPr>
          </a:lstStyle>
          <a:p xmlns:a="http://schemas.openxmlformats.org/drawingml/2006/main">
            <a:pPr algn="l">
              <a:defRPr sz="2250" b="1">
                <a:solidFill>
                  <a:srgbClr val="9D7139"/>
                </a:solidFill>
                <a:latin typeface="Nimbus Sans"/>
                <a:ea typeface="Nimbus Sans"/>
                <a:cs typeface="Nimbus Sans"/>
              </a:defRPr>
            </a:pPr>
            <a:r>
              <a:rPr sz="2250" b="1">
                <a:solidFill>
                  <a:srgbClr val="9D7139"/>
                </a:solidFill>
                <a:latin typeface="Nimbus Sans"/>
                <a:ea typeface="Nimbus Sans"/>
                <a:cs typeface="Nimbus Sans"/>
              </a:rPr>
              <a:t>VERDETTO</a:t>
            </a:r>
          </a:p>
        </p:txBody>
      </p:sp>
      <p:sp>
        <p:nvSpPr>
          <p:cNvPr id="17" name="f17">
            <a:extLst xmlns:a="http://schemas.openxmlformats.org/drawingml/2006/main">
              <a:ext uri="{FF2B5EF4-FFF2-40B4-BE49-F238E27FC236}">
                <a16:creationId xmlns:a16="http://schemas.microsoft.com/office/drawing/2014/main" id="{43AFB416-4970-4A6C-8BE4-D701AFAFC65C}"/>
              </a:ext>
            </a:extLst>
          </p:cNvPr>
          <p:cNvSpPr>
            <a:spLocks xmlns:a="http://schemas.openxmlformats.org/drawingml/2006/main" noGrp="1"/>
          </p:cNvSpPr>
          <p:nvPr/>
        </p:nvSpPr>
        <p:spPr>
          <a:xfrm xmlns:a="http://schemas.openxmlformats.org/drawingml/2006/main">
            <a:off x="10456664" y="5247418"/>
            <a:ext cx="3089672" cy="2957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65758B"/>
                </a:solidFill>
                <a:latin typeface="Nimbus Sans"/>
                <a:ea typeface="Nimbus Sans"/>
                <a:cs typeface="Nimbus Sans"/>
              </a:defRPr>
            </a:defPPr>
            <a:lvl1pPr algn="l">
              <a:defRPr sz="1725" b="0">
                <a:solidFill>
                  <a:srgbClr val="65758B"/>
                </a:solidFill>
                <a:latin typeface="Nimbus Sans"/>
                <a:ea typeface="Nimbus Sans"/>
                <a:cs typeface="Nimbus Sans"/>
              </a:defRPr>
            </a:lvl1pPr>
            <a:lvl2pPr algn="l">
              <a:defRPr sz="1725" b="0">
                <a:solidFill>
                  <a:srgbClr val="65758B"/>
                </a:solidFill>
                <a:latin typeface="Nimbus Sans"/>
                <a:ea typeface="Nimbus Sans"/>
                <a:cs typeface="Nimbus Sans"/>
              </a:defRPr>
            </a:lvl2pPr>
            <a:lvl3pPr algn="l">
              <a:defRPr sz="1725" b="0">
                <a:solidFill>
                  <a:srgbClr val="65758B"/>
                </a:solidFill>
                <a:latin typeface="Nimbus Sans"/>
                <a:ea typeface="Nimbus Sans"/>
                <a:cs typeface="Nimbus Sans"/>
              </a:defRPr>
            </a:lvl3pPr>
            <a:lvl4pPr algn="l">
              <a:defRPr sz="1725" b="0">
                <a:solidFill>
                  <a:srgbClr val="65758B"/>
                </a:solidFill>
                <a:latin typeface="Nimbus Sans"/>
                <a:ea typeface="Nimbus Sans"/>
                <a:cs typeface="Nimbus Sans"/>
              </a:defRPr>
            </a:lvl4pPr>
            <a:lvl5pPr algn="l">
              <a:defRPr sz="1725" b="0">
                <a:solidFill>
                  <a:srgbClr val="65758B"/>
                </a:solidFill>
                <a:latin typeface="Nimbus Sans"/>
                <a:ea typeface="Nimbus Sans"/>
                <a:cs typeface="Nimbus Sans"/>
              </a:defRPr>
            </a:lvl5pPr>
            <a:lvl6pPr algn="l">
              <a:defRPr sz="1725" b="0">
                <a:solidFill>
                  <a:srgbClr val="65758B"/>
                </a:solidFill>
                <a:latin typeface="Nimbus Sans"/>
                <a:ea typeface="Nimbus Sans"/>
                <a:cs typeface="Nimbus Sans"/>
              </a:defRPr>
            </a:lvl6pPr>
            <a:lvl7pPr algn="l">
              <a:defRPr sz="1725" b="0">
                <a:solidFill>
                  <a:srgbClr val="65758B"/>
                </a:solidFill>
                <a:latin typeface="Nimbus Sans"/>
                <a:ea typeface="Nimbus Sans"/>
                <a:cs typeface="Nimbus Sans"/>
              </a:defRPr>
            </a:lvl7pPr>
            <a:lvl8pPr algn="l">
              <a:defRPr sz="1725" b="0">
                <a:solidFill>
                  <a:srgbClr val="65758B"/>
                </a:solidFill>
                <a:latin typeface="Nimbus Sans"/>
                <a:ea typeface="Nimbus Sans"/>
                <a:cs typeface="Nimbus Sans"/>
              </a:defRPr>
            </a:lvl8pPr>
            <a:lvl9pPr algn="l">
              <a:defRPr sz="1725" b="0">
                <a:solidFill>
                  <a:srgbClr val="65758B"/>
                </a:solidFill>
                <a:latin typeface="Nimbus Sans"/>
                <a:ea typeface="Nimbus Sans"/>
                <a:cs typeface="Nimbus Sans"/>
              </a:defRPr>
            </a:lvl9pPr>
          </a:lstStyle>
          <a:p xmlns:a="http://schemas.openxmlformats.org/drawingml/2006/main">
            <a:pPr algn="l">
              <a:defRPr sz="1725" b="0">
                <a:solidFill>
                  <a:srgbClr val="65758B"/>
                </a:solidFill>
                <a:latin typeface="Nimbus Sans"/>
                <a:ea typeface="Nimbus Sans"/>
                <a:cs typeface="Nimbus Sans"/>
              </a:defRPr>
            </a:pPr>
            <a:r>
              <a:rPr sz="1725" b="0">
                <a:solidFill>
                  <a:srgbClr val="65758B"/>
                </a:solidFill>
                <a:latin typeface="Nimbus Sans"/>
                <a:ea typeface="Nimbus Sans"/>
                <a:cs typeface="Nimbus Sans"/>
              </a:rPr>
              <a:t>PASS · FAIL · INCONCLUSIVE</a:t>
            </a:r>
          </a:p>
        </p:txBody>
      </p:sp>
      <p:sp>
        <p:nvSpPr>
          <p:cNvPr id="18" name="f18">
            <a:extLst xmlns:a="http://schemas.openxmlformats.org/drawingml/2006/main">
              <a:ext uri="{FF2B5EF4-FFF2-40B4-BE49-F238E27FC236}">
                <a16:creationId xmlns:a16="http://schemas.microsoft.com/office/drawing/2014/main" id="{0F50D955-4B09-4C80-A27F-BABD7D2E5FC2}"/>
              </a:ext>
            </a:extLst>
          </p:cNvPr>
          <p:cNvSpPr>
            <a:spLocks xmlns:a="http://schemas.openxmlformats.org/drawingml/2006/main" noGrp="1"/>
          </p:cNvSpPr>
          <p:nvPr/>
        </p:nvSpPr>
        <p:spPr>
          <a:xfrm xmlns:a="http://schemas.openxmlformats.org/drawingml/2006/main">
            <a:off x="11340108" y="6450997"/>
            <a:ext cx="1322784" cy="39862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a:solidFill>
                  <a:srgbClr val="278766"/>
                </a:solidFill>
                <a:latin typeface="Nimbus Sans"/>
                <a:ea typeface="Nimbus Sans"/>
                <a:cs typeface="Nimbus Sans"/>
              </a:defRPr>
            </a:defPPr>
            <a:lvl1pPr algn="l">
              <a:defRPr sz="2325" b="1">
                <a:solidFill>
                  <a:srgbClr val="278766"/>
                </a:solidFill>
                <a:latin typeface="Nimbus Sans"/>
                <a:ea typeface="Nimbus Sans"/>
                <a:cs typeface="Nimbus Sans"/>
              </a:defRPr>
            </a:lvl1pPr>
            <a:lvl2pPr algn="l">
              <a:defRPr sz="2325" b="1">
                <a:solidFill>
                  <a:srgbClr val="278766"/>
                </a:solidFill>
                <a:latin typeface="Nimbus Sans"/>
                <a:ea typeface="Nimbus Sans"/>
                <a:cs typeface="Nimbus Sans"/>
              </a:defRPr>
            </a:lvl2pPr>
            <a:lvl3pPr algn="l">
              <a:defRPr sz="2325" b="1">
                <a:solidFill>
                  <a:srgbClr val="278766"/>
                </a:solidFill>
                <a:latin typeface="Nimbus Sans"/>
                <a:ea typeface="Nimbus Sans"/>
                <a:cs typeface="Nimbus Sans"/>
              </a:defRPr>
            </a:lvl3pPr>
            <a:lvl4pPr algn="l">
              <a:defRPr sz="2325" b="1">
                <a:solidFill>
                  <a:srgbClr val="278766"/>
                </a:solidFill>
                <a:latin typeface="Nimbus Sans"/>
                <a:ea typeface="Nimbus Sans"/>
                <a:cs typeface="Nimbus Sans"/>
              </a:defRPr>
            </a:lvl4pPr>
            <a:lvl5pPr algn="l">
              <a:defRPr sz="2325" b="1">
                <a:solidFill>
                  <a:srgbClr val="278766"/>
                </a:solidFill>
                <a:latin typeface="Nimbus Sans"/>
                <a:ea typeface="Nimbus Sans"/>
                <a:cs typeface="Nimbus Sans"/>
              </a:defRPr>
            </a:lvl5pPr>
            <a:lvl6pPr algn="l">
              <a:defRPr sz="2325" b="1">
                <a:solidFill>
                  <a:srgbClr val="278766"/>
                </a:solidFill>
                <a:latin typeface="Nimbus Sans"/>
                <a:ea typeface="Nimbus Sans"/>
                <a:cs typeface="Nimbus Sans"/>
              </a:defRPr>
            </a:lvl6pPr>
            <a:lvl7pPr algn="l">
              <a:defRPr sz="2325" b="1">
                <a:solidFill>
                  <a:srgbClr val="278766"/>
                </a:solidFill>
                <a:latin typeface="Nimbus Sans"/>
                <a:ea typeface="Nimbus Sans"/>
                <a:cs typeface="Nimbus Sans"/>
              </a:defRPr>
            </a:lvl7pPr>
            <a:lvl8pPr algn="l">
              <a:defRPr sz="2325" b="1">
                <a:solidFill>
                  <a:srgbClr val="278766"/>
                </a:solidFill>
                <a:latin typeface="Nimbus Sans"/>
                <a:ea typeface="Nimbus Sans"/>
                <a:cs typeface="Nimbus Sans"/>
              </a:defRPr>
            </a:lvl8pPr>
            <a:lvl9pPr algn="l">
              <a:defRPr sz="2325" b="1">
                <a:solidFill>
                  <a:srgbClr val="278766"/>
                </a:solidFill>
                <a:latin typeface="Nimbus Sans"/>
                <a:ea typeface="Nimbus Sans"/>
                <a:cs typeface="Nimbus Sans"/>
              </a:defRPr>
            </a:lvl9pPr>
          </a:lstStyle>
          <a:p xmlns:a="http://schemas.openxmlformats.org/drawingml/2006/main">
            <a:pPr algn="l">
              <a:defRPr sz="2325" b="1">
                <a:solidFill>
                  <a:srgbClr val="278766"/>
                </a:solidFill>
                <a:latin typeface="Nimbus Sans"/>
                <a:ea typeface="Nimbus Sans"/>
                <a:cs typeface="Nimbus Sans"/>
              </a:defRPr>
            </a:pPr>
            <a:r>
              <a:rPr sz="2325" b="1">
                <a:solidFill>
                  <a:srgbClr val="278766"/>
                </a:solidFill>
                <a:latin typeface="Nimbus Sans"/>
                <a:ea typeface="Nimbus Sans"/>
                <a:cs typeface="Nimbus Sans"/>
              </a:rPr>
              <a:t>REPORT</a:t>
            </a:r>
          </a:p>
        </p:txBody>
      </p:sp>
      <p:sp>
        <p:nvSpPr>
          <p:cNvPr id="19" name="f19">
            <a:extLst xmlns:a="http://schemas.openxmlformats.org/drawingml/2006/main">
              <a:ext uri="{FF2B5EF4-FFF2-40B4-BE49-F238E27FC236}">
                <a16:creationId xmlns:a16="http://schemas.microsoft.com/office/drawing/2014/main" id="{91C9588D-6CD4-43F5-B66E-ACF163ED31E6}"/>
              </a:ext>
            </a:extLst>
          </p:cNvPr>
          <p:cNvSpPr>
            <a:spLocks xmlns:a="http://schemas.openxmlformats.org/drawingml/2006/main" noGrp="1"/>
          </p:cNvSpPr>
          <p:nvPr/>
        </p:nvSpPr>
        <p:spPr>
          <a:xfrm xmlns:a="http://schemas.openxmlformats.org/drawingml/2006/main">
            <a:off x="11071920" y="6847618"/>
            <a:ext cx="1859161" cy="2957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65758B"/>
                </a:solidFill>
                <a:latin typeface="Nimbus Sans"/>
                <a:ea typeface="Nimbus Sans"/>
                <a:cs typeface="Nimbus Sans"/>
              </a:defRPr>
            </a:defPPr>
            <a:lvl1pPr algn="l">
              <a:defRPr sz="1725" b="0">
                <a:solidFill>
                  <a:srgbClr val="65758B"/>
                </a:solidFill>
                <a:latin typeface="Nimbus Sans"/>
                <a:ea typeface="Nimbus Sans"/>
                <a:cs typeface="Nimbus Sans"/>
              </a:defRPr>
            </a:lvl1pPr>
            <a:lvl2pPr algn="l">
              <a:defRPr sz="1725" b="0">
                <a:solidFill>
                  <a:srgbClr val="65758B"/>
                </a:solidFill>
                <a:latin typeface="Nimbus Sans"/>
                <a:ea typeface="Nimbus Sans"/>
                <a:cs typeface="Nimbus Sans"/>
              </a:defRPr>
            </a:lvl2pPr>
            <a:lvl3pPr algn="l">
              <a:defRPr sz="1725" b="0">
                <a:solidFill>
                  <a:srgbClr val="65758B"/>
                </a:solidFill>
                <a:latin typeface="Nimbus Sans"/>
                <a:ea typeface="Nimbus Sans"/>
                <a:cs typeface="Nimbus Sans"/>
              </a:defRPr>
            </a:lvl3pPr>
            <a:lvl4pPr algn="l">
              <a:defRPr sz="1725" b="0">
                <a:solidFill>
                  <a:srgbClr val="65758B"/>
                </a:solidFill>
                <a:latin typeface="Nimbus Sans"/>
                <a:ea typeface="Nimbus Sans"/>
                <a:cs typeface="Nimbus Sans"/>
              </a:defRPr>
            </a:lvl4pPr>
            <a:lvl5pPr algn="l">
              <a:defRPr sz="1725" b="0">
                <a:solidFill>
                  <a:srgbClr val="65758B"/>
                </a:solidFill>
                <a:latin typeface="Nimbus Sans"/>
                <a:ea typeface="Nimbus Sans"/>
                <a:cs typeface="Nimbus Sans"/>
              </a:defRPr>
            </a:lvl5pPr>
            <a:lvl6pPr algn="l">
              <a:defRPr sz="1725" b="0">
                <a:solidFill>
                  <a:srgbClr val="65758B"/>
                </a:solidFill>
                <a:latin typeface="Nimbus Sans"/>
                <a:ea typeface="Nimbus Sans"/>
                <a:cs typeface="Nimbus Sans"/>
              </a:defRPr>
            </a:lvl6pPr>
            <a:lvl7pPr algn="l">
              <a:defRPr sz="1725" b="0">
                <a:solidFill>
                  <a:srgbClr val="65758B"/>
                </a:solidFill>
                <a:latin typeface="Nimbus Sans"/>
                <a:ea typeface="Nimbus Sans"/>
                <a:cs typeface="Nimbus Sans"/>
              </a:defRPr>
            </a:lvl7pPr>
            <a:lvl8pPr algn="l">
              <a:defRPr sz="1725" b="0">
                <a:solidFill>
                  <a:srgbClr val="65758B"/>
                </a:solidFill>
                <a:latin typeface="Nimbus Sans"/>
                <a:ea typeface="Nimbus Sans"/>
                <a:cs typeface="Nimbus Sans"/>
              </a:defRPr>
            </a:lvl8pPr>
            <a:lvl9pPr algn="l">
              <a:defRPr sz="1725" b="0">
                <a:solidFill>
                  <a:srgbClr val="65758B"/>
                </a:solidFill>
                <a:latin typeface="Nimbus Sans"/>
                <a:ea typeface="Nimbus Sans"/>
                <a:cs typeface="Nimbus Sans"/>
              </a:defRPr>
            </a:lvl9pPr>
          </a:lstStyle>
          <a:p xmlns:a="http://schemas.openxmlformats.org/drawingml/2006/main">
            <a:pPr algn="l">
              <a:defRPr sz="1725" b="0">
                <a:solidFill>
                  <a:srgbClr val="65758B"/>
                </a:solidFill>
                <a:latin typeface="Nimbus Sans"/>
                <a:ea typeface="Nimbus Sans"/>
                <a:cs typeface="Nimbus Sans"/>
              </a:defRPr>
            </a:pPr>
            <a:r>
              <a:rPr sz="1725" b="0">
                <a:solidFill>
                  <a:srgbClr val="65758B"/>
                </a:solidFill>
                <a:latin typeface="Nimbus Sans"/>
                <a:ea typeface="Nimbus Sans"/>
                <a:cs typeface="Nimbus Sans"/>
              </a:rPr>
              <a:t>criteri ed evidenze</a:t>
            </a:r>
          </a:p>
        </p:txBody>
      </p:sp>
      <p:sp>
        <p:nvSpPr>
          <p:cNvPr id="20" name="f20">
            <a:extLst xmlns:a="http://schemas.openxmlformats.org/drawingml/2006/main">
              <a:ext uri="{FF2B5EF4-FFF2-40B4-BE49-F238E27FC236}">
                <a16:creationId xmlns:a16="http://schemas.microsoft.com/office/drawing/2014/main" id="{8EB0730B-2DB8-49E4-9AAF-108A0BE7AE7A}"/>
              </a:ext>
            </a:extLst>
          </p:cNvPr>
          <p:cNvSpPr>
            <a:spLocks xmlns:a="http://schemas.openxmlformats.org/drawingml/2006/main" noGrp="1"/>
          </p:cNvSpPr>
          <p:nvPr/>
        </p:nvSpPr>
        <p:spPr>
          <a:xfrm xmlns:a="http://schemas.openxmlformats.org/drawingml/2006/main">
            <a:off x="1066800" y="5029200"/>
            <a:ext cx="8382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52627B"/>
                </a:solidFill>
                <a:latin typeface="Nimbus Sans"/>
                <a:ea typeface="Nimbus Sans"/>
                <a:cs typeface="Nimbus Sans"/>
              </a:defRPr>
            </a:defPPr>
            <a:lvl1pPr algn="l">
              <a:defRPr sz="1500" b="0">
                <a:solidFill>
                  <a:srgbClr val="52627B"/>
                </a:solidFill>
                <a:latin typeface="Nimbus Sans"/>
                <a:ea typeface="Nimbus Sans"/>
                <a:cs typeface="Nimbus Sans"/>
              </a:defRPr>
            </a:lvl1pPr>
            <a:lvl2pPr algn="l">
              <a:defRPr sz="1500" b="0">
                <a:solidFill>
                  <a:srgbClr val="52627B"/>
                </a:solidFill>
                <a:latin typeface="Nimbus Sans"/>
                <a:ea typeface="Nimbus Sans"/>
                <a:cs typeface="Nimbus Sans"/>
              </a:defRPr>
            </a:lvl2pPr>
            <a:lvl3pPr algn="l">
              <a:defRPr sz="1500" b="0">
                <a:solidFill>
                  <a:srgbClr val="52627B"/>
                </a:solidFill>
                <a:latin typeface="Nimbus Sans"/>
                <a:ea typeface="Nimbus Sans"/>
                <a:cs typeface="Nimbus Sans"/>
              </a:defRPr>
            </a:lvl3pPr>
            <a:lvl4pPr algn="l">
              <a:defRPr sz="1500" b="0">
                <a:solidFill>
                  <a:srgbClr val="52627B"/>
                </a:solidFill>
                <a:latin typeface="Nimbus Sans"/>
                <a:ea typeface="Nimbus Sans"/>
                <a:cs typeface="Nimbus Sans"/>
              </a:defRPr>
            </a:lvl4pPr>
            <a:lvl5pPr algn="l">
              <a:defRPr sz="1500" b="0">
                <a:solidFill>
                  <a:srgbClr val="52627B"/>
                </a:solidFill>
                <a:latin typeface="Nimbus Sans"/>
                <a:ea typeface="Nimbus Sans"/>
                <a:cs typeface="Nimbus Sans"/>
              </a:defRPr>
            </a:lvl5pPr>
            <a:lvl6pPr algn="l">
              <a:defRPr sz="1500" b="0">
                <a:solidFill>
                  <a:srgbClr val="52627B"/>
                </a:solidFill>
                <a:latin typeface="Nimbus Sans"/>
                <a:ea typeface="Nimbus Sans"/>
                <a:cs typeface="Nimbus Sans"/>
              </a:defRPr>
            </a:lvl6pPr>
            <a:lvl7pPr algn="l">
              <a:defRPr sz="1500" b="0">
                <a:solidFill>
                  <a:srgbClr val="52627B"/>
                </a:solidFill>
                <a:latin typeface="Nimbus Sans"/>
                <a:ea typeface="Nimbus Sans"/>
                <a:cs typeface="Nimbus Sans"/>
              </a:defRPr>
            </a:lvl7pPr>
            <a:lvl8pPr algn="l">
              <a:defRPr sz="1500" b="0">
                <a:solidFill>
                  <a:srgbClr val="52627B"/>
                </a:solidFill>
                <a:latin typeface="Nimbus Sans"/>
                <a:ea typeface="Nimbus Sans"/>
                <a:cs typeface="Nimbus Sans"/>
              </a:defRPr>
            </a:lvl8pPr>
            <a:lvl9pPr algn="l">
              <a:defRPr sz="1500" b="0">
                <a:solidFill>
                  <a:srgbClr val="52627B"/>
                </a:solidFill>
                <a:latin typeface="Nimbus Sans"/>
                <a:ea typeface="Nimbus Sans"/>
                <a:cs typeface="Nimbus Sans"/>
              </a:defRPr>
            </a:lvl9pPr>
          </a:lstStyle>
          <a:p xmlns:a="http://schemas.openxmlformats.org/drawingml/2006/main">
            <a:pPr algn="l">
              <a:defRPr sz="1500" b="0">
                <a:solidFill>
                  <a:srgbClr val="52627B"/>
                </a:solidFill>
                <a:latin typeface="Nimbus Sans"/>
                <a:ea typeface="Nimbus Sans"/>
                <a:cs typeface="Nimbus Sans"/>
              </a:defRPr>
            </a:pPr>
            <a:r>
              <a:rPr sz="1500" b="0">
                <a:solidFill>
                  <a:srgbClr val="52627B"/>
                </a:solidFill>
                <a:latin typeface="Nimbus Sans"/>
                <a:ea typeface="Nimbus Sans"/>
                <a:cs typeface="Nimbus Sans"/>
              </a:rPr>
              <a:t>Un linguaggio per descrivere i criteri SCAS e verificarli sui messaggi osservati nelle catture di rete.</a:t>
            </a:r>
          </a:p>
        </p:txBody>
      </p:sp>
    </p:spTree>
    <p:extLst>
      <p:ext uri="{BB962C8B-B14F-4D97-AF65-F5344CB8AC3E}">
        <p14:creationId xmlns:p14="http://schemas.microsoft.com/office/powerpoint/2010/main" val="372116789"/>
      </p:ext>
    </p:extLst>
  </p:cSld>
</p:sld>
</file>

<file path=ppt/slides/slide2.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24" name="f21">
            <a:extLst xmlns:a="http://schemas.openxmlformats.org/drawingml/2006/main">
              <a:ext uri="{FF2B5EF4-FFF2-40B4-BE49-F238E27FC236}">
                <a16:creationId xmlns:a16="http://schemas.microsoft.com/office/drawing/2014/main" id="{ED6CB717-ABBE-4557-A8BC-523E97D66540}"/>
              </a:ext>
            </a:extLst>
          </p:cNvPr>
          <p:cNvSpPr>
            <a:spLocks xmlns:a="http://schemas.openxmlformats.org/drawingml/2006/main" noGrp="1"/>
          </p:cNvSpPr>
          <p:nvPr/>
        </p:nvSpPr>
        <p:spPr>
          <a:xfrm xmlns:a="http://schemas.openxmlformats.org/drawingml/2006/main">
            <a:off x="1066800" y="66675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4264D0"/>
                </a:solidFill>
                <a:latin typeface="Nimbus Sans"/>
                <a:ea typeface="Nimbus Sans"/>
                <a:cs typeface="Nimbus Sans"/>
              </a:defRPr>
            </a:defPPr>
            <a:lvl1pPr algn="l">
              <a:defRPr sz="1500" b="0">
                <a:solidFill>
                  <a:srgbClr val="4264D0"/>
                </a:solidFill>
                <a:latin typeface="Nimbus Sans"/>
                <a:ea typeface="Nimbus Sans"/>
                <a:cs typeface="Nimbus Sans"/>
              </a:defRPr>
            </a:lvl1pPr>
            <a:lvl2pPr algn="l">
              <a:defRPr sz="1500" b="0">
                <a:solidFill>
                  <a:srgbClr val="4264D0"/>
                </a:solidFill>
                <a:latin typeface="Nimbus Sans"/>
                <a:ea typeface="Nimbus Sans"/>
                <a:cs typeface="Nimbus Sans"/>
              </a:defRPr>
            </a:lvl2pPr>
            <a:lvl3pPr algn="l">
              <a:defRPr sz="1500" b="0">
                <a:solidFill>
                  <a:srgbClr val="4264D0"/>
                </a:solidFill>
                <a:latin typeface="Nimbus Sans"/>
                <a:ea typeface="Nimbus Sans"/>
                <a:cs typeface="Nimbus Sans"/>
              </a:defRPr>
            </a:lvl3pPr>
            <a:lvl4pPr algn="l">
              <a:defRPr sz="1500" b="0">
                <a:solidFill>
                  <a:srgbClr val="4264D0"/>
                </a:solidFill>
                <a:latin typeface="Nimbus Sans"/>
                <a:ea typeface="Nimbus Sans"/>
                <a:cs typeface="Nimbus Sans"/>
              </a:defRPr>
            </a:lvl4pPr>
            <a:lvl5pPr algn="l">
              <a:defRPr sz="1500" b="0">
                <a:solidFill>
                  <a:srgbClr val="4264D0"/>
                </a:solidFill>
                <a:latin typeface="Nimbus Sans"/>
                <a:ea typeface="Nimbus Sans"/>
                <a:cs typeface="Nimbus Sans"/>
              </a:defRPr>
            </a:lvl5pPr>
            <a:lvl6pPr algn="l">
              <a:defRPr sz="1500" b="0">
                <a:solidFill>
                  <a:srgbClr val="4264D0"/>
                </a:solidFill>
                <a:latin typeface="Nimbus Sans"/>
                <a:ea typeface="Nimbus Sans"/>
                <a:cs typeface="Nimbus Sans"/>
              </a:defRPr>
            </a:lvl6pPr>
            <a:lvl7pPr algn="l">
              <a:defRPr sz="1500" b="0">
                <a:solidFill>
                  <a:srgbClr val="4264D0"/>
                </a:solidFill>
                <a:latin typeface="Nimbus Sans"/>
                <a:ea typeface="Nimbus Sans"/>
                <a:cs typeface="Nimbus Sans"/>
              </a:defRPr>
            </a:lvl7pPr>
            <a:lvl8pPr algn="l">
              <a:defRPr sz="1500" b="0">
                <a:solidFill>
                  <a:srgbClr val="4264D0"/>
                </a:solidFill>
                <a:latin typeface="Nimbus Sans"/>
                <a:ea typeface="Nimbus Sans"/>
                <a:cs typeface="Nimbus Sans"/>
              </a:defRPr>
            </a:lvl8pPr>
            <a:lvl9pPr algn="l">
              <a:defRPr sz="1500" b="0">
                <a:solidFill>
                  <a:srgbClr val="4264D0"/>
                </a:solidFill>
                <a:latin typeface="Nimbus Sans"/>
                <a:ea typeface="Nimbus Sans"/>
                <a:cs typeface="Nimbus Sans"/>
              </a:defRPr>
            </a:lvl9pPr>
          </a:lstStyle>
          <a:p xmlns:a="http://schemas.openxmlformats.org/drawingml/2006/main">
            <a:pPr algn="l">
              <a:defRPr sz="1500" b="0">
                <a:solidFill>
                  <a:srgbClr val="4264D0"/>
                </a:solidFill>
                <a:latin typeface="Nimbus Sans"/>
                <a:ea typeface="Nimbus Sans"/>
                <a:cs typeface="Nimbus Sans"/>
              </a:defRPr>
            </a:pPr>
            <a:r>
              <a:rPr sz="1500" b="0">
                <a:solidFill>
                  <a:srgbClr val="4264D0"/>
                </a:solidFill>
                <a:latin typeface="Nimbus Sans"/>
                <a:ea typeface="Nimbus Sans"/>
                <a:cs typeface="Nimbus Sans"/>
              </a:rPr>
              <a:t>IL PROBLEMA</a:t>
            </a:r>
          </a:p>
        </p:txBody>
      </p:sp>
      <p:sp>
        <p:nvSpPr>
          <p:cNvPr id="2" name="f22">
            <a:extLst xmlns:a="http://schemas.openxmlformats.org/drawingml/2006/main">
              <a:ext uri="{FF2B5EF4-FFF2-40B4-BE49-F238E27FC236}">
                <a16:creationId xmlns:a16="http://schemas.microsoft.com/office/drawing/2014/main" id="{733A0C94-0968-47B8-90D5-E212BC8A5D07}"/>
              </a:ext>
            </a:extLst>
          </p:cNvPr>
          <p:cNvSpPr>
            <a:spLocks xmlns:a="http://schemas.openxmlformats.org/drawingml/2006/main" noGrp="1"/>
          </p:cNvSpPr>
          <p:nvPr/>
        </p:nvSpPr>
        <p:spPr>
          <a:xfrm xmlns:a="http://schemas.openxmlformats.org/drawingml/2006/main">
            <a:off x="12858750" y="666750"/>
            <a:ext cx="131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350" b="0">
                <a:solidFill>
                  <a:srgbClr val="52627B"/>
                </a:solidFill>
                <a:latin typeface="Nimbus Sans"/>
                <a:ea typeface="Nimbus Sans"/>
                <a:cs typeface="Nimbus Sans"/>
              </a:defRPr>
            </a:defPPr>
            <a:lvl1pPr algn="r">
              <a:defRPr sz="1350" b="0">
                <a:solidFill>
                  <a:srgbClr val="52627B"/>
                </a:solidFill>
                <a:latin typeface="Nimbus Sans"/>
                <a:ea typeface="Nimbus Sans"/>
                <a:cs typeface="Nimbus Sans"/>
              </a:defRPr>
            </a:lvl1pPr>
            <a:lvl2pPr algn="r">
              <a:defRPr sz="1350" b="0">
                <a:solidFill>
                  <a:srgbClr val="52627B"/>
                </a:solidFill>
                <a:latin typeface="Nimbus Sans"/>
                <a:ea typeface="Nimbus Sans"/>
                <a:cs typeface="Nimbus Sans"/>
              </a:defRPr>
            </a:lvl2pPr>
            <a:lvl3pPr algn="r">
              <a:defRPr sz="1350" b="0">
                <a:solidFill>
                  <a:srgbClr val="52627B"/>
                </a:solidFill>
                <a:latin typeface="Nimbus Sans"/>
                <a:ea typeface="Nimbus Sans"/>
                <a:cs typeface="Nimbus Sans"/>
              </a:defRPr>
            </a:lvl3pPr>
            <a:lvl4pPr algn="r">
              <a:defRPr sz="1350" b="0">
                <a:solidFill>
                  <a:srgbClr val="52627B"/>
                </a:solidFill>
                <a:latin typeface="Nimbus Sans"/>
                <a:ea typeface="Nimbus Sans"/>
                <a:cs typeface="Nimbus Sans"/>
              </a:defRPr>
            </a:lvl4pPr>
            <a:lvl5pPr algn="r">
              <a:defRPr sz="1350" b="0">
                <a:solidFill>
                  <a:srgbClr val="52627B"/>
                </a:solidFill>
                <a:latin typeface="Nimbus Sans"/>
                <a:ea typeface="Nimbus Sans"/>
                <a:cs typeface="Nimbus Sans"/>
              </a:defRPr>
            </a:lvl5pPr>
            <a:lvl6pPr algn="r">
              <a:defRPr sz="1350" b="0">
                <a:solidFill>
                  <a:srgbClr val="52627B"/>
                </a:solidFill>
                <a:latin typeface="Nimbus Sans"/>
                <a:ea typeface="Nimbus Sans"/>
                <a:cs typeface="Nimbus Sans"/>
              </a:defRPr>
            </a:lvl6pPr>
            <a:lvl7pPr algn="r">
              <a:defRPr sz="1350" b="0">
                <a:solidFill>
                  <a:srgbClr val="52627B"/>
                </a:solidFill>
                <a:latin typeface="Nimbus Sans"/>
                <a:ea typeface="Nimbus Sans"/>
                <a:cs typeface="Nimbus Sans"/>
              </a:defRPr>
            </a:lvl7pPr>
            <a:lvl8pPr algn="r">
              <a:defRPr sz="1350" b="0">
                <a:solidFill>
                  <a:srgbClr val="52627B"/>
                </a:solidFill>
                <a:latin typeface="Nimbus Sans"/>
                <a:ea typeface="Nimbus Sans"/>
                <a:cs typeface="Nimbus Sans"/>
              </a:defRPr>
            </a:lvl8pPr>
            <a:lvl9pPr algn="r">
              <a:defRPr sz="1350" b="0">
                <a:solidFill>
                  <a:srgbClr val="52627B"/>
                </a:solidFill>
                <a:latin typeface="Nimbus Sans"/>
                <a:ea typeface="Nimbus Sans"/>
                <a:cs typeface="Nimbus Sans"/>
              </a:defRPr>
            </a:lvl9pPr>
          </a:lstStyle>
          <a:p xmlns:a="http://schemas.openxmlformats.org/drawingml/2006/main">
            <a:pPr algn="r">
              <a:defRPr sz="1350" b="0">
                <a:solidFill>
                  <a:srgbClr val="52627B"/>
                </a:solidFill>
                <a:latin typeface="Nimbus Sans"/>
                <a:ea typeface="Nimbus Sans"/>
                <a:cs typeface="Nimbus Sans"/>
              </a:defRPr>
            </a:pPr>
            <a:r>
              <a:rPr sz="1350" b="0">
                <a:solidFill>
                  <a:srgbClr val="52627B"/>
                </a:solidFill>
                <a:latin typeface="Nimbus Sans"/>
                <a:ea typeface="Nimbus Sans"/>
                <a:cs typeface="Nimbus Sans"/>
              </a:rPr>
              <a:t>02 / 07</a:t>
            </a:r>
          </a:p>
        </p:txBody>
      </p:sp>
      <p:sp>
        <p:nvSpPr>
          <p:cNvPr id="3" name="f23">
            <a:extLst xmlns:a="http://schemas.openxmlformats.org/drawingml/2006/main">
              <a:ext uri="{FF2B5EF4-FFF2-40B4-BE49-F238E27FC236}">
                <a16:creationId xmlns:a16="http://schemas.microsoft.com/office/drawing/2014/main" id="{E682C433-4127-4492-821B-EEC89F79AFF3}"/>
              </a:ext>
            </a:extLst>
          </p:cNvPr>
          <p:cNvSpPr>
            <a:spLocks xmlns:a="http://schemas.openxmlformats.org/drawingml/2006/main" noGrp="1"/>
          </p:cNvSpPr>
          <p:nvPr/>
        </p:nvSpPr>
        <p:spPr>
          <a:xfrm xmlns:a="http://schemas.openxmlformats.org/drawingml/2006/main">
            <a:off x="1066800" y="1200150"/>
            <a:ext cx="13106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182536"/>
                </a:solidFill>
                <a:latin typeface="Nimbus Sans"/>
                <a:ea typeface="Nimbus Sans"/>
                <a:cs typeface="Nimbus Sans"/>
              </a:defRPr>
            </a:defPPr>
            <a:lvl1pPr algn="l">
              <a:defRPr sz="4050" b="1">
                <a:solidFill>
                  <a:srgbClr val="182536"/>
                </a:solidFill>
                <a:latin typeface="Nimbus Sans"/>
                <a:ea typeface="Nimbus Sans"/>
                <a:cs typeface="Nimbus Sans"/>
              </a:defRPr>
            </a:lvl1pPr>
            <a:lvl2pPr algn="l">
              <a:defRPr sz="4050" b="1">
                <a:solidFill>
                  <a:srgbClr val="182536"/>
                </a:solidFill>
                <a:latin typeface="Nimbus Sans"/>
                <a:ea typeface="Nimbus Sans"/>
                <a:cs typeface="Nimbus Sans"/>
              </a:defRPr>
            </a:lvl2pPr>
            <a:lvl3pPr algn="l">
              <a:defRPr sz="4050" b="1">
                <a:solidFill>
                  <a:srgbClr val="182536"/>
                </a:solidFill>
                <a:latin typeface="Nimbus Sans"/>
                <a:ea typeface="Nimbus Sans"/>
                <a:cs typeface="Nimbus Sans"/>
              </a:defRPr>
            </a:lvl3pPr>
            <a:lvl4pPr algn="l">
              <a:defRPr sz="4050" b="1">
                <a:solidFill>
                  <a:srgbClr val="182536"/>
                </a:solidFill>
                <a:latin typeface="Nimbus Sans"/>
                <a:ea typeface="Nimbus Sans"/>
                <a:cs typeface="Nimbus Sans"/>
              </a:defRPr>
            </a:lvl4pPr>
            <a:lvl5pPr algn="l">
              <a:defRPr sz="4050" b="1">
                <a:solidFill>
                  <a:srgbClr val="182536"/>
                </a:solidFill>
                <a:latin typeface="Nimbus Sans"/>
                <a:ea typeface="Nimbus Sans"/>
                <a:cs typeface="Nimbus Sans"/>
              </a:defRPr>
            </a:lvl5pPr>
            <a:lvl6pPr algn="l">
              <a:defRPr sz="4050" b="1">
                <a:solidFill>
                  <a:srgbClr val="182536"/>
                </a:solidFill>
                <a:latin typeface="Nimbus Sans"/>
                <a:ea typeface="Nimbus Sans"/>
                <a:cs typeface="Nimbus Sans"/>
              </a:defRPr>
            </a:lvl6pPr>
            <a:lvl7pPr algn="l">
              <a:defRPr sz="4050" b="1">
                <a:solidFill>
                  <a:srgbClr val="182536"/>
                </a:solidFill>
                <a:latin typeface="Nimbus Sans"/>
                <a:ea typeface="Nimbus Sans"/>
                <a:cs typeface="Nimbus Sans"/>
              </a:defRPr>
            </a:lvl7pPr>
            <a:lvl8pPr algn="l">
              <a:defRPr sz="4050" b="1">
                <a:solidFill>
                  <a:srgbClr val="182536"/>
                </a:solidFill>
                <a:latin typeface="Nimbus Sans"/>
                <a:ea typeface="Nimbus Sans"/>
                <a:cs typeface="Nimbus Sans"/>
              </a:defRPr>
            </a:lvl8pPr>
            <a:lvl9pPr algn="l">
              <a:defRPr sz="4050" b="1">
                <a:solidFill>
                  <a:srgbClr val="182536"/>
                </a:solidFill>
                <a:latin typeface="Nimbus Sans"/>
                <a:ea typeface="Nimbus Sans"/>
                <a:cs typeface="Nimbus Sans"/>
              </a:defRPr>
            </a:lvl9pPr>
          </a:lstStyle>
          <a:p xmlns:a="http://schemas.openxmlformats.org/drawingml/2006/main">
            <a:pPr algn="l">
              <a:defRPr sz="4050" b="1">
                <a:solidFill>
                  <a:srgbClr val="182536"/>
                </a:solidFill>
                <a:latin typeface="Nimbus Sans"/>
                <a:ea typeface="Nimbus Sans"/>
                <a:cs typeface="Nimbus Sans"/>
              </a:defRPr>
            </a:pPr>
            <a:r>
              <a:rPr sz="4050" b="1">
                <a:solidFill>
                  <a:srgbClr val="182536"/>
                </a:solidFill>
                <a:latin typeface="Nimbus Sans"/>
                <a:ea typeface="Nimbus Sans"/>
                <a:cs typeface="Nimbus Sans"/>
              </a:rPr>
              <a:t>Security Assurance</a:t>
            </a:r>
          </a:p>
        </p:txBody>
      </p:sp>
      <p:sp>
        <p:nvSpPr>
          <p:cNvPr id="4" name="f24">
            <a:extLst xmlns:a="http://schemas.openxmlformats.org/drawingml/2006/main">
              <a:ext uri="{FF2B5EF4-FFF2-40B4-BE49-F238E27FC236}">
                <a16:creationId xmlns:a16="http://schemas.microsoft.com/office/drawing/2014/main" id="{62CF49C3-5C95-4E12-9E3A-EBFE4BF614F7}"/>
              </a:ext>
            </a:extLst>
          </p:cNvPr>
          <p:cNvSpPr>
            <a:spLocks xmlns:a="http://schemas.openxmlformats.org/drawingml/2006/main" noGrp="1"/>
          </p:cNvSpPr>
          <p:nvPr/>
        </p:nvSpPr>
        <p:spPr>
          <a:xfrm xmlns:a="http://schemas.openxmlformats.org/drawingml/2006/main">
            <a:off x="1066800" y="2000250"/>
            <a:ext cx="13106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27B"/>
                </a:solidFill>
                <a:latin typeface="Nimbus Sans"/>
                <a:ea typeface="Nimbus Sans"/>
                <a:cs typeface="Nimbus Sans"/>
              </a:defRPr>
            </a:defPPr>
            <a:lvl1pPr algn="l">
              <a:defRPr sz="2025" b="0">
                <a:solidFill>
                  <a:srgbClr val="52627B"/>
                </a:solidFill>
                <a:latin typeface="Nimbus Sans"/>
                <a:ea typeface="Nimbus Sans"/>
                <a:cs typeface="Nimbus Sans"/>
              </a:defRPr>
            </a:lvl1pPr>
            <a:lvl2pPr algn="l">
              <a:defRPr sz="2025" b="0">
                <a:solidFill>
                  <a:srgbClr val="52627B"/>
                </a:solidFill>
                <a:latin typeface="Nimbus Sans"/>
                <a:ea typeface="Nimbus Sans"/>
                <a:cs typeface="Nimbus Sans"/>
              </a:defRPr>
            </a:lvl2pPr>
            <a:lvl3pPr algn="l">
              <a:defRPr sz="2025" b="0">
                <a:solidFill>
                  <a:srgbClr val="52627B"/>
                </a:solidFill>
                <a:latin typeface="Nimbus Sans"/>
                <a:ea typeface="Nimbus Sans"/>
                <a:cs typeface="Nimbus Sans"/>
              </a:defRPr>
            </a:lvl3pPr>
            <a:lvl4pPr algn="l">
              <a:defRPr sz="2025" b="0">
                <a:solidFill>
                  <a:srgbClr val="52627B"/>
                </a:solidFill>
                <a:latin typeface="Nimbus Sans"/>
                <a:ea typeface="Nimbus Sans"/>
                <a:cs typeface="Nimbus Sans"/>
              </a:defRPr>
            </a:lvl4pPr>
            <a:lvl5pPr algn="l">
              <a:defRPr sz="2025" b="0">
                <a:solidFill>
                  <a:srgbClr val="52627B"/>
                </a:solidFill>
                <a:latin typeface="Nimbus Sans"/>
                <a:ea typeface="Nimbus Sans"/>
                <a:cs typeface="Nimbus Sans"/>
              </a:defRPr>
            </a:lvl5pPr>
            <a:lvl6pPr algn="l">
              <a:defRPr sz="2025" b="0">
                <a:solidFill>
                  <a:srgbClr val="52627B"/>
                </a:solidFill>
                <a:latin typeface="Nimbus Sans"/>
                <a:ea typeface="Nimbus Sans"/>
                <a:cs typeface="Nimbus Sans"/>
              </a:defRPr>
            </a:lvl6pPr>
            <a:lvl7pPr algn="l">
              <a:defRPr sz="2025" b="0">
                <a:solidFill>
                  <a:srgbClr val="52627B"/>
                </a:solidFill>
                <a:latin typeface="Nimbus Sans"/>
                <a:ea typeface="Nimbus Sans"/>
                <a:cs typeface="Nimbus Sans"/>
              </a:defRPr>
            </a:lvl7pPr>
            <a:lvl8pPr algn="l">
              <a:defRPr sz="2025" b="0">
                <a:solidFill>
                  <a:srgbClr val="52627B"/>
                </a:solidFill>
                <a:latin typeface="Nimbus Sans"/>
                <a:ea typeface="Nimbus Sans"/>
                <a:cs typeface="Nimbus Sans"/>
              </a:defRPr>
            </a:lvl8pPr>
            <a:lvl9pPr algn="l">
              <a:defRPr sz="2025" b="0">
                <a:solidFill>
                  <a:srgbClr val="52627B"/>
                </a:solidFill>
                <a:latin typeface="Nimbus Sans"/>
                <a:ea typeface="Nimbus Sans"/>
                <a:cs typeface="Nimbus Sans"/>
              </a:defRPr>
            </a:lvl9pPr>
          </a:lstStyle>
          <a:p xmlns:a="http://schemas.openxmlformats.org/drawingml/2006/main">
            <a:pPr algn="l">
              <a:defRPr sz="2025" b="0">
                <a:solidFill>
                  <a:srgbClr val="52627B"/>
                </a:solidFill>
                <a:latin typeface="Nimbus Sans"/>
                <a:ea typeface="Nimbus Sans"/>
                <a:cs typeface="Nimbus Sans"/>
              </a:defRPr>
            </a:pPr>
            <a:r>
              <a:rPr sz="2025" b="0">
                <a:solidFill>
                  <a:srgbClr val="52627B"/>
                </a:solidFill>
                <a:latin typeface="Nimbus Sans"/>
                <a:ea typeface="Nimbus Sans"/>
                <a:cs typeface="Nimbus Sans"/>
              </a:rPr>
              <a:t>Definire un requisito non garantisce che il software lo rispetti.</a:t>
            </a:r>
          </a:p>
        </p:txBody>
      </p:sp>
      <p:sp>
        <p:nvSpPr>
          <p:cNvPr id="5" name="f25">
            <a:extLst xmlns:a="http://schemas.openxmlformats.org/drawingml/2006/main">
              <a:ext uri="{FF2B5EF4-FFF2-40B4-BE49-F238E27FC236}">
                <a16:creationId xmlns:a16="http://schemas.microsoft.com/office/drawing/2014/main" id="{71890CED-2DBF-4894-B458-64E0E1493FE0}"/>
              </a:ext>
            </a:extLst>
          </p:cNvPr>
          <p:cNvSpPr>
            <a:spLocks xmlns:a="http://schemas.openxmlformats.org/drawingml/2006/main" noGrp="1"/>
          </p:cNvSpPr>
          <p:nvPr/>
        </p:nvSpPr>
        <p:spPr>
          <a:xfrm xmlns:a="http://schemas.openxmlformats.org/drawingml/2006/main">
            <a:off x="1066800" y="2647950"/>
            <a:ext cx="447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700" b="1">
                <a:solidFill>
                  <a:srgbClr val="182536"/>
                </a:solidFill>
                <a:latin typeface="Nimbus Sans"/>
                <a:ea typeface="Nimbus Sans"/>
                <a:cs typeface="Nimbus Sans"/>
              </a:defRPr>
            </a:defPPr>
            <a:lvl1pPr algn="ctr">
              <a:defRPr sz="2700" b="1">
                <a:solidFill>
                  <a:srgbClr val="182536"/>
                </a:solidFill>
                <a:latin typeface="Nimbus Sans"/>
                <a:ea typeface="Nimbus Sans"/>
                <a:cs typeface="Nimbus Sans"/>
              </a:defRPr>
            </a:lvl1pPr>
            <a:lvl2pPr algn="ctr">
              <a:defRPr sz="2700" b="1">
                <a:solidFill>
                  <a:srgbClr val="182536"/>
                </a:solidFill>
                <a:latin typeface="Nimbus Sans"/>
                <a:ea typeface="Nimbus Sans"/>
                <a:cs typeface="Nimbus Sans"/>
              </a:defRPr>
            </a:lvl2pPr>
            <a:lvl3pPr algn="ctr">
              <a:defRPr sz="2700" b="1">
                <a:solidFill>
                  <a:srgbClr val="182536"/>
                </a:solidFill>
                <a:latin typeface="Nimbus Sans"/>
                <a:ea typeface="Nimbus Sans"/>
                <a:cs typeface="Nimbus Sans"/>
              </a:defRPr>
            </a:lvl3pPr>
            <a:lvl4pPr algn="ctr">
              <a:defRPr sz="2700" b="1">
                <a:solidFill>
                  <a:srgbClr val="182536"/>
                </a:solidFill>
                <a:latin typeface="Nimbus Sans"/>
                <a:ea typeface="Nimbus Sans"/>
                <a:cs typeface="Nimbus Sans"/>
              </a:defRPr>
            </a:lvl4pPr>
            <a:lvl5pPr algn="ctr">
              <a:defRPr sz="2700" b="1">
                <a:solidFill>
                  <a:srgbClr val="182536"/>
                </a:solidFill>
                <a:latin typeface="Nimbus Sans"/>
                <a:ea typeface="Nimbus Sans"/>
                <a:cs typeface="Nimbus Sans"/>
              </a:defRPr>
            </a:lvl5pPr>
            <a:lvl6pPr algn="ctr">
              <a:defRPr sz="2700" b="1">
                <a:solidFill>
                  <a:srgbClr val="182536"/>
                </a:solidFill>
                <a:latin typeface="Nimbus Sans"/>
                <a:ea typeface="Nimbus Sans"/>
                <a:cs typeface="Nimbus Sans"/>
              </a:defRPr>
            </a:lvl6pPr>
            <a:lvl7pPr algn="ctr">
              <a:defRPr sz="2700" b="1">
                <a:solidFill>
                  <a:srgbClr val="182536"/>
                </a:solidFill>
                <a:latin typeface="Nimbus Sans"/>
                <a:ea typeface="Nimbus Sans"/>
                <a:cs typeface="Nimbus Sans"/>
              </a:defRPr>
            </a:lvl7pPr>
            <a:lvl8pPr algn="ctr">
              <a:defRPr sz="2700" b="1">
                <a:solidFill>
                  <a:srgbClr val="182536"/>
                </a:solidFill>
                <a:latin typeface="Nimbus Sans"/>
                <a:ea typeface="Nimbus Sans"/>
                <a:cs typeface="Nimbus Sans"/>
              </a:defRPr>
            </a:lvl8pPr>
            <a:lvl9pPr algn="ctr">
              <a:defRPr sz="2700" b="1">
                <a:solidFill>
                  <a:srgbClr val="182536"/>
                </a:solidFill>
                <a:latin typeface="Nimbus Sans"/>
                <a:ea typeface="Nimbus Sans"/>
                <a:cs typeface="Nimbus Sans"/>
              </a:defRPr>
            </a:lvl9pPr>
          </a:lstStyle>
          <a:p xmlns:a="http://schemas.openxmlformats.org/drawingml/2006/main">
            <a:pPr algn="ctr">
              <a:defRPr sz="2700" b="1">
                <a:solidFill>
                  <a:srgbClr val="182536"/>
                </a:solidFill>
                <a:latin typeface="Nimbus Sans"/>
                <a:ea typeface="Nimbus Sans"/>
                <a:cs typeface="Nimbus Sans"/>
              </a:defRPr>
            </a:pPr>
            <a:r>
              <a:rPr sz="2700" b="1">
                <a:solidFill>
                  <a:srgbClr val="182536"/>
                </a:solidFill>
                <a:latin typeface="Nimbus Sans"/>
                <a:ea typeface="Nimbus Sans"/>
                <a:cs typeface="Nimbus Sans"/>
              </a:rPr>
              <a:t>Requisito di sicurezza</a:t>
            </a:r>
          </a:p>
        </p:txBody>
      </p:sp>
      <p:sp>
        <p:nvSpPr>
          <p:cNvPr id="6" name="f26">
            <a:extLst xmlns:a="http://schemas.openxmlformats.org/drawingml/2006/main">
              <a:ext uri="{FF2B5EF4-FFF2-40B4-BE49-F238E27FC236}">
                <a16:creationId xmlns:a16="http://schemas.microsoft.com/office/drawing/2014/main" id="{3319DDFE-1CE5-412F-938B-989D4603E202}"/>
              </a:ext>
            </a:extLst>
          </p:cNvPr>
          <p:cNvSpPr>
            <a:spLocks xmlns:a="http://schemas.openxmlformats.org/drawingml/2006/main" noGrp="1"/>
          </p:cNvSpPr>
          <p:nvPr/>
        </p:nvSpPr>
        <p:spPr>
          <a:xfrm xmlns:a="http://schemas.openxmlformats.org/drawingml/2006/main">
            <a:off x="9696450" y="2647950"/>
            <a:ext cx="447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700" b="1">
                <a:solidFill>
                  <a:srgbClr val="182536"/>
                </a:solidFill>
                <a:latin typeface="Nimbus Sans"/>
                <a:ea typeface="Nimbus Sans"/>
                <a:cs typeface="Nimbus Sans"/>
              </a:defRPr>
            </a:defPPr>
            <a:lvl1pPr algn="ctr">
              <a:defRPr sz="2700" b="1">
                <a:solidFill>
                  <a:srgbClr val="182536"/>
                </a:solidFill>
                <a:latin typeface="Nimbus Sans"/>
                <a:ea typeface="Nimbus Sans"/>
                <a:cs typeface="Nimbus Sans"/>
              </a:defRPr>
            </a:lvl1pPr>
            <a:lvl2pPr algn="ctr">
              <a:defRPr sz="2700" b="1">
                <a:solidFill>
                  <a:srgbClr val="182536"/>
                </a:solidFill>
                <a:latin typeface="Nimbus Sans"/>
                <a:ea typeface="Nimbus Sans"/>
                <a:cs typeface="Nimbus Sans"/>
              </a:defRPr>
            </a:lvl2pPr>
            <a:lvl3pPr algn="ctr">
              <a:defRPr sz="2700" b="1">
                <a:solidFill>
                  <a:srgbClr val="182536"/>
                </a:solidFill>
                <a:latin typeface="Nimbus Sans"/>
                <a:ea typeface="Nimbus Sans"/>
                <a:cs typeface="Nimbus Sans"/>
              </a:defRPr>
            </a:lvl3pPr>
            <a:lvl4pPr algn="ctr">
              <a:defRPr sz="2700" b="1">
                <a:solidFill>
                  <a:srgbClr val="182536"/>
                </a:solidFill>
                <a:latin typeface="Nimbus Sans"/>
                <a:ea typeface="Nimbus Sans"/>
                <a:cs typeface="Nimbus Sans"/>
              </a:defRPr>
            </a:lvl4pPr>
            <a:lvl5pPr algn="ctr">
              <a:defRPr sz="2700" b="1">
                <a:solidFill>
                  <a:srgbClr val="182536"/>
                </a:solidFill>
                <a:latin typeface="Nimbus Sans"/>
                <a:ea typeface="Nimbus Sans"/>
                <a:cs typeface="Nimbus Sans"/>
              </a:defRPr>
            </a:lvl5pPr>
            <a:lvl6pPr algn="ctr">
              <a:defRPr sz="2700" b="1">
                <a:solidFill>
                  <a:srgbClr val="182536"/>
                </a:solidFill>
                <a:latin typeface="Nimbus Sans"/>
                <a:ea typeface="Nimbus Sans"/>
                <a:cs typeface="Nimbus Sans"/>
              </a:defRPr>
            </a:lvl6pPr>
            <a:lvl7pPr algn="ctr">
              <a:defRPr sz="2700" b="1">
                <a:solidFill>
                  <a:srgbClr val="182536"/>
                </a:solidFill>
                <a:latin typeface="Nimbus Sans"/>
                <a:ea typeface="Nimbus Sans"/>
                <a:cs typeface="Nimbus Sans"/>
              </a:defRPr>
            </a:lvl7pPr>
            <a:lvl8pPr algn="ctr">
              <a:defRPr sz="2700" b="1">
                <a:solidFill>
                  <a:srgbClr val="182536"/>
                </a:solidFill>
                <a:latin typeface="Nimbus Sans"/>
                <a:ea typeface="Nimbus Sans"/>
                <a:cs typeface="Nimbus Sans"/>
              </a:defRPr>
            </a:lvl8pPr>
            <a:lvl9pPr algn="ctr">
              <a:defRPr sz="2700" b="1">
                <a:solidFill>
                  <a:srgbClr val="182536"/>
                </a:solidFill>
                <a:latin typeface="Nimbus Sans"/>
                <a:ea typeface="Nimbus Sans"/>
                <a:cs typeface="Nimbus Sans"/>
              </a:defRPr>
            </a:lvl9pPr>
          </a:lstStyle>
          <a:p xmlns:a="http://schemas.openxmlformats.org/drawingml/2006/main">
            <a:pPr algn="ctr">
              <a:defRPr sz="2700" b="1">
                <a:solidFill>
                  <a:srgbClr val="182536"/>
                </a:solidFill>
                <a:latin typeface="Nimbus Sans"/>
                <a:ea typeface="Nimbus Sans"/>
                <a:cs typeface="Nimbus Sans"/>
              </a:defRPr>
            </a:pPr>
            <a:r>
              <a:rPr sz="2700" b="1">
                <a:solidFill>
                  <a:srgbClr val="182536"/>
                </a:solidFill>
                <a:latin typeface="Nimbus Sans"/>
                <a:ea typeface="Nimbus Sans"/>
                <a:cs typeface="Nimbus Sans"/>
              </a:rPr>
              <a:t>Sistema software</a:t>
            </a:r>
          </a:p>
        </p:txBody>
      </p:sp>
      <p:sp>
        <p:nvSpPr>
          <p:cNvPr id="7" name="f27">
            <a:extLst xmlns:a="http://schemas.openxmlformats.org/drawingml/2006/main">
              <a:ext uri="{FF2B5EF4-FFF2-40B4-BE49-F238E27FC236}">
                <a16:creationId xmlns:a16="http://schemas.microsoft.com/office/drawing/2014/main" id="{84236307-E0A5-40E9-A6B1-66FA846E9724}"/>
              </a:ext>
            </a:extLst>
          </p:cNvPr>
          <p:cNvSpPr>
            <a:spLocks xmlns:a="http://schemas.openxmlformats.org/drawingml/2006/main" noGrp="1"/>
          </p:cNvSpPr>
          <p:nvPr/>
        </p:nvSpPr>
        <p:spPr>
          <a:xfrm xmlns:a="http://schemas.openxmlformats.org/drawingml/2006/main">
            <a:off x="2171700" y="3467100"/>
            <a:ext cx="2190750" cy="200025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17145">
            <a:solidFill>
              <a:srgbClr val="4264D0"/>
            </a:solidFill>
            <a:prstDash val="solid"/>
          </a:ln>
        </p:spPr>
      </p:sp>
      <p:sp>
        <p:nvSpPr>
          <p:cNvPr id="8" name="f28">
            <a:extLst xmlns:a="http://schemas.openxmlformats.org/drawingml/2006/main">
              <a:ext uri="{FF2B5EF4-FFF2-40B4-BE49-F238E27FC236}">
                <a16:creationId xmlns:a16="http://schemas.microsoft.com/office/drawing/2014/main" id="{9A9F7338-B46D-47F3-808C-EFB257C39D5C}"/>
              </a:ext>
            </a:extLst>
          </p:cNvPr>
          <p:cNvSpPr>
            <a:spLocks xmlns:a="http://schemas.openxmlformats.org/drawingml/2006/main" noGrp="1"/>
          </p:cNvSpPr>
          <p:nvPr/>
        </p:nvSpPr>
        <p:spPr>
          <a:xfrm xmlns:a="http://schemas.openxmlformats.org/drawingml/2006/main">
            <a:off x="2609850" y="4067175"/>
            <a:ext cx="1270635" cy="95"/>
          </a:xfrm>
          <a:prstGeom xmlns:a="http://schemas.openxmlformats.org/drawingml/2006/main" prst="line">
            <a:avLst/>
          </a:prstGeom>
          <a:noFill xmlns:a="http://schemas.openxmlformats.org/drawingml/2006/main"/>
          <a:ln xmlns:a="http://schemas.openxmlformats.org/drawingml/2006/main" w="38100">
            <a:solidFill>
              <a:srgbClr val="4264D0"/>
            </a:solidFill>
            <a:prstDash val="solid"/>
          </a:ln>
        </p:spPr>
      </p:sp>
      <p:sp>
        <p:nvSpPr>
          <p:cNvPr id="9" name="f29">
            <a:extLst xmlns:a="http://schemas.openxmlformats.org/drawingml/2006/main">
              <a:ext uri="{FF2B5EF4-FFF2-40B4-BE49-F238E27FC236}">
                <a16:creationId xmlns:a16="http://schemas.microsoft.com/office/drawing/2014/main" id="{F9A6E795-0714-4694-A117-75264AD1BD9F}"/>
              </a:ext>
            </a:extLst>
          </p:cNvPr>
          <p:cNvSpPr>
            <a:spLocks xmlns:a="http://schemas.openxmlformats.org/drawingml/2006/main" noGrp="1"/>
          </p:cNvSpPr>
          <p:nvPr/>
        </p:nvSpPr>
        <p:spPr>
          <a:xfrm xmlns:a="http://schemas.openxmlformats.org/drawingml/2006/main">
            <a:off x="2609850" y="4427220"/>
            <a:ext cx="1270635" cy="95"/>
          </a:xfrm>
          <a:prstGeom xmlns:a="http://schemas.openxmlformats.org/drawingml/2006/main" prst="line">
            <a:avLst/>
          </a:prstGeom>
          <a:noFill xmlns:a="http://schemas.openxmlformats.org/drawingml/2006/main"/>
          <a:ln xmlns:a="http://schemas.openxmlformats.org/drawingml/2006/main" w="38100">
            <a:solidFill>
              <a:srgbClr val="4264D0"/>
            </a:solidFill>
            <a:prstDash val="solid"/>
          </a:ln>
        </p:spPr>
      </p:sp>
      <p:sp>
        <p:nvSpPr>
          <p:cNvPr id="10" name="f30">
            <a:extLst xmlns:a="http://schemas.openxmlformats.org/drawingml/2006/main">
              <a:ext uri="{FF2B5EF4-FFF2-40B4-BE49-F238E27FC236}">
                <a16:creationId xmlns:a16="http://schemas.microsoft.com/office/drawing/2014/main" id="{65AFC1C3-286B-4E10-B0E8-BCCCE6EE6659}"/>
              </a:ext>
            </a:extLst>
          </p:cNvPr>
          <p:cNvSpPr>
            <a:spLocks xmlns:a="http://schemas.openxmlformats.org/drawingml/2006/main" noGrp="1"/>
          </p:cNvSpPr>
          <p:nvPr/>
        </p:nvSpPr>
        <p:spPr>
          <a:xfrm xmlns:a="http://schemas.openxmlformats.org/drawingml/2006/main">
            <a:off x="2609850" y="4787265"/>
            <a:ext cx="1270635" cy="95"/>
          </a:xfrm>
          <a:prstGeom xmlns:a="http://schemas.openxmlformats.org/drawingml/2006/main" prst="line">
            <a:avLst/>
          </a:prstGeom>
          <a:noFill xmlns:a="http://schemas.openxmlformats.org/drawingml/2006/main"/>
          <a:ln xmlns:a="http://schemas.openxmlformats.org/drawingml/2006/main" w="38100">
            <a:solidFill>
              <a:srgbClr val="4264D0"/>
            </a:solidFill>
            <a:prstDash val="solid"/>
          </a:ln>
        </p:spPr>
      </p:sp>
      <p:sp>
        <p:nvSpPr>
          <p:cNvPr id="11" name="f31">
            <a:extLst xmlns:a="http://schemas.openxmlformats.org/drawingml/2006/main">
              <a:ext uri="{FF2B5EF4-FFF2-40B4-BE49-F238E27FC236}">
                <a16:creationId xmlns:a16="http://schemas.microsoft.com/office/drawing/2014/main" id="{83831625-D1C1-4BCA-AD07-5408A5954A5D}"/>
              </a:ext>
            </a:extLst>
          </p:cNvPr>
          <p:cNvSpPr>
            <a:spLocks xmlns:a="http://schemas.openxmlformats.org/drawingml/2006/main" noGrp="1"/>
          </p:cNvSpPr>
          <p:nvPr/>
        </p:nvSpPr>
        <p:spPr>
          <a:xfrm xmlns:a="http://schemas.openxmlformats.org/drawingml/2006/main">
            <a:off x="10629900" y="3609975"/>
            <a:ext cx="2667000" cy="17145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7145">
            <a:solidFill>
              <a:srgbClr val="4264D0"/>
            </a:solidFill>
            <a:prstDash val="solid"/>
          </a:ln>
        </p:spPr>
      </p:sp>
      <p:sp>
        <p:nvSpPr>
          <p:cNvPr id="12" name="f32">
            <a:extLst xmlns:a="http://schemas.openxmlformats.org/drawingml/2006/main">
              <a:ext uri="{FF2B5EF4-FFF2-40B4-BE49-F238E27FC236}">
                <a16:creationId xmlns:a16="http://schemas.microsoft.com/office/drawing/2014/main" id="{61968A65-63BE-4233-9C04-F239C6FBDD1F}"/>
              </a:ext>
            </a:extLst>
          </p:cNvPr>
          <p:cNvSpPr>
            <a:spLocks xmlns:a="http://schemas.openxmlformats.org/drawingml/2006/main" noGrp="1"/>
          </p:cNvSpPr>
          <p:nvPr/>
        </p:nvSpPr>
        <p:spPr>
          <a:xfrm xmlns:a="http://schemas.openxmlformats.org/drawingml/2006/main">
            <a:off x="10629900" y="3971925"/>
            <a:ext cx="2667000" cy="9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sp>
      <p:sp>
        <p:nvSpPr>
          <p:cNvPr id="13" name="f33">
            <a:extLst xmlns:a="http://schemas.openxmlformats.org/drawingml/2006/main">
              <a:ext uri="{FF2B5EF4-FFF2-40B4-BE49-F238E27FC236}">
                <a16:creationId xmlns:a16="http://schemas.microsoft.com/office/drawing/2014/main" id="{C9D37ED6-AB6B-4EE4-9716-F72A1A5865E2}"/>
              </a:ext>
            </a:extLst>
          </p:cNvPr>
          <p:cNvSpPr>
            <a:spLocks xmlns:a="http://schemas.openxmlformats.org/drawingml/2006/main" noGrp="1"/>
          </p:cNvSpPr>
          <p:nvPr/>
        </p:nvSpPr>
        <p:spPr>
          <a:xfrm xmlns:a="http://schemas.openxmlformats.org/drawingml/2006/main">
            <a:off x="10801350" y="3752850"/>
            <a:ext cx="76200" cy="76200"/>
          </a:xfrm>
          <a:prstGeom xmlns:a="http://schemas.openxmlformats.org/drawingml/2006/main" prst="ellipse">
            <a:avLst/>
          </a:prstGeom>
          <a:solidFill xmlns:a="http://schemas.openxmlformats.org/drawingml/2006/main">
            <a:srgbClr val="4264D0"/>
          </a:solidFill>
          <a:ln xmlns:a="http://schemas.openxmlformats.org/drawingml/2006/main" w="17145">
            <a:solidFill>
              <a:srgbClr val="4264D0"/>
            </a:solidFill>
            <a:prstDash val="solid"/>
          </a:ln>
        </p:spPr>
      </p:sp>
      <p:sp>
        <p:nvSpPr>
          <p:cNvPr id="14" name="f34">
            <a:extLst xmlns:a="http://schemas.openxmlformats.org/drawingml/2006/main">
              <a:ext uri="{FF2B5EF4-FFF2-40B4-BE49-F238E27FC236}">
                <a16:creationId xmlns:a16="http://schemas.microsoft.com/office/drawing/2014/main" id="{40C41A39-82B6-4C8E-9572-BEA6200E9A64}"/>
              </a:ext>
            </a:extLst>
          </p:cNvPr>
          <p:cNvSpPr>
            <a:spLocks xmlns:a="http://schemas.openxmlformats.org/drawingml/2006/main" noGrp="1"/>
          </p:cNvSpPr>
          <p:nvPr/>
        </p:nvSpPr>
        <p:spPr>
          <a:xfrm xmlns:a="http://schemas.openxmlformats.org/drawingml/2006/main">
            <a:off x="10991850" y="3752850"/>
            <a:ext cx="76200" cy="76200"/>
          </a:xfrm>
          <a:prstGeom xmlns:a="http://schemas.openxmlformats.org/drawingml/2006/main" prst="ellipse">
            <a:avLst/>
          </a:prstGeom>
          <a:solidFill xmlns:a="http://schemas.openxmlformats.org/drawingml/2006/main">
            <a:srgbClr val="4264D0"/>
          </a:solidFill>
          <a:ln xmlns:a="http://schemas.openxmlformats.org/drawingml/2006/main" w="17145">
            <a:solidFill>
              <a:srgbClr val="4264D0"/>
            </a:solidFill>
            <a:prstDash val="solid"/>
          </a:ln>
        </p:spPr>
      </p:sp>
      <p:sp>
        <p:nvSpPr>
          <p:cNvPr id="15" name="f35">
            <a:extLst xmlns:a="http://schemas.openxmlformats.org/drawingml/2006/main">
              <a:ext uri="{FF2B5EF4-FFF2-40B4-BE49-F238E27FC236}">
                <a16:creationId xmlns:a16="http://schemas.microsoft.com/office/drawing/2014/main" id="{0A876F6D-9433-4247-91B2-82B8A31C2C72}"/>
              </a:ext>
            </a:extLst>
          </p:cNvPr>
          <p:cNvSpPr>
            <a:spLocks xmlns:a="http://schemas.openxmlformats.org/drawingml/2006/main" noGrp="1"/>
          </p:cNvSpPr>
          <p:nvPr/>
        </p:nvSpPr>
        <p:spPr>
          <a:xfrm xmlns:a="http://schemas.openxmlformats.org/drawingml/2006/main">
            <a:off x="11182350" y="3752850"/>
            <a:ext cx="76200" cy="76200"/>
          </a:xfrm>
          <a:prstGeom xmlns:a="http://schemas.openxmlformats.org/drawingml/2006/main" prst="ellipse">
            <a:avLst/>
          </a:prstGeom>
          <a:solidFill xmlns:a="http://schemas.openxmlformats.org/drawingml/2006/main">
            <a:srgbClr val="4264D0"/>
          </a:solidFill>
          <a:ln xmlns:a="http://schemas.openxmlformats.org/drawingml/2006/main" w="17145">
            <a:solidFill>
              <a:srgbClr val="4264D0"/>
            </a:solidFill>
            <a:prstDash val="solid"/>
          </a:ln>
        </p:spPr>
      </p:sp>
      <p:sp>
        <p:nvSpPr>
          <p:cNvPr id="16" name="f36">
            <a:extLst xmlns:a="http://schemas.openxmlformats.org/drawingml/2006/main">
              <a:ext uri="{FF2B5EF4-FFF2-40B4-BE49-F238E27FC236}">
                <a16:creationId xmlns:a16="http://schemas.microsoft.com/office/drawing/2014/main" id="{A9477BDD-1EC2-4B68-BA33-49CE2EFCC03B}"/>
              </a:ext>
            </a:extLst>
          </p:cNvPr>
          <p:cNvSpPr>
            <a:spLocks xmlns:a="http://schemas.openxmlformats.org/drawingml/2006/main" noGrp="1"/>
          </p:cNvSpPr>
          <p:nvPr/>
        </p:nvSpPr>
        <p:spPr>
          <a:xfrm xmlns:a="http://schemas.openxmlformats.org/drawingml/2006/main">
            <a:off x="10915650" y="4238625"/>
            <a:ext cx="2095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4425" b="1">
                <a:solidFill>
                  <a:srgbClr val="4264D0"/>
                </a:solidFill>
                <a:latin typeface="DejaVu Sans Mono"/>
                <a:ea typeface="DejaVu Sans Mono"/>
                <a:cs typeface="DejaVu Sans Mono"/>
              </a:defRPr>
            </a:defPPr>
            <a:lvl1pPr algn="ctr">
              <a:defRPr sz="4425" b="1">
                <a:solidFill>
                  <a:srgbClr val="4264D0"/>
                </a:solidFill>
                <a:latin typeface="DejaVu Sans Mono"/>
                <a:ea typeface="DejaVu Sans Mono"/>
                <a:cs typeface="DejaVu Sans Mono"/>
              </a:defRPr>
            </a:lvl1pPr>
            <a:lvl2pPr algn="ctr">
              <a:defRPr sz="4425" b="1">
                <a:solidFill>
                  <a:srgbClr val="4264D0"/>
                </a:solidFill>
                <a:latin typeface="DejaVu Sans Mono"/>
                <a:ea typeface="DejaVu Sans Mono"/>
                <a:cs typeface="DejaVu Sans Mono"/>
              </a:defRPr>
            </a:lvl2pPr>
            <a:lvl3pPr algn="ctr">
              <a:defRPr sz="4425" b="1">
                <a:solidFill>
                  <a:srgbClr val="4264D0"/>
                </a:solidFill>
                <a:latin typeface="DejaVu Sans Mono"/>
                <a:ea typeface="DejaVu Sans Mono"/>
                <a:cs typeface="DejaVu Sans Mono"/>
              </a:defRPr>
            </a:lvl3pPr>
            <a:lvl4pPr algn="ctr">
              <a:defRPr sz="4425" b="1">
                <a:solidFill>
                  <a:srgbClr val="4264D0"/>
                </a:solidFill>
                <a:latin typeface="DejaVu Sans Mono"/>
                <a:ea typeface="DejaVu Sans Mono"/>
                <a:cs typeface="DejaVu Sans Mono"/>
              </a:defRPr>
            </a:lvl4pPr>
            <a:lvl5pPr algn="ctr">
              <a:defRPr sz="4425" b="1">
                <a:solidFill>
                  <a:srgbClr val="4264D0"/>
                </a:solidFill>
                <a:latin typeface="DejaVu Sans Mono"/>
                <a:ea typeface="DejaVu Sans Mono"/>
                <a:cs typeface="DejaVu Sans Mono"/>
              </a:defRPr>
            </a:lvl5pPr>
            <a:lvl6pPr algn="ctr">
              <a:defRPr sz="4425" b="1">
                <a:solidFill>
                  <a:srgbClr val="4264D0"/>
                </a:solidFill>
                <a:latin typeface="DejaVu Sans Mono"/>
                <a:ea typeface="DejaVu Sans Mono"/>
                <a:cs typeface="DejaVu Sans Mono"/>
              </a:defRPr>
            </a:lvl6pPr>
            <a:lvl7pPr algn="ctr">
              <a:defRPr sz="4425" b="1">
                <a:solidFill>
                  <a:srgbClr val="4264D0"/>
                </a:solidFill>
                <a:latin typeface="DejaVu Sans Mono"/>
                <a:ea typeface="DejaVu Sans Mono"/>
                <a:cs typeface="DejaVu Sans Mono"/>
              </a:defRPr>
            </a:lvl7pPr>
            <a:lvl8pPr algn="ctr">
              <a:defRPr sz="4425" b="1">
                <a:solidFill>
                  <a:srgbClr val="4264D0"/>
                </a:solidFill>
                <a:latin typeface="DejaVu Sans Mono"/>
                <a:ea typeface="DejaVu Sans Mono"/>
                <a:cs typeface="DejaVu Sans Mono"/>
              </a:defRPr>
            </a:lvl8pPr>
            <a:lvl9pPr algn="ctr">
              <a:defRPr sz="4425" b="1">
                <a:solidFill>
                  <a:srgbClr val="4264D0"/>
                </a:solidFill>
                <a:latin typeface="DejaVu Sans Mono"/>
                <a:ea typeface="DejaVu Sans Mono"/>
                <a:cs typeface="DejaVu Sans Mono"/>
              </a:defRPr>
            </a:lvl9pPr>
          </a:lstStyle>
          <a:p xmlns:a="http://schemas.openxmlformats.org/drawingml/2006/main">
            <a:pPr algn="ctr">
              <a:defRPr sz="4425" b="1">
                <a:solidFill>
                  <a:srgbClr val="4264D0"/>
                </a:solidFill>
                <a:latin typeface="DejaVu Sans Mono"/>
                <a:ea typeface="DejaVu Sans Mono"/>
                <a:cs typeface="DejaVu Sans Mono"/>
              </a:defRPr>
            </a:pPr>
            <a:r>
              <a:rPr sz="4425" b="1">
                <a:solidFill>
                  <a:srgbClr val="4264D0"/>
                </a:solidFill>
                <a:latin typeface="DejaVu Sans Mono"/>
                <a:ea typeface="DejaVu Sans Mono"/>
                <a:cs typeface="DejaVu Sans Mono"/>
              </a:rPr>
              <a:t>&lt;/&gt;</a:t>
            </a:r>
          </a:p>
        </p:txBody>
      </p:sp>
      <p:sp>
        <p:nvSpPr>
          <p:cNvPr id="17" name="f37">
            <a:extLst xmlns:a="http://schemas.openxmlformats.org/drawingml/2006/main">
              <a:ext uri="{FF2B5EF4-FFF2-40B4-BE49-F238E27FC236}">
                <a16:creationId xmlns:a16="http://schemas.microsoft.com/office/drawing/2014/main" id="{AA00C338-104F-44AD-8EF0-05D4C2BC342E}"/>
              </a:ext>
            </a:extLst>
          </p:cNvPr>
          <p:cNvSpPr>
            <a:spLocks xmlns:a="http://schemas.openxmlformats.org/drawingml/2006/main" noGrp="1"/>
          </p:cNvSpPr>
          <p:nvPr/>
        </p:nvSpPr>
        <p:spPr>
          <a:xfrm xmlns:a="http://schemas.openxmlformats.org/drawingml/2006/main">
            <a:off x="4657725" y="4257675"/>
            <a:ext cx="1133475" cy="219075"/>
          </a:xfrm>
          <a:prstGeom xmlns:a="http://schemas.openxmlformats.org/drawingml/2006/main" prst="rightArrow">
            <a:avLst/>
          </a:prstGeom>
          <a:solidFill xmlns:a="http://schemas.openxmlformats.org/drawingml/2006/main">
            <a:srgbClr val="4264D0"/>
          </a:solidFill>
          <a:ln xmlns:a="http://schemas.openxmlformats.org/drawingml/2006/main" w="0">
            <a:noFill/>
            <a:prstDash val="solid"/>
          </a:ln>
        </p:spPr>
      </p:sp>
      <p:sp>
        <p:nvSpPr>
          <p:cNvPr id="18" name="f38">
            <a:extLst xmlns:a="http://schemas.openxmlformats.org/drawingml/2006/main">
              <a:ext uri="{FF2B5EF4-FFF2-40B4-BE49-F238E27FC236}">
                <a16:creationId xmlns:a16="http://schemas.microsoft.com/office/drawing/2014/main" id="{63966254-0311-41AA-8142-B9592A0EB54B}"/>
              </a:ext>
            </a:extLst>
          </p:cNvPr>
          <p:cNvSpPr>
            <a:spLocks xmlns:a="http://schemas.openxmlformats.org/drawingml/2006/main" noGrp="1"/>
          </p:cNvSpPr>
          <p:nvPr/>
        </p:nvSpPr>
        <p:spPr>
          <a:xfrm xmlns:a="http://schemas.openxmlformats.org/drawingml/2006/main">
            <a:off x="9448800" y="4257675"/>
            <a:ext cx="942975" cy="219075"/>
          </a:xfrm>
          <a:prstGeom xmlns:a="http://schemas.openxmlformats.org/drawingml/2006/main" prst="leftArrow">
            <a:avLst/>
          </a:prstGeom>
          <a:solidFill xmlns:a="http://schemas.openxmlformats.org/drawingml/2006/main">
            <a:srgbClr val="4264D0"/>
          </a:solidFill>
          <a:ln xmlns:a="http://schemas.openxmlformats.org/drawingml/2006/main" w="0">
            <a:noFill/>
            <a:prstDash val="solid"/>
          </a:ln>
        </p:spPr>
      </p:sp>
      <p:sp>
        <p:nvSpPr>
          <p:cNvPr id="19" name="f39">
            <a:extLst xmlns:a="http://schemas.openxmlformats.org/drawingml/2006/main">
              <a:ext uri="{FF2B5EF4-FFF2-40B4-BE49-F238E27FC236}">
                <a16:creationId xmlns:a16="http://schemas.microsoft.com/office/drawing/2014/main" id="{F0256E74-B2CF-429F-A9A6-A824A4AB8E5F}"/>
              </a:ext>
            </a:extLst>
          </p:cNvPr>
          <p:cNvSpPr>
            <a:spLocks xmlns:a="http://schemas.openxmlformats.org/drawingml/2006/main" noGrp="1"/>
          </p:cNvSpPr>
          <p:nvPr/>
        </p:nvSpPr>
        <p:spPr>
          <a:xfrm xmlns:a="http://schemas.openxmlformats.org/drawingml/2006/main">
            <a:off x="5943600" y="3638550"/>
            <a:ext cx="3352800" cy="1390650"/>
          </a:xfrm>
          <a:prstGeom xmlns:a="http://schemas.openxmlformats.org/drawingml/2006/main" prst="roundRect">
            <a:avLst>
              <a:gd name="adj" fmla="val 10959"/>
            </a:avLst>
          </a:prstGeom>
          <a:solidFill xmlns:a="http://schemas.openxmlformats.org/drawingml/2006/main">
            <a:srgbClr val="F0F4FF"/>
          </a:solidFill>
          <a:ln xmlns:a="http://schemas.openxmlformats.org/drawingml/2006/main" w="17145">
            <a:solidFill>
              <a:srgbClr val="C7D5FA"/>
            </a:solidFill>
            <a:prstDash val="solid"/>
          </a:ln>
        </p:spPr>
      </p:sp>
      <p:sp>
        <p:nvSpPr>
          <p:cNvPr id="20" name="f40">
            <a:extLst xmlns:a="http://schemas.openxmlformats.org/drawingml/2006/main">
              <a:ext uri="{FF2B5EF4-FFF2-40B4-BE49-F238E27FC236}">
                <a16:creationId xmlns:a16="http://schemas.microsoft.com/office/drawing/2014/main" id="{ADD07E89-C783-432A-86EA-1E8A2EB35696}"/>
              </a:ext>
            </a:extLst>
          </p:cNvPr>
          <p:cNvSpPr>
            <a:spLocks xmlns:a="http://schemas.openxmlformats.org/drawingml/2006/main" noGrp="1"/>
          </p:cNvSpPr>
          <p:nvPr/>
        </p:nvSpPr>
        <p:spPr>
          <a:xfrm xmlns:a="http://schemas.openxmlformats.org/drawingml/2006/main">
            <a:off x="6048375" y="3867150"/>
            <a:ext cx="314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850" b="1">
                <a:solidFill>
                  <a:srgbClr val="4264D0"/>
                </a:solidFill>
                <a:latin typeface="Nimbus Sans"/>
                <a:ea typeface="Nimbus Sans"/>
                <a:cs typeface="Nimbus Sans"/>
              </a:defRPr>
            </a:defPPr>
            <a:lvl1pPr algn="ctr">
              <a:defRPr sz="2850" b="1">
                <a:solidFill>
                  <a:srgbClr val="4264D0"/>
                </a:solidFill>
                <a:latin typeface="Nimbus Sans"/>
                <a:ea typeface="Nimbus Sans"/>
                <a:cs typeface="Nimbus Sans"/>
              </a:defRPr>
            </a:lvl1pPr>
            <a:lvl2pPr algn="ctr">
              <a:defRPr sz="2850" b="1">
                <a:solidFill>
                  <a:srgbClr val="4264D0"/>
                </a:solidFill>
                <a:latin typeface="Nimbus Sans"/>
                <a:ea typeface="Nimbus Sans"/>
                <a:cs typeface="Nimbus Sans"/>
              </a:defRPr>
            </a:lvl2pPr>
            <a:lvl3pPr algn="ctr">
              <a:defRPr sz="2850" b="1">
                <a:solidFill>
                  <a:srgbClr val="4264D0"/>
                </a:solidFill>
                <a:latin typeface="Nimbus Sans"/>
                <a:ea typeface="Nimbus Sans"/>
                <a:cs typeface="Nimbus Sans"/>
              </a:defRPr>
            </a:lvl3pPr>
            <a:lvl4pPr algn="ctr">
              <a:defRPr sz="2850" b="1">
                <a:solidFill>
                  <a:srgbClr val="4264D0"/>
                </a:solidFill>
                <a:latin typeface="Nimbus Sans"/>
                <a:ea typeface="Nimbus Sans"/>
                <a:cs typeface="Nimbus Sans"/>
              </a:defRPr>
            </a:lvl4pPr>
            <a:lvl5pPr algn="ctr">
              <a:defRPr sz="2850" b="1">
                <a:solidFill>
                  <a:srgbClr val="4264D0"/>
                </a:solidFill>
                <a:latin typeface="Nimbus Sans"/>
                <a:ea typeface="Nimbus Sans"/>
                <a:cs typeface="Nimbus Sans"/>
              </a:defRPr>
            </a:lvl5pPr>
            <a:lvl6pPr algn="ctr">
              <a:defRPr sz="2850" b="1">
                <a:solidFill>
                  <a:srgbClr val="4264D0"/>
                </a:solidFill>
                <a:latin typeface="Nimbus Sans"/>
                <a:ea typeface="Nimbus Sans"/>
                <a:cs typeface="Nimbus Sans"/>
              </a:defRPr>
            </a:lvl6pPr>
            <a:lvl7pPr algn="ctr">
              <a:defRPr sz="2850" b="1">
                <a:solidFill>
                  <a:srgbClr val="4264D0"/>
                </a:solidFill>
                <a:latin typeface="Nimbus Sans"/>
                <a:ea typeface="Nimbus Sans"/>
                <a:cs typeface="Nimbus Sans"/>
              </a:defRPr>
            </a:lvl7pPr>
            <a:lvl8pPr algn="ctr">
              <a:defRPr sz="2850" b="1">
                <a:solidFill>
                  <a:srgbClr val="4264D0"/>
                </a:solidFill>
                <a:latin typeface="Nimbus Sans"/>
                <a:ea typeface="Nimbus Sans"/>
                <a:cs typeface="Nimbus Sans"/>
              </a:defRPr>
            </a:lvl8pPr>
            <a:lvl9pPr algn="ctr">
              <a:defRPr sz="2850" b="1">
                <a:solidFill>
                  <a:srgbClr val="4264D0"/>
                </a:solidFill>
                <a:latin typeface="Nimbus Sans"/>
                <a:ea typeface="Nimbus Sans"/>
                <a:cs typeface="Nimbus Sans"/>
              </a:defRPr>
            </a:lvl9pPr>
          </a:lstStyle>
          <a:p xmlns:a="http://schemas.openxmlformats.org/drawingml/2006/main">
            <a:pPr algn="ctr">
              <a:defRPr sz="2850" b="1">
                <a:solidFill>
                  <a:srgbClr val="4264D0"/>
                </a:solidFill>
                <a:latin typeface="Nimbus Sans"/>
                <a:ea typeface="Nimbus Sans"/>
                <a:cs typeface="Nimbus Sans"/>
              </a:defRPr>
            </a:pPr>
            <a:r>
              <a:rPr sz="2850" b="1">
                <a:solidFill>
                  <a:srgbClr val="4264D0"/>
                </a:solidFill>
                <a:latin typeface="Nimbus Sans"/>
                <a:ea typeface="Nimbus Sans"/>
                <a:cs typeface="Nimbus Sans"/>
              </a:rPr>
              <a:t>Security</a:t>
            </a:r>
          </a:p>
          <a:p xmlns:a="http://schemas.openxmlformats.org/drawingml/2006/main">
            <a:pPr algn="ctr">
              <a:defRPr sz="2850" b="1">
                <a:solidFill>
                  <a:srgbClr val="4264D0"/>
                </a:solidFill>
                <a:latin typeface="Nimbus Sans"/>
                <a:ea typeface="Nimbus Sans"/>
                <a:cs typeface="Nimbus Sans"/>
              </a:defRPr>
            </a:pPr>
            <a:r>
              <a:rPr sz="2850" b="1">
                <a:solidFill>
                  <a:srgbClr val="4264D0"/>
                </a:solidFill>
                <a:latin typeface="Nimbus Sans"/>
                <a:ea typeface="Nimbus Sans"/>
                <a:cs typeface="Nimbus Sans"/>
              </a:rPr>
              <a:t>Assurance</a:t>
            </a:r>
          </a:p>
        </p:txBody>
      </p:sp>
      <p:sp>
        <p:nvSpPr>
          <p:cNvPr id="21" name="f41">
            <a:extLst xmlns:a="http://schemas.openxmlformats.org/drawingml/2006/main">
              <a:ext uri="{FF2B5EF4-FFF2-40B4-BE49-F238E27FC236}">
                <a16:creationId xmlns:a16="http://schemas.microsoft.com/office/drawing/2014/main" id="{466285EF-0541-4BB1-87A5-B0F01E766C1D}"/>
              </a:ext>
            </a:extLst>
          </p:cNvPr>
          <p:cNvSpPr>
            <a:spLocks xmlns:a="http://schemas.openxmlformats.org/drawingml/2006/main" noGrp="1"/>
          </p:cNvSpPr>
          <p:nvPr/>
        </p:nvSpPr>
        <p:spPr>
          <a:xfrm xmlns:a="http://schemas.openxmlformats.org/drawingml/2006/main">
            <a:off x="5619750" y="5286375"/>
            <a:ext cx="4000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950" b="0">
                <a:solidFill>
                  <a:srgbClr val="52627B"/>
                </a:solidFill>
                <a:latin typeface="Nimbus Sans"/>
                <a:ea typeface="Nimbus Sans"/>
                <a:cs typeface="Nimbus Sans"/>
              </a:defRPr>
            </a:defPPr>
            <a:lvl1pPr algn="ctr">
              <a:defRPr sz="1950" b="0">
                <a:solidFill>
                  <a:srgbClr val="52627B"/>
                </a:solidFill>
                <a:latin typeface="Nimbus Sans"/>
                <a:ea typeface="Nimbus Sans"/>
                <a:cs typeface="Nimbus Sans"/>
              </a:defRPr>
            </a:lvl1pPr>
            <a:lvl2pPr algn="ctr">
              <a:defRPr sz="1950" b="0">
                <a:solidFill>
                  <a:srgbClr val="52627B"/>
                </a:solidFill>
                <a:latin typeface="Nimbus Sans"/>
                <a:ea typeface="Nimbus Sans"/>
                <a:cs typeface="Nimbus Sans"/>
              </a:defRPr>
            </a:lvl2pPr>
            <a:lvl3pPr algn="ctr">
              <a:defRPr sz="1950" b="0">
                <a:solidFill>
                  <a:srgbClr val="52627B"/>
                </a:solidFill>
                <a:latin typeface="Nimbus Sans"/>
                <a:ea typeface="Nimbus Sans"/>
                <a:cs typeface="Nimbus Sans"/>
              </a:defRPr>
            </a:lvl3pPr>
            <a:lvl4pPr algn="ctr">
              <a:defRPr sz="1950" b="0">
                <a:solidFill>
                  <a:srgbClr val="52627B"/>
                </a:solidFill>
                <a:latin typeface="Nimbus Sans"/>
                <a:ea typeface="Nimbus Sans"/>
                <a:cs typeface="Nimbus Sans"/>
              </a:defRPr>
            </a:lvl4pPr>
            <a:lvl5pPr algn="ctr">
              <a:defRPr sz="1950" b="0">
                <a:solidFill>
                  <a:srgbClr val="52627B"/>
                </a:solidFill>
                <a:latin typeface="Nimbus Sans"/>
                <a:ea typeface="Nimbus Sans"/>
                <a:cs typeface="Nimbus Sans"/>
              </a:defRPr>
            </a:lvl5pPr>
            <a:lvl6pPr algn="ctr">
              <a:defRPr sz="1950" b="0">
                <a:solidFill>
                  <a:srgbClr val="52627B"/>
                </a:solidFill>
                <a:latin typeface="Nimbus Sans"/>
                <a:ea typeface="Nimbus Sans"/>
                <a:cs typeface="Nimbus Sans"/>
              </a:defRPr>
            </a:lvl6pPr>
            <a:lvl7pPr algn="ctr">
              <a:defRPr sz="1950" b="0">
                <a:solidFill>
                  <a:srgbClr val="52627B"/>
                </a:solidFill>
                <a:latin typeface="Nimbus Sans"/>
                <a:ea typeface="Nimbus Sans"/>
                <a:cs typeface="Nimbus Sans"/>
              </a:defRPr>
            </a:lvl7pPr>
            <a:lvl8pPr algn="ctr">
              <a:defRPr sz="1950" b="0">
                <a:solidFill>
                  <a:srgbClr val="52627B"/>
                </a:solidFill>
                <a:latin typeface="Nimbus Sans"/>
                <a:ea typeface="Nimbus Sans"/>
                <a:cs typeface="Nimbus Sans"/>
              </a:defRPr>
            </a:lvl8pPr>
            <a:lvl9pPr algn="ctr">
              <a:defRPr sz="1950" b="0">
                <a:solidFill>
                  <a:srgbClr val="52627B"/>
                </a:solidFill>
                <a:latin typeface="Nimbus Sans"/>
                <a:ea typeface="Nimbus Sans"/>
                <a:cs typeface="Nimbus Sans"/>
              </a:defRPr>
            </a:lvl9pPr>
          </a:lstStyle>
          <a:p xmlns:a="http://schemas.openxmlformats.org/drawingml/2006/main">
            <a:pPr algn="ctr">
              <a:defRPr sz="1950" b="0">
                <a:solidFill>
                  <a:srgbClr val="52627B"/>
                </a:solidFill>
                <a:latin typeface="Nimbus Sans"/>
                <a:ea typeface="Nimbus Sans"/>
                <a:cs typeface="Nimbus Sans"/>
              </a:defRPr>
            </a:pPr>
            <a:r>
              <a:rPr sz="1950" b="0">
                <a:solidFill>
                  <a:srgbClr val="52627B"/>
                </a:solidFill>
                <a:latin typeface="Nimbus Sans"/>
                <a:ea typeface="Nimbus Sans"/>
                <a:cs typeface="Nimbus Sans"/>
              </a:rPr>
              <a:t>Verifica se il requisito</a:t>
            </a:r>
          </a:p>
          <a:p xmlns:a="http://schemas.openxmlformats.org/drawingml/2006/main">
            <a:pPr algn="ctr">
              <a:defRPr sz="1950" b="0">
                <a:solidFill>
                  <a:srgbClr val="52627B"/>
                </a:solidFill>
                <a:latin typeface="Nimbus Sans"/>
                <a:ea typeface="Nimbus Sans"/>
                <a:cs typeface="Nimbus Sans"/>
              </a:defRPr>
            </a:pPr>
            <a:r>
              <a:rPr sz="1950" b="0">
                <a:solidFill>
                  <a:srgbClr val="52627B"/>
                </a:solidFill>
                <a:latin typeface="Nimbus Sans"/>
                <a:ea typeface="Nimbus Sans"/>
                <a:cs typeface="Nimbus Sans"/>
              </a:rPr>
              <a:t>è rispettato</a:t>
            </a:r>
          </a:p>
        </p:txBody>
      </p:sp>
      <p:sp>
        <p:nvSpPr>
          <p:cNvPr id="22" name="f42">
            <a:extLst xmlns:a="http://schemas.openxmlformats.org/drawingml/2006/main">
              <a:ext uri="{FF2B5EF4-FFF2-40B4-BE49-F238E27FC236}">
                <a16:creationId xmlns:a16="http://schemas.microsoft.com/office/drawing/2014/main" id="{207A288C-FFB1-49A1-814B-1EE2623A8F95}"/>
              </a:ext>
            </a:extLst>
          </p:cNvPr>
          <p:cNvSpPr>
            <a:spLocks xmlns:a="http://schemas.openxmlformats.org/drawingml/2006/main" noGrp="1"/>
          </p:cNvSpPr>
          <p:nvPr/>
        </p:nvSpPr>
        <p:spPr>
          <a:xfrm xmlns:a="http://schemas.openxmlformats.org/drawingml/2006/main">
            <a:off x="1066800" y="576262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950" b="0">
                <a:solidFill>
                  <a:srgbClr val="182536"/>
                </a:solidFill>
                <a:latin typeface="Nimbus Sans"/>
                <a:ea typeface="Nimbus Sans"/>
                <a:cs typeface="Nimbus Sans"/>
              </a:defRPr>
            </a:defPPr>
            <a:lvl1pPr algn="ctr">
              <a:defRPr sz="1950" b="0">
                <a:solidFill>
                  <a:srgbClr val="182536"/>
                </a:solidFill>
                <a:latin typeface="Nimbus Sans"/>
                <a:ea typeface="Nimbus Sans"/>
                <a:cs typeface="Nimbus Sans"/>
              </a:defRPr>
            </a:lvl1pPr>
            <a:lvl2pPr algn="ctr">
              <a:defRPr sz="1950" b="0">
                <a:solidFill>
                  <a:srgbClr val="182536"/>
                </a:solidFill>
                <a:latin typeface="Nimbus Sans"/>
                <a:ea typeface="Nimbus Sans"/>
                <a:cs typeface="Nimbus Sans"/>
              </a:defRPr>
            </a:lvl2pPr>
            <a:lvl3pPr algn="ctr">
              <a:defRPr sz="1950" b="0">
                <a:solidFill>
                  <a:srgbClr val="182536"/>
                </a:solidFill>
                <a:latin typeface="Nimbus Sans"/>
                <a:ea typeface="Nimbus Sans"/>
                <a:cs typeface="Nimbus Sans"/>
              </a:defRPr>
            </a:lvl3pPr>
            <a:lvl4pPr algn="ctr">
              <a:defRPr sz="1950" b="0">
                <a:solidFill>
                  <a:srgbClr val="182536"/>
                </a:solidFill>
                <a:latin typeface="Nimbus Sans"/>
                <a:ea typeface="Nimbus Sans"/>
                <a:cs typeface="Nimbus Sans"/>
              </a:defRPr>
            </a:lvl4pPr>
            <a:lvl5pPr algn="ctr">
              <a:defRPr sz="1950" b="0">
                <a:solidFill>
                  <a:srgbClr val="182536"/>
                </a:solidFill>
                <a:latin typeface="Nimbus Sans"/>
                <a:ea typeface="Nimbus Sans"/>
                <a:cs typeface="Nimbus Sans"/>
              </a:defRPr>
            </a:lvl5pPr>
            <a:lvl6pPr algn="ctr">
              <a:defRPr sz="1950" b="0">
                <a:solidFill>
                  <a:srgbClr val="182536"/>
                </a:solidFill>
                <a:latin typeface="Nimbus Sans"/>
                <a:ea typeface="Nimbus Sans"/>
                <a:cs typeface="Nimbus Sans"/>
              </a:defRPr>
            </a:lvl6pPr>
            <a:lvl7pPr algn="ctr">
              <a:defRPr sz="1950" b="0">
                <a:solidFill>
                  <a:srgbClr val="182536"/>
                </a:solidFill>
                <a:latin typeface="Nimbus Sans"/>
                <a:ea typeface="Nimbus Sans"/>
                <a:cs typeface="Nimbus Sans"/>
              </a:defRPr>
            </a:lvl7pPr>
            <a:lvl8pPr algn="ctr">
              <a:defRPr sz="1950" b="0">
                <a:solidFill>
                  <a:srgbClr val="182536"/>
                </a:solidFill>
                <a:latin typeface="Nimbus Sans"/>
                <a:ea typeface="Nimbus Sans"/>
                <a:cs typeface="Nimbus Sans"/>
              </a:defRPr>
            </a:lvl8pPr>
            <a:lvl9pPr algn="ctr">
              <a:defRPr sz="1950" b="0">
                <a:solidFill>
                  <a:srgbClr val="182536"/>
                </a:solidFill>
                <a:latin typeface="Nimbus Sans"/>
                <a:ea typeface="Nimbus Sans"/>
                <a:cs typeface="Nimbus Sans"/>
              </a:defRPr>
            </a:lvl9pPr>
          </a:lstStyle>
          <a:p xmlns:a="http://schemas.openxmlformats.org/drawingml/2006/main">
            <a:pPr algn="ctr">
              <a:defRPr sz="1950" b="0">
                <a:solidFill>
                  <a:srgbClr val="182536"/>
                </a:solidFill>
                <a:latin typeface="Nimbus Sans"/>
                <a:ea typeface="Nimbus Sans"/>
                <a:cs typeface="Nimbus Sans"/>
              </a:defRPr>
            </a:pPr>
            <a:r>
              <a:rPr sz="1950" b="0">
                <a:solidFill>
                  <a:srgbClr val="182536"/>
                </a:solidFill>
                <a:latin typeface="Nimbus Sans"/>
                <a:ea typeface="Nimbus Sans"/>
                <a:cs typeface="Nimbus Sans"/>
              </a:rPr>
              <a:t>Comportamento previsto</a:t>
            </a:r>
          </a:p>
        </p:txBody>
      </p:sp>
      <p:sp>
        <p:nvSpPr>
          <p:cNvPr id="23" name="f43">
            <a:extLst xmlns:a="http://schemas.openxmlformats.org/drawingml/2006/main">
              <a:ext uri="{FF2B5EF4-FFF2-40B4-BE49-F238E27FC236}">
                <a16:creationId xmlns:a16="http://schemas.microsoft.com/office/drawing/2014/main" id="{FA7E283C-BFE6-4D57-9860-EF206CF95E36}"/>
              </a:ext>
            </a:extLst>
          </p:cNvPr>
          <p:cNvSpPr>
            <a:spLocks xmlns:a="http://schemas.openxmlformats.org/drawingml/2006/main" noGrp="1"/>
          </p:cNvSpPr>
          <p:nvPr/>
        </p:nvSpPr>
        <p:spPr>
          <a:xfrm xmlns:a="http://schemas.openxmlformats.org/drawingml/2006/main">
            <a:off x="9696450" y="576262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950" b="0">
                <a:solidFill>
                  <a:srgbClr val="182536"/>
                </a:solidFill>
                <a:latin typeface="Nimbus Sans"/>
                <a:ea typeface="Nimbus Sans"/>
                <a:cs typeface="Nimbus Sans"/>
              </a:defRPr>
            </a:defPPr>
            <a:lvl1pPr algn="ctr">
              <a:defRPr sz="1950" b="0">
                <a:solidFill>
                  <a:srgbClr val="182536"/>
                </a:solidFill>
                <a:latin typeface="Nimbus Sans"/>
                <a:ea typeface="Nimbus Sans"/>
                <a:cs typeface="Nimbus Sans"/>
              </a:defRPr>
            </a:lvl1pPr>
            <a:lvl2pPr algn="ctr">
              <a:defRPr sz="1950" b="0">
                <a:solidFill>
                  <a:srgbClr val="182536"/>
                </a:solidFill>
                <a:latin typeface="Nimbus Sans"/>
                <a:ea typeface="Nimbus Sans"/>
                <a:cs typeface="Nimbus Sans"/>
              </a:defRPr>
            </a:lvl2pPr>
            <a:lvl3pPr algn="ctr">
              <a:defRPr sz="1950" b="0">
                <a:solidFill>
                  <a:srgbClr val="182536"/>
                </a:solidFill>
                <a:latin typeface="Nimbus Sans"/>
                <a:ea typeface="Nimbus Sans"/>
                <a:cs typeface="Nimbus Sans"/>
              </a:defRPr>
            </a:lvl3pPr>
            <a:lvl4pPr algn="ctr">
              <a:defRPr sz="1950" b="0">
                <a:solidFill>
                  <a:srgbClr val="182536"/>
                </a:solidFill>
                <a:latin typeface="Nimbus Sans"/>
                <a:ea typeface="Nimbus Sans"/>
                <a:cs typeface="Nimbus Sans"/>
              </a:defRPr>
            </a:lvl4pPr>
            <a:lvl5pPr algn="ctr">
              <a:defRPr sz="1950" b="0">
                <a:solidFill>
                  <a:srgbClr val="182536"/>
                </a:solidFill>
                <a:latin typeface="Nimbus Sans"/>
                <a:ea typeface="Nimbus Sans"/>
                <a:cs typeface="Nimbus Sans"/>
              </a:defRPr>
            </a:lvl5pPr>
            <a:lvl6pPr algn="ctr">
              <a:defRPr sz="1950" b="0">
                <a:solidFill>
                  <a:srgbClr val="182536"/>
                </a:solidFill>
                <a:latin typeface="Nimbus Sans"/>
                <a:ea typeface="Nimbus Sans"/>
                <a:cs typeface="Nimbus Sans"/>
              </a:defRPr>
            </a:lvl6pPr>
            <a:lvl7pPr algn="ctr">
              <a:defRPr sz="1950" b="0">
                <a:solidFill>
                  <a:srgbClr val="182536"/>
                </a:solidFill>
                <a:latin typeface="Nimbus Sans"/>
                <a:ea typeface="Nimbus Sans"/>
                <a:cs typeface="Nimbus Sans"/>
              </a:defRPr>
            </a:lvl7pPr>
            <a:lvl8pPr algn="ctr">
              <a:defRPr sz="1950" b="0">
                <a:solidFill>
                  <a:srgbClr val="182536"/>
                </a:solidFill>
                <a:latin typeface="Nimbus Sans"/>
                <a:ea typeface="Nimbus Sans"/>
                <a:cs typeface="Nimbus Sans"/>
              </a:defRPr>
            </a:lvl8pPr>
            <a:lvl9pPr algn="ctr">
              <a:defRPr sz="1950" b="0">
                <a:solidFill>
                  <a:srgbClr val="182536"/>
                </a:solidFill>
                <a:latin typeface="Nimbus Sans"/>
                <a:ea typeface="Nimbus Sans"/>
                <a:cs typeface="Nimbus Sans"/>
              </a:defRPr>
            </a:lvl9pPr>
          </a:lstStyle>
          <a:p xmlns:a="http://schemas.openxmlformats.org/drawingml/2006/main">
            <a:pPr algn="ctr">
              <a:defRPr sz="1950" b="0">
                <a:solidFill>
                  <a:srgbClr val="182536"/>
                </a:solidFill>
                <a:latin typeface="Nimbus Sans"/>
                <a:ea typeface="Nimbus Sans"/>
                <a:cs typeface="Nimbus Sans"/>
              </a:defRPr>
            </a:pPr>
            <a:r>
              <a:rPr sz="1950" b="0">
                <a:solidFill>
                  <a:srgbClr val="182536"/>
                </a:solidFill>
                <a:latin typeface="Nimbus Sans"/>
                <a:ea typeface="Nimbus Sans"/>
                <a:cs typeface="Nimbus Sans"/>
              </a:rPr>
              <a:t>Comportamento reale</a:t>
            </a:r>
          </a:p>
        </p:txBody>
      </p:sp>
    </p:spTree>
    <p:extLst>
      <p:ext uri="{BB962C8B-B14F-4D97-AF65-F5344CB8AC3E}">
        <p14:creationId xmlns:p14="http://schemas.microsoft.com/office/powerpoint/2010/main" val="113949665"/>
      </p:ext>
    </p:extLst>
  </p:cSld>
</p:sld>
</file>

<file path=ppt/slides/slide3.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0F7A68C0-D7A3-4550-9A16-6A4D4D1C8BE7}"/>
              </a:ext>
            </a:extLst>
          </p:cNvPr>
          <p:cNvPicPr>
            <a:picLocks xmlns:a="http://schemas.openxmlformats.org/drawingml/2006/main" noChangeAspect="1"/>
          </p:cNvPicPr>
          <p:nvPr/>
        </p:nvPicPr>
        <p:blipFill>
          <a:blip xmlns:r="http://schemas.openxmlformats.org/officeDocument/2006/relationships" xmlns:a="http://schemas.openxmlformats.org/drawingml/2006/main" r:embed="R9d0302bf288f4e89"/>
          <a:stretch xmlns:a="http://schemas.openxmlformats.org/drawingml/2006/main"/>
        </p:blipFill>
        <p:spPr>
          <a:xfrm xmlns:a="http://schemas.openxmlformats.org/drawingml/2006/main">
            <a:off x="0" y="0"/>
            <a:ext cx="15240000" cy="8572500"/>
          </a:xfrm>
          <a:prstGeom xmlns:a="http://schemas.openxmlformats.org/drawingml/2006/main" prst="rect">
            <a:avLst/>
          </a:prstGeom>
        </p:spPr>
      </p:pic>
      <p:sp>
        <p:nvSpPr>
          <p:cNvPr id="2" name="f45">
            <a:extLst xmlns:a="http://schemas.openxmlformats.org/drawingml/2006/main">
              <a:ext uri="{FF2B5EF4-FFF2-40B4-BE49-F238E27FC236}">
                <a16:creationId xmlns:a16="http://schemas.microsoft.com/office/drawing/2014/main" id="{5992C5EF-6603-449B-A18F-86CF7EF05CAF}"/>
              </a:ext>
            </a:extLst>
          </p:cNvPr>
          <p:cNvSpPr>
            <a:spLocks xmlns:a="http://schemas.openxmlformats.org/drawingml/2006/main" noGrp="1"/>
          </p:cNvSpPr>
          <p:nvPr/>
        </p:nvSpPr>
        <p:spPr>
          <a:xfrm xmlns:a="http://schemas.openxmlformats.org/drawingml/2006/main">
            <a:off x="1066800" y="733997"/>
            <a:ext cx="1401961"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50" b="0">
                <a:solidFill>
                  <a:srgbClr val="52627B"/>
                </a:solidFill>
                <a:latin typeface="Nimbus Sans"/>
                <a:ea typeface="Nimbus Sans"/>
                <a:cs typeface="Nimbus Sans"/>
              </a:defRPr>
            </a:defPPr>
            <a:lvl1pPr algn="l">
              <a:defRPr sz="1350" b="0">
                <a:solidFill>
                  <a:srgbClr val="52627B"/>
                </a:solidFill>
                <a:latin typeface="Nimbus Sans"/>
                <a:ea typeface="Nimbus Sans"/>
                <a:cs typeface="Nimbus Sans"/>
              </a:defRPr>
            </a:lvl1pPr>
            <a:lvl2pPr algn="l">
              <a:defRPr sz="1350" b="0">
                <a:solidFill>
                  <a:srgbClr val="52627B"/>
                </a:solidFill>
                <a:latin typeface="Nimbus Sans"/>
                <a:ea typeface="Nimbus Sans"/>
                <a:cs typeface="Nimbus Sans"/>
              </a:defRPr>
            </a:lvl2pPr>
            <a:lvl3pPr algn="l">
              <a:defRPr sz="1350" b="0">
                <a:solidFill>
                  <a:srgbClr val="52627B"/>
                </a:solidFill>
                <a:latin typeface="Nimbus Sans"/>
                <a:ea typeface="Nimbus Sans"/>
                <a:cs typeface="Nimbus Sans"/>
              </a:defRPr>
            </a:lvl3pPr>
            <a:lvl4pPr algn="l">
              <a:defRPr sz="1350" b="0">
                <a:solidFill>
                  <a:srgbClr val="52627B"/>
                </a:solidFill>
                <a:latin typeface="Nimbus Sans"/>
                <a:ea typeface="Nimbus Sans"/>
                <a:cs typeface="Nimbus Sans"/>
              </a:defRPr>
            </a:lvl4pPr>
            <a:lvl5pPr algn="l">
              <a:defRPr sz="1350" b="0">
                <a:solidFill>
                  <a:srgbClr val="52627B"/>
                </a:solidFill>
                <a:latin typeface="Nimbus Sans"/>
                <a:ea typeface="Nimbus Sans"/>
                <a:cs typeface="Nimbus Sans"/>
              </a:defRPr>
            </a:lvl5pPr>
            <a:lvl6pPr algn="l">
              <a:defRPr sz="1350" b="0">
                <a:solidFill>
                  <a:srgbClr val="52627B"/>
                </a:solidFill>
                <a:latin typeface="Nimbus Sans"/>
                <a:ea typeface="Nimbus Sans"/>
                <a:cs typeface="Nimbus Sans"/>
              </a:defRPr>
            </a:lvl6pPr>
            <a:lvl7pPr algn="l">
              <a:defRPr sz="1350" b="0">
                <a:solidFill>
                  <a:srgbClr val="52627B"/>
                </a:solidFill>
                <a:latin typeface="Nimbus Sans"/>
                <a:ea typeface="Nimbus Sans"/>
                <a:cs typeface="Nimbus Sans"/>
              </a:defRPr>
            </a:lvl7pPr>
            <a:lvl8pPr algn="l">
              <a:defRPr sz="1350" b="0">
                <a:solidFill>
                  <a:srgbClr val="52627B"/>
                </a:solidFill>
                <a:latin typeface="Nimbus Sans"/>
                <a:ea typeface="Nimbus Sans"/>
                <a:cs typeface="Nimbus Sans"/>
              </a:defRPr>
            </a:lvl8pPr>
            <a:lvl9pPr algn="l">
              <a:defRPr sz="1350" b="0">
                <a:solidFill>
                  <a:srgbClr val="52627B"/>
                </a:solidFill>
                <a:latin typeface="Nimbus Sans"/>
                <a:ea typeface="Nimbus Sans"/>
                <a:cs typeface="Nimbus Sans"/>
              </a:defRPr>
            </a:lvl9pPr>
          </a:lstStyle>
          <a:p xmlns:a="http://schemas.openxmlformats.org/drawingml/2006/main">
            <a:pPr algn="l">
              <a:defRPr sz="1350" b="0">
                <a:solidFill>
                  <a:srgbClr val="52627B"/>
                </a:solidFill>
                <a:latin typeface="Nimbus Sans"/>
                <a:ea typeface="Nimbus Sans"/>
                <a:cs typeface="Nimbus Sans"/>
              </a:defRPr>
            </a:pPr>
            <a:r>
              <a:rPr sz="1350" b="0">
                <a:solidFill>
                  <a:srgbClr val="52627B"/>
                </a:solidFill>
                <a:latin typeface="Nimbus Sans"/>
                <a:ea typeface="Nimbus Sans"/>
                <a:cs typeface="Nimbus Sans"/>
              </a:rPr>
              <a:t>INTRODUZIONE</a:t>
            </a:r>
          </a:p>
        </p:txBody>
      </p:sp>
      <p:sp>
        <p:nvSpPr>
          <p:cNvPr id="3" name="f46">
            <a:extLst xmlns:a="http://schemas.openxmlformats.org/drawingml/2006/main">
              <a:ext uri="{FF2B5EF4-FFF2-40B4-BE49-F238E27FC236}">
                <a16:creationId xmlns:a16="http://schemas.microsoft.com/office/drawing/2014/main" id="{315C530E-DDA1-4ADD-8D13-951385E7B1F5}"/>
              </a:ext>
            </a:extLst>
          </p:cNvPr>
          <p:cNvSpPr>
            <a:spLocks xmlns:a="http://schemas.openxmlformats.org/drawingml/2006/main" noGrp="1"/>
          </p:cNvSpPr>
          <p:nvPr/>
        </p:nvSpPr>
        <p:spPr>
          <a:xfrm xmlns:a="http://schemas.openxmlformats.org/drawingml/2006/main">
            <a:off x="13534430" y="733997"/>
            <a:ext cx="638770"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50" b="0">
                <a:solidFill>
                  <a:srgbClr val="52627B"/>
                </a:solidFill>
                <a:latin typeface="Nimbus Sans"/>
                <a:ea typeface="Nimbus Sans"/>
                <a:cs typeface="Nimbus Sans"/>
              </a:defRPr>
            </a:defPPr>
            <a:lvl1pPr algn="l">
              <a:defRPr sz="1350" b="0">
                <a:solidFill>
                  <a:srgbClr val="52627B"/>
                </a:solidFill>
                <a:latin typeface="Nimbus Sans"/>
                <a:ea typeface="Nimbus Sans"/>
                <a:cs typeface="Nimbus Sans"/>
              </a:defRPr>
            </a:lvl1pPr>
            <a:lvl2pPr algn="l">
              <a:defRPr sz="1350" b="0">
                <a:solidFill>
                  <a:srgbClr val="52627B"/>
                </a:solidFill>
                <a:latin typeface="Nimbus Sans"/>
                <a:ea typeface="Nimbus Sans"/>
                <a:cs typeface="Nimbus Sans"/>
              </a:defRPr>
            </a:lvl2pPr>
            <a:lvl3pPr algn="l">
              <a:defRPr sz="1350" b="0">
                <a:solidFill>
                  <a:srgbClr val="52627B"/>
                </a:solidFill>
                <a:latin typeface="Nimbus Sans"/>
                <a:ea typeface="Nimbus Sans"/>
                <a:cs typeface="Nimbus Sans"/>
              </a:defRPr>
            </a:lvl3pPr>
            <a:lvl4pPr algn="l">
              <a:defRPr sz="1350" b="0">
                <a:solidFill>
                  <a:srgbClr val="52627B"/>
                </a:solidFill>
                <a:latin typeface="Nimbus Sans"/>
                <a:ea typeface="Nimbus Sans"/>
                <a:cs typeface="Nimbus Sans"/>
              </a:defRPr>
            </a:lvl4pPr>
            <a:lvl5pPr algn="l">
              <a:defRPr sz="1350" b="0">
                <a:solidFill>
                  <a:srgbClr val="52627B"/>
                </a:solidFill>
                <a:latin typeface="Nimbus Sans"/>
                <a:ea typeface="Nimbus Sans"/>
                <a:cs typeface="Nimbus Sans"/>
              </a:defRPr>
            </a:lvl5pPr>
            <a:lvl6pPr algn="l">
              <a:defRPr sz="1350" b="0">
                <a:solidFill>
                  <a:srgbClr val="52627B"/>
                </a:solidFill>
                <a:latin typeface="Nimbus Sans"/>
                <a:ea typeface="Nimbus Sans"/>
                <a:cs typeface="Nimbus Sans"/>
              </a:defRPr>
            </a:lvl6pPr>
            <a:lvl7pPr algn="l">
              <a:defRPr sz="1350" b="0">
                <a:solidFill>
                  <a:srgbClr val="52627B"/>
                </a:solidFill>
                <a:latin typeface="Nimbus Sans"/>
                <a:ea typeface="Nimbus Sans"/>
                <a:cs typeface="Nimbus Sans"/>
              </a:defRPr>
            </a:lvl7pPr>
            <a:lvl8pPr algn="l">
              <a:defRPr sz="1350" b="0">
                <a:solidFill>
                  <a:srgbClr val="52627B"/>
                </a:solidFill>
                <a:latin typeface="Nimbus Sans"/>
                <a:ea typeface="Nimbus Sans"/>
                <a:cs typeface="Nimbus Sans"/>
              </a:defRPr>
            </a:lvl8pPr>
            <a:lvl9pPr algn="l">
              <a:defRPr sz="1350" b="0">
                <a:solidFill>
                  <a:srgbClr val="52627B"/>
                </a:solidFill>
                <a:latin typeface="Nimbus Sans"/>
                <a:ea typeface="Nimbus Sans"/>
                <a:cs typeface="Nimbus Sans"/>
              </a:defRPr>
            </a:lvl9pPr>
          </a:lstStyle>
          <a:p xmlns:a="http://schemas.openxmlformats.org/drawingml/2006/main">
            <a:pPr algn="l">
              <a:defRPr sz="1350" b="0">
                <a:solidFill>
                  <a:srgbClr val="52627B"/>
                </a:solidFill>
                <a:latin typeface="Nimbus Sans"/>
                <a:ea typeface="Nimbus Sans"/>
                <a:cs typeface="Nimbus Sans"/>
              </a:defRPr>
            </a:pPr>
            <a:r>
              <a:rPr sz="1350" b="0">
                <a:solidFill>
                  <a:srgbClr val="52627B"/>
                </a:solidFill>
                <a:latin typeface="Nimbus Sans"/>
                <a:ea typeface="Nimbus Sans"/>
                <a:cs typeface="Nimbus Sans"/>
              </a:rPr>
              <a:t>03 / 07</a:t>
            </a:r>
          </a:p>
        </p:txBody>
      </p:sp>
      <p:sp>
        <p:nvSpPr>
          <p:cNvPr id="4" name="f47">
            <a:extLst xmlns:a="http://schemas.openxmlformats.org/drawingml/2006/main">
              <a:ext uri="{FF2B5EF4-FFF2-40B4-BE49-F238E27FC236}">
                <a16:creationId xmlns:a16="http://schemas.microsoft.com/office/drawing/2014/main" id="{BED93621-8B2A-4BC1-A870-DEA6A5DCC928}"/>
              </a:ext>
            </a:extLst>
          </p:cNvPr>
          <p:cNvSpPr>
            <a:spLocks xmlns:a="http://schemas.openxmlformats.org/drawingml/2006/main" noGrp="1"/>
          </p:cNvSpPr>
          <p:nvPr/>
        </p:nvSpPr>
        <p:spPr>
          <a:xfrm xmlns:a="http://schemas.openxmlformats.org/drawingml/2006/main">
            <a:off x="1066800" y="1163765"/>
            <a:ext cx="2631877" cy="69437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182536"/>
                </a:solidFill>
                <a:latin typeface="Nimbus Sans"/>
                <a:ea typeface="Nimbus Sans"/>
                <a:cs typeface="Nimbus Sans"/>
              </a:defRPr>
            </a:defPPr>
            <a:lvl1pPr algn="l">
              <a:defRPr sz="4050" b="1">
                <a:solidFill>
                  <a:srgbClr val="182536"/>
                </a:solidFill>
                <a:latin typeface="Nimbus Sans"/>
                <a:ea typeface="Nimbus Sans"/>
                <a:cs typeface="Nimbus Sans"/>
              </a:defRPr>
            </a:lvl1pPr>
            <a:lvl2pPr algn="l">
              <a:defRPr sz="4050" b="1">
                <a:solidFill>
                  <a:srgbClr val="182536"/>
                </a:solidFill>
                <a:latin typeface="Nimbus Sans"/>
                <a:ea typeface="Nimbus Sans"/>
                <a:cs typeface="Nimbus Sans"/>
              </a:defRPr>
            </a:lvl2pPr>
            <a:lvl3pPr algn="l">
              <a:defRPr sz="4050" b="1">
                <a:solidFill>
                  <a:srgbClr val="182536"/>
                </a:solidFill>
                <a:latin typeface="Nimbus Sans"/>
                <a:ea typeface="Nimbus Sans"/>
                <a:cs typeface="Nimbus Sans"/>
              </a:defRPr>
            </a:lvl3pPr>
            <a:lvl4pPr algn="l">
              <a:defRPr sz="4050" b="1">
                <a:solidFill>
                  <a:srgbClr val="182536"/>
                </a:solidFill>
                <a:latin typeface="Nimbus Sans"/>
                <a:ea typeface="Nimbus Sans"/>
                <a:cs typeface="Nimbus Sans"/>
              </a:defRPr>
            </a:lvl4pPr>
            <a:lvl5pPr algn="l">
              <a:defRPr sz="4050" b="1">
                <a:solidFill>
                  <a:srgbClr val="182536"/>
                </a:solidFill>
                <a:latin typeface="Nimbus Sans"/>
                <a:ea typeface="Nimbus Sans"/>
                <a:cs typeface="Nimbus Sans"/>
              </a:defRPr>
            </a:lvl5pPr>
            <a:lvl6pPr algn="l">
              <a:defRPr sz="4050" b="1">
                <a:solidFill>
                  <a:srgbClr val="182536"/>
                </a:solidFill>
                <a:latin typeface="Nimbus Sans"/>
                <a:ea typeface="Nimbus Sans"/>
                <a:cs typeface="Nimbus Sans"/>
              </a:defRPr>
            </a:lvl6pPr>
            <a:lvl7pPr algn="l">
              <a:defRPr sz="4050" b="1">
                <a:solidFill>
                  <a:srgbClr val="182536"/>
                </a:solidFill>
                <a:latin typeface="Nimbus Sans"/>
                <a:ea typeface="Nimbus Sans"/>
                <a:cs typeface="Nimbus Sans"/>
              </a:defRPr>
            </a:lvl7pPr>
            <a:lvl8pPr algn="l">
              <a:defRPr sz="4050" b="1">
                <a:solidFill>
                  <a:srgbClr val="182536"/>
                </a:solidFill>
                <a:latin typeface="Nimbus Sans"/>
                <a:ea typeface="Nimbus Sans"/>
                <a:cs typeface="Nimbus Sans"/>
              </a:defRPr>
            </a:lvl8pPr>
            <a:lvl9pPr algn="l">
              <a:defRPr sz="4050" b="1">
                <a:solidFill>
                  <a:srgbClr val="182536"/>
                </a:solidFill>
                <a:latin typeface="Nimbus Sans"/>
                <a:ea typeface="Nimbus Sans"/>
                <a:cs typeface="Nimbus Sans"/>
              </a:defRPr>
            </a:lvl9pPr>
          </a:lstStyle>
          <a:p xmlns:a="http://schemas.openxmlformats.org/drawingml/2006/main">
            <a:pPr algn="l">
              <a:defRPr sz="4050" b="1">
                <a:solidFill>
                  <a:srgbClr val="182536"/>
                </a:solidFill>
                <a:latin typeface="Nimbus Sans"/>
                <a:ea typeface="Nimbus Sans"/>
                <a:cs typeface="Nimbus Sans"/>
              </a:defRPr>
            </a:pPr>
            <a:r>
              <a:rPr sz="4050" b="1">
                <a:solidFill>
                  <a:srgbClr val="182536"/>
                </a:solidFill>
                <a:latin typeface="Nimbus Sans"/>
                <a:ea typeface="Nimbus Sans"/>
                <a:cs typeface="Nimbus Sans"/>
              </a:rPr>
              <a:t>La rete 5G</a:t>
            </a:r>
          </a:p>
        </p:txBody>
      </p:sp>
      <p:sp>
        <p:nvSpPr>
          <p:cNvPr id="5" name="f48">
            <a:extLst xmlns:a="http://schemas.openxmlformats.org/drawingml/2006/main">
              <a:ext uri="{FF2B5EF4-FFF2-40B4-BE49-F238E27FC236}">
                <a16:creationId xmlns:a16="http://schemas.microsoft.com/office/drawing/2014/main" id="{FBAACD3F-1183-4DB2-9B53-3D9E3DB82D0A}"/>
              </a:ext>
            </a:extLst>
          </p:cNvPr>
          <p:cNvSpPr>
            <a:spLocks xmlns:a="http://schemas.openxmlformats.org/drawingml/2006/main" noGrp="1"/>
          </p:cNvSpPr>
          <p:nvPr/>
        </p:nvSpPr>
        <p:spPr>
          <a:xfrm xmlns:a="http://schemas.openxmlformats.org/drawingml/2006/main">
            <a:off x="1066800" y="1901095"/>
            <a:ext cx="7205811" cy="347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27B"/>
                </a:solidFill>
                <a:latin typeface="Nimbus Sans"/>
                <a:ea typeface="Nimbus Sans"/>
                <a:cs typeface="Nimbus Sans"/>
              </a:defRPr>
            </a:defPPr>
            <a:lvl1pPr algn="l">
              <a:defRPr sz="2025" b="0">
                <a:solidFill>
                  <a:srgbClr val="52627B"/>
                </a:solidFill>
                <a:latin typeface="Nimbus Sans"/>
                <a:ea typeface="Nimbus Sans"/>
                <a:cs typeface="Nimbus Sans"/>
              </a:defRPr>
            </a:lvl1pPr>
            <a:lvl2pPr algn="l">
              <a:defRPr sz="2025" b="0">
                <a:solidFill>
                  <a:srgbClr val="52627B"/>
                </a:solidFill>
                <a:latin typeface="Nimbus Sans"/>
                <a:ea typeface="Nimbus Sans"/>
                <a:cs typeface="Nimbus Sans"/>
              </a:defRPr>
            </a:lvl2pPr>
            <a:lvl3pPr algn="l">
              <a:defRPr sz="2025" b="0">
                <a:solidFill>
                  <a:srgbClr val="52627B"/>
                </a:solidFill>
                <a:latin typeface="Nimbus Sans"/>
                <a:ea typeface="Nimbus Sans"/>
                <a:cs typeface="Nimbus Sans"/>
              </a:defRPr>
            </a:lvl3pPr>
            <a:lvl4pPr algn="l">
              <a:defRPr sz="2025" b="0">
                <a:solidFill>
                  <a:srgbClr val="52627B"/>
                </a:solidFill>
                <a:latin typeface="Nimbus Sans"/>
                <a:ea typeface="Nimbus Sans"/>
                <a:cs typeface="Nimbus Sans"/>
              </a:defRPr>
            </a:lvl4pPr>
            <a:lvl5pPr algn="l">
              <a:defRPr sz="2025" b="0">
                <a:solidFill>
                  <a:srgbClr val="52627B"/>
                </a:solidFill>
                <a:latin typeface="Nimbus Sans"/>
                <a:ea typeface="Nimbus Sans"/>
                <a:cs typeface="Nimbus Sans"/>
              </a:defRPr>
            </a:lvl5pPr>
            <a:lvl6pPr algn="l">
              <a:defRPr sz="2025" b="0">
                <a:solidFill>
                  <a:srgbClr val="52627B"/>
                </a:solidFill>
                <a:latin typeface="Nimbus Sans"/>
                <a:ea typeface="Nimbus Sans"/>
                <a:cs typeface="Nimbus Sans"/>
              </a:defRPr>
            </a:lvl6pPr>
            <a:lvl7pPr algn="l">
              <a:defRPr sz="2025" b="0">
                <a:solidFill>
                  <a:srgbClr val="52627B"/>
                </a:solidFill>
                <a:latin typeface="Nimbus Sans"/>
                <a:ea typeface="Nimbus Sans"/>
                <a:cs typeface="Nimbus Sans"/>
              </a:defRPr>
            </a:lvl7pPr>
            <a:lvl8pPr algn="l">
              <a:defRPr sz="2025" b="0">
                <a:solidFill>
                  <a:srgbClr val="52627B"/>
                </a:solidFill>
                <a:latin typeface="Nimbus Sans"/>
                <a:ea typeface="Nimbus Sans"/>
                <a:cs typeface="Nimbus Sans"/>
              </a:defRPr>
            </a:lvl8pPr>
            <a:lvl9pPr algn="l">
              <a:defRPr sz="2025" b="0">
                <a:solidFill>
                  <a:srgbClr val="52627B"/>
                </a:solidFill>
                <a:latin typeface="Nimbus Sans"/>
                <a:ea typeface="Nimbus Sans"/>
                <a:cs typeface="Nimbus Sans"/>
              </a:defRPr>
            </a:lvl9pPr>
          </a:lstStyle>
          <a:p xmlns:a="http://schemas.openxmlformats.org/drawingml/2006/main">
            <a:pPr algn="l">
              <a:defRPr sz="2025" b="0">
                <a:solidFill>
                  <a:srgbClr val="52627B"/>
                </a:solidFill>
                <a:latin typeface="Nimbus Sans"/>
                <a:ea typeface="Nimbus Sans"/>
                <a:cs typeface="Nimbus Sans"/>
              </a:defRPr>
            </a:pPr>
            <a:r>
              <a:rPr sz="2025" b="0">
                <a:solidFill>
                  <a:srgbClr val="52627B"/>
                </a:solidFill>
                <a:latin typeface="Nimbus Sans"/>
                <a:ea typeface="Nimbus Sans"/>
                <a:cs typeface="Nimbus Sans"/>
              </a:rPr>
              <a:t>Le NF cooperano tramite protocolli e procedure standardizzati.</a:t>
            </a:r>
          </a:p>
        </p:txBody>
      </p:sp>
      <p:sp>
        <p:nvSpPr>
          <p:cNvPr id="6" name="f49">
            <a:extLst xmlns:a="http://schemas.openxmlformats.org/drawingml/2006/main">
              <a:ext uri="{FF2B5EF4-FFF2-40B4-BE49-F238E27FC236}">
                <a16:creationId xmlns:a16="http://schemas.microsoft.com/office/drawing/2014/main" id="{3E5D2824-EA93-4275-B84C-CC269BCA151B}"/>
              </a:ext>
            </a:extLst>
          </p:cNvPr>
          <p:cNvSpPr>
            <a:spLocks xmlns:a="http://schemas.openxmlformats.org/drawingml/2006/main" noGrp="1"/>
          </p:cNvSpPr>
          <p:nvPr/>
        </p:nvSpPr>
        <p:spPr>
          <a:xfrm xmlns:a="http://schemas.openxmlformats.org/drawingml/2006/main">
            <a:off x="1066800" y="2263045"/>
            <a:ext cx="9847511" cy="347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27B"/>
                </a:solidFill>
                <a:latin typeface="Nimbus Sans"/>
                <a:ea typeface="Nimbus Sans"/>
                <a:cs typeface="Nimbus Sans"/>
              </a:defRPr>
            </a:defPPr>
            <a:lvl1pPr algn="l">
              <a:defRPr sz="2025" b="0">
                <a:solidFill>
                  <a:srgbClr val="52627B"/>
                </a:solidFill>
                <a:latin typeface="Nimbus Sans"/>
                <a:ea typeface="Nimbus Sans"/>
                <a:cs typeface="Nimbus Sans"/>
              </a:defRPr>
            </a:lvl1pPr>
            <a:lvl2pPr algn="l">
              <a:defRPr sz="2025" b="0">
                <a:solidFill>
                  <a:srgbClr val="52627B"/>
                </a:solidFill>
                <a:latin typeface="Nimbus Sans"/>
                <a:ea typeface="Nimbus Sans"/>
                <a:cs typeface="Nimbus Sans"/>
              </a:defRPr>
            </a:lvl2pPr>
            <a:lvl3pPr algn="l">
              <a:defRPr sz="2025" b="0">
                <a:solidFill>
                  <a:srgbClr val="52627B"/>
                </a:solidFill>
                <a:latin typeface="Nimbus Sans"/>
                <a:ea typeface="Nimbus Sans"/>
                <a:cs typeface="Nimbus Sans"/>
              </a:defRPr>
            </a:lvl3pPr>
            <a:lvl4pPr algn="l">
              <a:defRPr sz="2025" b="0">
                <a:solidFill>
                  <a:srgbClr val="52627B"/>
                </a:solidFill>
                <a:latin typeface="Nimbus Sans"/>
                <a:ea typeface="Nimbus Sans"/>
                <a:cs typeface="Nimbus Sans"/>
              </a:defRPr>
            </a:lvl4pPr>
            <a:lvl5pPr algn="l">
              <a:defRPr sz="2025" b="0">
                <a:solidFill>
                  <a:srgbClr val="52627B"/>
                </a:solidFill>
                <a:latin typeface="Nimbus Sans"/>
                <a:ea typeface="Nimbus Sans"/>
                <a:cs typeface="Nimbus Sans"/>
              </a:defRPr>
            </a:lvl5pPr>
            <a:lvl6pPr algn="l">
              <a:defRPr sz="2025" b="0">
                <a:solidFill>
                  <a:srgbClr val="52627B"/>
                </a:solidFill>
                <a:latin typeface="Nimbus Sans"/>
                <a:ea typeface="Nimbus Sans"/>
                <a:cs typeface="Nimbus Sans"/>
              </a:defRPr>
            </a:lvl6pPr>
            <a:lvl7pPr algn="l">
              <a:defRPr sz="2025" b="0">
                <a:solidFill>
                  <a:srgbClr val="52627B"/>
                </a:solidFill>
                <a:latin typeface="Nimbus Sans"/>
                <a:ea typeface="Nimbus Sans"/>
                <a:cs typeface="Nimbus Sans"/>
              </a:defRPr>
            </a:lvl7pPr>
            <a:lvl8pPr algn="l">
              <a:defRPr sz="2025" b="0">
                <a:solidFill>
                  <a:srgbClr val="52627B"/>
                </a:solidFill>
                <a:latin typeface="Nimbus Sans"/>
                <a:ea typeface="Nimbus Sans"/>
                <a:cs typeface="Nimbus Sans"/>
              </a:defRPr>
            </a:lvl8pPr>
            <a:lvl9pPr algn="l">
              <a:defRPr sz="2025" b="0">
                <a:solidFill>
                  <a:srgbClr val="52627B"/>
                </a:solidFill>
                <a:latin typeface="Nimbus Sans"/>
                <a:ea typeface="Nimbus Sans"/>
                <a:cs typeface="Nimbus Sans"/>
              </a:defRPr>
            </a:lvl9pPr>
          </a:lstStyle>
          <a:p xmlns:a="http://schemas.openxmlformats.org/drawingml/2006/main">
            <a:pPr algn="l">
              <a:defRPr sz="2025" b="0">
                <a:solidFill>
                  <a:srgbClr val="52627B"/>
                </a:solidFill>
                <a:latin typeface="Nimbus Sans"/>
                <a:ea typeface="Nimbus Sans"/>
                <a:cs typeface="Nimbus Sans"/>
              </a:defRPr>
            </a:pPr>
            <a:r>
              <a:rPr sz="2025" b="0">
                <a:solidFill>
                  <a:srgbClr val="52627B"/>
                </a:solidFill>
                <a:latin typeface="Nimbus Sans"/>
                <a:ea typeface="Nimbus Sans"/>
                <a:cs typeface="Nimbus Sans"/>
              </a:rPr>
              <a:t>Per valutare i criteri di sicurezza occorre quindi valutare le funzioni e le loro interazioni</a:t>
            </a:r>
          </a:p>
        </p:txBody>
      </p:sp>
      <p:sp>
        <p:nvSpPr>
          <p:cNvPr id="7" name="f50">
            <a:extLst xmlns:a="http://schemas.openxmlformats.org/drawingml/2006/main">
              <a:ext uri="{FF2B5EF4-FFF2-40B4-BE49-F238E27FC236}">
                <a16:creationId xmlns:a16="http://schemas.microsoft.com/office/drawing/2014/main" id="{B116F515-C303-4C8D-BC0E-F8080B1FF835}"/>
              </a:ext>
            </a:extLst>
          </p:cNvPr>
          <p:cNvSpPr>
            <a:spLocks xmlns:a="http://schemas.openxmlformats.org/drawingml/2006/main" noGrp="1"/>
          </p:cNvSpPr>
          <p:nvPr/>
        </p:nvSpPr>
        <p:spPr>
          <a:xfrm xmlns:a="http://schemas.openxmlformats.org/drawingml/2006/main">
            <a:off x="2801234" y="3112930"/>
            <a:ext cx="1302395" cy="4248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8" b="1">
                <a:solidFill>
                  <a:srgbClr val="4264D0"/>
                </a:solidFill>
                <a:latin typeface="Nimbus Sans"/>
                <a:ea typeface="Nimbus Sans"/>
                <a:cs typeface="Nimbus Sans"/>
              </a:defRPr>
            </a:defPPr>
            <a:lvl1pPr algn="l">
              <a:defRPr sz="2478" b="1">
                <a:solidFill>
                  <a:srgbClr val="4264D0"/>
                </a:solidFill>
                <a:latin typeface="Nimbus Sans"/>
                <a:ea typeface="Nimbus Sans"/>
                <a:cs typeface="Nimbus Sans"/>
              </a:defRPr>
            </a:lvl1pPr>
            <a:lvl2pPr algn="l">
              <a:defRPr sz="2478" b="1">
                <a:solidFill>
                  <a:srgbClr val="4264D0"/>
                </a:solidFill>
                <a:latin typeface="Nimbus Sans"/>
                <a:ea typeface="Nimbus Sans"/>
                <a:cs typeface="Nimbus Sans"/>
              </a:defRPr>
            </a:lvl2pPr>
            <a:lvl3pPr algn="l">
              <a:defRPr sz="2478" b="1">
                <a:solidFill>
                  <a:srgbClr val="4264D0"/>
                </a:solidFill>
                <a:latin typeface="Nimbus Sans"/>
                <a:ea typeface="Nimbus Sans"/>
                <a:cs typeface="Nimbus Sans"/>
              </a:defRPr>
            </a:lvl3pPr>
            <a:lvl4pPr algn="l">
              <a:defRPr sz="2478" b="1">
                <a:solidFill>
                  <a:srgbClr val="4264D0"/>
                </a:solidFill>
                <a:latin typeface="Nimbus Sans"/>
                <a:ea typeface="Nimbus Sans"/>
                <a:cs typeface="Nimbus Sans"/>
              </a:defRPr>
            </a:lvl4pPr>
            <a:lvl5pPr algn="l">
              <a:defRPr sz="2478" b="1">
                <a:solidFill>
                  <a:srgbClr val="4264D0"/>
                </a:solidFill>
                <a:latin typeface="Nimbus Sans"/>
                <a:ea typeface="Nimbus Sans"/>
                <a:cs typeface="Nimbus Sans"/>
              </a:defRPr>
            </a:lvl5pPr>
            <a:lvl6pPr algn="l">
              <a:defRPr sz="2478" b="1">
                <a:solidFill>
                  <a:srgbClr val="4264D0"/>
                </a:solidFill>
                <a:latin typeface="Nimbus Sans"/>
                <a:ea typeface="Nimbus Sans"/>
                <a:cs typeface="Nimbus Sans"/>
              </a:defRPr>
            </a:lvl6pPr>
            <a:lvl7pPr algn="l">
              <a:defRPr sz="2478" b="1">
                <a:solidFill>
                  <a:srgbClr val="4264D0"/>
                </a:solidFill>
                <a:latin typeface="Nimbus Sans"/>
                <a:ea typeface="Nimbus Sans"/>
                <a:cs typeface="Nimbus Sans"/>
              </a:defRPr>
            </a:lvl7pPr>
            <a:lvl8pPr algn="l">
              <a:defRPr sz="2478" b="1">
                <a:solidFill>
                  <a:srgbClr val="4264D0"/>
                </a:solidFill>
                <a:latin typeface="Nimbus Sans"/>
                <a:ea typeface="Nimbus Sans"/>
                <a:cs typeface="Nimbus Sans"/>
              </a:defRPr>
            </a:lvl8pPr>
            <a:lvl9pPr algn="l">
              <a:defRPr sz="2478" b="1">
                <a:solidFill>
                  <a:srgbClr val="4264D0"/>
                </a:solidFill>
                <a:latin typeface="Nimbus Sans"/>
                <a:ea typeface="Nimbus Sans"/>
                <a:cs typeface="Nimbus Sans"/>
              </a:defRPr>
            </a:lvl9pPr>
          </a:lstStyle>
          <a:p xmlns:a="http://schemas.openxmlformats.org/drawingml/2006/main">
            <a:pPr algn="l">
              <a:defRPr sz="2478" b="1">
                <a:solidFill>
                  <a:srgbClr val="4264D0"/>
                </a:solidFill>
                <a:latin typeface="Nimbus Sans"/>
                <a:ea typeface="Nimbus Sans"/>
                <a:cs typeface="Nimbus Sans"/>
              </a:defRPr>
            </a:pPr>
            <a:r>
              <a:rPr sz="2478" b="1">
                <a:solidFill>
                  <a:srgbClr val="4264D0"/>
                </a:solidFill>
                <a:latin typeface="Nimbus Sans"/>
                <a:ea typeface="Nimbus Sans"/>
                <a:cs typeface="Nimbus Sans"/>
              </a:rPr>
              <a:t>5G RAN</a:t>
            </a:r>
          </a:p>
        </p:txBody>
      </p:sp>
      <p:sp>
        <p:nvSpPr>
          <p:cNvPr id="8" name="f51">
            <a:extLst xmlns:a="http://schemas.openxmlformats.org/drawingml/2006/main">
              <a:ext uri="{FF2B5EF4-FFF2-40B4-BE49-F238E27FC236}">
                <a16:creationId xmlns:a16="http://schemas.microsoft.com/office/drawing/2014/main" id="{72245C53-B8EF-4F7E-B91D-4B04461C4D2A}"/>
              </a:ext>
            </a:extLst>
          </p:cNvPr>
          <p:cNvSpPr>
            <a:spLocks xmlns:a="http://schemas.openxmlformats.org/drawingml/2006/main" noGrp="1"/>
          </p:cNvSpPr>
          <p:nvPr/>
        </p:nvSpPr>
        <p:spPr>
          <a:xfrm xmlns:a="http://schemas.openxmlformats.org/drawingml/2006/main">
            <a:off x="7994359" y="3112930"/>
            <a:ext cx="1526232" cy="4248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8" b="1">
                <a:solidFill>
                  <a:srgbClr val="278766"/>
                </a:solidFill>
                <a:latin typeface="Nimbus Sans"/>
                <a:ea typeface="Nimbus Sans"/>
                <a:cs typeface="Nimbus Sans"/>
              </a:defRPr>
            </a:defPPr>
            <a:lvl1pPr algn="l">
              <a:defRPr sz="2478" b="1">
                <a:solidFill>
                  <a:srgbClr val="278766"/>
                </a:solidFill>
                <a:latin typeface="Nimbus Sans"/>
                <a:ea typeface="Nimbus Sans"/>
                <a:cs typeface="Nimbus Sans"/>
              </a:defRPr>
            </a:lvl1pPr>
            <a:lvl2pPr algn="l">
              <a:defRPr sz="2478" b="1">
                <a:solidFill>
                  <a:srgbClr val="278766"/>
                </a:solidFill>
                <a:latin typeface="Nimbus Sans"/>
                <a:ea typeface="Nimbus Sans"/>
                <a:cs typeface="Nimbus Sans"/>
              </a:defRPr>
            </a:lvl2pPr>
            <a:lvl3pPr algn="l">
              <a:defRPr sz="2478" b="1">
                <a:solidFill>
                  <a:srgbClr val="278766"/>
                </a:solidFill>
                <a:latin typeface="Nimbus Sans"/>
                <a:ea typeface="Nimbus Sans"/>
                <a:cs typeface="Nimbus Sans"/>
              </a:defRPr>
            </a:lvl3pPr>
            <a:lvl4pPr algn="l">
              <a:defRPr sz="2478" b="1">
                <a:solidFill>
                  <a:srgbClr val="278766"/>
                </a:solidFill>
                <a:latin typeface="Nimbus Sans"/>
                <a:ea typeface="Nimbus Sans"/>
                <a:cs typeface="Nimbus Sans"/>
              </a:defRPr>
            </a:lvl4pPr>
            <a:lvl5pPr algn="l">
              <a:defRPr sz="2478" b="1">
                <a:solidFill>
                  <a:srgbClr val="278766"/>
                </a:solidFill>
                <a:latin typeface="Nimbus Sans"/>
                <a:ea typeface="Nimbus Sans"/>
                <a:cs typeface="Nimbus Sans"/>
              </a:defRPr>
            </a:lvl5pPr>
            <a:lvl6pPr algn="l">
              <a:defRPr sz="2478" b="1">
                <a:solidFill>
                  <a:srgbClr val="278766"/>
                </a:solidFill>
                <a:latin typeface="Nimbus Sans"/>
                <a:ea typeface="Nimbus Sans"/>
                <a:cs typeface="Nimbus Sans"/>
              </a:defRPr>
            </a:lvl6pPr>
            <a:lvl7pPr algn="l">
              <a:defRPr sz="2478" b="1">
                <a:solidFill>
                  <a:srgbClr val="278766"/>
                </a:solidFill>
                <a:latin typeface="Nimbus Sans"/>
                <a:ea typeface="Nimbus Sans"/>
                <a:cs typeface="Nimbus Sans"/>
              </a:defRPr>
            </a:lvl7pPr>
            <a:lvl8pPr algn="l">
              <a:defRPr sz="2478" b="1">
                <a:solidFill>
                  <a:srgbClr val="278766"/>
                </a:solidFill>
                <a:latin typeface="Nimbus Sans"/>
                <a:ea typeface="Nimbus Sans"/>
                <a:cs typeface="Nimbus Sans"/>
              </a:defRPr>
            </a:lvl8pPr>
            <a:lvl9pPr algn="l">
              <a:defRPr sz="2478" b="1">
                <a:solidFill>
                  <a:srgbClr val="278766"/>
                </a:solidFill>
                <a:latin typeface="Nimbus Sans"/>
                <a:ea typeface="Nimbus Sans"/>
                <a:cs typeface="Nimbus Sans"/>
              </a:defRPr>
            </a:lvl9pPr>
          </a:lstStyle>
          <a:p xmlns:a="http://schemas.openxmlformats.org/drawingml/2006/main">
            <a:pPr algn="l">
              <a:defRPr sz="2478" b="1">
                <a:solidFill>
                  <a:srgbClr val="278766"/>
                </a:solidFill>
                <a:latin typeface="Nimbus Sans"/>
                <a:ea typeface="Nimbus Sans"/>
                <a:cs typeface="Nimbus Sans"/>
              </a:defRPr>
            </a:pPr>
            <a:r>
              <a:rPr sz="2478" b="1">
                <a:solidFill>
                  <a:srgbClr val="278766"/>
                </a:solidFill>
                <a:latin typeface="Nimbus Sans"/>
                <a:ea typeface="Nimbus Sans"/>
                <a:cs typeface="Nimbus Sans"/>
              </a:rPr>
              <a:t>5G CORE</a:t>
            </a:r>
          </a:p>
        </p:txBody>
      </p:sp>
      <p:sp>
        <p:nvSpPr>
          <p:cNvPr id="9" name="f52">
            <a:extLst xmlns:a="http://schemas.openxmlformats.org/drawingml/2006/main">
              <a:ext uri="{FF2B5EF4-FFF2-40B4-BE49-F238E27FC236}">
                <a16:creationId xmlns:a16="http://schemas.microsoft.com/office/drawing/2014/main" id="{D447A4CD-1085-4628-8EE1-FB081DE0F030}"/>
              </a:ext>
            </a:extLst>
          </p:cNvPr>
          <p:cNvSpPr>
            <a:spLocks xmlns:a="http://schemas.openxmlformats.org/drawingml/2006/main" noGrp="1"/>
          </p:cNvSpPr>
          <p:nvPr/>
        </p:nvSpPr>
        <p:spPr>
          <a:xfrm xmlns:a="http://schemas.openxmlformats.org/drawingml/2006/main">
            <a:off x="5868924" y="3773925"/>
            <a:ext cx="2156371" cy="31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58" b="1">
                <a:solidFill>
                  <a:srgbClr val="278766"/>
                </a:solidFill>
                <a:latin typeface="Nimbus Sans"/>
                <a:ea typeface="Nimbus Sans"/>
                <a:cs typeface="Nimbus Sans"/>
              </a:defRPr>
            </a:defPPr>
            <a:lvl1pPr algn="l">
              <a:defRPr sz="1858" b="1">
                <a:solidFill>
                  <a:srgbClr val="278766"/>
                </a:solidFill>
                <a:latin typeface="Nimbus Sans"/>
                <a:ea typeface="Nimbus Sans"/>
                <a:cs typeface="Nimbus Sans"/>
              </a:defRPr>
            </a:lvl1pPr>
            <a:lvl2pPr algn="l">
              <a:defRPr sz="1858" b="1">
                <a:solidFill>
                  <a:srgbClr val="278766"/>
                </a:solidFill>
                <a:latin typeface="Nimbus Sans"/>
                <a:ea typeface="Nimbus Sans"/>
                <a:cs typeface="Nimbus Sans"/>
              </a:defRPr>
            </a:lvl2pPr>
            <a:lvl3pPr algn="l">
              <a:defRPr sz="1858" b="1">
                <a:solidFill>
                  <a:srgbClr val="278766"/>
                </a:solidFill>
                <a:latin typeface="Nimbus Sans"/>
                <a:ea typeface="Nimbus Sans"/>
                <a:cs typeface="Nimbus Sans"/>
              </a:defRPr>
            </a:lvl3pPr>
            <a:lvl4pPr algn="l">
              <a:defRPr sz="1858" b="1">
                <a:solidFill>
                  <a:srgbClr val="278766"/>
                </a:solidFill>
                <a:latin typeface="Nimbus Sans"/>
                <a:ea typeface="Nimbus Sans"/>
                <a:cs typeface="Nimbus Sans"/>
              </a:defRPr>
            </a:lvl4pPr>
            <a:lvl5pPr algn="l">
              <a:defRPr sz="1858" b="1">
                <a:solidFill>
                  <a:srgbClr val="278766"/>
                </a:solidFill>
                <a:latin typeface="Nimbus Sans"/>
                <a:ea typeface="Nimbus Sans"/>
                <a:cs typeface="Nimbus Sans"/>
              </a:defRPr>
            </a:lvl5pPr>
            <a:lvl6pPr algn="l">
              <a:defRPr sz="1858" b="1">
                <a:solidFill>
                  <a:srgbClr val="278766"/>
                </a:solidFill>
                <a:latin typeface="Nimbus Sans"/>
                <a:ea typeface="Nimbus Sans"/>
                <a:cs typeface="Nimbus Sans"/>
              </a:defRPr>
            </a:lvl6pPr>
            <a:lvl7pPr algn="l">
              <a:defRPr sz="1858" b="1">
                <a:solidFill>
                  <a:srgbClr val="278766"/>
                </a:solidFill>
                <a:latin typeface="Nimbus Sans"/>
                <a:ea typeface="Nimbus Sans"/>
                <a:cs typeface="Nimbus Sans"/>
              </a:defRPr>
            </a:lvl7pPr>
            <a:lvl8pPr algn="l">
              <a:defRPr sz="1858" b="1">
                <a:solidFill>
                  <a:srgbClr val="278766"/>
                </a:solidFill>
                <a:latin typeface="Nimbus Sans"/>
                <a:ea typeface="Nimbus Sans"/>
                <a:cs typeface="Nimbus Sans"/>
              </a:defRPr>
            </a:lvl8pPr>
            <a:lvl9pPr algn="l">
              <a:defRPr sz="1858" b="1">
                <a:solidFill>
                  <a:srgbClr val="278766"/>
                </a:solidFill>
                <a:latin typeface="Nimbus Sans"/>
                <a:ea typeface="Nimbus Sans"/>
                <a:cs typeface="Nimbus Sans"/>
              </a:defRPr>
            </a:lvl9pPr>
          </a:lstStyle>
          <a:p xmlns:a="http://schemas.openxmlformats.org/drawingml/2006/main">
            <a:pPr algn="l">
              <a:defRPr sz="1858" b="1">
                <a:solidFill>
                  <a:srgbClr val="278766"/>
                </a:solidFill>
                <a:latin typeface="Nimbus Sans"/>
                <a:ea typeface="Nimbus Sans"/>
                <a:cs typeface="Nimbus Sans"/>
              </a:defRPr>
            </a:pPr>
            <a:r>
              <a:rPr sz="1858" b="1">
                <a:solidFill>
                  <a:srgbClr val="278766"/>
                </a:solidFill>
                <a:latin typeface="Nimbus Sans"/>
                <a:ea typeface="Nimbus Sans"/>
                <a:cs typeface="Nimbus Sans"/>
              </a:rPr>
              <a:t>CONTROL PLANE</a:t>
            </a:r>
          </a:p>
        </p:txBody>
      </p:sp>
      <p:sp>
        <p:nvSpPr>
          <p:cNvPr id="10" name="f53">
            <a:extLst xmlns:a="http://schemas.openxmlformats.org/drawingml/2006/main">
              <a:ext uri="{FF2B5EF4-FFF2-40B4-BE49-F238E27FC236}">
                <a16:creationId xmlns:a16="http://schemas.microsoft.com/office/drawing/2014/main" id="{76C777F7-B23C-4C96-98B7-07E51B9C2698}"/>
              </a:ext>
            </a:extLst>
          </p:cNvPr>
          <p:cNvSpPr>
            <a:spLocks xmlns:a="http://schemas.openxmlformats.org/drawingml/2006/main" noGrp="1"/>
          </p:cNvSpPr>
          <p:nvPr/>
        </p:nvSpPr>
        <p:spPr>
          <a:xfrm xmlns:a="http://schemas.openxmlformats.org/drawingml/2006/main">
            <a:off x="5868924" y="7494200"/>
            <a:ext cx="1646783" cy="31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58" b="1">
                <a:solidFill>
                  <a:srgbClr val="7861AD"/>
                </a:solidFill>
                <a:latin typeface="Nimbus Sans"/>
                <a:ea typeface="Nimbus Sans"/>
                <a:cs typeface="Nimbus Sans"/>
              </a:defRPr>
            </a:defPPr>
            <a:lvl1pPr algn="l">
              <a:defRPr sz="1858" b="1">
                <a:solidFill>
                  <a:srgbClr val="7861AD"/>
                </a:solidFill>
                <a:latin typeface="Nimbus Sans"/>
                <a:ea typeface="Nimbus Sans"/>
                <a:cs typeface="Nimbus Sans"/>
              </a:defRPr>
            </a:lvl1pPr>
            <a:lvl2pPr algn="l">
              <a:defRPr sz="1858" b="1">
                <a:solidFill>
                  <a:srgbClr val="7861AD"/>
                </a:solidFill>
                <a:latin typeface="Nimbus Sans"/>
                <a:ea typeface="Nimbus Sans"/>
                <a:cs typeface="Nimbus Sans"/>
              </a:defRPr>
            </a:lvl2pPr>
            <a:lvl3pPr algn="l">
              <a:defRPr sz="1858" b="1">
                <a:solidFill>
                  <a:srgbClr val="7861AD"/>
                </a:solidFill>
                <a:latin typeface="Nimbus Sans"/>
                <a:ea typeface="Nimbus Sans"/>
                <a:cs typeface="Nimbus Sans"/>
              </a:defRPr>
            </a:lvl3pPr>
            <a:lvl4pPr algn="l">
              <a:defRPr sz="1858" b="1">
                <a:solidFill>
                  <a:srgbClr val="7861AD"/>
                </a:solidFill>
                <a:latin typeface="Nimbus Sans"/>
                <a:ea typeface="Nimbus Sans"/>
                <a:cs typeface="Nimbus Sans"/>
              </a:defRPr>
            </a:lvl4pPr>
            <a:lvl5pPr algn="l">
              <a:defRPr sz="1858" b="1">
                <a:solidFill>
                  <a:srgbClr val="7861AD"/>
                </a:solidFill>
                <a:latin typeface="Nimbus Sans"/>
                <a:ea typeface="Nimbus Sans"/>
                <a:cs typeface="Nimbus Sans"/>
              </a:defRPr>
            </a:lvl5pPr>
            <a:lvl6pPr algn="l">
              <a:defRPr sz="1858" b="1">
                <a:solidFill>
                  <a:srgbClr val="7861AD"/>
                </a:solidFill>
                <a:latin typeface="Nimbus Sans"/>
                <a:ea typeface="Nimbus Sans"/>
                <a:cs typeface="Nimbus Sans"/>
              </a:defRPr>
            </a:lvl6pPr>
            <a:lvl7pPr algn="l">
              <a:defRPr sz="1858" b="1">
                <a:solidFill>
                  <a:srgbClr val="7861AD"/>
                </a:solidFill>
                <a:latin typeface="Nimbus Sans"/>
                <a:ea typeface="Nimbus Sans"/>
                <a:cs typeface="Nimbus Sans"/>
              </a:defRPr>
            </a:lvl7pPr>
            <a:lvl8pPr algn="l">
              <a:defRPr sz="1858" b="1">
                <a:solidFill>
                  <a:srgbClr val="7861AD"/>
                </a:solidFill>
                <a:latin typeface="Nimbus Sans"/>
                <a:ea typeface="Nimbus Sans"/>
                <a:cs typeface="Nimbus Sans"/>
              </a:defRPr>
            </a:lvl8pPr>
            <a:lvl9pPr algn="l">
              <a:defRPr sz="1858" b="1">
                <a:solidFill>
                  <a:srgbClr val="7861AD"/>
                </a:solidFill>
                <a:latin typeface="Nimbus Sans"/>
                <a:ea typeface="Nimbus Sans"/>
                <a:cs typeface="Nimbus Sans"/>
              </a:defRPr>
            </a:lvl9pPr>
          </a:lstStyle>
          <a:p xmlns:a="http://schemas.openxmlformats.org/drawingml/2006/main">
            <a:pPr algn="l">
              <a:defRPr sz="1858" b="1">
                <a:solidFill>
                  <a:srgbClr val="7861AD"/>
                </a:solidFill>
                <a:latin typeface="Nimbus Sans"/>
                <a:ea typeface="Nimbus Sans"/>
                <a:cs typeface="Nimbus Sans"/>
              </a:defRPr>
            </a:pPr>
            <a:r>
              <a:rPr sz="1858" b="1">
                <a:solidFill>
                  <a:srgbClr val="7861AD"/>
                </a:solidFill>
                <a:latin typeface="Nimbus Sans"/>
                <a:ea typeface="Nimbus Sans"/>
                <a:cs typeface="Nimbus Sans"/>
              </a:rPr>
              <a:t>USER PLANE</a:t>
            </a:r>
          </a:p>
        </p:txBody>
      </p:sp>
      <p:sp>
        <p:nvSpPr>
          <p:cNvPr id="11" name="f54">
            <a:extLst xmlns:a="http://schemas.openxmlformats.org/drawingml/2006/main">
              <a:ext uri="{FF2B5EF4-FFF2-40B4-BE49-F238E27FC236}">
                <a16:creationId xmlns:a16="http://schemas.microsoft.com/office/drawing/2014/main" id="{1D384CA9-A6BB-43A1-9904-A3B38CE4F9D7}"/>
              </a:ext>
            </a:extLst>
          </p:cNvPr>
          <p:cNvSpPr>
            <a:spLocks xmlns:a="http://schemas.openxmlformats.org/drawingml/2006/main" noGrp="1"/>
          </p:cNvSpPr>
          <p:nvPr/>
        </p:nvSpPr>
        <p:spPr>
          <a:xfrm xmlns:a="http://schemas.openxmlformats.org/drawingml/2006/main">
            <a:off x="6026789" y="4467402"/>
            <a:ext cx="774502" cy="4096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90" b="1">
                <a:solidFill>
                  <a:srgbClr val="278766"/>
                </a:solidFill>
                <a:latin typeface="Nimbus Sans"/>
                <a:ea typeface="Nimbus Sans"/>
                <a:cs typeface="Nimbus Sans"/>
              </a:defRPr>
            </a:defPPr>
            <a:lvl1pPr algn="l">
              <a:defRPr sz="2390" b="1">
                <a:solidFill>
                  <a:srgbClr val="278766"/>
                </a:solidFill>
                <a:latin typeface="Nimbus Sans"/>
                <a:ea typeface="Nimbus Sans"/>
                <a:cs typeface="Nimbus Sans"/>
              </a:defRPr>
            </a:lvl1pPr>
            <a:lvl2pPr algn="l">
              <a:defRPr sz="2390" b="1">
                <a:solidFill>
                  <a:srgbClr val="278766"/>
                </a:solidFill>
                <a:latin typeface="Nimbus Sans"/>
                <a:ea typeface="Nimbus Sans"/>
                <a:cs typeface="Nimbus Sans"/>
              </a:defRPr>
            </a:lvl2pPr>
            <a:lvl3pPr algn="l">
              <a:defRPr sz="2390" b="1">
                <a:solidFill>
                  <a:srgbClr val="278766"/>
                </a:solidFill>
                <a:latin typeface="Nimbus Sans"/>
                <a:ea typeface="Nimbus Sans"/>
                <a:cs typeface="Nimbus Sans"/>
              </a:defRPr>
            </a:lvl3pPr>
            <a:lvl4pPr algn="l">
              <a:defRPr sz="2390" b="1">
                <a:solidFill>
                  <a:srgbClr val="278766"/>
                </a:solidFill>
                <a:latin typeface="Nimbus Sans"/>
                <a:ea typeface="Nimbus Sans"/>
                <a:cs typeface="Nimbus Sans"/>
              </a:defRPr>
            </a:lvl4pPr>
            <a:lvl5pPr algn="l">
              <a:defRPr sz="2390" b="1">
                <a:solidFill>
                  <a:srgbClr val="278766"/>
                </a:solidFill>
                <a:latin typeface="Nimbus Sans"/>
                <a:ea typeface="Nimbus Sans"/>
                <a:cs typeface="Nimbus Sans"/>
              </a:defRPr>
            </a:lvl5pPr>
            <a:lvl6pPr algn="l">
              <a:defRPr sz="2390" b="1">
                <a:solidFill>
                  <a:srgbClr val="278766"/>
                </a:solidFill>
                <a:latin typeface="Nimbus Sans"/>
                <a:ea typeface="Nimbus Sans"/>
                <a:cs typeface="Nimbus Sans"/>
              </a:defRPr>
            </a:lvl6pPr>
            <a:lvl7pPr algn="l">
              <a:defRPr sz="2390" b="1">
                <a:solidFill>
                  <a:srgbClr val="278766"/>
                </a:solidFill>
                <a:latin typeface="Nimbus Sans"/>
                <a:ea typeface="Nimbus Sans"/>
                <a:cs typeface="Nimbus Sans"/>
              </a:defRPr>
            </a:lvl7pPr>
            <a:lvl8pPr algn="l">
              <a:defRPr sz="2390" b="1">
                <a:solidFill>
                  <a:srgbClr val="278766"/>
                </a:solidFill>
                <a:latin typeface="Nimbus Sans"/>
                <a:ea typeface="Nimbus Sans"/>
                <a:cs typeface="Nimbus Sans"/>
              </a:defRPr>
            </a:lvl8pPr>
            <a:lvl9pPr algn="l">
              <a:defRPr sz="2390" b="1">
                <a:solidFill>
                  <a:srgbClr val="278766"/>
                </a:solidFill>
                <a:latin typeface="Nimbus Sans"/>
                <a:ea typeface="Nimbus Sans"/>
                <a:cs typeface="Nimbus Sans"/>
              </a:defRPr>
            </a:lvl9pPr>
          </a:lstStyle>
          <a:p xmlns:a="http://schemas.openxmlformats.org/drawingml/2006/main">
            <a:pPr algn="l">
              <a:defRPr sz="2390" b="1">
                <a:solidFill>
                  <a:srgbClr val="278766"/>
                </a:solidFill>
                <a:latin typeface="Nimbus Sans"/>
                <a:ea typeface="Nimbus Sans"/>
                <a:cs typeface="Nimbus Sans"/>
              </a:defRPr>
            </a:pPr>
            <a:r>
              <a:rPr sz="2390" b="1">
                <a:solidFill>
                  <a:srgbClr val="278766"/>
                </a:solidFill>
                <a:latin typeface="Nimbus Sans"/>
                <a:ea typeface="Nimbus Sans"/>
                <a:cs typeface="Nimbus Sans"/>
              </a:rPr>
              <a:t>AMF</a:t>
            </a:r>
          </a:p>
        </p:txBody>
      </p:sp>
      <p:sp>
        <p:nvSpPr>
          <p:cNvPr id="12" name="f55">
            <a:extLst xmlns:a="http://schemas.openxmlformats.org/drawingml/2006/main">
              <a:ext uri="{FF2B5EF4-FFF2-40B4-BE49-F238E27FC236}">
                <a16:creationId xmlns:a16="http://schemas.microsoft.com/office/drawing/2014/main" id="{0601A362-D066-4952-959D-5460316D6E84}"/>
              </a:ext>
            </a:extLst>
          </p:cNvPr>
          <p:cNvSpPr>
            <a:spLocks xmlns:a="http://schemas.openxmlformats.org/drawingml/2006/main" noGrp="1"/>
          </p:cNvSpPr>
          <p:nvPr/>
        </p:nvSpPr>
        <p:spPr>
          <a:xfrm xmlns:a="http://schemas.openxmlformats.org/drawingml/2006/main">
            <a:off x="7563770" y="4467402"/>
            <a:ext cx="757684" cy="4096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90" b="1">
                <a:solidFill>
                  <a:srgbClr val="278766"/>
                </a:solidFill>
                <a:latin typeface="Nimbus Sans"/>
                <a:ea typeface="Nimbus Sans"/>
                <a:cs typeface="Nimbus Sans"/>
              </a:defRPr>
            </a:defPPr>
            <a:lvl1pPr algn="l">
              <a:defRPr sz="2390" b="1">
                <a:solidFill>
                  <a:srgbClr val="278766"/>
                </a:solidFill>
                <a:latin typeface="Nimbus Sans"/>
                <a:ea typeface="Nimbus Sans"/>
                <a:cs typeface="Nimbus Sans"/>
              </a:defRPr>
            </a:lvl1pPr>
            <a:lvl2pPr algn="l">
              <a:defRPr sz="2390" b="1">
                <a:solidFill>
                  <a:srgbClr val="278766"/>
                </a:solidFill>
                <a:latin typeface="Nimbus Sans"/>
                <a:ea typeface="Nimbus Sans"/>
                <a:cs typeface="Nimbus Sans"/>
              </a:defRPr>
            </a:lvl2pPr>
            <a:lvl3pPr algn="l">
              <a:defRPr sz="2390" b="1">
                <a:solidFill>
                  <a:srgbClr val="278766"/>
                </a:solidFill>
                <a:latin typeface="Nimbus Sans"/>
                <a:ea typeface="Nimbus Sans"/>
                <a:cs typeface="Nimbus Sans"/>
              </a:defRPr>
            </a:lvl3pPr>
            <a:lvl4pPr algn="l">
              <a:defRPr sz="2390" b="1">
                <a:solidFill>
                  <a:srgbClr val="278766"/>
                </a:solidFill>
                <a:latin typeface="Nimbus Sans"/>
                <a:ea typeface="Nimbus Sans"/>
                <a:cs typeface="Nimbus Sans"/>
              </a:defRPr>
            </a:lvl4pPr>
            <a:lvl5pPr algn="l">
              <a:defRPr sz="2390" b="1">
                <a:solidFill>
                  <a:srgbClr val="278766"/>
                </a:solidFill>
                <a:latin typeface="Nimbus Sans"/>
                <a:ea typeface="Nimbus Sans"/>
                <a:cs typeface="Nimbus Sans"/>
              </a:defRPr>
            </a:lvl5pPr>
            <a:lvl6pPr algn="l">
              <a:defRPr sz="2390" b="1">
                <a:solidFill>
                  <a:srgbClr val="278766"/>
                </a:solidFill>
                <a:latin typeface="Nimbus Sans"/>
                <a:ea typeface="Nimbus Sans"/>
                <a:cs typeface="Nimbus Sans"/>
              </a:defRPr>
            </a:lvl6pPr>
            <a:lvl7pPr algn="l">
              <a:defRPr sz="2390" b="1">
                <a:solidFill>
                  <a:srgbClr val="278766"/>
                </a:solidFill>
                <a:latin typeface="Nimbus Sans"/>
                <a:ea typeface="Nimbus Sans"/>
                <a:cs typeface="Nimbus Sans"/>
              </a:defRPr>
            </a:lvl7pPr>
            <a:lvl8pPr algn="l">
              <a:defRPr sz="2390" b="1">
                <a:solidFill>
                  <a:srgbClr val="278766"/>
                </a:solidFill>
                <a:latin typeface="Nimbus Sans"/>
                <a:ea typeface="Nimbus Sans"/>
                <a:cs typeface="Nimbus Sans"/>
              </a:defRPr>
            </a:lvl8pPr>
            <a:lvl9pPr algn="l">
              <a:defRPr sz="2390" b="1">
                <a:solidFill>
                  <a:srgbClr val="278766"/>
                </a:solidFill>
                <a:latin typeface="Nimbus Sans"/>
                <a:ea typeface="Nimbus Sans"/>
                <a:cs typeface="Nimbus Sans"/>
              </a:defRPr>
            </a:lvl9pPr>
          </a:lstStyle>
          <a:p xmlns:a="http://schemas.openxmlformats.org/drawingml/2006/main">
            <a:pPr algn="l">
              <a:defRPr sz="2390" b="1">
                <a:solidFill>
                  <a:srgbClr val="278766"/>
                </a:solidFill>
                <a:latin typeface="Nimbus Sans"/>
                <a:ea typeface="Nimbus Sans"/>
                <a:cs typeface="Nimbus Sans"/>
              </a:defRPr>
            </a:pPr>
            <a:r>
              <a:rPr sz="2390" b="1">
                <a:solidFill>
                  <a:srgbClr val="278766"/>
                </a:solidFill>
                <a:latin typeface="Nimbus Sans"/>
                <a:ea typeface="Nimbus Sans"/>
                <a:cs typeface="Nimbus Sans"/>
              </a:rPr>
              <a:t>SMF</a:t>
            </a:r>
          </a:p>
        </p:txBody>
      </p:sp>
      <p:sp>
        <p:nvSpPr>
          <p:cNvPr id="13" name="f56">
            <a:extLst xmlns:a="http://schemas.openxmlformats.org/drawingml/2006/main">
              <a:ext uri="{FF2B5EF4-FFF2-40B4-BE49-F238E27FC236}">
                <a16:creationId xmlns:a16="http://schemas.microsoft.com/office/drawing/2014/main" id="{D05303F4-62BB-408A-8333-A31BD2B55E1E}"/>
              </a:ext>
            </a:extLst>
          </p:cNvPr>
          <p:cNvSpPr>
            <a:spLocks xmlns:a="http://schemas.openxmlformats.org/drawingml/2006/main" noGrp="1"/>
          </p:cNvSpPr>
          <p:nvPr/>
        </p:nvSpPr>
        <p:spPr>
          <a:xfrm xmlns:a="http://schemas.openxmlformats.org/drawingml/2006/main">
            <a:off x="9004087" y="4467402"/>
            <a:ext cx="934194" cy="4096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90" b="1">
                <a:solidFill>
                  <a:srgbClr val="278766"/>
                </a:solidFill>
                <a:latin typeface="Nimbus Sans"/>
                <a:ea typeface="Nimbus Sans"/>
                <a:cs typeface="Nimbus Sans"/>
              </a:defRPr>
            </a:defPPr>
            <a:lvl1pPr algn="l">
              <a:defRPr sz="2390" b="1">
                <a:solidFill>
                  <a:srgbClr val="278766"/>
                </a:solidFill>
                <a:latin typeface="Nimbus Sans"/>
                <a:ea typeface="Nimbus Sans"/>
                <a:cs typeface="Nimbus Sans"/>
              </a:defRPr>
            </a:lvl1pPr>
            <a:lvl2pPr algn="l">
              <a:defRPr sz="2390" b="1">
                <a:solidFill>
                  <a:srgbClr val="278766"/>
                </a:solidFill>
                <a:latin typeface="Nimbus Sans"/>
                <a:ea typeface="Nimbus Sans"/>
                <a:cs typeface="Nimbus Sans"/>
              </a:defRPr>
            </a:lvl2pPr>
            <a:lvl3pPr algn="l">
              <a:defRPr sz="2390" b="1">
                <a:solidFill>
                  <a:srgbClr val="278766"/>
                </a:solidFill>
                <a:latin typeface="Nimbus Sans"/>
                <a:ea typeface="Nimbus Sans"/>
                <a:cs typeface="Nimbus Sans"/>
              </a:defRPr>
            </a:lvl3pPr>
            <a:lvl4pPr algn="l">
              <a:defRPr sz="2390" b="1">
                <a:solidFill>
                  <a:srgbClr val="278766"/>
                </a:solidFill>
                <a:latin typeface="Nimbus Sans"/>
                <a:ea typeface="Nimbus Sans"/>
                <a:cs typeface="Nimbus Sans"/>
              </a:defRPr>
            </a:lvl4pPr>
            <a:lvl5pPr algn="l">
              <a:defRPr sz="2390" b="1">
                <a:solidFill>
                  <a:srgbClr val="278766"/>
                </a:solidFill>
                <a:latin typeface="Nimbus Sans"/>
                <a:ea typeface="Nimbus Sans"/>
                <a:cs typeface="Nimbus Sans"/>
              </a:defRPr>
            </a:lvl5pPr>
            <a:lvl6pPr algn="l">
              <a:defRPr sz="2390" b="1">
                <a:solidFill>
                  <a:srgbClr val="278766"/>
                </a:solidFill>
                <a:latin typeface="Nimbus Sans"/>
                <a:ea typeface="Nimbus Sans"/>
                <a:cs typeface="Nimbus Sans"/>
              </a:defRPr>
            </a:lvl6pPr>
            <a:lvl7pPr algn="l">
              <a:defRPr sz="2390" b="1">
                <a:solidFill>
                  <a:srgbClr val="278766"/>
                </a:solidFill>
                <a:latin typeface="Nimbus Sans"/>
                <a:ea typeface="Nimbus Sans"/>
                <a:cs typeface="Nimbus Sans"/>
              </a:defRPr>
            </a:lvl7pPr>
            <a:lvl8pPr algn="l">
              <a:defRPr sz="2390" b="1">
                <a:solidFill>
                  <a:srgbClr val="278766"/>
                </a:solidFill>
                <a:latin typeface="Nimbus Sans"/>
                <a:ea typeface="Nimbus Sans"/>
                <a:cs typeface="Nimbus Sans"/>
              </a:defRPr>
            </a:lvl8pPr>
            <a:lvl9pPr algn="l">
              <a:defRPr sz="2390" b="1">
                <a:solidFill>
                  <a:srgbClr val="278766"/>
                </a:solidFill>
                <a:latin typeface="Nimbus Sans"/>
                <a:ea typeface="Nimbus Sans"/>
                <a:cs typeface="Nimbus Sans"/>
              </a:defRPr>
            </a:lvl9pPr>
          </a:lstStyle>
          <a:p xmlns:a="http://schemas.openxmlformats.org/drawingml/2006/main">
            <a:pPr algn="l">
              <a:defRPr sz="2390" b="1">
                <a:solidFill>
                  <a:srgbClr val="278766"/>
                </a:solidFill>
                <a:latin typeface="Nimbus Sans"/>
                <a:ea typeface="Nimbus Sans"/>
                <a:cs typeface="Nimbus Sans"/>
              </a:defRPr>
            </a:pPr>
            <a:r>
              <a:rPr sz="2390" b="1">
                <a:solidFill>
                  <a:srgbClr val="278766"/>
                </a:solidFill>
                <a:latin typeface="Nimbus Sans"/>
                <a:ea typeface="Nimbus Sans"/>
                <a:cs typeface="Nimbus Sans"/>
              </a:rPr>
              <a:t>AUSF</a:t>
            </a:r>
          </a:p>
        </p:txBody>
      </p:sp>
      <p:sp>
        <p:nvSpPr>
          <p:cNvPr id="14" name="f57">
            <a:extLst xmlns:a="http://schemas.openxmlformats.org/drawingml/2006/main">
              <a:ext uri="{FF2B5EF4-FFF2-40B4-BE49-F238E27FC236}">
                <a16:creationId xmlns:a16="http://schemas.microsoft.com/office/drawing/2014/main" id="{D89F1ECC-2672-4C69-9058-95CD1CDB5CA4}"/>
              </a:ext>
            </a:extLst>
          </p:cNvPr>
          <p:cNvSpPr>
            <a:spLocks xmlns:a="http://schemas.openxmlformats.org/drawingml/2006/main" noGrp="1"/>
          </p:cNvSpPr>
          <p:nvPr/>
        </p:nvSpPr>
        <p:spPr>
          <a:xfrm xmlns:a="http://schemas.openxmlformats.org/drawingml/2006/main">
            <a:off x="10595539" y="4467402"/>
            <a:ext cx="808434" cy="4096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90" b="1">
                <a:solidFill>
                  <a:srgbClr val="278766"/>
                </a:solidFill>
                <a:latin typeface="Nimbus Sans"/>
                <a:ea typeface="Nimbus Sans"/>
                <a:cs typeface="Nimbus Sans"/>
              </a:defRPr>
            </a:defPPr>
            <a:lvl1pPr algn="l">
              <a:defRPr sz="2390" b="1">
                <a:solidFill>
                  <a:srgbClr val="278766"/>
                </a:solidFill>
                <a:latin typeface="Nimbus Sans"/>
                <a:ea typeface="Nimbus Sans"/>
                <a:cs typeface="Nimbus Sans"/>
              </a:defRPr>
            </a:lvl1pPr>
            <a:lvl2pPr algn="l">
              <a:defRPr sz="2390" b="1">
                <a:solidFill>
                  <a:srgbClr val="278766"/>
                </a:solidFill>
                <a:latin typeface="Nimbus Sans"/>
                <a:ea typeface="Nimbus Sans"/>
                <a:cs typeface="Nimbus Sans"/>
              </a:defRPr>
            </a:lvl2pPr>
            <a:lvl3pPr algn="l">
              <a:defRPr sz="2390" b="1">
                <a:solidFill>
                  <a:srgbClr val="278766"/>
                </a:solidFill>
                <a:latin typeface="Nimbus Sans"/>
                <a:ea typeface="Nimbus Sans"/>
                <a:cs typeface="Nimbus Sans"/>
              </a:defRPr>
            </a:lvl3pPr>
            <a:lvl4pPr algn="l">
              <a:defRPr sz="2390" b="1">
                <a:solidFill>
                  <a:srgbClr val="278766"/>
                </a:solidFill>
                <a:latin typeface="Nimbus Sans"/>
                <a:ea typeface="Nimbus Sans"/>
                <a:cs typeface="Nimbus Sans"/>
              </a:defRPr>
            </a:lvl4pPr>
            <a:lvl5pPr algn="l">
              <a:defRPr sz="2390" b="1">
                <a:solidFill>
                  <a:srgbClr val="278766"/>
                </a:solidFill>
                <a:latin typeface="Nimbus Sans"/>
                <a:ea typeface="Nimbus Sans"/>
                <a:cs typeface="Nimbus Sans"/>
              </a:defRPr>
            </a:lvl5pPr>
            <a:lvl6pPr algn="l">
              <a:defRPr sz="2390" b="1">
                <a:solidFill>
                  <a:srgbClr val="278766"/>
                </a:solidFill>
                <a:latin typeface="Nimbus Sans"/>
                <a:ea typeface="Nimbus Sans"/>
                <a:cs typeface="Nimbus Sans"/>
              </a:defRPr>
            </a:lvl6pPr>
            <a:lvl7pPr algn="l">
              <a:defRPr sz="2390" b="1">
                <a:solidFill>
                  <a:srgbClr val="278766"/>
                </a:solidFill>
                <a:latin typeface="Nimbus Sans"/>
                <a:ea typeface="Nimbus Sans"/>
                <a:cs typeface="Nimbus Sans"/>
              </a:defRPr>
            </a:lvl7pPr>
            <a:lvl8pPr algn="l">
              <a:defRPr sz="2390" b="1">
                <a:solidFill>
                  <a:srgbClr val="278766"/>
                </a:solidFill>
                <a:latin typeface="Nimbus Sans"/>
                <a:ea typeface="Nimbus Sans"/>
                <a:cs typeface="Nimbus Sans"/>
              </a:defRPr>
            </a:lvl8pPr>
            <a:lvl9pPr algn="l">
              <a:defRPr sz="2390" b="1">
                <a:solidFill>
                  <a:srgbClr val="278766"/>
                </a:solidFill>
                <a:latin typeface="Nimbus Sans"/>
                <a:ea typeface="Nimbus Sans"/>
                <a:cs typeface="Nimbus Sans"/>
              </a:defRPr>
            </a:lvl9pPr>
          </a:lstStyle>
          <a:p xmlns:a="http://schemas.openxmlformats.org/drawingml/2006/main">
            <a:pPr algn="l">
              <a:defRPr sz="2390" b="1">
                <a:solidFill>
                  <a:srgbClr val="278766"/>
                </a:solidFill>
                <a:latin typeface="Nimbus Sans"/>
                <a:ea typeface="Nimbus Sans"/>
                <a:cs typeface="Nimbus Sans"/>
              </a:defRPr>
            </a:pPr>
            <a:r>
              <a:rPr sz="2390" b="1">
                <a:solidFill>
                  <a:srgbClr val="278766"/>
                </a:solidFill>
                <a:latin typeface="Nimbus Sans"/>
                <a:ea typeface="Nimbus Sans"/>
                <a:cs typeface="Nimbus Sans"/>
              </a:rPr>
              <a:t>UDM</a:t>
            </a:r>
          </a:p>
        </p:txBody>
      </p:sp>
      <p:sp>
        <p:nvSpPr>
          <p:cNvPr id="15" name="f58">
            <a:extLst xmlns:a="http://schemas.openxmlformats.org/drawingml/2006/main">
              <a:ext uri="{FF2B5EF4-FFF2-40B4-BE49-F238E27FC236}">
                <a16:creationId xmlns:a16="http://schemas.microsoft.com/office/drawing/2014/main" id="{E901E0E3-BBE6-4936-A25E-4FAA783311FB}"/>
              </a:ext>
            </a:extLst>
          </p:cNvPr>
          <p:cNvSpPr>
            <a:spLocks xmlns:a="http://schemas.openxmlformats.org/drawingml/2006/main" noGrp="1"/>
          </p:cNvSpPr>
          <p:nvPr/>
        </p:nvSpPr>
        <p:spPr>
          <a:xfrm xmlns:a="http://schemas.openxmlformats.org/drawingml/2006/main">
            <a:off x="7573667" y="6597400"/>
            <a:ext cx="737890" cy="4248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8" b="1">
                <a:solidFill>
                  <a:srgbClr val="7861AD"/>
                </a:solidFill>
                <a:latin typeface="Nimbus Sans"/>
                <a:ea typeface="Nimbus Sans"/>
                <a:cs typeface="Nimbus Sans"/>
              </a:defRPr>
            </a:defPPr>
            <a:lvl1pPr algn="l">
              <a:defRPr sz="2478" b="1">
                <a:solidFill>
                  <a:srgbClr val="7861AD"/>
                </a:solidFill>
                <a:latin typeface="Nimbus Sans"/>
                <a:ea typeface="Nimbus Sans"/>
                <a:cs typeface="Nimbus Sans"/>
              </a:defRPr>
            </a:lvl1pPr>
            <a:lvl2pPr algn="l">
              <a:defRPr sz="2478" b="1">
                <a:solidFill>
                  <a:srgbClr val="7861AD"/>
                </a:solidFill>
                <a:latin typeface="Nimbus Sans"/>
                <a:ea typeface="Nimbus Sans"/>
                <a:cs typeface="Nimbus Sans"/>
              </a:defRPr>
            </a:lvl2pPr>
            <a:lvl3pPr algn="l">
              <a:defRPr sz="2478" b="1">
                <a:solidFill>
                  <a:srgbClr val="7861AD"/>
                </a:solidFill>
                <a:latin typeface="Nimbus Sans"/>
                <a:ea typeface="Nimbus Sans"/>
                <a:cs typeface="Nimbus Sans"/>
              </a:defRPr>
            </a:lvl3pPr>
            <a:lvl4pPr algn="l">
              <a:defRPr sz="2478" b="1">
                <a:solidFill>
                  <a:srgbClr val="7861AD"/>
                </a:solidFill>
                <a:latin typeface="Nimbus Sans"/>
                <a:ea typeface="Nimbus Sans"/>
                <a:cs typeface="Nimbus Sans"/>
              </a:defRPr>
            </a:lvl4pPr>
            <a:lvl5pPr algn="l">
              <a:defRPr sz="2478" b="1">
                <a:solidFill>
                  <a:srgbClr val="7861AD"/>
                </a:solidFill>
                <a:latin typeface="Nimbus Sans"/>
                <a:ea typeface="Nimbus Sans"/>
                <a:cs typeface="Nimbus Sans"/>
              </a:defRPr>
            </a:lvl5pPr>
            <a:lvl6pPr algn="l">
              <a:defRPr sz="2478" b="1">
                <a:solidFill>
                  <a:srgbClr val="7861AD"/>
                </a:solidFill>
                <a:latin typeface="Nimbus Sans"/>
                <a:ea typeface="Nimbus Sans"/>
                <a:cs typeface="Nimbus Sans"/>
              </a:defRPr>
            </a:lvl6pPr>
            <a:lvl7pPr algn="l">
              <a:defRPr sz="2478" b="1">
                <a:solidFill>
                  <a:srgbClr val="7861AD"/>
                </a:solidFill>
                <a:latin typeface="Nimbus Sans"/>
                <a:ea typeface="Nimbus Sans"/>
                <a:cs typeface="Nimbus Sans"/>
              </a:defRPr>
            </a:lvl7pPr>
            <a:lvl8pPr algn="l">
              <a:defRPr sz="2478" b="1">
                <a:solidFill>
                  <a:srgbClr val="7861AD"/>
                </a:solidFill>
                <a:latin typeface="Nimbus Sans"/>
                <a:ea typeface="Nimbus Sans"/>
                <a:cs typeface="Nimbus Sans"/>
              </a:defRPr>
            </a:lvl8pPr>
            <a:lvl9pPr algn="l">
              <a:defRPr sz="2478" b="1">
                <a:solidFill>
                  <a:srgbClr val="7861AD"/>
                </a:solidFill>
                <a:latin typeface="Nimbus Sans"/>
                <a:ea typeface="Nimbus Sans"/>
                <a:cs typeface="Nimbus Sans"/>
              </a:defRPr>
            </a:lvl9pPr>
          </a:lstStyle>
          <a:p xmlns:a="http://schemas.openxmlformats.org/drawingml/2006/main">
            <a:pPr algn="l">
              <a:defRPr sz="2478" b="1">
                <a:solidFill>
                  <a:srgbClr val="7861AD"/>
                </a:solidFill>
                <a:latin typeface="Nimbus Sans"/>
                <a:ea typeface="Nimbus Sans"/>
                <a:cs typeface="Nimbus Sans"/>
              </a:defRPr>
            </a:pPr>
            <a:r>
              <a:rPr sz="2478" b="1">
                <a:solidFill>
                  <a:srgbClr val="7861AD"/>
                </a:solidFill>
                <a:latin typeface="Nimbus Sans"/>
                <a:ea typeface="Nimbus Sans"/>
                <a:cs typeface="Nimbus Sans"/>
              </a:rPr>
              <a:t>UPF</a:t>
            </a:r>
          </a:p>
        </p:txBody>
      </p:sp>
      <p:sp>
        <p:nvSpPr>
          <p:cNvPr id="16" name="f59">
            <a:extLst xmlns:a="http://schemas.openxmlformats.org/drawingml/2006/main">
              <a:ext uri="{FF2B5EF4-FFF2-40B4-BE49-F238E27FC236}">
                <a16:creationId xmlns:a16="http://schemas.microsoft.com/office/drawing/2014/main" id="{943322A7-8FC4-4AA5-8DA7-4AD98C2EC374}"/>
              </a:ext>
            </a:extLst>
          </p:cNvPr>
          <p:cNvSpPr>
            <a:spLocks xmlns:a="http://schemas.openxmlformats.org/drawingml/2006/main" noGrp="1"/>
          </p:cNvSpPr>
          <p:nvPr/>
        </p:nvSpPr>
        <p:spPr>
          <a:xfrm xmlns:a="http://schemas.openxmlformats.org/drawingml/2006/main">
            <a:off x="11398758" y="3779432"/>
            <a:ext cx="436662" cy="273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93" b="0">
                <a:solidFill>
                  <a:srgbClr val="278766"/>
                </a:solidFill>
                <a:latin typeface="Nimbus Sans"/>
                <a:ea typeface="Nimbus Sans"/>
                <a:cs typeface="Nimbus Sans"/>
              </a:defRPr>
            </a:defPPr>
            <a:lvl1pPr algn="l">
              <a:defRPr sz="1593" b="0">
                <a:solidFill>
                  <a:srgbClr val="278766"/>
                </a:solidFill>
                <a:latin typeface="Nimbus Sans"/>
                <a:ea typeface="Nimbus Sans"/>
                <a:cs typeface="Nimbus Sans"/>
              </a:defRPr>
            </a:lvl1pPr>
            <a:lvl2pPr algn="l">
              <a:defRPr sz="1593" b="0">
                <a:solidFill>
                  <a:srgbClr val="278766"/>
                </a:solidFill>
                <a:latin typeface="Nimbus Sans"/>
                <a:ea typeface="Nimbus Sans"/>
                <a:cs typeface="Nimbus Sans"/>
              </a:defRPr>
            </a:lvl2pPr>
            <a:lvl3pPr algn="l">
              <a:defRPr sz="1593" b="0">
                <a:solidFill>
                  <a:srgbClr val="278766"/>
                </a:solidFill>
                <a:latin typeface="Nimbus Sans"/>
                <a:ea typeface="Nimbus Sans"/>
                <a:cs typeface="Nimbus Sans"/>
              </a:defRPr>
            </a:lvl3pPr>
            <a:lvl4pPr algn="l">
              <a:defRPr sz="1593" b="0">
                <a:solidFill>
                  <a:srgbClr val="278766"/>
                </a:solidFill>
                <a:latin typeface="Nimbus Sans"/>
                <a:ea typeface="Nimbus Sans"/>
                <a:cs typeface="Nimbus Sans"/>
              </a:defRPr>
            </a:lvl4pPr>
            <a:lvl5pPr algn="l">
              <a:defRPr sz="1593" b="0">
                <a:solidFill>
                  <a:srgbClr val="278766"/>
                </a:solidFill>
                <a:latin typeface="Nimbus Sans"/>
                <a:ea typeface="Nimbus Sans"/>
                <a:cs typeface="Nimbus Sans"/>
              </a:defRPr>
            </a:lvl5pPr>
            <a:lvl6pPr algn="l">
              <a:defRPr sz="1593" b="0">
                <a:solidFill>
                  <a:srgbClr val="278766"/>
                </a:solidFill>
                <a:latin typeface="Nimbus Sans"/>
                <a:ea typeface="Nimbus Sans"/>
                <a:cs typeface="Nimbus Sans"/>
              </a:defRPr>
            </a:lvl6pPr>
            <a:lvl7pPr algn="l">
              <a:defRPr sz="1593" b="0">
                <a:solidFill>
                  <a:srgbClr val="278766"/>
                </a:solidFill>
                <a:latin typeface="Nimbus Sans"/>
                <a:ea typeface="Nimbus Sans"/>
                <a:cs typeface="Nimbus Sans"/>
              </a:defRPr>
            </a:lvl7pPr>
            <a:lvl8pPr algn="l">
              <a:defRPr sz="1593" b="0">
                <a:solidFill>
                  <a:srgbClr val="278766"/>
                </a:solidFill>
                <a:latin typeface="Nimbus Sans"/>
                <a:ea typeface="Nimbus Sans"/>
                <a:cs typeface="Nimbus Sans"/>
              </a:defRPr>
            </a:lvl8pPr>
            <a:lvl9pPr algn="l">
              <a:defRPr sz="1593" b="0">
                <a:solidFill>
                  <a:srgbClr val="278766"/>
                </a:solidFill>
                <a:latin typeface="Nimbus Sans"/>
                <a:ea typeface="Nimbus Sans"/>
                <a:cs typeface="Nimbus Sans"/>
              </a:defRPr>
            </a:lvl9pPr>
          </a:lstStyle>
          <a:p xmlns:a="http://schemas.openxmlformats.org/drawingml/2006/main">
            <a:pPr algn="l">
              <a:defRPr sz="1593" b="0">
                <a:solidFill>
                  <a:srgbClr val="278766"/>
                </a:solidFill>
                <a:latin typeface="Nimbus Sans"/>
                <a:ea typeface="Nimbus Sans"/>
                <a:cs typeface="Nimbus Sans"/>
              </a:defRPr>
            </a:pPr>
            <a:r>
              <a:rPr sz="1593" b="0">
                <a:solidFill>
                  <a:srgbClr val="278766"/>
                </a:solidFill>
                <a:latin typeface="Nimbus Sans"/>
                <a:ea typeface="Nimbus Sans"/>
                <a:cs typeface="Nimbus Sans"/>
              </a:rPr>
              <a:t>SBI</a:t>
            </a:r>
          </a:p>
        </p:txBody>
      </p:sp>
      <p:sp>
        <p:nvSpPr>
          <p:cNvPr id="17" name="f60">
            <a:extLst xmlns:a="http://schemas.openxmlformats.org/drawingml/2006/main">
              <a:ext uri="{FF2B5EF4-FFF2-40B4-BE49-F238E27FC236}">
                <a16:creationId xmlns:a16="http://schemas.microsoft.com/office/drawing/2014/main" id="{8D17A2E2-EE52-4C98-AF75-AB3ACE148491}"/>
              </a:ext>
            </a:extLst>
          </p:cNvPr>
          <p:cNvSpPr>
            <a:spLocks xmlns:a="http://schemas.openxmlformats.org/drawingml/2006/main" noGrp="1"/>
          </p:cNvSpPr>
          <p:nvPr/>
        </p:nvSpPr>
        <p:spPr>
          <a:xfrm xmlns:a="http://schemas.openxmlformats.org/drawingml/2006/main">
            <a:off x="8139303" y="5605964"/>
            <a:ext cx="418654" cy="31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58" b="1">
                <a:solidFill>
                  <a:srgbClr val="278766"/>
                </a:solidFill>
                <a:latin typeface="Nimbus Sans"/>
                <a:ea typeface="Nimbus Sans"/>
                <a:cs typeface="Nimbus Sans"/>
              </a:defRPr>
            </a:defPPr>
            <a:lvl1pPr algn="l">
              <a:defRPr sz="1858" b="1">
                <a:solidFill>
                  <a:srgbClr val="278766"/>
                </a:solidFill>
                <a:latin typeface="Nimbus Sans"/>
                <a:ea typeface="Nimbus Sans"/>
                <a:cs typeface="Nimbus Sans"/>
              </a:defRPr>
            </a:lvl1pPr>
            <a:lvl2pPr algn="l">
              <a:defRPr sz="1858" b="1">
                <a:solidFill>
                  <a:srgbClr val="278766"/>
                </a:solidFill>
                <a:latin typeface="Nimbus Sans"/>
                <a:ea typeface="Nimbus Sans"/>
                <a:cs typeface="Nimbus Sans"/>
              </a:defRPr>
            </a:lvl2pPr>
            <a:lvl3pPr algn="l">
              <a:defRPr sz="1858" b="1">
                <a:solidFill>
                  <a:srgbClr val="278766"/>
                </a:solidFill>
                <a:latin typeface="Nimbus Sans"/>
                <a:ea typeface="Nimbus Sans"/>
                <a:cs typeface="Nimbus Sans"/>
              </a:defRPr>
            </a:lvl3pPr>
            <a:lvl4pPr algn="l">
              <a:defRPr sz="1858" b="1">
                <a:solidFill>
                  <a:srgbClr val="278766"/>
                </a:solidFill>
                <a:latin typeface="Nimbus Sans"/>
                <a:ea typeface="Nimbus Sans"/>
                <a:cs typeface="Nimbus Sans"/>
              </a:defRPr>
            </a:lvl4pPr>
            <a:lvl5pPr algn="l">
              <a:defRPr sz="1858" b="1">
                <a:solidFill>
                  <a:srgbClr val="278766"/>
                </a:solidFill>
                <a:latin typeface="Nimbus Sans"/>
                <a:ea typeface="Nimbus Sans"/>
                <a:cs typeface="Nimbus Sans"/>
              </a:defRPr>
            </a:lvl5pPr>
            <a:lvl6pPr algn="l">
              <a:defRPr sz="1858" b="1">
                <a:solidFill>
                  <a:srgbClr val="278766"/>
                </a:solidFill>
                <a:latin typeface="Nimbus Sans"/>
                <a:ea typeface="Nimbus Sans"/>
                <a:cs typeface="Nimbus Sans"/>
              </a:defRPr>
            </a:lvl6pPr>
            <a:lvl7pPr algn="l">
              <a:defRPr sz="1858" b="1">
                <a:solidFill>
                  <a:srgbClr val="278766"/>
                </a:solidFill>
                <a:latin typeface="Nimbus Sans"/>
                <a:ea typeface="Nimbus Sans"/>
                <a:cs typeface="Nimbus Sans"/>
              </a:defRPr>
            </a:lvl7pPr>
            <a:lvl8pPr algn="l">
              <a:defRPr sz="1858" b="1">
                <a:solidFill>
                  <a:srgbClr val="278766"/>
                </a:solidFill>
                <a:latin typeface="Nimbus Sans"/>
                <a:ea typeface="Nimbus Sans"/>
                <a:cs typeface="Nimbus Sans"/>
              </a:defRPr>
            </a:lvl8pPr>
            <a:lvl9pPr algn="l">
              <a:defRPr sz="1858" b="1">
                <a:solidFill>
                  <a:srgbClr val="278766"/>
                </a:solidFill>
                <a:latin typeface="Nimbus Sans"/>
                <a:ea typeface="Nimbus Sans"/>
                <a:cs typeface="Nimbus Sans"/>
              </a:defRPr>
            </a:lvl9pPr>
          </a:lstStyle>
          <a:p xmlns:a="http://schemas.openxmlformats.org/drawingml/2006/main">
            <a:pPr algn="l">
              <a:defRPr sz="1858" b="1">
                <a:solidFill>
                  <a:srgbClr val="278766"/>
                </a:solidFill>
                <a:latin typeface="Nimbus Sans"/>
                <a:ea typeface="Nimbus Sans"/>
                <a:cs typeface="Nimbus Sans"/>
              </a:defRPr>
            </a:pPr>
            <a:r>
              <a:rPr sz="1858" b="1">
                <a:solidFill>
                  <a:srgbClr val="278766"/>
                </a:solidFill>
                <a:latin typeface="Nimbus Sans"/>
                <a:ea typeface="Nimbus Sans"/>
                <a:cs typeface="Nimbus Sans"/>
              </a:rPr>
              <a:t>N4</a:t>
            </a:r>
          </a:p>
        </p:txBody>
      </p:sp>
      <p:sp>
        <p:nvSpPr>
          <p:cNvPr id="18" name="f61">
            <a:extLst xmlns:a="http://schemas.openxmlformats.org/drawingml/2006/main">
              <a:ext uri="{FF2B5EF4-FFF2-40B4-BE49-F238E27FC236}">
                <a16:creationId xmlns:a16="http://schemas.microsoft.com/office/drawing/2014/main" id="{9ED698B5-1C3E-4943-8D72-EE626A3AD3BB}"/>
              </a:ext>
            </a:extLst>
          </p:cNvPr>
          <p:cNvSpPr>
            <a:spLocks xmlns:a="http://schemas.openxmlformats.org/drawingml/2006/main" noGrp="1"/>
          </p:cNvSpPr>
          <p:nvPr/>
        </p:nvSpPr>
        <p:spPr>
          <a:xfrm xmlns:a="http://schemas.openxmlformats.org/drawingml/2006/main">
            <a:off x="2286420" y="7423166"/>
            <a:ext cx="511225" cy="3793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13" b="1">
                <a:solidFill>
                  <a:srgbClr val="1C2A40"/>
                </a:solidFill>
                <a:latin typeface="Nimbus Sans"/>
                <a:ea typeface="Nimbus Sans"/>
                <a:cs typeface="Nimbus Sans"/>
              </a:defRPr>
            </a:defPPr>
            <a:lvl1pPr algn="l">
              <a:defRPr sz="2213" b="1">
                <a:solidFill>
                  <a:srgbClr val="1C2A40"/>
                </a:solidFill>
                <a:latin typeface="Nimbus Sans"/>
                <a:ea typeface="Nimbus Sans"/>
                <a:cs typeface="Nimbus Sans"/>
              </a:defRPr>
            </a:lvl1pPr>
            <a:lvl2pPr algn="l">
              <a:defRPr sz="2213" b="1">
                <a:solidFill>
                  <a:srgbClr val="1C2A40"/>
                </a:solidFill>
                <a:latin typeface="Nimbus Sans"/>
                <a:ea typeface="Nimbus Sans"/>
                <a:cs typeface="Nimbus Sans"/>
              </a:defRPr>
            </a:lvl2pPr>
            <a:lvl3pPr algn="l">
              <a:defRPr sz="2213" b="1">
                <a:solidFill>
                  <a:srgbClr val="1C2A40"/>
                </a:solidFill>
                <a:latin typeface="Nimbus Sans"/>
                <a:ea typeface="Nimbus Sans"/>
                <a:cs typeface="Nimbus Sans"/>
              </a:defRPr>
            </a:lvl3pPr>
            <a:lvl4pPr algn="l">
              <a:defRPr sz="2213" b="1">
                <a:solidFill>
                  <a:srgbClr val="1C2A40"/>
                </a:solidFill>
                <a:latin typeface="Nimbus Sans"/>
                <a:ea typeface="Nimbus Sans"/>
                <a:cs typeface="Nimbus Sans"/>
              </a:defRPr>
            </a:lvl4pPr>
            <a:lvl5pPr algn="l">
              <a:defRPr sz="2213" b="1">
                <a:solidFill>
                  <a:srgbClr val="1C2A40"/>
                </a:solidFill>
                <a:latin typeface="Nimbus Sans"/>
                <a:ea typeface="Nimbus Sans"/>
                <a:cs typeface="Nimbus Sans"/>
              </a:defRPr>
            </a:lvl5pPr>
            <a:lvl6pPr algn="l">
              <a:defRPr sz="2213" b="1">
                <a:solidFill>
                  <a:srgbClr val="1C2A40"/>
                </a:solidFill>
                <a:latin typeface="Nimbus Sans"/>
                <a:ea typeface="Nimbus Sans"/>
                <a:cs typeface="Nimbus Sans"/>
              </a:defRPr>
            </a:lvl6pPr>
            <a:lvl7pPr algn="l">
              <a:defRPr sz="2213" b="1">
                <a:solidFill>
                  <a:srgbClr val="1C2A40"/>
                </a:solidFill>
                <a:latin typeface="Nimbus Sans"/>
                <a:ea typeface="Nimbus Sans"/>
                <a:cs typeface="Nimbus Sans"/>
              </a:defRPr>
            </a:lvl7pPr>
            <a:lvl8pPr algn="l">
              <a:defRPr sz="2213" b="1">
                <a:solidFill>
                  <a:srgbClr val="1C2A40"/>
                </a:solidFill>
                <a:latin typeface="Nimbus Sans"/>
                <a:ea typeface="Nimbus Sans"/>
                <a:cs typeface="Nimbus Sans"/>
              </a:defRPr>
            </a:lvl8pPr>
            <a:lvl9pPr algn="l">
              <a:defRPr sz="2213" b="1">
                <a:solidFill>
                  <a:srgbClr val="1C2A40"/>
                </a:solidFill>
                <a:latin typeface="Nimbus Sans"/>
                <a:ea typeface="Nimbus Sans"/>
                <a:cs typeface="Nimbus Sans"/>
              </a:defRPr>
            </a:lvl9pPr>
          </a:lstStyle>
          <a:p xmlns:a="http://schemas.openxmlformats.org/drawingml/2006/main">
            <a:pPr algn="l">
              <a:defRPr sz="2213" b="1">
                <a:solidFill>
                  <a:srgbClr val="1C2A40"/>
                </a:solidFill>
                <a:latin typeface="Nimbus Sans"/>
                <a:ea typeface="Nimbus Sans"/>
                <a:cs typeface="Nimbus Sans"/>
              </a:defRPr>
            </a:pPr>
            <a:r>
              <a:rPr sz="2213" b="1">
                <a:solidFill>
                  <a:srgbClr val="1C2A40"/>
                </a:solidFill>
                <a:latin typeface="Nimbus Sans"/>
                <a:ea typeface="Nimbus Sans"/>
                <a:cs typeface="Nimbus Sans"/>
              </a:rPr>
              <a:t>UE</a:t>
            </a:r>
          </a:p>
        </p:txBody>
      </p:sp>
      <p:sp>
        <p:nvSpPr>
          <p:cNvPr id="19" name="f62">
            <a:extLst xmlns:a="http://schemas.openxmlformats.org/drawingml/2006/main">
              <a:ext uri="{FF2B5EF4-FFF2-40B4-BE49-F238E27FC236}">
                <a16:creationId xmlns:a16="http://schemas.microsoft.com/office/drawing/2014/main" id="{ECD46024-5D4A-4182-80FA-39913F96F251}"/>
              </a:ext>
            </a:extLst>
          </p:cNvPr>
          <p:cNvSpPr>
            <a:spLocks xmlns:a="http://schemas.openxmlformats.org/drawingml/2006/main" noGrp="1"/>
          </p:cNvSpPr>
          <p:nvPr/>
        </p:nvSpPr>
        <p:spPr>
          <a:xfrm xmlns:a="http://schemas.openxmlformats.org/drawingml/2006/main">
            <a:off x="3753609" y="7423166"/>
            <a:ext cx="701427" cy="3793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13" b="1">
                <a:solidFill>
                  <a:srgbClr val="1C2A40"/>
                </a:solidFill>
                <a:latin typeface="Nimbus Sans"/>
                <a:ea typeface="Nimbus Sans"/>
                <a:cs typeface="Nimbus Sans"/>
              </a:defRPr>
            </a:defPPr>
            <a:lvl1pPr algn="l">
              <a:defRPr sz="2213" b="1">
                <a:solidFill>
                  <a:srgbClr val="1C2A40"/>
                </a:solidFill>
                <a:latin typeface="Nimbus Sans"/>
                <a:ea typeface="Nimbus Sans"/>
                <a:cs typeface="Nimbus Sans"/>
              </a:defRPr>
            </a:lvl1pPr>
            <a:lvl2pPr algn="l">
              <a:defRPr sz="2213" b="1">
                <a:solidFill>
                  <a:srgbClr val="1C2A40"/>
                </a:solidFill>
                <a:latin typeface="Nimbus Sans"/>
                <a:ea typeface="Nimbus Sans"/>
                <a:cs typeface="Nimbus Sans"/>
              </a:defRPr>
            </a:lvl2pPr>
            <a:lvl3pPr algn="l">
              <a:defRPr sz="2213" b="1">
                <a:solidFill>
                  <a:srgbClr val="1C2A40"/>
                </a:solidFill>
                <a:latin typeface="Nimbus Sans"/>
                <a:ea typeface="Nimbus Sans"/>
                <a:cs typeface="Nimbus Sans"/>
              </a:defRPr>
            </a:lvl3pPr>
            <a:lvl4pPr algn="l">
              <a:defRPr sz="2213" b="1">
                <a:solidFill>
                  <a:srgbClr val="1C2A40"/>
                </a:solidFill>
                <a:latin typeface="Nimbus Sans"/>
                <a:ea typeface="Nimbus Sans"/>
                <a:cs typeface="Nimbus Sans"/>
              </a:defRPr>
            </a:lvl4pPr>
            <a:lvl5pPr algn="l">
              <a:defRPr sz="2213" b="1">
                <a:solidFill>
                  <a:srgbClr val="1C2A40"/>
                </a:solidFill>
                <a:latin typeface="Nimbus Sans"/>
                <a:ea typeface="Nimbus Sans"/>
                <a:cs typeface="Nimbus Sans"/>
              </a:defRPr>
            </a:lvl5pPr>
            <a:lvl6pPr algn="l">
              <a:defRPr sz="2213" b="1">
                <a:solidFill>
                  <a:srgbClr val="1C2A40"/>
                </a:solidFill>
                <a:latin typeface="Nimbus Sans"/>
                <a:ea typeface="Nimbus Sans"/>
                <a:cs typeface="Nimbus Sans"/>
              </a:defRPr>
            </a:lvl6pPr>
            <a:lvl7pPr algn="l">
              <a:defRPr sz="2213" b="1">
                <a:solidFill>
                  <a:srgbClr val="1C2A40"/>
                </a:solidFill>
                <a:latin typeface="Nimbus Sans"/>
                <a:ea typeface="Nimbus Sans"/>
                <a:cs typeface="Nimbus Sans"/>
              </a:defRPr>
            </a:lvl7pPr>
            <a:lvl8pPr algn="l">
              <a:defRPr sz="2213" b="1">
                <a:solidFill>
                  <a:srgbClr val="1C2A40"/>
                </a:solidFill>
                <a:latin typeface="Nimbus Sans"/>
                <a:ea typeface="Nimbus Sans"/>
                <a:cs typeface="Nimbus Sans"/>
              </a:defRPr>
            </a:lvl8pPr>
            <a:lvl9pPr algn="l">
              <a:defRPr sz="2213" b="1">
                <a:solidFill>
                  <a:srgbClr val="1C2A40"/>
                </a:solidFill>
                <a:latin typeface="Nimbus Sans"/>
                <a:ea typeface="Nimbus Sans"/>
                <a:cs typeface="Nimbus Sans"/>
              </a:defRPr>
            </a:lvl9pPr>
          </a:lstStyle>
          <a:p xmlns:a="http://schemas.openxmlformats.org/drawingml/2006/main">
            <a:pPr algn="l">
              <a:defRPr sz="2213" b="1">
                <a:solidFill>
                  <a:srgbClr val="1C2A40"/>
                </a:solidFill>
                <a:latin typeface="Nimbus Sans"/>
                <a:ea typeface="Nimbus Sans"/>
                <a:cs typeface="Nimbus Sans"/>
              </a:defRPr>
            </a:pPr>
            <a:r>
              <a:rPr sz="2213" b="1">
                <a:solidFill>
                  <a:srgbClr val="1C2A40"/>
                </a:solidFill>
                <a:latin typeface="Nimbus Sans"/>
                <a:ea typeface="Nimbus Sans"/>
                <a:cs typeface="Nimbus Sans"/>
              </a:rPr>
              <a:t>gNB</a:t>
            </a:r>
          </a:p>
        </p:txBody>
      </p:sp>
      <p:sp>
        <p:nvSpPr>
          <p:cNvPr id="20" name="f63">
            <a:extLst xmlns:a="http://schemas.openxmlformats.org/drawingml/2006/main">
              <a:ext uri="{FF2B5EF4-FFF2-40B4-BE49-F238E27FC236}">
                <a16:creationId xmlns:a16="http://schemas.microsoft.com/office/drawing/2014/main" id="{F5865B97-6B12-4EED-81AB-E47F70040FAE}"/>
              </a:ext>
            </a:extLst>
          </p:cNvPr>
          <p:cNvSpPr>
            <a:spLocks xmlns:a="http://schemas.openxmlformats.org/drawingml/2006/main" noGrp="1"/>
          </p:cNvSpPr>
          <p:nvPr/>
        </p:nvSpPr>
        <p:spPr>
          <a:xfrm xmlns:a="http://schemas.openxmlformats.org/drawingml/2006/main">
            <a:off x="5018946" y="5313737"/>
            <a:ext cx="418654" cy="31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58" b="1">
                <a:solidFill>
                  <a:srgbClr val="278766"/>
                </a:solidFill>
                <a:latin typeface="Nimbus Sans"/>
                <a:ea typeface="Nimbus Sans"/>
                <a:cs typeface="Nimbus Sans"/>
              </a:defRPr>
            </a:defPPr>
            <a:lvl1pPr algn="l">
              <a:defRPr sz="1858" b="1">
                <a:solidFill>
                  <a:srgbClr val="278766"/>
                </a:solidFill>
                <a:latin typeface="Nimbus Sans"/>
                <a:ea typeface="Nimbus Sans"/>
                <a:cs typeface="Nimbus Sans"/>
              </a:defRPr>
            </a:lvl1pPr>
            <a:lvl2pPr algn="l">
              <a:defRPr sz="1858" b="1">
                <a:solidFill>
                  <a:srgbClr val="278766"/>
                </a:solidFill>
                <a:latin typeface="Nimbus Sans"/>
                <a:ea typeface="Nimbus Sans"/>
                <a:cs typeface="Nimbus Sans"/>
              </a:defRPr>
            </a:lvl2pPr>
            <a:lvl3pPr algn="l">
              <a:defRPr sz="1858" b="1">
                <a:solidFill>
                  <a:srgbClr val="278766"/>
                </a:solidFill>
                <a:latin typeface="Nimbus Sans"/>
                <a:ea typeface="Nimbus Sans"/>
                <a:cs typeface="Nimbus Sans"/>
              </a:defRPr>
            </a:lvl3pPr>
            <a:lvl4pPr algn="l">
              <a:defRPr sz="1858" b="1">
                <a:solidFill>
                  <a:srgbClr val="278766"/>
                </a:solidFill>
                <a:latin typeface="Nimbus Sans"/>
                <a:ea typeface="Nimbus Sans"/>
                <a:cs typeface="Nimbus Sans"/>
              </a:defRPr>
            </a:lvl4pPr>
            <a:lvl5pPr algn="l">
              <a:defRPr sz="1858" b="1">
                <a:solidFill>
                  <a:srgbClr val="278766"/>
                </a:solidFill>
                <a:latin typeface="Nimbus Sans"/>
                <a:ea typeface="Nimbus Sans"/>
                <a:cs typeface="Nimbus Sans"/>
              </a:defRPr>
            </a:lvl5pPr>
            <a:lvl6pPr algn="l">
              <a:defRPr sz="1858" b="1">
                <a:solidFill>
                  <a:srgbClr val="278766"/>
                </a:solidFill>
                <a:latin typeface="Nimbus Sans"/>
                <a:ea typeface="Nimbus Sans"/>
                <a:cs typeface="Nimbus Sans"/>
              </a:defRPr>
            </a:lvl6pPr>
            <a:lvl7pPr algn="l">
              <a:defRPr sz="1858" b="1">
                <a:solidFill>
                  <a:srgbClr val="278766"/>
                </a:solidFill>
                <a:latin typeface="Nimbus Sans"/>
                <a:ea typeface="Nimbus Sans"/>
                <a:cs typeface="Nimbus Sans"/>
              </a:defRPr>
            </a:lvl7pPr>
            <a:lvl8pPr algn="l">
              <a:defRPr sz="1858" b="1">
                <a:solidFill>
                  <a:srgbClr val="278766"/>
                </a:solidFill>
                <a:latin typeface="Nimbus Sans"/>
                <a:ea typeface="Nimbus Sans"/>
                <a:cs typeface="Nimbus Sans"/>
              </a:defRPr>
            </a:lvl8pPr>
            <a:lvl9pPr algn="l">
              <a:defRPr sz="1858" b="1">
                <a:solidFill>
                  <a:srgbClr val="278766"/>
                </a:solidFill>
                <a:latin typeface="Nimbus Sans"/>
                <a:ea typeface="Nimbus Sans"/>
                <a:cs typeface="Nimbus Sans"/>
              </a:defRPr>
            </a:lvl9pPr>
          </a:lstStyle>
          <a:p xmlns:a="http://schemas.openxmlformats.org/drawingml/2006/main">
            <a:pPr algn="l">
              <a:defRPr sz="1858" b="1">
                <a:solidFill>
                  <a:srgbClr val="278766"/>
                </a:solidFill>
                <a:latin typeface="Nimbus Sans"/>
                <a:ea typeface="Nimbus Sans"/>
                <a:cs typeface="Nimbus Sans"/>
              </a:defRPr>
            </a:pPr>
            <a:r>
              <a:rPr sz="1858" b="1">
                <a:solidFill>
                  <a:srgbClr val="278766"/>
                </a:solidFill>
                <a:latin typeface="Nimbus Sans"/>
                <a:ea typeface="Nimbus Sans"/>
                <a:cs typeface="Nimbus Sans"/>
              </a:rPr>
              <a:t>N2</a:t>
            </a:r>
          </a:p>
        </p:txBody>
      </p:sp>
      <p:sp>
        <p:nvSpPr>
          <p:cNvPr id="21" name="f64">
            <a:extLst xmlns:a="http://schemas.openxmlformats.org/drawingml/2006/main">
              <a:ext uri="{FF2B5EF4-FFF2-40B4-BE49-F238E27FC236}">
                <a16:creationId xmlns:a16="http://schemas.microsoft.com/office/drawing/2014/main" id="{FE99074B-BACB-4F21-8652-FE5EEDC24A3F}"/>
              </a:ext>
            </a:extLst>
          </p:cNvPr>
          <p:cNvSpPr>
            <a:spLocks xmlns:a="http://schemas.openxmlformats.org/drawingml/2006/main" noGrp="1"/>
          </p:cNvSpPr>
          <p:nvPr/>
        </p:nvSpPr>
        <p:spPr>
          <a:xfrm xmlns:a="http://schemas.openxmlformats.org/drawingml/2006/main">
            <a:off x="6206109" y="6403968"/>
            <a:ext cx="418654" cy="31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58" b="1">
                <a:solidFill>
                  <a:srgbClr val="7861AD"/>
                </a:solidFill>
                <a:latin typeface="Nimbus Sans"/>
                <a:ea typeface="Nimbus Sans"/>
                <a:cs typeface="Nimbus Sans"/>
              </a:defRPr>
            </a:defPPr>
            <a:lvl1pPr algn="l">
              <a:defRPr sz="1858" b="1">
                <a:solidFill>
                  <a:srgbClr val="7861AD"/>
                </a:solidFill>
                <a:latin typeface="Nimbus Sans"/>
                <a:ea typeface="Nimbus Sans"/>
                <a:cs typeface="Nimbus Sans"/>
              </a:defRPr>
            </a:lvl1pPr>
            <a:lvl2pPr algn="l">
              <a:defRPr sz="1858" b="1">
                <a:solidFill>
                  <a:srgbClr val="7861AD"/>
                </a:solidFill>
                <a:latin typeface="Nimbus Sans"/>
                <a:ea typeface="Nimbus Sans"/>
                <a:cs typeface="Nimbus Sans"/>
              </a:defRPr>
            </a:lvl2pPr>
            <a:lvl3pPr algn="l">
              <a:defRPr sz="1858" b="1">
                <a:solidFill>
                  <a:srgbClr val="7861AD"/>
                </a:solidFill>
                <a:latin typeface="Nimbus Sans"/>
                <a:ea typeface="Nimbus Sans"/>
                <a:cs typeface="Nimbus Sans"/>
              </a:defRPr>
            </a:lvl3pPr>
            <a:lvl4pPr algn="l">
              <a:defRPr sz="1858" b="1">
                <a:solidFill>
                  <a:srgbClr val="7861AD"/>
                </a:solidFill>
                <a:latin typeface="Nimbus Sans"/>
                <a:ea typeface="Nimbus Sans"/>
                <a:cs typeface="Nimbus Sans"/>
              </a:defRPr>
            </a:lvl4pPr>
            <a:lvl5pPr algn="l">
              <a:defRPr sz="1858" b="1">
                <a:solidFill>
                  <a:srgbClr val="7861AD"/>
                </a:solidFill>
                <a:latin typeface="Nimbus Sans"/>
                <a:ea typeface="Nimbus Sans"/>
                <a:cs typeface="Nimbus Sans"/>
              </a:defRPr>
            </a:lvl5pPr>
            <a:lvl6pPr algn="l">
              <a:defRPr sz="1858" b="1">
                <a:solidFill>
                  <a:srgbClr val="7861AD"/>
                </a:solidFill>
                <a:latin typeface="Nimbus Sans"/>
                <a:ea typeface="Nimbus Sans"/>
                <a:cs typeface="Nimbus Sans"/>
              </a:defRPr>
            </a:lvl6pPr>
            <a:lvl7pPr algn="l">
              <a:defRPr sz="1858" b="1">
                <a:solidFill>
                  <a:srgbClr val="7861AD"/>
                </a:solidFill>
                <a:latin typeface="Nimbus Sans"/>
                <a:ea typeface="Nimbus Sans"/>
                <a:cs typeface="Nimbus Sans"/>
              </a:defRPr>
            </a:lvl7pPr>
            <a:lvl8pPr algn="l">
              <a:defRPr sz="1858" b="1">
                <a:solidFill>
                  <a:srgbClr val="7861AD"/>
                </a:solidFill>
                <a:latin typeface="Nimbus Sans"/>
                <a:ea typeface="Nimbus Sans"/>
                <a:cs typeface="Nimbus Sans"/>
              </a:defRPr>
            </a:lvl8pPr>
            <a:lvl9pPr algn="l">
              <a:defRPr sz="1858" b="1">
                <a:solidFill>
                  <a:srgbClr val="7861AD"/>
                </a:solidFill>
                <a:latin typeface="Nimbus Sans"/>
                <a:ea typeface="Nimbus Sans"/>
                <a:cs typeface="Nimbus Sans"/>
              </a:defRPr>
            </a:lvl9pPr>
          </a:lstStyle>
          <a:p xmlns:a="http://schemas.openxmlformats.org/drawingml/2006/main">
            <a:pPr algn="l">
              <a:defRPr sz="1858" b="1">
                <a:solidFill>
                  <a:srgbClr val="7861AD"/>
                </a:solidFill>
                <a:latin typeface="Nimbus Sans"/>
                <a:ea typeface="Nimbus Sans"/>
                <a:cs typeface="Nimbus Sans"/>
              </a:defRPr>
            </a:pPr>
            <a:r>
              <a:rPr sz="1858" b="1">
                <a:solidFill>
                  <a:srgbClr val="7861AD"/>
                </a:solidFill>
                <a:latin typeface="Nimbus Sans"/>
                <a:ea typeface="Nimbus Sans"/>
                <a:cs typeface="Nimbus Sans"/>
              </a:rPr>
              <a:t>N3</a:t>
            </a:r>
          </a:p>
        </p:txBody>
      </p:sp>
      <p:sp>
        <p:nvSpPr>
          <p:cNvPr id="22" name="f65">
            <a:extLst xmlns:a="http://schemas.openxmlformats.org/drawingml/2006/main">
              <a:ext uri="{FF2B5EF4-FFF2-40B4-BE49-F238E27FC236}">
                <a16:creationId xmlns:a16="http://schemas.microsoft.com/office/drawing/2014/main" id="{65737B06-13A5-49B0-A33D-75C3896591F1}"/>
              </a:ext>
            </a:extLst>
          </p:cNvPr>
          <p:cNvSpPr>
            <a:spLocks xmlns:a="http://schemas.openxmlformats.org/drawingml/2006/main" noGrp="1"/>
          </p:cNvSpPr>
          <p:nvPr/>
        </p:nvSpPr>
        <p:spPr>
          <a:xfrm xmlns:a="http://schemas.openxmlformats.org/drawingml/2006/main">
            <a:off x="10544556" y="6403968"/>
            <a:ext cx="418654" cy="31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58" b="1">
                <a:solidFill>
                  <a:srgbClr val="7861AD"/>
                </a:solidFill>
                <a:latin typeface="Nimbus Sans"/>
                <a:ea typeface="Nimbus Sans"/>
                <a:cs typeface="Nimbus Sans"/>
              </a:defRPr>
            </a:defPPr>
            <a:lvl1pPr algn="l">
              <a:defRPr sz="1858" b="1">
                <a:solidFill>
                  <a:srgbClr val="7861AD"/>
                </a:solidFill>
                <a:latin typeface="Nimbus Sans"/>
                <a:ea typeface="Nimbus Sans"/>
                <a:cs typeface="Nimbus Sans"/>
              </a:defRPr>
            </a:lvl1pPr>
            <a:lvl2pPr algn="l">
              <a:defRPr sz="1858" b="1">
                <a:solidFill>
                  <a:srgbClr val="7861AD"/>
                </a:solidFill>
                <a:latin typeface="Nimbus Sans"/>
                <a:ea typeface="Nimbus Sans"/>
                <a:cs typeface="Nimbus Sans"/>
              </a:defRPr>
            </a:lvl2pPr>
            <a:lvl3pPr algn="l">
              <a:defRPr sz="1858" b="1">
                <a:solidFill>
                  <a:srgbClr val="7861AD"/>
                </a:solidFill>
                <a:latin typeface="Nimbus Sans"/>
                <a:ea typeface="Nimbus Sans"/>
                <a:cs typeface="Nimbus Sans"/>
              </a:defRPr>
            </a:lvl3pPr>
            <a:lvl4pPr algn="l">
              <a:defRPr sz="1858" b="1">
                <a:solidFill>
                  <a:srgbClr val="7861AD"/>
                </a:solidFill>
                <a:latin typeface="Nimbus Sans"/>
                <a:ea typeface="Nimbus Sans"/>
                <a:cs typeface="Nimbus Sans"/>
              </a:defRPr>
            </a:lvl4pPr>
            <a:lvl5pPr algn="l">
              <a:defRPr sz="1858" b="1">
                <a:solidFill>
                  <a:srgbClr val="7861AD"/>
                </a:solidFill>
                <a:latin typeface="Nimbus Sans"/>
                <a:ea typeface="Nimbus Sans"/>
                <a:cs typeface="Nimbus Sans"/>
              </a:defRPr>
            </a:lvl5pPr>
            <a:lvl6pPr algn="l">
              <a:defRPr sz="1858" b="1">
                <a:solidFill>
                  <a:srgbClr val="7861AD"/>
                </a:solidFill>
                <a:latin typeface="Nimbus Sans"/>
                <a:ea typeface="Nimbus Sans"/>
                <a:cs typeface="Nimbus Sans"/>
              </a:defRPr>
            </a:lvl6pPr>
            <a:lvl7pPr algn="l">
              <a:defRPr sz="1858" b="1">
                <a:solidFill>
                  <a:srgbClr val="7861AD"/>
                </a:solidFill>
                <a:latin typeface="Nimbus Sans"/>
                <a:ea typeface="Nimbus Sans"/>
                <a:cs typeface="Nimbus Sans"/>
              </a:defRPr>
            </a:lvl7pPr>
            <a:lvl8pPr algn="l">
              <a:defRPr sz="1858" b="1">
                <a:solidFill>
                  <a:srgbClr val="7861AD"/>
                </a:solidFill>
                <a:latin typeface="Nimbus Sans"/>
                <a:ea typeface="Nimbus Sans"/>
                <a:cs typeface="Nimbus Sans"/>
              </a:defRPr>
            </a:lvl8pPr>
            <a:lvl9pPr algn="l">
              <a:defRPr sz="1858" b="1">
                <a:solidFill>
                  <a:srgbClr val="7861AD"/>
                </a:solidFill>
                <a:latin typeface="Nimbus Sans"/>
                <a:ea typeface="Nimbus Sans"/>
                <a:cs typeface="Nimbus Sans"/>
              </a:defRPr>
            </a:lvl9pPr>
          </a:lstStyle>
          <a:p xmlns:a="http://schemas.openxmlformats.org/drawingml/2006/main">
            <a:pPr algn="l">
              <a:defRPr sz="1858" b="1">
                <a:solidFill>
                  <a:srgbClr val="7861AD"/>
                </a:solidFill>
                <a:latin typeface="Nimbus Sans"/>
                <a:ea typeface="Nimbus Sans"/>
                <a:cs typeface="Nimbus Sans"/>
              </a:defRPr>
            </a:pPr>
            <a:r>
              <a:rPr sz="1858" b="1">
                <a:solidFill>
                  <a:srgbClr val="7861AD"/>
                </a:solidFill>
                <a:latin typeface="Nimbus Sans"/>
                <a:ea typeface="Nimbus Sans"/>
                <a:cs typeface="Nimbus Sans"/>
              </a:rPr>
              <a:t>N6</a:t>
            </a:r>
          </a:p>
        </p:txBody>
      </p:sp>
      <p:sp>
        <p:nvSpPr>
          <p:cNvPr id="23" name="f66">
            <a:extLst xmlns:a="http://schemas.openxmlformats.org/drawingml/2006/main">
              <a:ext uri="{FF2B5EF4-FFF2-40B4-BE49-F238E27FC236}">
                <a16:creationId xmlns:a16="http://schemas.microsoft.com/office/drawing/2014/main" id="{A22FBB40-649E-4414-B499-2F589D7D0A8B}"/>
              </a:ext>
            </a:extLst>
          </p:cNvPr>
          <p:cNvSpPr>
            <a:spLocks xmlns:a="http://schemas.openxmlformats.org/drawingml/2006/main" noGrp="1"/>
          </p:cNvSpPr>
          <p:nvPr/>
        </p:nvSpPr>
        <p:spPr>
          <a:xfrm xmlns:a="http://schemas.openxmlformats.org/drawingml/2006/main">
            <a:off x="12291670" y="7423166"/>
            <a:ext cx="1158925" cy="3793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13" b="1">
                <a:solidFill>
                  <a:srgbClr val="1C2A40"/>
                </a:solidFill>
                <a:latin typeface="Nimbus Sans"/>
                <a:ea typeface="Nimbus Sans"/>
                <a:cs typeface="Nimbus Sans"/>
              </a:defRPr>
            </a:defPPr>
            <a:lvl1pPr algn="l">
              <a:defRPr sz="2213" b="1">
                <a:solidFill>
                  <a:srgbClr val="1C2A40"/>
                </a:solidFill>
                <a:latin typeface="Nimbus Sans"/>
                <a:ea typeface="Nimbus Sans"/>
                <a:cs typeface="Nimbus Sans"/>
              </a:defRPr>
            </a:lvl1pPr>
            <a:lvl2pPr algn="l">
              <a:defRPr sz="2213" b="1">
                <a:solidFill>
                  <a:srgbClr val="1C2A40"/>
                </a:solidFill>
                <a:latin typeface="Nimbus Sans"/>
                <a:ea typeface="Nimbus Sans"/>
                <a:cs typeface="Nimbus Sans"/>
              </a:defRPr>
            </a:lvl2pPr>
            <a:lvl3pPr algn="l">
              <a:defRPr sz="2213" b="1">
                <a:solidFill>
                  <a:srgbClr val="1C2A40"/>
                </a:solidFill>
                <a:latin typeface="Nimbus Sans"/>
                <a:ea typeface="Nimbus Sans"/>
                <a:cs typeface="Nimbus Sans"/>
              </a:defRPr>
            </a:lvl3pPr>
            <a:lvl4pPr algn="l">
              <a:defRPr sz="2213" b="1">
                <a:solidFill>
                  <a:srgbClr val="1C2A40"/>
                </a:solidFill>
                <a:latin typeface="Nimbus Sans"/>
                <a:ea typeface="Nimbus Sans"/>
                <a:cs typeface="Nimbus Sans"/>
              </a:defRPr>
            </a:lvl4pPr>
            <a:lvl5pPr algn="l">
              <a:defRPr sz="2213" b="1">
                <a:solidFill>
                  <a:srgbClr val="1C2A40"/>
                </a:solidFill>
                <a:latin typeface="Nimbus Sans"/>
                <a:ea typeface="Nimbus Sans"/>
                <a:cs typeface="Nimbus Sans"/>
              </a:defRPr>
            </a:lvl5pPr>
            <a:lvl6pPr algn="l">
              <a:defRPr sz="2213" b="1">
                <a:solidFill>
                  <a:srgbClr val="1C2A40"/>
                </a:solidFill>
                <a:latin typeface="Nimbus Sans"/>
                <a:ea typeface="Nimbus Sans"/>
                <a:cs typeface="Nimbus Sans"/>
              </a:defRPr>
            </a:lvl6pPr>
            <a:lvl7pPr algn="l">
              <a:defRPr sz="2213" b="1">
                <a:solidFill>
                  <a:srgbClr val="1C2A40"/>
                </a:solidFill>
                <a:latin typeface="Nimbus Sans"/>
                <a:ea typeface="Nimbus Sans"/>
                <a:cs typeface="Nimbus Sans"/>
              </a:defRPr>
            </a:lvl7pPr>
            <a:lvl8pPr algn="l">
              <a:defRPr sz="2213" b="1">
                <a:solidFill>
                  <a:srgbClr val="1C2A40"/>
                </a:solidFill>
                <a:latin typeface="Nimbus Sans"/>
                <a:ea typeface="Nimbus Sans"/>
                <a:cs typeface="Nimbus Sans"/>
              </a:defRPr>
            </a:lvl8pPr>
            <a:lvl9pPr algn="l">
              <a:defRPr sz="2213" b="1">
                <a:solidFill>
                  <a:srgbClr val="1C2A40"/>
                </a:solidFill>
                <a:latin typeface="Nimbus Sans"/>
                <a:ea typeface="Nimbus Sans"/>
                <a:cs typeface="Nimbus Sans"/>
              </a:defRPr>
            </a:lvl9pPr>
          </a:lstStyle>
          <a:p xmlns:a="http://schemas.openxmlformats.org/drawingml/2006/main">
            <a:pPr algn="l">
              <a:defRPr sz="2213" b="1">
                <a:solidFill>
                  <a:srgbClr val="1C2A40"/>
                </a:solidFill>
                <a:latin typeface="Nimbus Sans"/>
                <a:ea typeface="Nimbus Sans"/>
                <a:cs typeface="Nimbus Sans"/>
              </a:defRPr>
            </a:pPr>
            <a:r>
              <a:rPr sz="2213" b="1">
                <a:solidFill>
                  <a:srgbClr val="1C2A40"/>
                </a:solidFill>
                <a:latin typeface="Nimbus Sans"/>
                <a:ea typeface="Nimbus Sans"/>
                <a:cs typeface="Nimbus Sans"/>
              </a:rPr>
              <a:t>Internet</a:t>
            </a:r>
          </a:p>
        </p:txBody>
      </p:sp>
    </p:spTree>
    <p:extLst>
      <p:ext uri="{BB962C8B-B14F-4D97-AF65-F5344CB8AC3E}">
        <p14:creationId xmlns:p14="http://schemas.microsoft.com/office/powerpoint/2010/main" val="1497803154"/>
      </p:ext>
    </p:extLst>
  </p:cSld>
</p:sld>
</file>

<file path=ppt/slides/slide4.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18" name="f67">
            <a:extLst xmlns:a="http://schemas.openxmlformats.org/drawingml/2006/main">
              <a:ext uri="{FF2B5EF4-FFF2-40B4-BE49-F238E27FC236}">
                <a16:creationId xmlns:a16="http://schemas.microsoft.com/office/drawing/2014/main" id="{545CF73C-0BEC-43B1-A979-8EC0BB60E1F1}"/>
              </a:ext>
            </a:extLst>
          </p:cNvPr>
          <p:cNvSpPr>
            <a:spLocks xmlns:a="http://schemas.openxmlformats.org/drawingml/2006/main" noGrp="1"/>
          </p:cNvSpPr>
          <p:nvPr/>
        </p:nvSpPr>
        <p:spPr>
          <a:xfrm xmlns:a="http://schemas.openxmlformats.org/drawingml/2006/main">
            <a:off x="1066800" y="66675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4264D0"/>
                </a:solidFill>
                <a:latin typeface="Nimbus Sans"/>
                <a:ea typeface="Nimbus Sans"/>
                <a:cs typeface="Nimbus Sans"/>
              </a:defRPr>
            </a:defPPr>
            <a:lvl1pPr algn="l">
              <a:defRPr sz="1500" b="0">
                <a:solidFill>
                  <a:srgbClr val="4264D0"/>
                </a:solidFill>
                <a:latin typeface="Nimbus Sans"/>
                <a:ea typeface="Nimbus Sans"/>
                <a:cs typeface="Nimbus Sans"/>
              </a:defRPr>
            </a:lvl1pPr>
            <a:lvl2pPr algn="l">
              <a:defRPr sz="1500" b="0">
                <a:solidFill>
                  <a:srgbClr val="4264D0"/>
                </a:solidFill>
                <a:latin typeface="Nimbus Sans"/>
                <a:ea typeface="Nimbus Sans"/>
                <a:cs typeface="Nimbus Sans"/>
              </a:defRPr>
            </a:lvl2pPr>
            <a:lvl3pPr algn="l">
              <a:defRPr sz="1500" b="0">
                <a:solidFill>
                  <a:srgbClr val="4264D0"/>
                </a:solidFill>
                <a:latin typeface="Nimbus Sans"/>
                <a:ea typeface="Nimbus Sans"/>
                <a:cs typeface="Nimbus Sans"/>
              </a:defRPr>
            </a:lvl3pPr>
            <a:lvl4pPr algn="l">
              <a:defRPr sz="1500" b="0">
                <a:solidFill>
                  <a:srgbClr val="4264D0"/>
                </a:solidFill>
                <a:latin typeface="Nimbus Sans"/>
                <a:ea typeface="Nimbus Sans"/>
                <a:cs typeface="Nimbus Sans"/>
              </a:defRPr>
            </a:lvl4pPr>
            <a:lvl5pPr algn="l">
              <a:defRPr sz="1500" b="0">
                <a:solidFill>
                  <a:srgbClr val="4264D0"/>
                </a:solidFill>
                <a:latin typeface="Nimbus Sans"/>
                <a:ea typeface="Nimbus Sans"/>
                <a:cs typeface="Nimbus Sans"/>
              </a:defRPr>
            </a:lvl5pPr>
            <a:lvl6pPr algn="l">
              <a:defRPr sz="1500" b="0">
                <a:solidFill>
                  <a:srgbClr val="4264D0"/>
                </a:solidFill>
                <a:latin typeface="Nimbus Sans"/>
                <a:ea typeface="Nimbus Sans"/>
                <a:cs typeface="Nimbus Sans"/>
              </a:defRPr>
            </a:lvl6pPr>
            <a:lvl7pPr algn="l">
              <a:defRPr sz="1500" b="0">
                <a:solidFill>
                  <a:srgbClr val="4264D0"/>
                </a:solidFill>
                <a:latin typeface="Nimbus Sans"/>
                <a:ea typeface="Nimbus Sans"/>
                <a:cs typeface="Nimbus Sans"/>
              </a:defRPr>
            </a:lvl7pPr>
            <a:lvl8pPr algn="l">
              <a:defRPr sz="1500" b="0">
                <a:solidFill>
                  <a:srgbClr val="4264D0"/>
                </a:solidFill>
                <a:latin typeface="Nimbus Sans"/>
                <a:ea typeface="Nimbus Sans"/>
                <a:cs typeface="Nimbus Sans"/>
              </a:defRPr>
            </a:lvl8pPr>
            <a:lvl9pPr algn="l">
              <a:defRPr sz="1500" b="0">
                <a:solidFill>
                  <a:srgbClr val="4264D0"/>
                </a:solidFill>
                <a:latin typeface="Nimbus Sans"/>
                <a:ea typeface="Nimbus Sans"/>
                <a:cs typeface="Nimbus Sans"/>
              </a:defRPr>
            </a:lvl9pPr>
          </a:lstStyle>
          <a:p xmlns:a="http://schemas.openxmlformats.org/drawingml/2006/main">
            <a:pPr algn="l">
              <a:defRPr sz="1500" b="0">
                <a:solidFill>
                  <a:srgbClr val="4264D0"/>
                </a:solidFill>
                <a:latin typeface="Nimbus Sans"/>
                <a:ea typeface="Nimbus Sans"/>
                <a:cs typeface="Nimbus Sans"/>
              </a:defRPr>
            </a:pPr>
            <a:r>
              <a:rPr sz="1500" b="0">
                <a:solidFill>
                  <a:srgbClr val="4264D0"/>
                </a:solidFill>
                <a:latin typeface="Nimbus Sans"/>
                <a:ea typeface="Nimbus Sans"/>
                <a:cs typeface="Nimbus Sans"/>
              </a:rPr>
              <a:t>1° CONTRIBUTO</a:t>
            </a:r>
          </a:p>
        </p:txBody>
      </p:sp>
      <p:sp>
        <p:nvSpPr>
          <p:cNvPr id="2" name="f68">
            <a:extLst xmlns:a="http://schemas.openxmlformats.org/drawingml/2006/main">
              <a:ext uri="{FF2B5EF4-FFF2-40B4-BE49-F238E27FC236}">
                <a16:creationId xmlns:a16="http://schemas.microsoft.com/office/drawing/2014/main" id="{9560B7C4-1830-429D-8ADC-25A32503D72A}"/>
              </a:ext>
            </a:extLst>
          </p:cNvPr>
          <p:cNvSpPr>
            <a:spLocks xmlns:a="http://schemas.openxmlformats.org/drawingml/2006/main" noGrp="1"/>
          </p:cNvSpPr>
          <p:nvPr/>
        </p:nvSpPr>
        <p:spPr>
          <a:xfrm xmlns:a="http://schemas.openxmlformats.org/drawingml/2006/main">
            <a:off x="12858750" y="666750"/>
            <a:ext cx="131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350" b="0">
                <a:solidFill>
                  <a:srgbClr val="52627B"/>
                </a:solidFill>
                <a:latin typeface="Nimbus Sans"/>
                <a:ea typeface="Nimbus Sans"/>
                <a:cs typeface="Nimbus Sans"/>
              </a:defRPr>
            </a:defPPr>
            <a:lvl1pPr algn="r">
              <a:defRPr sz="1350" b="0">
                <a:solidFill>
                  <a:srgbClr val="52627B"/>
                </a:solidFill>
                <a:latin typeface="Nimbus Sans"/>
                <a:ea typeface="Nimbus Sans"/>
                <a:cs typeface="Nimbus Sans"/>
              </a:defRPr>
            </a:lvl1pPr>
            <a:lvl2pPr algn="r">
              <a:defRPr sz="1350" b="0">
                <a:solidFill>
                  <a:srgbClr val="52627B"/>
                </a:solidFill>
                <a:latin typeface="Nimbus Sans"/>
                <a:ea typeface="Nimbus Sans"/>
                <a:cs typeface="Nimbus Sans"/>
              </a:defRPr>
            </a:lvl2pPr>
            <a:lvl3pPr algn="r">
              <a:defRPr sz="1350" b="0">
                <a:solidFill>
                  <a:srgbClr val="52627B"/>
                </a:solidFill>
                <a:latin typeface="Nimbus Sans"/>
                <a:ea typeface="Nimbus Sans"/>
                <a:cs typeface="Nimbus Sans"/>
              </a:defRPr>
            </a:lvl3pPr>
            <a:lvl4pPr algn="r">
              <a:defRPr sz="1350" b="0">
                <a:solidFill>
                  <a:srgbClr val="52627B"/>
                </a:solidFill>
                <a:latin typeface="Nimbus Sans"/>
                <a:ea typeface="Nimbus Sans"/>
                <a:cs typeface="Nimbus Sans"/>
              </a:defRPr>
            </a:lvl4pPr>
            <a:lvl5pPr algn="r">
              <a:defRPr sz="1350" b="0">
                <a:solidFill>
                  <a:srgbClr val="52627B"/>
                </a:solidFill>
                <a:latin typeface="Nimbus Sans"/>
                <a:ea typeface="Nimbus Sans"/>
                <a:cs typeface="Nimbus Sans"/>
              </a:defRPr>
            </a:lvl5pPr>
            <a:lvl6pPr algn="r">
              <a:defRPr sz="1350" b="0">
                <a:solidFill>
                  <a:srgbClr val="52627B"/>
                </a:solidFill>
                <a:latin typeface="Nimbus Sans"/>
                <a:ea typeface="Nimbus Sans"/>
                <a:cs typeface="Nimbus Sans"/>
              </a:defRPr>
            </a:lvl6pPr>
            <a:lvl7pPr algn="r">
              <a:defRPr sz="1350" b="0">
                <a:solidFill>
                  <a:srgbClr val="52627B"/>
                </a:solidFill>
                <a:latin typeface="Nimbus Sans"/>
                <a:ea typeface="Nimbus Sans"/>
                <a:cs typeface="Nimbus Sans"/>
              </a:defRPr>
            </a:lvl7pPr>
            <a:lvl8pPr algn="r">
              <a:defRPr sz="1350" b="0">
                <a:solidFill>
                  <a:srgbClr val="52627B"/>
                </a:solidFill>
                <a:latin typeface="Nimbus Sans"/>
                <a:ea typeface="Nimbus Sans"/>
                <a:cs typeface="Nimbus Sans"/>
              </a:defRPr>
            </a:lvl8pPr>
            <a:lvl9pPr algn="r">
              <a:defRPr sz="1350" b="0">
                <a:solidFill>
                  <a:srgbClr val="52627B"/>
                </a:solidFill>
                <a:latin typeface="Nimbus Sans"/>
                <a:ea typeface="Nimbus Sans"/>
                <a:cs typeface="Nimbus Sans"/>
              </a:defRPr>
            </a:lvl9pPr>
          </a:lstStyle>
          <a:p xmlns:a="http://schemas.openxmlformats.org/drawingml/2006/main">
            <a:pPr algn="r">
              <a:defRPr sz="1350" b="0">
                <a:solidFill>
                  <a:srgbClr val="52627B"/>
                </a:solidFill>
                <a:latin typeface="Nimbus Sans"/>
                <a:ea typeface="Nimbus Sans"/>
                <a:cs typeface="Nimbus Sans"/>
              </a:defRPr>
            </a:pPr>
            <a:r>
              <a:rPr sz="1350" b="0">
                <a:solidFill>
                  <a:srgbClr val="52627B"/>
                </a:solidFill>
                <a:latin typeface="Nimbus Sans"/>
                <a:ea typeface="Nimbus Sans"/>
                <a:cs typeface="Nimbus Sans"/>
              </a:rPr>
              <a:t>04 / 07</a:t>
            </a:r>
          </a:p>
        </p:txBody>
      </p:sp>
      <p:sp>
        <p:nvSpPr>
          <p:cNvPr id="3" name="f69">
            <a:extLst xmlns:a="http://schemas.openxmlformats.org/drawingml/2006/main">
              <a:ext uri="{FF2B5EF4-FFF2-40B4-BE49-F238E27FC236}">
                <a16:creationId xmlns:a16="http://schemas.microsoft.com/office/drawing/2014/main" id="{3175A81D-A993-4EF3-84CA-BE44A5CFAA5C}"/>
              </a:ext>
            </a:extLst>
          </p:cNvPr>
          <p:cNvSpPr>
            <a:spLocks xmlns:a="http://schemas.openxmlformats.org/drawingml/2006/main" noGrp="1"/>
          </p:cNvSpPr>
          <p:nvPr/>
        </p:nvSpPr>
        <p:spPr>
          <a:xfrm xmlns:a="http://schemas.openxmlformats.org/drawingml/2006/main">
            <a:off x="1066800" y="1200150"/>
            <a:ext cx="13106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182536"/>
                </a:solidFill>
                <a:latin typeface="Nimbus Sans"/>
                <a:ea typeface="Nimbus Sans"/>
                <a:cs typeface="Nimbus Sans"/>
              </a:defRPr>
            </a:defPPr>
            <a:lvl1pPr algn="l">
              <a:defRPr sz="4050" b="1">
                <a:solidFill>
                  <a:srgbClr val="182536"/>
                </a:solidFill>
                <a:latin typeface="Nimbus Sans"/>
                <a:ea typeface="Nimbus Sans"/>
                <a:cs typeface="Nimbus Sans"/>
              </a:defRPr>
            </a:lvl1pPr>
            <a:lvl2pPr algn="l">
              <a:defRPr sz="4050" b="1">
                <a:solidFill>
                  <a:srgbClr val="182536"/>
                </a:solidFill>
                <a:latin typeface="Nimbus Sans"/>
                <a:ea typeface="Nimbus Sans"/>
                <a:cs typeface="Nimbus Sans"/>
              </a:defRPr>
            </a:lvl2pPr>
            <a:lvl3pPr algn="l">
              <a:defRPr sz="4050" b="1">
                <a:solidFill>
                  <a:srgbClr val="182536"/>
                </a:solidFill>
                <a:latin typeface="Nimbus Sans"/>
                <a:ea typeface="Nimbus Sans"/>
                <a:cs typeface="Nimbus Sans"/>
              </a:defRPr>
            </a:lvl3pPr>
            <a:lvl4pPr algn="l">
              <a:defRPr sz="4050" b="1">
                <a:solidFill>
                  <a:srgbClr val="182536"/>
                </a:solidFill>
                <a:latin typeface="Nimbus Sans"/>
                <a:ea typeface="Nimbus Sans"/>
                <a:cs typeface="Nimbus Sans"/>
              </a:defRPr>
            </a:lvl4pPr>
            <a:lvl5pPr algn="l">
              <a:defRPr sz="4050" b="1">
                <a:solidFill>
                  <a:srgbClr val="182536"/>
                </a:solidFill>
                <a:latin typeface="Nimbus Sans"/>
                <a:ea typeface="Nimbus Sans"/>
                <a:cs typeface="Nimbus Sans"/>
              </a:defRPr>
            </a:lvl5pPr>
            <a:lvl6pPr algn="l">
              <a:defRPr sz="4050" b="1">
                <a:solidFill>
                  <a:srgbClr val="182536"/>
                </a:solidFill>
                <a:latin typeface="Nimbus Sans"/>
                <a:ea typeface="Nimbus Sans"/>
                <a:cs typeface="Nimbus Sans"/>
              </a:defRPr>
            </a:lvl6pPr>
            <a:lvl7pPr algn="l">
              <a:defRPr sz="4050" b="1">
                <a:solidFill>
                  <a:srgbClr val="182536"/>
                </a:solidFill>
                <a:latin typeface="Nimbus Sans"/>
                <a:ea typeface="Nimbus Sans"/>
                <a:cs typeface="Nimbus Sans"/>
              </a:defRPr>
            </a:lvl7pPr>
            <a:lvl8pPr algn="l">
              <a:defRPr sz="4050" b="1">
                <a:solidFill>
                  <a:srgbClr val="182536"/>
                </a:solidFill>
                <a:latin typeface="Nimbus Sans"/>
                <a:ea typeface="Nimbus Sans"/>
                <a:cs typeface="Nimbus Sans"/>
              </a:defRPr>
            </a:lvl8pPr>
            <a:lvl9pPr algn="l">
              <a:defRPr sz="4050" b="1">
                <a:solidFill>
                  <a:srgbClr val="182536"/>
                </a:solidFill>
                <a:latin typeface="Nimbus Sans"/>
                <a:ea typeface="Nimbus Sans"/>
                <a:cs typeface="Nimbus Sans"/>
              </a:defRPr>
            </a:lvl9pPr>
          </a:lstStyle>
          <a:p xmlns:a="http://schemas.openxmlformats.org/drawingml/2006/main">
            <a:pPr algn="l">
              <a:defRPr sz="4050" b="1">
                <a:solidFill>
                  <a:srgbClr val="182536"/>
                </a:solidFill>
                <a:latin typeface="Nimbus Sans"/>
                <a:ea typeface="Nimbus Sans"/>
                <a:cs typeface="Nimbus Sans"/>
              </a:defRPr>
            </a:pPr>
            <a:r>
              <a:rPr sz="4050" b="1">
                <a:solidFill>
                  <a:srgbClr val="182536"/>
                </a:solidFill>
                <a:latin typeface="Nimbus Sans"/>
                <a:ea typeface="Nimbus Sans"/>
                <a:cs typeface="Nimbus Sans"/>
              </a:rPr>
              <a:t>Dagli SCAS al DSL</a:t>
            </a:r>
          </a:p>
        </p:txBody>
      </p:sp>
      <p:sp>
        <p:nvSpPr>
          <p:cNvPr id="4" name="f70">
            <a:extLst xmlns:a="http://schemas.openxmlformats.org/drawingml/2006/main">
              <a:ext uri="{FF2B5EF4-FFF2-40B4-BE49-F238E27FC236}">
                <a16:creationId xmlns:a16="http://schemas.microsoft.com/office/drawing/2014/main" id="{A2BE4953-CBEA-4FCF-A94E-41B054860346}"/>
              </a:ext>
            </a:extLst>
          </p:cNvPr>
          <p:cNvSpPr>
            <a:spLocks xmlns:a="http://schemas.openxmlformats.org/drawingml/2006/main" noGrp="1"/>
          </p:cNvSpPr>
          <p:nvPr/>
        </p:nvSpPr>
        <p:spPr>
          <a:xfrm xmlns:a="http://schemas.openxmlformats.org/drawingml/2006/main">
            <a:off x="1066800" y="2000250"/>
            <a:ext cx="13106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27B"/>
                </a:solidFill>
                <a:latin typeface="Nimbus Sans"/>
                <a:ea typeface="Nimbus Sans"/>
                <a:cs typeface="Nimbus Sans"/>
              </a:defRPr>
            </a:defPPr>
            <a:lvl1pPr algn="l">
              <a:defRPr sz="2025" b="0">
                <a:solidFill>
                  <a:srgbClr val="52627B"/>
                </a:solidFill>
                <a:latin typeface="Nimbus Sans"/>
                <a:ea typeface="Nimbus Sans"/>
                <a:cs typeface="Nimbus Sans"/>
              </a:defRPr>
            </a:lvl1pPr>
            <a:lvl2pPr algn="l">
              <a:defRPr sz="2025" b="0">
                <a:solidFill>
                  <a:srgbClr val="52627B"/>
                </a:solidFill>
                <a:latin typeface="Nimbus Sans"/>
                <a:ea typeface="Nimbus Sans"/>
                <a:cs typeface="Nimbus Sans"/>
              </a:defRPr>
            </a:lvl2pPr>
            <a:lvl3pPr algn="l">
              <a:defRPr sz="2025" b="0">
                <a:solidFill>
                  <a:srgbClr val="52627B"/>
                </a:solidFill>
                <a:latin typeface="Nimbus Sans"/>
                <a:ea typeface="Nimbus Sans"/>
                <a:cs typeface="Nimbus Sans"/>
              </a:defRPr>
            </a:lvl3pPr>
            <a:lvl4pPr algn="l">
              <a:defRPr sz="2025" b="0">
                <a:solidFill>
                  <a:srgbClr val="52627B"/>
                </a:solidFill>
                <a:latin typeface="Nimbus Sans"/>
                <a:ea typeface="Nimbus Sans"/>
                <a:cs typeface="Nimbus Sans"/>
              </a:defRPr>
            </a:lvl4pPr>
            <a:lvl5pPr algn="l">
              <a:defRPr sz="2025" b="0">
                <a:solidFill>
                  <a:srgbClr val="52627B"/>
                </a:solidFill>
                <a:latin typeface="Nimbus Sans"/>
                <a:ea typeface="Nimbus Sans"/>
                <a:cs typeface="Nimbus Sans"/>
              </a:defRPr>
            </a:lvl5pPr>
            <a:lvl6pPr algn="l">
              <a:defRPr sz="2025" b="0">
                <a:solidFill>
                  <a:srgbClr val="52627B"/>
                </a:solidFill>
                <a:latin typeface="Nimbus Sans"/>
                <a:ea typeface="Nimbus Sans"/>
                <a:cs typeface="Nimbus Sans"/>
              </a:defRPr>
            </a:lvl6pPr>
            <a:lvl7pPr algn="l">
              <a:defRPr sz="2025" b="0">
                <a:solidFill>
                  <a:srgbClr val="52627B"/>
                </a:solidFill>
                <a:latin typeface="Nimbus Sans"/>
                <a:ea typeface="Nimbus Sans"/>
                <a:cs typeface="Nimbus Sans"/>
              </a:defRPr>
            </a:lvl7pPr>
            <a:lvl8pPr algn="l">
              <a:defRPr sz="2025" b="0">
                <a:solidFill>
                  <a:srgbClr val="52627B"/>
                </a:solidFill>
                <a:latin typeface="Nimbus Sans"/>
                <a:ea typeface="Nimbus Sans"/>
                <a:cs typeface="Nimbus Sans"/>
              </a:defRPr>
            </a:lvl8pPr>
            <a:lvl9pPr algn="l">
              <a:defRPr sz="2025" b="0">
                <a:solidFill>
                  <a:srgbClr val="52627B"/>
                </a:solidFill>
                <a:latin typeface="Nimbus Sans"/>
                <a:ea typeface="Nimbus Sans"/>
                <a:cs typeface="Nimbus Sans"/>
              </a:defRPr>
            </a:lvl9pPr>
          </a:lstStyle>
          <a:p xmlns:a="http://schemas.openxmlformats.org/drawingml/2006/main">
            <a:pPr algn="l">
              <a:defRPr sz="2025" b="0">
                <a:solidFill>
                  <a:srgbClr val="52627B"/>
                </a:solidFill>
                <a:latin typeface="Nimbus Sans"/>
                <a:ea typeface="Nimbus Sans"/>
                <a:cs typeface="Nimbus Sans"/>
              </a:defRPr>
            </a:pPr>
            <a:r>
              <a:rPr sz="2025" b="0">
                <a:solidFill>
                  <a:srgbClr val="52627B"/>
                </a:solidFill>
                <a:latin typeface="Nimbus Sans"/>
                <a:ea typeface="Nimbus Sans"/>
                <a:cs typeface="Nimbus Sans"/>
              </a:rPr>
              <a:t>Un linguaggio per selezionare i messaggi e descrivere i criteri di verifica.</a:t>
            </a:r>
          </a:p>
        </p:txBody>
      </p:sp>
      <p:sp>
        <p:nvSpPr>
          <p:cNvPr id="5" name="f103">
            <a:extLst xmlns:a="http://schemas.openxmlformats.org/drawingml/2006/main">
              <a:ext uri="{FF2B5EF4-FFF2-40B4-BE49-F238E27FC236}">
                <a16:creationId xmlns:a16="http://schemas.microsoft.com/office/drawing/2014/main" id="{F67A86E4-0AF6-4B59-AB6A-923CB8F0428F}"/>
              </a:ext>
            </a:extLst>
          </p:cNvPr>
          <p:cNvSpPr>
            <a:spLocks xmlns:a="http://schemas.openxmlformats.org/drawingml/2006/main" noGrp="1"/>
          </p:cNvSpPr>
          <p:nvPr/>
        </p:nvSpPr>
        <p:spPr>
          <a:xfrm xmlns:a="http://schemas.openxmlformats.org/drawingml/2006/main">
            <a:off x="1066800" y="2724150"/>
            <a:ext cx="13106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700" b="1">
                <a:solidFill>
                  <a:srgbClr val="182536"/>
                </a:solidFill>
                <a:latin typeface="Nimbus Sans"/>
                <a:ea typeface="Nimbus Sans"/>
                <a:cs typeface="Nimbus Sans"/>
              </a:defRPr>
            </a:defPPr>
            <a:lvl1pPr algn="l">
              <a:defRPr sz="2700" b="1">
                <a:solidFill>
                  <a:srgbClr val="182536"/>
                </a:solidFill>
                <a:latin typeface="Nimbus Sans"/>
                <a:ea typeface="Nimbus Sans"/>
                <a:cs typeface="Nimbus Sans"/>
              </a:defRPr>
            </a:lvl1pPr>
            <a:lvl2pPr algn="l">
              <a:defRPr sz="2700" b="1">
                <a:solidFill>
                  <a:srgbClr val="182536"/>
                </a:solidFill>
                <a:latin typeface="Nimbus Sans"/>
                <a:ea typeface="Nimbus Sans"/>
                <a:cs typeface="Nimbus Sans"/>
              </a:defRPr>
            </a:lvl2pPr>
            <a:lvl3pPr algn="l">
              <a:defRPr sz="2700" b="1">
                <a:solidFill>
                  <a:srgbClr val="182536"/>
                </a:solidFill>
                <a:latin typeface="Nimbus Sans"/>
                <a:ea typeface="Nimbus Sans"/>
                <a:cs typeface="Nimbus Sans"/>
              </a:defRPr>
            </a:lvl3pPr>
            <a:lvl4pPr algn="l">
              <a:defRPr sz="2700" b="1">
                <a:solidFill>
                  <a:srgbClr val="182536"/>
                </a:solidFill>
                <a:latin typeface="Nimbus Sans"/>
                <a:ea typeface="Nimbus Sans"/>
                <a:cs typeface="Nimbus Sans"/>
              </a:defRPr>
            </a:lvl4pPr>
            <a:lvl5pPr algn="l">
              <a:defRPr sz="2700" b="1">
                <a:solidFill>
                  <a:srgbClr val="182536"/>
                </a:solidFill>
                <a:latin typeface="Nimbus Sans"/>
                <a:ea typeface="Nimbus Sans"/>
                <a:cs typeface="Nimbus Sans"/>
              </a:defRPr>
            </a:lvl5pPr>
            <a:lvl6pPr algn="l">
              <a:defRPr sz="2700" b="1">
                <a:solidFill>
                  <a:srgbClr val="182536"/>
                </a:solidFill>
                <a:latin typeface="Nimbus Sans"/>
                <a:ea typeface="Nimbus Sans"/>
                <a:cs typeface="Nimbus Sans"/>
              </a:defRPr>
            </a:lvl6pPr>
            <a:lvl7pPr algn="l">
              <a:defRPr sz="2700" b="1">
                <a:solidFill>
                  <a:srgbClr val="182536"/>
                </a:solidFill>
                <a:latin typeface="Nimbus Sans"/>
                <a:ea typeface="Nimbus Sans"/>
                <a:cs typeface="Nimbus Sans"/>
              </a:defRPr>
            </a:lvl7pPr>
            <a:lvl8pPr algn="l">
              <a:defRPr sz="2700" b="1">
                <a:solidFill>
                  <a:srgbClr val="182536"/>
                </a:solidFill>
                <a:latin typeface="Nimbus Sans"/>
                <a:ea typeface="Nimbus Sans"/>
                <a:cs typeface="Nimbus Sans"/>
              </a:defRPr>
            </a:lvl8pPr>
            <a:lvl9pPr algn="l">
              <a:defRPr sz="2700" b="1">
                <a:solidFill>
                  <a:srgbClr val="182536"/>
                </a:solidFill>
                <a:latin typeface="Nimbus Sans"/>
                <a:ea typeface="Nimbus Sans"/>
                <a:cs typeface="Nimbus Sans"/>
              </a:defRPr>
            </a:lvl9pPr>
          </a:lstStyle>
          <a:p xmlns:a="http://schemas.openxmlformats.org/drawingml/2006/main">
            <a:pPr algn="l">
              <a:defRPr sz="2700" b="1">
                <a:solidFill>
                  <a:srgbClr val="182536"/>
                </a:solidFill>
                <a:latin typeface="Nimbus Sans"/>
                <a:ea typeface="Nimbus Sans"/>
                <a:cs typeface="Nimbus Sans"/>
              </a:defRPr>
            </a:pPr>
            <a:r>
              <a:rPr sz="2700" b="1">
                <a:solidFill>
                  <a:srgbClr val="182536"/>
                </a:solidFill>
                <a:latin typeface="Nimbus Sans"/>
                <a:ea typeface="Nimbus Sans"/>
                <a:cs typeface="Nimbus Sans"/>
              </a:rPr>
              <a:t>NRF Discovery Authorization</a:t>
            </a:r>
          </a:p>
        </p:txBody>
      </p:sp>
      <p:sp>
        <p:nvSpPr>
          <p:cNvPr id="6" name="f104">
            <a:extLst xmlns:a="http://schemas.openxmlformats.org/drawingml/2006/main">
              <a:ext uri="{FF2B5EF4-FFF2-40B4-BE49-F238E27FC236}">
                <a16:creationId xmlns:a16="http://schemas.microsoft.com/office/drawing/2014/main" id="{3C1F1927-3AF0-4815-98F2-5B4BAF168144}"/>
              </a:ext>
            </a:extLst>
          </p:cNvPr>
          <p:cNvSpPr>
            <a:spLocks xmlns:a="http://schemas.openxmlformats.org/drawingml/2006/main" noGrp="1"/>
          </p:cNvSpPr>
          <p:nvPr/>
        </p:nvSpPr>
        <p:spPr>
          <a:xfrm xmlns:a="http://schemas.openxmlformats.org/drawingml/2006/main">
            <a:off x="1066800" y="3381375"/>
            <a:ext cx="7239000" cy="4276725"/>
          </a:xfrm>
          <a:prstGeom xmlns:a="http://schemas.openxmlformats.org/drawingml/2006/main" prst="roundRect">
            <a:avLst>
              <a:gd name="adj" fmla="val 3563"/>
            </a:avLst>
          </a:prstGeom>
          <a:solidFill xmlns:a="http://schemas.openxmlformats.org/drawingml/2006/main">
            <a:srgbClr val="FFFFFF"/>
          </a:solidFill>
          <a:ln xmlns:a="http://schemas.openxmlformats.org/drawingml/2006/main" w="17145">
            <a:solidFill>
              <a:srgbClr val="D9E3EF"/>
            </a:solidFill>
            <a:prstDash val="solid"/>
          </a:ln>
        </p:spPr>
      </p:sp>
      <p:sp>
        <p:nvSpPr>
          <p:cNvPr id="7" name="f105">
            <a:extLst xmlns:a="http://schemas.openxmlformats.org/drawingml/2006/main">
              <a:ext uri="{FF2B5EF4-FFF2-40B4-BE49-F238E27FC236}">
                <a16:creationId xmlns:a16="http://schemas.microsoft.com/office/drawing/2014/main" id="{D7C70755-7A6A-4A13-8EA5-C8BC0578D292}"/>
              </a:ext>
            </a:extLst>
          </p:cNvPr>
          <p:cNvSpPr>
            <a:spLocks xmlns:a="http://schemas.openxmlformats.org/drawingml/2006/main" noGrp="1"/>
          </p:cNvSpPr>
          <p:nvPr/>
        </p:nvSpPr>
        <p:spPr>
          <a:xfrm xmlns:a="http://schemas.openxmlformats.org/drawingml/2006/main">
            <a:off x="1295400" y="4324350"/>
            <a:ext cx="6781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00" b="1">
                <a:solidFill>
                  <a:srgbClr val="4264D0"/>
                </a:solidFill>
                <a:latin typeface="DejaVu Sans Mono"/>
                <a:ea typeface="DejaVu Sans Mono"/>
                <a:cs typeface="DejaVu Sans Mono"/>
              </a:defRPr>
            </a:defPPr>
            <a:lvl1pPr algn="l">
              <a:defRPr sz="2400" b="1">
                <a:solidFill>
                  <a:srgbClr val="4264D0"/>
                </a:solidFill>
                <a:latin typeface="DejaVu Sans Mono"/>
                <a:ea typeface="DejaVu Sans Mono"/>
                <a:cs typeface="DejaVu Sans Mono"/>
              </a:defRPr>
            </a:lvl1pPr>
            <a:lvl2pPr algn="l">
              <a:defRPr sz="2400" b="1">
                <a:solidFill>
                  <a:srgbClr val="4264D0"/>
                </a:solidFill>
                <a:latin typeface="DejaVu Sans Mono"/>
                <a:ea typeface="DejaVu Sans Mono"/>
                <a:cs typeface="DejaVu Sans Mono"/>
              </a:defRPr>
            </a:lvl2pPr>
            <a:lvl3pPr algn="l">
              <a:defRPr sz="2400" b="1">
                <a:solidFill>
                  <a:srgbClr val="4264D0"/>
                </a:solidFill>
                <a:latin typeface="DejaVu Sans Mono"/>
                <a:ea typeface="DejaVu Sans Mono"/>
                <a:cs typeface="DejaVu Sans Mono"/>
              </a:defRPr>
            </a:lvl3pPr>
            <a:lvl4pPr algn="l">
              <a:defRPr sz="2400" b="1">
                <a:solidFill>
                  <a:srgbClr val="4264D0"/>
                </a:solidFill>
                <a:latin typeface="DejaVu Sans Mono"/>
                <a:ea typeface="DejaVu Sans Mono"/>
                <a:cs typeface="DejaVu Sans Mono"/>
              </a:defRPr>
            </a:lvl4pPr>
            <a:lvl5pPr algn="l">
              <a:defRPr sz="2400" b="1">
                <a:solidFill>
                  <a:srgbClr val="4264D0"/>
                </a:solidFill>
                <a:latin typeface="DejaVu Sans Mono"/>
                <a:ea typeface="DejaVu Sans Mono"/>
                <a:cs typeface="DejaVu Sans Mono"/>
              </a:defRPr>
            </a:lvl5pPr>
            <a:lvl6pPr algn="l">
              <a:defRPr sz="2400" b="1">
                <a:solidFill>
                  <a:srgbClr val="4264D0"/>
                </a:solidFill>
                <a:latin typeface="DejaVu Sans Mono"/>
                <a:ea typeface="DejaVu Sans Mono"/>
                <a:cs typeface="DejaVu Sans Mono"/>
              </a:defRPr>
            </a:lvl6pPr>
            <a:lvl7pPr algn="l">
              <a:defRPr sz="2400" b="1">
                <a:solidFill>
                  <a:srgbClr val="4264D0"/>
                </a:solidFill>
                <a:latin typeface="DejaVu Sans Mono"/>
                <a:ea typeface="DejaVu Sans Mono"/>
                <a:cs typeface="DejaVu Sans Mono"/>
              </a:defRPr>
            </a:lvl7pPr>
            <a:lvl8pPr algn="l">
              <a:defRPr sz="2400" b="1">
                <a:solidFill>
                  <a:srgbClr val="4264D0"/>
                </a:solidFill>
                <a:latin typeface="DejaVu Sans Mono"/>
                <a:ea typeface="DejaVu Sans Mono"/>
                <a:cs typeface="DejaVu Sans Mono"/>
              </a:defRPr>
            </a:lvl8pPr>
            <a:lvl9pPr algn="l">
              <a:defRPr sz="2400" b="1">
                <a:solidFill>
                  <a:srgbClr val="4264D0"/>
                </a:solidFill>
                <a:latin typeface="DejaVu Sans Mono"/>
                <a:ea typeface="DejaVu Sans Mono"/>
                <a:cs typeface="DejaVu Sans Mono"/>
              </a:defRPr>
            </a:lvl9pPr>
          </a:lstStyle>
          <a:p xmlns:a="http://schemas.openxmlformats.org/drawingml/2006/main">
            <a:pPr algn="l">
              <a:defRPr sz="2400" b="1">
                <a:solidFill>
                  <a:srgbClr val="4264D0"/>
                </a:solidFill>
                <a:latin typeface="DejaVu Sans Mono"/>
                <a:ea typeface="DejaVu Sans Mono"/>
                <a:cs typeface="DejaVu Sans Mono"/>
              </a:defRPr>
            </a:pPr>
            <a:r>
              <a:rPr sz="2400" b="1">
                <a:solidFill>
                  <a:srgbClr val="4264D0"/>
                </a:solidFill>
                <a:latin typeface="DejaVu Sans Mono"/>
                <a:ea typeface="DejaVu Sans Mono"/>
                <a:cs typeface="DejaVu Sans Mono"/>
              </a:rPr>
              <a:t>SEQUENCE {</a:t>
            </a:r>
          </a:p>
        </p:txBody>
      </p:sp>
      <p:sp>
        <p:nvSpPr>
          <p:cNvPr id="8" name="f106">
            <a:extLst xmlns:a="http://schemas.openxmlformats.org/drawingml/2006/main">
              <a:ext uri="{FF2B5EF4-FFF2-40B4-BE49-F238E27FC236}">
                <a16:creationId xmlns:a16="http://schemas.microsoft.com/office/drawing/2014/main" id="{AAE31310-9EE4-4FC6-8279-F927FB794B51}"/>
              </a:ext>
            </a:extLst>
          </p:cNvPr>
          <p:cNvSpPr>
            <a:spLocks xmlns:a="http://schemas.openxmlformats.org/drawingml/2006/main" noGrp="1"/>
          </p:cNvSpPr>
          <p:nvPr/>
        </p:nvSpPr>
        <p:spPr>
          <a:xfrm xmlns:a="http://schemas.openxmlformats.org/drawingml/2006/main">
            <a:off x="1295400" y="4752975"/>
            <a:ext cx="67818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0">
                <a:solidFill>
                  <a:srgbClr val="182536"/>
                </a:solidFill>
                <a:latin typeface="DejaVu Sans Mono"/>
                <a:ea typeface="DejaVu Sans Mono"/>
                <a:cs typeface="DejaVu Sans Mono"/>
              </a:defRPr>
            </a:defPPr>
            <a:lvl1pPr algn="l">
              <a:defRPr sz="2100" b="0">
                <a:solidFill>
                  <a:srgbClr val="182536"/>
                </a:solidFill>
                <a:latin typeface="DejaVu Sans Mono"/>
                <a:ea typeface="DejaVu Sans Mono"/>
                <a:cs typeface="DejaVu Sans Mono"/>
              </a:defRPr>
            </a:lvl1pPr>
            <a:lvl2pPr algn="l">
              <a:defRPr sz="2100" b="0">
                <a:solidFill>
                  <a:srgbClr val="182536"/>
                </a:solidFill>
                <a:latin typeface="DejaVu Sans Mono"/>
                <a:ea typeface="DejaVu Sans Mono"/>
                <a:cs typeface="DejaVu Sans Mono"/>
              </a:defRPr>
            </a:lvl2pPr>
            <a:lvl3pPr algn="l">
              <a:defRPr sz="2100" b="0">
                <a:solidFill>
                  <a:srgbClr val="182536"/>
                </a:solidFill>
                <a:latin typeface="DejaVu Sans Mono"/>
                <a:ea typeface="DejaVu Sans Mono"/>
                <a:cs typeface="DejaVu Sans Mono"/>
              </a:defRPr>
            </a:lvl3pPr>
            <a:lvl4pPr algn="l">
              <a:defRPr sz="2100" b="0">
                <a:solidFill>
                  <a:srgbClr val="182536"/>
                </a:solidFill>
                <a:latin typeface="DejaVu Sans Mono"/>
                <a:ea typeface="DejaVu Sans Mono"/>
                <a:cs typeface="DejaVu Sans Mono"/>
              </a:defRPr>
            </a:lvl4pPr>
            <a:lvl5pPr algn="l">
              <a:defRPr sz="2100" b="0">
                <a:solidFill>
                  <a:srgbClr val="182536"/>
                </a:solidFill>
                <a:latin typeface="DejaVu Sans Mono"/>
                <a:ea typeface="DejaVu Sans Mono"/>
                <a:cs typeface="DejaVu Sans Mono"/>
              </a:defRPr>
            </a:lvl5pPr>
            <a:lvl6pPr algn="l">
              <a:defRPr sz="2100" b="0">
                <a:solidFill>
                  <a:srgbClr val="182536"/>
                </a:solidFill>
                <a:latin typeface="DejaVu Sans Mono"/>
                <a:ea typeface="DejaVu Sans Mono"/>
                <a:cs typeface="DejaVu Sans Mono"/>
              </a:defRPr>
            </a:lvl6pPr>
            <a:lvl7pPr algn="l">
              <a:defRPr sz="2100" b="0">
                <a:solidFill>
                  <a:srgbClr val="182536"/>
                </a:solidFill>
                <a:latin typeface="DejaVu Sans Mono"/>
                <a:ea typeface="DejaVu Sans Mono"/>
                <a:cs typeface="DejaVu Sans Mono"/>
              </a:defRPr>
            </a:lvl7pPr>
            <a:lvl8pPr algn="l">
              <a:defRPr sz="2100" b="0">
                <a:solidFill>
                  <a:srgbClr val="182536"/>
                </a:solidFill>
                <a:latin typeface="DejaVu Sans Mono"/>
                <a:ea typeface="DejaVu Sans Mono"/>
                <a:cs typeface="DejaVu Sans Mono"/>
              </a:defRPr>
            </a:lvl8pPr>
            <a:lvl9pPr algn="l">
              <a:defRPr sz="2100" b="0">
                <a:solidFill>
                  <a:srgbClr val="182536"/>
                </a:solidFill>
                <a:latin typeface="DejaVu Sans Mono"/>
                <a:ea typeface="DejaVu Sans Mono"/>
                <a:cs typeface="DejaVu Sans Mono"/>
              </a:defRPr>
            </a:lvl9pPr>
          </a:lstStyle>
          <a:p xmlns:a="http://schemas.openxmlformats.org/drawingml/2006/main">
            <a:pPr algn="l">
              <a:defRPr sz="2100" b="0">
                <a:solidFill>
                  <a:srgbClr val="182536"/>
                </a:solidFill>
                <a:latin typeface="DejaVu Sans Mono"/>
                <a:ea typeface="DejaVu Sans Mono"/>
                <a:cs typeface="DejaVu Sans Mono"/>
              </a:defRPr>
            </a:pPr>
            <a:r>
              <a:rPr sz="2100" b="0">
                <a:solidFill>
                  <a:srgbClr val="182536"/>
                </a:solidFill>
                <a:latin typeface="DejaVu Sans Mono"/>
                <a:ea typeface="DejaVu Sans Mono"/>
                <a:cs typeface="DejaVu Sans Mono"/>
              </a:rPr>
              <a:t>  nrf.discovery.request AS request</a:t>
            </a:r>
          </a:p>
          <a:p xmlns:a="http://schemas.openxmlformats.org/drawingml/2006/main">
            <a:pPr algn="l">
              <a:defRPr sz="2100" b="0">
                <a:solidFill>
                  <a:srgbClr val="182536"/>
                </a:solidFill>
                <a:latin typeface="DejaVu Sans Mono"/>
                <a:ea typeface="DejaVu Sans Mono"/>
                <a:cs typeface="DejaVu Sans Mono"/>
              </a:defRPr>
            </a:pPr>
            <a:r>
              <a:rPr sz="2100" b="0">
                <a:solidFill>
                  <a:srgbClr val="182536"/>
                </a:solidFill>
                <a:latin typeface="DejaVu Sans Mono"/>
                <a:ea typeface="DejaVu Sans Mono"/>
                <a:cs typeface="DejaVu Sans Mono"/>
              </a:rPr>
              <a:t>  nrf.discovery.response AS response</a:t>
            </a:r>
          </a:p>
        </p:txBody>
      </p:sp>
      <p:sp>
        <p:nvSpPr>
          <p:cNvPr id="9" name="f107">
            <a:extLst xmlns:a="http://schemas.openxmlformats.org/drawingml/2006/main">
              <a:ext uri="{FF2B5EF4-FFF2-40B4-BE49-F238E27FC236}">
                <a16:creationId xmlns:a16="http://schemas.microsoft.com/office/drawing/2014/main" id="{AB484214-CFD6-41F5-B2B3-237ACDFCCD51}"/>
              </a:ext>
            </a:extLst>
          </p:cNvPr>
          <p:cNvSpPr>
            <a:spLocks xmlns:a="http://schemas.openxmlformats.org/drawingml/2006/main" noGrp="1"/>
          </p:cNvSpPr>
          <p:nvPr/>
        </p:nvSpPr>
        <p:spPr>
          <a:xfrm xmlns:a="http://schemas.openxmlformats.org/drawingml/2006/main">
            <a:off x="1295400" y="5467350"/>
            <a:ext cx="6781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00" b="1">
                <a:solidFill>
                  <a:srgbClr val="4264D0"/>
                </a:solidFill>
                <a:latin typeface="DejaVu Sans Mono"/>
                <a:ea typeface="DejaVu Sans Mono"/>
                <a:cs typeface="DejaVu Sans Mono"/>
              </a:defRPr>
            </a:defPPr>
            <a:lvl1pPr algn="l">
              <a:defRPr sz="2400" b="1">
                <a:solidFill>
                  <a:srgbClr val="4264D0"/>
                </a:solidFill>
                <a:latin typeface="DejaVu Sans Mono"/>
                <a:ea typeface="DejaVu Sans Mono"/>
                <a:cs typeface="DejaVu Sans Mono"/>
              </a:defRPr>
            </a:lvl1pPr>
            <a:lvl2pPr algn="l">
              <a:defRPr sz="2400" b="1">
                <a:solidFill>
                  <a:srgbClr val="4264D0"/>
                </a:solidFill>
                <a:latin typeface="DejaVu Sans Mono"/>
                <a:ea typeface="DejaVu Sans Mono"/>
                <a:cs typeface="DejaVu Sans Mono"/>
              </a:defRPr>
            </a:lvl2pPr>
            <a:lvl3pPr algn="l">
              <a:defRPr sz="2400" b="1">
                <a:solidFill>
                  <a:srgbClr val="4264D0"/>
                </a:solidFill>
                <a:latin typeface="DejaVu Sans Mono"/>
                <a:ea typeface="DejaVu Sans Mono"/>
                <a:cs typeface="DejaVu Sans Mono"/>
              </a:defRPr>
            </a:lvl3pPr>
            <a:lvl4pPr algn="l">
              <a:defRPr sz="2400" b="1">
                <a:solidFill>
                  <a:srgbClr val="4264D0"/>
                </a:solidFill>
                <a:latin typeface="DejaVu Sans Mono"/>
                <a:ea typeface="DejaVu Sans Mono"/>
                <a:cs typeface="DejaVu Sans Mono"/>
              </a:defRPr>
            </a:lvl4pPr>
            <a:lvl5pPr algn="l">
              <a:defRPr sz="2400" b="1">
                <a:solidFill>
                  <a:srgbClr val="4264D0"/>
                </a:solidFill>
                <a:latin typeface="DejaVu Sans Mono"/>
                <a:ea typeface="DejaVu Sans Mono"/>
                <a:cs typeface="DejaVu Sans Mono"/>
              </a:defRPr>
            </a:lvl5pPr>
            <a:lvl6pPr algn="l">
              <a:defRPr sz="2400" b="1">
                <a:solidFill>
                  <a:srgbClr val="4264D0"/>
                </a:solidFill>
                <a:latin typeface="DejaVu Sans Mono"/>
                <a:ea typeface="DejaVu Sans Mono"/>
                <a:cs typeface="DejaVu Sans Mono"/>
              </a:defRPr>
            </a:lvl6pPr>
            <a:lvl7pPr algn="l">
              <a:defRPr sz="2400" b="1">
                <a:solidFill>
                  <a:srgbClr val="4264D0"/>
                </a:solidFill>
                <a:latin typeface="DejaVu Sans Mono"/>
                <a:ea typeface="DejaVu Sans Mono"/>
                <a:cs typeface="DejaVu Sans Mono"/>
              </a:defRPr>
            </a:lvl7pPr>
            <a:lvl8pPr algn="l">
              <a:defRPr sz="2400" b="1">
                <a:solidFill>
                  <a:srgbClr val="4264D0"/>
                </a:solidFill>
                <a:latin typeface="DejaVu Sans Mono"/>
                <a:ea typeface="DejaVu Sans Mono"/>
                <a:cs typeface="DejaVu Sans Mono"/>
              </a:defRPr>
            </a:lvl8pPr>
            <a:lvl9pPr algn="l">
              <a:defRPr sz="2400" b="1">
                <a:solidFill>
                  <a:srgbClr val="4264D0"/>
                </a:solidFill>
                <a:latin typeface="DejaVu Sans Mono"/>
                <a:ea typeface="DejaVu Sans Mono"/>
                <a:cs typeface="DejaVu Sans Mono"/>
              </a:defRPr>
            </a:lvl9pPr>
          </a:lstStyle>
          <a:p xmlns:a="http://schemas.openxmlformats.org/drawingml/2006/main">
            <a:pPr algn="l">
              <a:defRPr sz="2400" b="1">
                <a:solidFill>
                  <a:srgbClr val="4264D0"/>
                </a:solidFill>
                <a:latin typeface="DejaVu Sans Mono"/>
                <a:ea typeface="DejaVu Sans Mono"/>
                <a:cs typeface="DejaVu Sans Mono"/>
              </a:defRPr>
            </a:pPr>
            <a:r>
              <a:rPr sz="2400" b="1">
                <a:solidFill>
                  <a:srgbClr val="4264D0"/>
                </a:solidFill>
                <a:latin typeface="DejaVu Sans Mono"/>
                <a:ea typeface="DejaVu Sans Mono"/>
                <a:cs typeface="DejaVu Sans Mono"/>
              </a:rPr>
              <a:t>}</a:t>
            </a:r>
          </a:p>
        </p:txBody>
      </p:sp>
      <p:sp>
        <p:nvSpPr>
          <p:cNvPr id="10" name="f108">
            <a:extLst xmlns:a="http://schemas.openxmlformats.org/drawingml/2006/main">
              <a:ext uri="{FF2B5EF4-FFF2-40B4-BE49-F238E27FC236}">
                <a16:creationId xmlns:a16="http://schemas.microsoft.com/office/drawing/2014/main" id="{537769B9-C798-452B-910C-91D714FAC3B4}"/>
              </a:ext>
            </a:extLst>
          </p:cNvPr>
          <p:cNvSpPr>
            <a:spLocks xmlns:a="http://schemas.openxmlformats.org/drawingml/2006/main" noGrp="1"/>
          </p:cNvSpPr>
          <p:nvPr/>
        </p:nvSpPr>
        <p:spPr>
          <a:xfrm xmlns:a="http://schemas.openxmlformats.org/drawingml/2006/main">
            <a:off x="1295400" y="6924675"/>
            <a:ext cx="6781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278766"/>
                </a:solidFill>
                <a:latin typeface="DejaVu Sans Mono"/>
                <a:ea typeface="DejaVu Sans Mono"/>
                <a:cs typeface="DejaVu Sans Mono"/>
              </a:defRPr>
            </a:defPPr>
            <a:lvl1pPr algn="l">
              <a:defRPr sz="2250" b="1">
                <a:solidFill>
                  <a:srgbClr val="278766"/>
                </a:solidFill>
                <a:latin typeface="DejaVu Sans Mono"/>
                <a:ea typeface="DejaVu Sans Mono"/>
                <a:cs typeface="DejaVu Sans Mono"/>
              </a:defRPr>
            </a:lvl1pPr>
            <a:lvl2pPr algn="l">
              <a:defRPr sz="2250" b="1">
                <a:solidFill>
                  <a:srgbClr val="278766"/>
                </a:solidFill>
                <a:latin typeface="DejaVu Sans Mono"/>
                <a:ea typeface="DejaVu Sans Mono"/>
                <a:cs typeface="DejaVu Sans Mono"/>
              </a:defRPr>
            </a:lvl2pPr>
            <a:lvl3pPr algn="l">
              <a:defRPr sz="2250" b="1">
                <a:solidFill>
                  <a:srgbClr val="278766"/>
                </a:solidFill>
                <a:latin typeface="DejaVu Sans Mono"/>
                <a:ea typeface="DejaVu Sans Mono"/>
                <a:cs typeface="DejaVu Sans Mono"/>
              </a:defRPr>
            </a:lvl3pPr>
            <a:lvl4pPr algn="l">
              <a:defRPr sz="2250" b="1">
                <a:solidFill>
                  <a:srgbClr val="278766"/>
                </a:solidFill>
                <a:latin typeface="DejaVu Sans Mono"/>
                <a:ea typeface="DejaVu Sans Mono"/>
                <a:cs typeface="DejaVu Sans Mono"/>
              </a:defRPr>
            </a:lvl4pPr>
            <a:lvl5pPr algn="l">
              <a:defRPr sz="2250" b="1">
                <a:solidFill>
                  <a:srgbClr val="278766"/>
                </a:solidFill>
                <a:latin typeface="DejaVu Sans Mono"/>
                <a:ea typeface="DejaVu Sans Mono"/>
                <a:cs typeface="DejaVu Sans Mono"/>
              </a:defRPr>
            </a:lvl5pPr>
            <a:lvl6pPr algn="l">
              <a:defRPr sz="2250" b="1">
                <a:solidFill>
                  <a:srgbClr val="278766"/>
                </a:solidFill>
                <a:latin typeface="DejaVu Sans Mono"/>
                <a:ea typeface="DejaVu Sans Mono"/>
                <a:cs typeface="DejaVu Sans Mono"/>
              </a:defRPr>
            </a:lvl6pPr>
            <a:lvl7pPr algn="l">
              <a:defRPr sz="2250" b="1">
                <a:solidFill>
                  <a:srgbClr val="278766"/>
                </a:solidFill>
                <a:latin typeface="DejaVu Sans Mono"/>
                <a:ea typeface="DejaVu Sans Mono"/>
                <a:cs typeface="DejaVu Sans Mono"/>
              </a:defRPr>
            </a:lvl7pPr>
            <a:lvl8pPr algn="l">
              <a:defRPr sz="2250" b="1">
                <a:solidFill>
                  <a:srgbClr val="278766"/>
                </a:solidFill>
                <a:latin typeface="DejaVu Sans Mono"/>
                <a:ea typeface="DejaVu Sans Mono"/>
                <a:cs typeface="DejaVu Sans Mono"/>
              </a:defRPr>
            </a:lvl8pPr>
            <a:lvl9pPr algn="l">
              <a:defRPr sz="2250" b="1">
                <a:solidFill>
                  <a:srgbClr val="278766"/>
                </a:solidFill>
                <a:latin typeface="DejaVu Sans Mono"/>
                <a:ea typeface="DejaVu Sans Mono"/>
                <a:cs typeface="DejaVu Sans Mono"/>
              </a:defRPr>
            </a:lvl9pPr>
          </a:lstStyle>
          <a:p xmlns:a="http://schemas.openxmlformats.org/drawingml/2006/main">
            <a:pPr algn="l">
              <a:defRPr sz="2250" b="1">
                <a:solidFill>
                  <a:srgbClr val="278766"/>
                </a:solidFill>
                <a:latin typeface="DejaVu Sans Mono"/>
                <a:ea typeface="DejaVu Sans Mono"/>
                <a:cs typeface="DejaVu Sans Mono"/>
              </a:defRPr>
            </a:pPr>
            <a:r>
              <a:rPr sz="2250" b="1">
                <a:solidFill>
                  <a:srgbClr val="278766"/>
                </a:solidFill>
                <a:latin typeface="DejaVu Sans Mono"/>
                <a:ea typeface="DejaVu Sans Mono"/>
                <a:cs typeface="DejaVu Sans Mono"/>
              </a:rPr>
              <a:t>REQUIRE response.status == 403</a:t>
            </a:r>
          </a:p>
        </p:txBody>
      </p:sp>
      <p:sp>
        <p:nvSpPr>
          <p:cNvPr id="11" name="f109">
            <a:extLst xmlns:a="http://schemas.openxmlformats.org/drawingml/2006/main">
              <a:ext uri="{FF2B5EF4-FFF2-40B4-BE49-F238E27FC236}">
                <a16:creationId xmlns:a16="http://schemas.microsoft.com/office/drawing/2014/main" id="{75C4B58E-F0E4-4B18-8C19-74149DB76DA5}"/>
              </a:ext>
            </a:extLst>
          </p:cNvPr>
          <p:cNvSpPr>
            <a:spLocks xmlns:a="http://schemas.openxmlformats.org/drawingml/2006/main" noGrp="1"/>
          </p:cNvSpPr>
          <p:nvPr/>
        </p:nvSpPr>
        <p:spPr>
          <a:xfrm xmlns:a="http://schemas.openxmlformats.org/drawingml/2006/main">
            <a:off x="8382000" y="4953000"/>
            <a:ext cx="1428750" cy="171450"/>
          </a:xfrm>
          <a:prstGeom xmlns:a="http://schemas.openxmlformats.org/drawingml/2006/main" prst="leftArrow">
            <a:avLst/>
          </a:prstGeom>
          <a:solidFill xmlns:a="http://schemas.openxmlformats.org/drawingml/2006/main">
            <a:srgbClr val="4264D0"/>
          </a:solidFill>
          <a:ln xmlns:a="http://schemas.openxmlformats.org/drawingml/2006/main" w="0">
            <a:noFill/>
            <a:prstDash val="solid"/>
          </a:ln>
        </p:spPr>
      </p:sp>
      <p:sp>
        <p:nvSpPr>
          <p:cNvPr id="12" name="f110">
            <a:extLst xmlns:a="http://schemas.openxmlformats.org/drawingml/2006/main">
              <a:ext uri="{FF2B5EF4-FFF2-40B4-BE49-F238E27FC236}">
                <a16:creationId xmlns:a16="http://schemas.microsoft.com/office/drawing/2014/main" id="{7BE5E7DD-1480-487E-BA3E-B3B20EE8BB8F}"/>
              </a:ext>
            </a:extLst>
          </p:cNvPr>
          <p:cNvSpPr>
            <a:spLocks xmlns:a="http://schemas.openxmlformats.org/drawingml/2006/main" noGrp="1"/>
          </p:cNvSpPr>
          <p:nvPr/>
        </p:nvSpPr>
        <p:spPr>
          <a:xfrm xmlns:a="http://schemas.openxmlformats.org/drawingml/2006/main">
            <a:off x="8382000" y="7048500"/>
            <a:ext cx="1428750" cy="171450"/>
          </a:xfrm>
          <a:prstGeom xmlns:a="http://schemas.openxmlformats.org/drawingml/2006/main" prst="leftArrow">
            <a:avLst/>
          </a:prstGeom>
          <a:solidFill xmlns:a="http://schemas.openxmlformats.org/drawingml/2006/main">
            <a:srgbClr val="278766"/>
          </a:solidFill>
          <a:ln xmlns:a="http://schemas.openxmlformats.org/drawingml/2006/main" w="0">
            <a:noFill/>
            <a:prstDash val="solid"/>
          </a:ln>
        </p:spPr>
      </p:sp>
      <p:sp>
        <p:nvSpPr>
          <p:cNvPr id="13" name="f111">
            <a:extLst xmlns:a="http://schemas.openxmlformats.org/drawingml/2006/main">
              <a:ext uri="{FF2B5EF4-FFF2-40B4-BE49-F238E27FC236}">
                <a16:creationId xmlns:a16="http://schemas.microsoft.com/office/drawing/2014/main" id="{03928440-6A9C-4EBF-BE2D-754908763346}"/>
              </a:ext>
            </a:extLst>
          </p:cNvPr>
          <p:cNvSpPr>
            <a:spLocks xmlns:a="http://schemas.openxmlformats.org/drawingml/2006/main" noGrp="1"/>
          </p:cNvSpPr>
          <p:nvPr/>
        </p:nvSpPr>
        <p:spPr>
          <a:xfrm xmlns:a="http://schemas.openxmlformats.org/drawingml/2006/main">
            <a:off x="1066800" y="7934325"/>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52627B"/>
                </a:solidFill>
                <a:latin typeface="Nimbus Sans"/>
                <a:ea typeface="Nimbus Sans"/>
                <a:cs typeface="Nimbus Sans"/>
              </a:defRPr>
            </a:defPPr>
            <a:lvl1pPr algn="l">
              <a:defRPr sz="1725" b="0">
                <a:solidFill>
                  <a:srgbClr val="52627B"/>
                </a:solidFill>
                <a:latin typeface="Nimbus Sans"/>
                <a:ea typeface="Nimbus Sans"/>
                <a:cs typeface="Nimbus Sans"/>
              </a:defRPr>
            </a:lvl1pPr>
            <a:lvl2pPr algn="l">
              <a:defRPr sz="1725" b="0">
                <a:solidFill>
                  <a:srgbClr val="52627B"/>
                </a:solidFill>
                <a:latin typeface="Nimbus Sans"/>
                <a:ea typeface="Nimbus Sans"/>
                <a:cs typeface="Nimbus Sans"/>
              </a:defRPr>
            </a:lvl2pPr>
            <a:lvl3pPr algn="l">
              <a:defRPr sz="1725" b="0">
                <a:solidFill>
                  <a:srgbClr val="52627B"/>
                </a:solidFill>
                <a:latin typeface="Nimbus Sans"/>
                <a:ea typeface="Nimbus Sans"/>
                <a:cs typeface="Nimbus Sans"/>
              </a:defRPr>
            </a:lvl3pPr>
            <a:lvl4pPr algn="l">
              <a:defRPr sz="1725" b="0">
                <a:solidFill>
                  <a:srgbClr val="52627B"/>
                </a:solidFill>
                <a:latin typeface="Nimbus Sans"/>
                <a:ea typeface="Nimbus Sans"/>
                <a:cs typeface="Nimbus Sans"/>
              </a:defRPr>
            </a:lvl4pPr>
            <a:lvl5pPr algn="l">
              <a:defRPr sz="1725" b="0">
                <a:solidFill>
                  <a:srgbClr val="52627B"/>
                </a:solidFill>
                <a:latin typeface="Nimbus Sans"/>
                <a:ea typeface="Nimbus Sans"/>
                <a:cs typeface="Nimbus Sans"/>
              </a:defRPr>
            </a:lvl5pPr>
            <a:lvl6pPr algn="l">
              <a:defRPr sz="1725" b="0">
                <a:solidFill>
                  <a:srgbClr val="52627B"/>
                </a:solidFill>
                <a:latin typeface="Nimbus Sans"/>
                <a:ea typeface="Nimbus Sans"/>
                <a:cs typeface="Nimbus Sans"/>
              </a:defRPr>
            </a:lvl6pPr>
            <a:lvl7pPr algn="l">
              <a:defRPr sz="1725" b="0">
                <a:solidFill>
                  <a:srgbClr val="52627B"/>
                </a:solidFill>
                <a:latin typeface="Nimbus Sans"/>
                <a:ea typeface="Nimbus Sans"/>
                <a:cs typeface="Nimbus Sans"/>
              </a:defRPr>
            </a:lvl7pPr>
            <a:lvl8pPr algn="l">
              <a:defRPr sz="1725" b="0">
                <a:solidFill>
                  <a:srgbClr val="52627B"/>
                </a:solidFill>
                <a:latin typeface="Nimbus Sans"/>
                <a:ea typeface="Nimbus Sans"/>
                <a:cs typeface="Nimbus Sans"/>
              </a:defRPr>
            </a:lvl8pPr>
            <a:lvl9pPr algn="l">
              <a:defRPr sz="1725" b="0">
                <a:solidFill>
                  <a:srgbClr val="52627B"/>
                </a:solidFill>
                <a:latin typeface="Nimbus Sans"/>
                <a:ea typeface="Nimbus Sans"/>
                <a:cs typeface="Nimbus Sans"/>
              </a:defRPr>
            </a:lvl9pPr>
          </a:lstStyle>
          <a:p xmlns:a="http://schemas.openxmlformats.org/drawingml/2006/main">
            <a:pPr algn="l">
              <a:defRPr sz="1725" b="0">
                <a:solidFill>
                  <a:srgbClr val="52627B"/>
                </a:solidFill>
                <a:latin typeface="Nimbus Sans"/>
                <a:ea typeface="Nimbus Sans"/>
                <a:cs typeface="Nimbus Sans"/>
              </a:defRPr>
            </a:pPr>
            <a:r>
              <a:rPr sz="1725" b="0">
                <a:solidFill>
                  <a:srgbClr val="52627B"/>
                </a:solidFill>
                <a:latin typeface="Nimbus Sans"/>
                <a:ea typeface="Nimbus Sans"/>
                <a:cs typeface="Nimbus Sans"/>
              </a:rPr>
              <a:t>Sintassi reale del progetto</a:t>
            </a:r>
          </a:p>
        </p:txBody>
      </p:sp>
      <p:sp>
        <p:nvSpPr>
          <p:cNvPr id="14" name="f112">
            <a:extLst xmlns:a="http://schemas.openxmlformats.org/drawingml/2006/main">
              <a:ext uri="{FF2B5EF4-FFF2-40B4-BE49-F238E27FC236}">
                <a16:creationId xmlns:a16="http://schemas.microsoft.com/office/drawing/2014/main" id="{3324DF9B-6138-47DB-BF9A-6ABD5E93A602}"/>
              </a:ext>
            </a:extLst>
          </p:cNvPr>
          <p:cNvSpPr>
            <a:spLocks xmlns:a="http://schemas.openxmlformats.org/drawingml/2006/main" noGrp="1"/>
          </p:cNvSpPr>
          <p:nvPr/>
        </p:nvSpPr>
        <p:spPr>
          <a:xfrm xmlns:a="http://schemas.openxmlformats.org/drawingml/2006/main">
            <a:off x="10001250" y="4429125"/>
            <a:ext cx="4171950" cy="1219200"/>
          </a:xfrm>
          <a:prstGeom xmlns:a="http://schemas.openxmlformats.org/drawingml/2006/main" prst="roundRect">
            <a:avLst>
              <a:gd name="adj" fmla="val 10938"/>
            </a:avLst>
          </a:prstGeom>
          <a:solidFill xmlns:a="http://schemas.openxmlformats.org/drawingml/2006/main">
            <a:srgbClr val="F0F4FF"/>
          </a:solidFill>
          <a:ln xmlns:a="http://schemas.openxmlformats.org/drawingml/2006/main" w="17145">
            <a:solidFill>
              <a:srgbClr val="4264D0"/>
            </a:solidFill>
            <a:prstDash val="solid"/>
          </a:ln>
        </p:spPr>
      </p:sp>
      <p:sp>
        <p:nvSpPr>
          <p:cNvPr id="15" name="f113">
            <a:extLst xmlns:a="http://schemas.openxmlformats.org/drawingml/2006/main">
              <a:ext uri="{FF2B5EF4-FFF2-40B4-BE49-F238E27FC236}">
                <a16:creationId xmlns:a16="http://schemas.microsoft.com/office/drawing/2014/main" id="{EA03B86F-C636-49D2-B5DC-6318634BE198}"/>
              </a:ext>
            </a:extLst>
          </p:cNvPr>
          <p:cNvSpPr>
            <a:spLocks xmlns:a="http://schemas.openxmlformats.org/drawingml/2006/main" noGrp="1"/>
          </p:cNvSpPr>
          <p:nvPr/>
        </p:nvSpPr>
        <p:spPr>
          <a:xfrm xmlns:a="http://schemas.openxmlformats.org/drawingml/2006/main">
            <a:off x="10191750" y="4676775"/>
            <a:ext cx="37909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700" b="1">
                <a:solidFill>
                  <a:srgbClr val="4264D0"/>
                </a:solidFill>
                <a:latin typeface="Nimbus Sans"/>
                <a:ea typeface="Nimbus Sans"/>
                <a:cs typeface="Nimbus Sans"/>
              </a:defRPr>
            </a:defPPr>
            <a:lvl1pPr algn="ctr">
              <a:defRPr sz="2700" b="1">
                <a:solidFill>
                  <a:srgbClr val="4264D0"/>
                </a:solidFill>
                <a:latin typeface="Nimbus Sans"/>
                <a:ea typeface="Nimbus Sans"/>
                <a:cs typeface="Nimbus Sans"/>
              </a:defRPr>
            </a:lvl1pPr>
            <a:lvl2pPr algn="ctr">
              <a:defRPr sz="2700" b="1">
                <a:solidFill>
                  <a:srgbClr val="4264D0"/>
                </a:solidFill>
                <a:latin typeface="Nimbus Sans"/>
                <a:ea typeface="Nimbus Sans"/>
                <a:cs typeface="Nimbus Sans"/>
              </a:defRPr>
            </a:lvl2pPr>
            <a:lvl3pPr algn="ctr">
              <a:defRPr sz="2700" b="1">
                <a:solidFill>
                  <a:srgbClr val="4264D0"/>
                </a:solidFill>
                <a:latin typeface="Nimbus Sans"/>
                <a:ea typeface="Nimbus Sans"/>
                <a:cs typeface="Nimbus Sans"/>
              </a:defRPr>
            </a:lvl3pPr>
            <a:lvl4pPr algn="ctr">
              <a:defRPr sz="2700" b="1">
                <a:solidFill>
                  <a:srgbClr val="4264D0"/>
                </a:solidFill>
                <a:latin typeface="Nimbus Sans"/>
                <a:ea typeface="Nimbus Sans"/>
                <a:cs typeface="Nimbus Sans"/>
              </a:defRPr>
            </a:lvl4pPr>
            <a:lvl5pPr algn="ctr">
              <a:defRPr sz="2700" b="1">
                <a:solidFill>
                  <a:srgbClr val="4264D0"/>
                </a:solidFill>
                <a:latin typeface="Nimbus Sans"/>
                <a:ea typeface="Nimbus Sans"/>
                <a:cs typeface="Nimbus Sans"/>
              </a:defRPr>
            </a:lvl5pPr>
            <a:lvl6pPr algn="ctr">
              <a:defRPr sz="2700" b="1">
                <a:solidFill>
                  <a:srgbClr val="4264D0"/>
                </a:solidFill>
                <a:latin typeface="Nimbus Sans"/>
                <a:ea typeface="Nimbus Sans"/>
                <a:cs typeface="Nimbus Sans"/>
              </a:defRPr>
            </a:lvl6pPr>
            <a:lvl7pPr algn="ctr">
              <a:defRPr sz="2700" b="1">
                <a:solidFill>
                  <a:srgbClr val="4264D0"/>
                </a:solidFill>
                <a:latin typeface="Nimbus Sans"/>
                <a:ea typeface="Nimbus Sans"/>
                <a:cs typeface="Nimbus Sans"/>
              </a:defRPr>
            </a:lvl7pPr>
            <a:lvl8pPr algn="ctr">
              <a:defRPr sz="2700" b="1">
                <a:solidFill>
                  <a:srgbClr val="4264D0"/>
                </a:solidFill>
                <a:latin typeface="Nimbus Sans"/>
                <a:ea typeface="Nimbus Sans"/>
                <a:cs typeface="Nimbus Sans"/>
              </a:defRPr>
            </a:lvl8pPr>
            <a:lvl9pPr algn="ctr">
              <a:defRPr sz="2700" b="1">
                <a:solidFill>
                  <a:srgbClr val="4264D0"/>
                </a:solidFill>
                <a:latin typeface="Nimbus Sans"/>
                <a:ea typeface="Nimbus Sans"/>
                <a:cs typeface="Nimbus Sans"/>
              </a:defRPr>
            </a:lvl9pPr>
          </a:lstStyle>
          <a:p xmlns:a="http://schemas.openxmlformats.org/drawingml/2006/main">
            <a:pPr algn="ctr">
              <a:defRPr sz="2700" b="1">
                <a:solidFill>
                  <a:srgbClr val="4264D0"/>
                </a:solidFill>
                <a:latin typeface="Nimbus Sans"/>
                <a:ea typeface="Nimbus Sans"/>
                <a:cs typeface="Nimbus Sans"/>
              </a:defRPr>
            </a:pPr>
            <a:r>
              <a:rPr sz="2700" b="1">
                <a:solidFill>
                  <a:srgbClr val="4264D0"/>
                </a:solidFill>
                <a:latin typeface="Nimbus Sans"/>
                <a:ea typeface="Nimbus Sans"/>
                <a:cs typeface="Nimbus Sans"/>
              </a:rPr>
              <a:t>Quali messaggi</a:t>
            </a:r>
          </a:p>
          <a:p xmlns:a="http://schemas.openxmlformats.org/drawingml/2006/main">
            <a:pPr algn="ctr">
              <a:defRPr sz="2700" b="1">
                <a:solidFill>
                  <a:srgbClr val="4264D0"/>
                </a:solidFill>
                <a:latin typeface="Nimbus Sans"/>
                <a:ea typeface="Nimbus Sans"/>
                <a:cs typeface="Nimbus Sans"/>
              </a:defRPr>
            </a:pPr>
            <a:r>
              <a:rPr sz="2700" b="1">
                <a:solidFill>
                  <a:srgbClr val="4264D0"/>
                </a:solidFill>
                <a:latin typeface="Nimbus Sans"/>
                <a:ea typeface="Nimbus Sans"/>
                <a:cs typeface="Nimbus Sans"/>
              </a:rPr>
              <a:t>cercare?</a:t>
            </a:r>
          </a:p>
        </p:txBody>
      </p:sp>
      <p:sp>
        <p:nvSpPr>
          <p:cNvPr id="16" name="f114">
            <a:extLst xmlns:a="http://schemas.openxmlformats.org/drawingml/2006/main">
              <a:ext uri="{FF2B5EF4-FFF2-40B4-BE49-F238E27FC236}">
                <a16:creationId xmlns:a16="http://schemas.microsoft.com/office/drawing/2014/main" id="{DF22FF0B-BDE1-4314-9B00-F5752143AF8E}"/>
              </a:ext>
            </a:extLst>
          </p:cNvPr>
          <p:cNvSpPr>
            <a:spLocks xmlns:a="http://schemas.openxmlformats.org/drawingml/2006/main" noGrp="1"/>
          </p:cNvSpPr>
          <p:nvPr/>
        </p:nvSpPr>
        <p:spPr>
          <a:xfrm xmlns:a="http://schemas.openxmlformats.org/drawingml/2006/main">
            <a:off x="10001250" y="6524625"/>
            <a:ext cx="4171950" cy="1219200"/>
          </a:xfrm>
          <a:prstGeom xmlns:a="http://schemas.openxmlformats.org/drawingml/2006/main" prst="roundRect">
            <a:avLst>
              <a:gd name="adj" fmla="val 10938"/>
            </a:avLst>
          </a:prstGeom>
          <a:solidFill xmlns:a="http://schemas.openxmlformats.org/drawingml/2006/main">
            <a:srgbClr val="EEF8F3"/>
          </a:solidFill>
          <a:ln xmlns:a="http://schemas.openxmlformats.org/drawingml/2006/main" w="17145">
            <a:solidFill>
              <a:srgbClr val="278766"/>
            </a:solidFill>
            <a:prstDash val="solid"/>
          </a:ln>
        </p:spPr>
      </p:sp>
      <p:sp>
        <p:nvSpPr>
          <p:cNvPr id="17" name="f115">
            <a:extLst xmlns:a="http://schemas.openxmlformats.org/drawingml/2006/main">
              <a:ext uri="{FF2B5EF4-FFF2-40B4-BE49-F238E27FC236}">
                <a16:creationId xmlns:a16="http://schemas.microsoft.com/office/drawing/2014/main" id="{BC15316E-65C7-4CCE-B587-55892079EE9A}"/>
              </a:ext>
            </a:extLst>
          </p:cNvPr>
          <p:cNvSpPr>
            <a:spLocks xmlns:a="http://schemas.openxmlformats.org/drawingml/2006/main" noGrp="1"/>
          </p:cNvSpPr>
          <p:nvPr/>
        </p:nvSpPr>
        <p:spPr>
          <a:xfrm xmlns:a="http://schemas.openxmlformats.org/drawingml/2006/main">
            <a:off x="10191750" y="6762750"/>
            <a:ext cx="37909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700" b="1">
                <a:solidFill>
                  <a:srgbClr val="278766"/>
                </a:solidFill>
                <a:latin typeface="Nimbus Sans"/>
                <a:ea typeface="Nimbus Sans"/>
                <a:cs typeface="Nimbus Sans"/>
              </a:defRPr>
            </a:defPPr>
            <a:lvl1pPr algn="ctr">
              <a:defRPr sz="2700" b="1">
                <a:solidFill>
                  <a:srgbClr val="278766"/>
                </a:solidFill>
                <a:latin typeface="Nimbus Sans"/>
                <a:ea typeface="Nimbus Sans"/>
                <a:cs typeface="Nimbus Sans"/>
              </a:defRPr>
            </a:lvl1pPr>
            <a:lvl2pPr algn="ctr">
              <a:defRPr sz="2700" b="1">
                <a:solidFill>
                  <a:srgbClr val="278766"/>
                </a:solidFill>
                <a:latin typeface="Nimbus Sans"/>
                <a:ea typeface="Nimbus Sans"/>
                <a:cs typeface="Nimbus Sans"/>
              </a:defRPr>
            </a:lvl2pPr>
            <a:lvl3pPr algn="ctr">
              <a:defRPr sz="2700" b="1">
                <a:solidFill>
                  <a:srgbClr val="278766"/>
                </a:solidFill>
                <a:latin typeface="Nimbus Sans"/>
                <a:ea typeface="Nimbus Sans"/>
                <a:cs typeface="Nimbus Sans"/>
              </a:defRPr>
            </a:lvl3pPr>
            <a:lvl4pPr algn="ctr">
              <a:defRPr sz="2700" b="1">
                <a:solidFill>
                  <a:srgbClr val="278766"/>
                </a:solidFill>
                <a:latin typeface="Nimbus Sans"/>
                <a:ea typeface="Nimbus Sans"/>
                <a:cs typeface="Nimbus Sans"/>
              </a:defRPr>
            </a:lvl4pPr>
            <a:lvl5pPr algn="ctr">
              <a:defRPr sz="2700" b="1">
                <a:solidFill>
                  <a:srgbClr val="278766"/>
                </a:solidFill>
                <a:latin typeface="Nimbus Sans"/>
                <a:ea typeface="Nimbus Sans"/>
                <a:cs typeface="Nimbus Sans"/>
              </a:defRPr>
            </a:lvl5pPr>
            <a:lvl6pPr algn="ctr">
              <a:defRPr sz="2700" b="1">
                <a:solidFill>
                  <a:srgbClr val="278766"/>
                </a:solidFill>
                <a:latin typeface="Nimbus Sans"/>
                <a:ea typeface="Nimbus Sans"/>
                <a:cs typeface="Nimbus Sans"/>
              </a:defRPr>
            </a:lvl6pPr>
            <a:lvl7pPr algn="ctr">
              <a:defRPr sz="2700" b="1">
                <a:solidFill>
                  <a:srgbClr val="278766"/>
                </a:solidFill>
                <a:latin typeface="Nimbus Sans"/>
                <a:ea typeface="Nimbus Sans"/>
                <a:cs typeface="Nimbus Sans"/>
              </a:defRPr>
            </a:lvl7pPr>
            <a:lvl8pPr algn="ctr">
              <a:defRPr sz="2700" b="1">
                <a:solidFill>
                  <a:srgbClr val="278766"/>
                </a:solidFill>
                <a:latin typeface="Nimbus Sans"/>
                <a:ea typeface="Nimbus Sans"/>
                <a:cs typeface="Nimbus Sans"/>
              </a:defRPr>
            </a:lvl8pPr>
            <a:lvl9pPr algn="ctr">
              <a:defRPr sz="2700" b="1">
                <a:solidFill>
                  <a:srgbClr val="278766"/>
                </a:solidFill>
                <a:latin typeface="Nimbus Sans"/>
                <a:ea typeface="Nimbus Sans"/>
                <a:cs typeface="Nimbus Sans"/>
              </a:defRPr>
            </a:lvl9pPr>
          </a:lstStyle>
          <a:p xmlns:a="http://schemas.openxmlformats.org/drawingml/2006/main">
            <a:pPr algn="ctr">
              <a:defRPr sz="2700" b="1">
                <a:solidFill>
                  <a:srgbClr val="278766"/>
                </a:solidFill>
                <a:latin typeface="Nimbus Sans"/>
                <a:ea typeface="Nimbus Sans"/>
                <a:cs typeface="Nimbus Sans"/>
              </a:defRPr>
            </a:pPr>
            <a:r>
              <a:rPr sz="2700" b="1">
                <a:solidFill>
                  <a:srgbClr val="278766"/>
                </a:solidFill>
                <a:latin typeface="Nimbus Sans"/>
                <a:ea typeface="Nimbus Sans"/>
                <a:cs typeface="Nimbus Sans"/>
              </a:rPr>
              <a:t>Quali criteri</a:t>
            </a:r>
          </a:p>
          <a:p xmlns:a="http://schemas.openxmlformats.org/drawingml/2006/main">
            <a:pPr algn="ctr">
              <a:defRPr sz="2700" b="1">
                <a:solidFill>
                  <a:srgbClr val="278766"/>
                </a:solidFill>
                <a:latin typeface="Nimbus Sans"/>
                <a:ea typeface="Nimbus Sans"/>
                <a:cs typeface="Nimbus Sans"/>
              </a:defRPr>
            </a:pPr>
            <a:r>
              <a:rPr sz="2700" b="1">
                <a:solidFill>
                  <a:srgbClr val="278766"/>
                </a:solidFill>
                <a:latin typeface="Nimbus Sans"/>
                <a:ea typeface="Nimbus Sans"/>
                <a:cs typeface="Nimbus Sans"/>
              </a:rPr>
              <a:t>verificare?</a:t>
            </a:r>
          </a:p>
        </p:txBody>
      </p:sp>
    </p:spTree>
    <p:extLst>
      <p:ext uri="{BB962C8B-B14F-4D97-AF65-F5344CB8AC3E}">
        <p14:creationId xmlns:p14="http://schemas.microsoft.com/office/powerpoint/2010/main" val="1956201557"/>
      </p:ext>
    </p:extLst>
  </p:cSld>
</p:sld>
</file>

<file path=ppt/slides/slide5.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C8F9D777-E1A4-43F8-B551-80357B7EF124}"/>
              </a:ext>
            </a:extLst>
          </p:cNvPr>
          <p:cNvPicPr>
            <a:picLocks xmlns:a="http://schemas.openxmlformats.org/drawingml/2006/main" noChangeAspect="1"/>
          </p:cNvPicPr>
          <p:nvPr/>
        </p:nvPicPr>
        <p:blipFill>
          <a:blip xmlns:r="http://schemas.openxmlformats.org/officeDocument/2006/relationships" xmlns:a="http://schemas.openxmlformats.org/drawingml/2006/main" r:embed="R83fda5a7cce14a8a"/>
          <a:stretch xmlns:a="http://schemas.openxmlformats.org/drawingml/2006/main"/>
        </p:blipFill>
        <p:spPr>
          <a:xfrm xmlns:a="http://schemas.openxmlformats.org/drawingml/2006/main">
            <a:off x="0" y="0"/>
            <a:ext cx="15240000" cy="8572500"/>
          </a:xfrm>
          <a:prstGeom xmlns:a="http://schemas.openxmlformats.org/drawingml/2006/main" prst="rect">
            <a:avLst/>
          </a:prstGeom>
        </p:spPr>
      </p:pic>
      <p:sp>
        <p:nvSpPr>
          <p:cNvPr id="2" name="f117">
            <a:extLst xmlns:a="http://schemas.openxmlformats.org/drawingml/2006/main">
              <a:ext uri="{FF2B5EF4-FFF2-40B4-BE49-F238E27FC236}">
                <a16:creationId xmlns:a16="http://schemas.microsoft.com/office/drawing/2014/main" id="{F93A2280-4AF7-49CE-8DCC-44A045620A9F}"/>
              </a:ext>
            </a:extLst>
          </p:cNvPr>
          <p:cNvSpPr>
            <a:spLocks xmlns:a="http://schemas.openxmlformats.org/drawingml/2006/main" noGrp="1"/>
          </p:cNvSpPr>
          <p:nvPr/>
        </p:nvSpPr>
        <p:spPr>
          <a:xfrm xmlns:a="http://schemas.openxmlformats.org/drawingml/2006/main">
            <a:off x="1066800" y="733997"/>
            <a:ext cx="1440210"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50" b="0">
                <a:solidFill>
                  <a:srgbClr val="52627B"/>
                </a:solidFill>
                <a:latin typeface="Nimbus Sans"/>
                <a:ea typeface="Nimbus Sans"/>
                <a:cs typeface="Nimbus Sans"/>
              </a:defRPr>
            </a:defPPr>
            <a:lvl1pPr algn="l">
              <a:defRPr sz="1350" b="0">
                <a:solidFill>
                  <a:srgbClr val="52627B"/>
                </a:solidFill>
                <a:latin typeface="Nimbus Sans"/>
                <a:ea typeface="Nimbus Sans"/>
                <a:cs typeface="Nimbus Sans"/>
              </a:defRPr>
            </a:lvl1pPr>
            <a:lvl2pPr algn="l">
              <a:defRPr sz="1350" b="0">
                <a:solidFill>
                  <a:srgbClr val="52627B"/>
                </a:solidFill>
                <a:latin typeface="Nimbus Sans"/>
                <a:ea typeface="Nimbus Sans"/>
                <a:cs typeface="Nimbus Sans"/>
              </a:defRPr>
            </a:lvl2pPr>
            <a:lvl3pPr algn="l">
              <a:defRPr sz="1350" b="0">
                <a:solidFill>
                  <a:srgbClr val="52627B"/>
                </a:solidFill>
                <a:latin typeface="Nimbus Sans"/>
                <a:ea typeface="Nimbus Sans"/>
                <a:cs typeface="Nimbus Sans"/>
              </a:defRPr>
            </a:lvl3pPr>
            <a:lvl4pPr algn="l">
              <a:defRPr sz="1350" b="0">
                <a:solidFill>
                  <a:srgbClr val="52627B"/>
                </a:solidFill>
                <a:latin typeface="Nimbus Sans"/>
                <a:ea typeface="Nimbus Sans"/>
                <a:cs typeface="Nimbus Sans"/>
              </a:defRPr>
            </a:lvl4pPr>
            <a:lvl5pPr algn="l">
              <a:defRPr sz="1350" b="0">
                <a:solidFill>
                  <a:srgbClr val="52627B"/>
                </a:solidFill>
                <a:latin typeface="Nimbus Sans"/>
                <a:ea typeface="Nimbus Sans"/>
                <a:cs typeface="Nimbus Sans"/>
              </a:defRPr>
            </a:lvl5pPr>
            <a:lvl6pPr algn="l">
              <a:defRPr sz="1350" b="0">
                <a:solidFill>
                  <a:srgbClr val="52627B"/>
                </a:solidFill>
                <a:latin typeface="Nimbus Sans"/>
                <a:ea typeface="Nimbus Sans"/>
                <a:cs typeface="Nimbus Sans"/>
              </a:defRPr>
            </a:lvl6pPr>
            <a:lvl7pPr algn="l">
              <a:defRPr sz="1350" b="0">
                <a:solidFill>
                  <a:srgbClr val="52627B"/>
                </a:solidFill>
                <a:latin typeface="Nimbus Sans"/>
                <a:ea typeface="Nimbus Sans"/>
                <a:cs typeface="Nimbus Sans"/>
              </a:defRPr>
            </a:lvl7pPr>
            <a:lvl8pPr algn="l">
              <a:defRPr sz="1350" b="0">
                <a:solidFill>
                  <a:srgbClr val="52627B"/>
                </a:solidFill>
                <a:latin typeface="Nimbus Sans"/>
                <a:ea typeface="Nimbus Sans"/>
                <a:cs typeface="Nimbus Sans"/>
              </a:defRPr>
            </a:lvl8pPr>
            <a:lvl9pPr algn="l">
              <a:defRPr sz="1350" b="0">
                <a:solidFill>
                  <a:srgbClr val="52627B"/>
                </a:solidFill>
                <a:latin typeface="Nimbus Sans"/>
                <a:ea typeface="Nimbus Sans"/>
                <a:cs typeface="Nimbus Sans"/>
              </a:defRPr>
            </a:lvl9pPr>
          </a:lstStyle>
          <a:p xmlns:a="http://schemas.openxmlformats.org/drawingml/2006/main">
            <a:pPr algn="l">
              <a:defRPr sz="1350" b="0">
                <a:solidFill>
                  <a:srgbClr val="52627B"/>
                </a:solidFill>
                <a:latin typeface="Nimbus Sans"/>
                <a:ea typeface="Nimbus Sans"/>
                <a:cs typeface="Nimbus Sans"/>
              </a:defRPr>
            </a:pPr>
            <a:r>
              <a:rPr sz="1350" b="0">
                <a:solidFill>
                  <a:srgbClr val="52627B"/>
                </a:solidFill>
                <a:latin typeface="Nimbus Sans"/>
                <a:ea typeface="Nimbus Sans"/>
                <a:cs typeface="Nimbus Sans"/>
              </a:rPr>
              <a:t>2° CONTRIBUTO</a:t>
            </a:r>
          </a:p>
        </p:txBody>
      </p:sp>
      <p:sp>
        <p:nvSpPr>
          <p:cNvPr id="3" name="f118">
            <a:extLst xmlns:a="http://schemas.openxmlformats.org/drawingml/2006/main">
              <a:ext uri="{FF2B5EF4-FFF2-40B4-BE49-F238E27FC236}">
                <a16:creationId xmlns:a16="http://schemas.microsoft.com/office/drawing/2014/main" id="{BD2C68B3-0532-496C-9C9B-696CED4429DB}"/>
              </a:ext>
            </a:extLst>
          </p:cNvPr>
          <p:cNvSpPr>
            <a:spLocks xmlns:a="http://schemas.openxmlformats.org/drawingml/2006/main" noGrp="1"/>
          </p:cNvSpPr>
          <p:nvPr/>
        </p:nvSpPr>
        <p:spPr>
          <a:xfrm xmlns:a="http://schemas.openxmlformats.org/drawingml/2006/main">
            <a:off x="13534430" y="733997"/>
            <a:ext cx="638770"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50" b="0">
                <a:solidFill>
                  <a:srgbClr val="52627B"/>
                </a:solidFill>
                <a:latin typeface="Nimbus Sans"/>
                <a:ea typeface="Nimbus Sans"/>
                <a:cs typeface="Nimbus Sans"/>
              </a:defRPr>
            </a:defPPr>
            <a:lvl1pPr algn="l">
              <a:defRPr sz="1350" b="0">
                <a:solidFill>
                  <a:srgbClr val="52627B"/>
                </a:solidFill>
                <a:latin typeface="Nimbus Sans"/>
                <a:ea typeface="Nimbus Sans"/>
                <a:cs typeface="Nimbus Sans"/>
              </a:defRPr>
            </a:lvl1pPr>
            <a:lvl2pPr algn="l">
              <a:defRPr sz="1350" b="0">
                <a:solidFill>
                  <a:srgbClr val="52627B"/>
                </a:solidFill>
                <a:latin typeface="Nimbus Sans"/>
                <a:ea typeface="Nimbus Sans"/>
                <a:cs typeface="Nimbus Sans"/>
              </a:defRPr>
            </a:lvl2pPr>
            <a:lvl3pPr algn="l">
              <a:defRPr sz="1350" b="0">
                <a:solidFill>
                  <a:srgbClr val="52627B"/>
                </a:solidFill>
                <a:latin typeface="Nimbus Sans"/>
                <a:ea typeface="Nimbus Sans"/>
                <a:cs typeface="Nimbus Sans"/>
              </a:defRPr>
            </a:lvl3pPr>
            <a:lvl4pPr algn="l">
              <a:defRPr sz="1350" b="0">
                <a:solidFill>
                  <a:srgbClr val="52627B"/>
                </a:solidFill>
                <a:latin typeface="Nimbus Sans"/>
                <a:ea typeface="Nimbus Sans"/>
                <a:cs typeface="Nimbus Sans"/>
              </a:defRPr>
            </a:lvl4pPr>
            <a:lvl5pPr algn="l">
              <a:defRPr sz="1350" b="0">
                <a:solidFill>
                  <a:srgbClr val="52627B"/>
                </a:solidFill>
                <a:latin typeface="Nimbus Sans"/>
                <a:ea typeface="Nimbus Sans"/>
                <a:cs typeface="Nimbus Sans"/>
              </a:defRPr>
            </a:lvl5pPr>
            <a:lvl6pPr algn="l">
              <a:defRPr sz="1350" b="0">
                <a:solidFill>
                  <a:srgbClr val="52627B"/>
                </a:solidFill>
                <a:latin typeface="Nimbus Sans"/>
                <a:ea typeface="Nimbus Sans"/>
                <a:cs typeface="Nimbus Sans"/>
              </a:defRPr>
            </a:lvl6pPr>
            <a:lvl7pPr algn="l">
              <a:defRPr sz="1350" b="0">
                <a:solidFill>
                  <a:srgbClr val="52627B"/>
                </a:solidFill>
                <a:latin typeface="Nimbus Sans"/>
                <a:ea typeface="Nimbus Sans"/>
                <a:cs typeface="Nimbus Sans"/>
              </a:defRPr>
            </a:lvl7pPr>
            <a:lvl8pPr algn="l">
              <a:defRPr sz="1350" b="0">
                <a:solidFill>
                  <a:srgbClr val="52627B"/>
                </a:solidFill>
                <a:latin typeface="Nimbus Sans"/>
                <a:ea typeface="Nimbus Sans"/>
                <a:cs typeface="Nimbus Sans"/>
              </a:defRPr>
            </a:lvl8pPr>
            <a:lvl9pPr algn="l">
              <a:defRPr sz="1350" b="0">
                <a:solidFill>
                  <a:srgbClr val="52627B"/>
                </a:solidFill>
                <a:latin typeface="Nimbus Sans"/>
                <a:ea typeface="Nimbus Sans"/>
                <a:cs typeface="Nimbus Sans"/>
              </a:defRPr>
            </a:lvl9pPr>
          </a:lstStyle>
          <a:p xmlns:a="http://schemas.openxmlformats.org/drawingml/2006/main">
            <a:pPr algn="l">
              <a:defRPr sz="1350" b="0">
                <a:solidFill>
                  <a:srgbClr val="52627B"/>
                </a:solidFill>
                <a:latin typeface="Nimbus Sans"/>
                <a:ea typeface="Nimbus Sans"/>
                <a:cs typeface="Nimbus Sans"/>
              </a:defRPr>
            </a:pPr>
            <a:r>
              <a:rPr sz="1350" b="0">
                <a:solidFill>
                  <a:srgbClr val="52627B"/>
                </a:solidFill>
                <a:latin typeface="Nimbus Sans"/>
                <a:ea typeface="Nimbus Sans"/>
                <a:cs typeface="Nimbus Sans"/>
              </a:rPr>
              <a:t>05 / 07</a:t>
            </a:r>
          </a:p>
        </p:txBody>
      </p:sp>
      <p:sp>
        <p:nvSpPr>
          <p:cNvPr id="4" name="f119">
            <a:extLst xmlns:a="http://schemas.openxmlformats.org/drawingml/2006/main">
              <a:ext uri="{FF2B5EF4-FFF2-40B4-BE49-F238E27FC236}">
                <a16:creationId xmlns:a16="http://schemas.microsoft.com/office/drawing/2014/main" id="{DB243A82-CC6C-4797-B26D-1E59A017A2F0}"/>
              </a:ext>
            </a:extLst>
          </p:cNvPr>
          <p:cNvSpPr>
            <a:spLocks xmlns:a="http://schemas.openxmlformats.org/drawingml/2006/main" noGrp="1"/>
          </p:cNvSpPr>
          <p:nvPr/>
        </p:nvSpPr>
        <p:spPr>
          <a:xfrm xmlns:a="http://schemas.openxmlformats.org/drawingml/2006/main">
            <a:off x="1066800" y="1163765"/>
            <a:ext cx="5377755" cy="69437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182536"/>
                </a:solidFill>
                <a:latin typeface="Nimbus Sans"/>
                <a:ea typeface="Nimbus Sans"/>
                <a:cs typeface="Nimbus Sans"/>
              </a:defRPr>
            </a:defPPr>
            <a:lvl1pPr algn="l">
              <a:defRPr sz="4050" b="1">
                <a:solidFill>
                  <a:srgbClr val="182536"/>
                </a:solidFill>
                <a:latin typeface="Nimbus Sans"/>
                <a:ea typeface="Nimbus Sans"/>
                <a:cs typeface="Nimbus Sans"/>
              </a:defRPr>
            </a:lvl1pPr>
            <a:lvl2pPr algn="l">
              <a:defRPr sz="4050" b="1">
                <a:solidFill>
                  <a:srgbClr val="182536"/>
                </a:solidFill>
                <a:latin typeface="Nimbus Sans"/>
                <a:ea typeface="Nimbus Sans"/>
                <a:cs typeface="Nimbus Sans"/>
              </a:defRPr>
            </a:lvl2pPr>
            <a:lvl3pPr algn="l">
              <a:defRPr sz="4050" b="1">
                <a:solidFill>
                  <a:srgbClr val="182536"/>
                </a:solidFill>
                <a:latin typeface="Nimbus Sans"/>
                <a:ea typeface="Nimbus Sans"/>
                <a:cs typeface="Nimbus Sans"/>
              </a:defRPr>
            </a:lvl3pPr>
            <a:lvl4pPr algn="l">
              <a:defRPr sz="4050" b="1">
                <a:solidFill>
                  <a:srgbClr val="182536"/>
                </a:solidFill>
                <a:latin typeface="Nimbus Sans"/>
                <a:ea typeface="Nimbus Sans"/>
                <a:cs typeface="Nimbus Sans"/>
              </a:defRPr>
            </a:lvl4pPr>
            <a:lvl5pPr algn="l">
              <a:defRPr sz="4050" b="1">
                <a:solidFill>
                  <a:srgbClr val="182536"/>
                </a:solidFill>
                <a:latin typeface="Nimbus Sans"/>
                <a:ea typeface="Nimbus Sans"/>
                <a:cs typeface="Nimbus Sans"/>
              </a:defRPr>
            </a:lvl5pPr>
            <a:lvl6pPr algn="l">
              <a:defRPr sz="4050" b="1">
                <a:solidFill>
                  <a:srgbClr val="182536"/>
                </a:solidFill>
                <a:latin typeface="Nimbus Sans"/>
                <a:ea typeface="Nimbus Sans"/>
                <a:cs typeface="Nimbus Sans"/>
              </a:defRPr>
            </a:lvl6pPr>
            <a:lvl7pPr algn="l">
              <a:defRPr sz="4050" b="1">
                <a:solidFill>
                  <a:srgbClr val="182536"/>
                </a:solidFill>
                <a:latin typeface="Nimbus Sans"/>
                <a:ea typeface="Nimbus Sans"/>
                <a:cs typeface="Nimbus Sans"/>
              </a:defRPr>
            </a:lvl7pPr>
            <a:lvl8pPr algn="l">
              <a:defRPr sz="4050" b="1">
                <a:solidFill>
                  <a:srgbClr val="182536"/>
                </a:solidFill>
                <a:latin typeface="Nimbus Sans"/>
                <a:ea typeface="Nimbus Sans"/>
                <a:cs typeface="Nimbus Sans"/>
              </a:defRPr>
            </a:lvl8pPr>
            <a:lvl9pPr algn="l">
              <a:defRPr sz="4050" b="1">
                <a:solidFill>
                  <a:srgbClr val="182536"/>
                </a:solidFill>
                <a:latin typeface="Nimbus Sans"/>
                <a:ea typeface="Nimbus Sans"/>
                <a:cs typeface="Nimbus Sans"/>
              </a:defRPr>
            </a:lvl9pPr>
          </a:lstStyle>
          <a:p xmlns:a="http://schemas.openxmlformats.org/drawingml/2006/main">
            <a:pPr algn="l">
              <a:defRPr sz="4050" b="1">
                <a:solidFill>
                  <a:srgbClr val="182536"/>
                </a:solidFill>
                <a:latin typeface="Nimbus Sans"/>
                <a:ea typeface="Nimbus Sans"/>
                <a:cs typeface="Nimbus Sans"/>
              </a:defRPr>
            </a:pPr>
            <a:r>
              <a:rPr sz="4050" b="1">
                <a:solidFill>
                  <a:srgbClr val="182536"/>
                </a:solidFill>
                <a:latin typeface="Nimbus Sans"/>
                <a:ea typeface="Nimbus Sans"/>
                <a:cs typeface="Nimbus Sans"/>
              </a:rPr>
              <a:t>Architettura proposta</a:t>
            </a:r>
          </a:p>
        </p:txBody>
      </p:sp>
      <p:sp>
        <p:nvSpPr>
          <p:cNvPr id="5" name="f120">
            <a:extLst xmlns:a="http://schemas.openxmlformats.org/drawingml/2006/main">
              <a:ext uri="{FF2B5EF4-FFF2-40B4-BE49-F238E27FC236}">
                <a16:creationId xmlns:a16="http://schemas.microsoft.com/office/drawing/2014/main" id="{E406D2AC-B4FC-4CCF-83D0-E95D95E4CFDF}"/>
              </a:ext>
            </a:extLst>
          </p:cNvPr>
          <p:cNvSpPr>
            <a:spLocks xmlns:a="http://schemas.openxmlformats.org/drawingml/2006/main" noGrp="1"/>
          </p:cNvSpPr>
          <p:nvPr/>
        </p:nvSpPr>
        <p:spPr>
          <a:xfrm xmlns:a="http://schemas.openxmlformats.org/drawingml/2006/main">
            <a:off x="7170837" y="2415540"/>
            <a:ext cx="89832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182536"/>
                </a:solidFill>
                <a:latin typeface="Nimbus Sans"/>
                <a:ea typeface="Nimbus Sans"/>
                <a:cs typeface="Nimbus Sans"/>
              </a:defRPr>
            </a:defPPr>
            <a:lvl1pPr algn="l">
              <a:defRPr sz="2250" b="1">
                <a:solidFill>
                  <a:srgbClr val="182536"/>
                </a:solidFill>
                <a:latin typeface="Nimbus Sans"/>
                <a:ea typeface="Nimbus Sans"/>
                <a:cs typeface="Nimbus Sans"/>
              </a:defRPr>
            </a:lvl1pPr>
            <a:lvl2pPr algn="l">
              <a:defRPr sz="2250" b="1">
                <a:solidFill>
                  <a:srgbClr val="182536"/>
                </a:solidFill>
                <a:latin typeface="Nimbus Sans"/>
                <a:ea typeface="Nimbus Sans"/>
                <a:cs typeface="Nimbus Sans"/>
              </a:defRPr>
            </a:lvl2pPr>
            <a:lvl3pPr algn="l">
              <a:defRPr sz="2250" b="1">
                <a:solidFill>
                  <a:srgbClr val="182536"/>
                </a:solidFill>
                <a:latin typeface="Nimbus Sans"/>
                <a:ea typeface="Nimbus Sans"/>
                <a:cs typeface="Nimbus Sans"/>
              </a:defRPr>
            </a:lvl3pPr>
            <a:lvl4pPr algn="l">
              <a:defRPr sz="2250" b="1">
                <a:solidFill>
                  <a:srgbClr val="182536"/>
                </a:solidFill>
                <a:latin typeface="Nimbus Sans"/>
                <a:ea typeface="Nimbus Sans"/>
                <a:cs typeface="Nimbus Sans"/>
              </a:defRPr>
            </a:lvl4pPr>
            <a:lvl5pPr algn="l">
              <a:defRPr sz="2250" b="1">
                <a:solidFill>
                  <a:srgbClr val="182536"/>
                </a:solidFill>
                <a:latin typeface="Nimbus Sans"/>
                <a:ea typeface="Nimbus Sans"/>
                <a:cs typeface="Nimbus Sans"/>
              </a:defRPr>
            </a:lvl5pPr>
            <a:lvl6pPr algn="l">
              <a:defRPr sz="2250" b="1">
                <a:solidFill>
                  <a:srgbClr val="182536"/>
                </a:solidFill>
                <a:latin typeface="Nimbus Sans"/>
                <a:ea typeface="Nimbus Sans"/>
                <a:cs typeface="Nimbus Sans"/>
              </a:defRPr>
            </a:lvl6pPr>
            <a:lvl7pPr algn="l">
              <a:defRPr sz="2250" b="1">
                <a:solidFill>
                  <a:srgbClr val="182536"/>
                </a:solidFill>
                <a:latin typeface="Nimbus Sans"/>
                <a:ea typeface="Nimbus Sans"/>
                <a:cs typeface="Nimbus Sans"/>
              </a:defRPr>
            </a:lvl7pPr>
            <a:lvl8pPr algn="l">
              <a:defRPr sz="2250" b="1">
                <a:solidFill>
                  <a:srgbClr val="182536"/>
                </a:solidFill>
                <a:latin typeface="Nimbus Sans"/>
                <a:ea typeface="Nimbus Sans"/>
                <a:cs typeface="Nimbus Sans"/>
              </a:defRPr>
            </a:lvl8pPr>
            <a:lvl9pPr algn="l">
              <a:defRPr sz="2250" b="1">
                <a:solidFill>
                  <a:srgbClr val="182536"/>
                </a:solidFill>
                <a:latin typeface="Nimbus Sans"/>
                <a:ea typeface="Nimbus Sans"/>
                <a:cs typeface="Nimbus Sans"/>
              </a:defRPr>
            </a:lvl9pPr>
          </a:lstStyle>
          <a:p xmlns:a="http://schemas.openxmlformats.org/drawingml/2006/main">
            <a:pPr algn="l">
              <a:defRPr sz="2250" b="1">
                <a:solidFill>
                  <a:srgbClr val="182536"/>
                </a:solidFill>
                <a:latin typeface="Nimbus Sans"/>
                <a:ea typeface="Nimbus Sans"/>
                <a:cs typeface="Nimbus Sans"/>
              </a:defRPr>
            </a:pPr>
            <a:r>
              <a:rPr sz="2250" b="1">
                <a:solidFill>
                  <a:srgbClr val="182536"/>
                </a:solidFill>
                <a:latin typeface="Nimbus Sans"/>
                <a:ea typeface="Nimbus Sans"/>
                <a:cs typeface="Nimbus Sans"/>
              </a:rPr>
              <a:t>PCAP</a:t>
            </a:r>
          </a:p>
        </p:txBody>
      </p:sp>
      <p:sp>
        <p:nvSpPr>
          <p:cNvPr id="6" name="f121">
            <a:extLst xmlns:a="http://schemas.openxmlformats.org/drawingml/2006/main">
              <a:ext uri="{FF2B5EF4-FFF2-40B4-BE49-F238E27FC236}">
                <a16:creationId xmlns:a16="http://schemas.microsoft.com/office/drawing/2014/main" id="{AB0C41A7-D4BF-4514-AFD8-478F40512A5A}"/>
              </a:ext>
            </a:extLst>
          </p:cNvPr>
          <p:cNvSpPr>
            <a:spLocks xmlns:a="http://schemas.openxmlformats.org/drawingml/2006/main" noGrp="1"/>
          </p:cNvSpPr>
          <p:nvPr/>
        </p:nvSpPr>
        <p:spPr>
          <a:xfrm xmlns:a="http://schemas.openxmlformats.org/drawingml/2006/main">
            <a:off x="4876800" y="3405854"/>
            <a:ext cx="2257425" cy="27003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75" b="1">
                <a:solidFill>
                  <a:srgbClr val="278766"/>
                </a:solidFill>
                <a:latin typeface="Nimbus Sans"/>
                <a:ea typeface="Nimbus Sans"/>
                <a:cs typeface="Nimbus Sans"/>
              </a:defRPr>
            </a:defPPr>
            <a:lvl1pPr algn="l">
              <a:defRPr sz="1575" b="1">
                <a:solidFill>
                  <a:srgbClr val="278766"/>
                </a:solidFill>
                <a:latin typeface="Nimbus Sans"/>
                <a:ea typeface="Nimbus Sans"/>
                <a:cs typeface="Nimbus Sans"/>
              </a:defRPr>
            </a:lvl1pPr>
            <a:lvl2pPr algn="l">
              <a:defRPr sz="1575" b="1">
                <a:solidFill>
                  <a:srgbClr val="278766"/>
                </a:solidFill>
                <a:latin typeface="Nimbus Sans"/>
                <a:ea typeface="Nimbus Sans"/>
                <a:cs typeface="Nimbus Sans"/>
              </a:defRPr>
            </a:lvl2pPr>
            <a:lvl3pPr algn="l">
              <a:defRPr sz="1575" b="1">
                <a:solidFill>
                  <a:srgbClr val="278766"/>
                </a:solidFill>
                <a:latin typeface="Nimbus Sans"/>
                <a:ea typeface="Nimbus Sans"/>
                <a:cs typeface="Nimbus Sans"/>
              </a:defRPr>
            </a:lvl3pPr>
            <a:lvl4pPr algn="l">
              <a:defRPr sz="1575" b="1">
                <a:solidFill>
                  <a:srgbClr val="278766"/>
                </a:solidFill>
                <a:latin typeface="Nimbus Sans"/>
                <a:ea typeface="Nimbus Sans"/>
                <a:cs typeface="Nimbus Sans"/>
              </a:defRPr>
            </a:lvl4pPr>
            <a:lvl5pPr algn="l">
              <a:defRPr sz="1575" b="1">
                <a:solidFill>
                  <a:srgbClr val="278766"/>
                </a:solidFill>
                <a:latin typeface="Nimbus Sans"/>
                <a:ea typeface="Nimbus Sans"/>
                <a:cs typeface="Nimbus Sans"/>
              </a:defRPr>
            </a:lvl5pPr>
            <a:lvl6pPr algn="l">
              <a:defRPr sz="1575" b="1">
                <a:solidFill>
                  <a:srgbClr val="278766"/>
                </a:solidFill>
                <a:latin typeface="Nimbus Sans"/>
                <a:ea typeface="Nimbus Sans"/>
                <a:cs typeface="Nimbus Sans"/>
              </a:defRPr>
            </a:lvl6pPr>
            <a:lvl7pPr algn="l">
              <a:defRPr sz="1575" b="1">
                <a:solidFill>
                  <a:srgbClr val="278766"/>
                </a:solidFill>
                <a:latin typeface="Nimbus Sans"/>
                <a:ea typeface="Nimbus Sans"/>
                <a:cs typeface="Nimbus Sans"/>
              </a:defRPr>
            </a:lvl7pPr>
            <a:lvl8pPr algn="l">
              <a:defRPr sz="1575" b="1">
                <a:solidFill>
                  <a:srgbClr val="278766"/>
                </a:solidFill>
                <a:latin typeface="Nimbus Sans"/>
                <a:ea typeface="Nimbus Sans"/>
                <a:cs typeface="Nimbus Sans"/>
              </a:defRPr>
            </a:lvl8pPr>
            <a:lvl9pPr algn="l">
              <a:defRPr sz="1575" b="1">
                <a:solidFill>
                  <a:srgbClr val="278766"/>
                </a:solidFill>
                <a:latin typeface="Nimbus Sans"/>
                <a:ea typeface="Nimbus Sans"/>
                <a:cs typeface="Nimbus Sans"/>
              </a:defRPr>
            </a:lvl9pPr>
          </a:lstStyle>
          <a:p xmlns:a="http://schemas.openxmlformats.org/drawingml/2006/main">
            <a:pPr algn="l">
              <a:defRPr sz="1575" b="1">
                <a:solidFill>
                  <a:srgbClr val="278766"/>
                </a:solidFill>
                <a:latin typeface="Nimbus Sans"/>
                <a:ea typeface="Nimbus Sans"/>
                <a:cs typeface="Nimbus Sans"/>
              </a:defRPr>
            </a:pPr>
            <a:r>
              <a:rPr sz="1575" b="1">
                <a:solidFill>
                  <a:srgbClr val="278766"/>
                </a:solidFill>
                <a:latin typeface="Nimbus Sans"/>
                <a:ea typeface="Nimbus Sans"/>
                <a:cs typeface="Nimbus Sans"/>
              </a:rPr>
              <a:t>PIPELINE DI VERIFICA</a:t>
            </a:r>
          </a:p>
        </p:txBody>
      </p:sp>
      <p:sp>
        <p:nvSpPr>
          <p:cNvPr id="7" name="f122">
            <a:extLst xmlns:a="http://schemas.openxmlformats.org/drawingml/2006/main">
              <a:ext uri="{FF2B5EF4-FFF2-40B4-BE49-F238E27FC236}">
                <a16:creationId xmlns:a16="http://schemas.microsoft.com/office/drawing/2014/main" id="{DD72C646-9259-4451-B76B-11720593C5F3}"/>
              </a:ext>
            </a:extLst>
          </p:cNvPr>
          <p:cNvSpPr>
            <a:spLocks xmlns:a="http://schemas.openxmlformats.org/drawingml/2006/main" noGrp="1"/>
          </p:cNvSpPr>
          <p:nvPr/>
        </p:nvSpPr>
        <p:spPr>
          <a:xfrm xmlns:a="http://schemas.openxmlformats.org/drawingml/2006/main">
            <a:off x="7003033" y="3917156"/>
            <a:ext cx="1233934" cy="3214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82536"/>
                </a:solidFill>
                <a:latin typeface="Nimbus Sans"/>
                <a:ea typeface="Nimbus Sans"/>
                <a:cs typeface="Nimbus Sans"/>
              </a:defRPr>
            </a:defPPr>
            <a:lvl1pPr algn="l">
              <a:defRPr sz="1875" b="0">
                <a:solidFill>
                  <a:srgbClr val="182536"/>
                </a:solidFill>
                <a:latin typeface="Nimbus Sans"/>
                <a:ea typeface="Nimbus Sans"/>
                <a:cs typeface="Nimbus Sans"/>
              </a:defRPr>
            </a:lvl1pPr>
            <a:lvl2pPr algn="l">
              <a:defRPr sz="1875" b="0">
                <a:solidFill>
                  <a:srgbClr val="182536"/>
                </a:solidFill>
                <a:latin typeface="Nimbus Sans"/>
                <a:ea typeface="Nimbus Sans"/>
                <a:cs typeface="Nimbus Sans"/>
              </a:defRPr>
            </a:lvl2pPr>
            <a:lvl3pPr algn="l">
              <a:defRPr sz="1875" b="0">
                <a:solidFill>
                  <a:srgbClr val="182536"/>
                </a:solidFill>
                <a:latin typeface="Nimbus Sans"/>
                <a:ea typeface="Nimbus Sans"/>
                <a:cs typeface="Nimbus Sans"/>
              </a:defRPr>
            </a:lvl3pPr>
            <a:lvl4pPr algn="l">
              <a:defRPr sz="1875" b="0">
                <a:solidFill>
                  <a:srgbClr val="182536"/>
                </a:solidFill>
                <a:latin typeface="Nimbus Sans"/>
                <a:ea typeface="Nimbus Sans"/>
                <a:cs typeface="Nimbus Sans"/>
              </a:defRPr>
            </a:lvl4pPr>
            <a:lvl5pPr algn="l">
              <a:defRPr sz="1875" b="0">
                <a:solidFill>
                  <a:srgbClr val="182536"/>
                </a:solidFill>
                <a:latin typeface="Nimbus Sans"/>
                <a:ea typeface="Nimbus Sans"/>
                <a:cs typeface="Nimbus Sans"/>
              </a:defRPr>
            </a:lvl5pPr>
            <a:lvl6pPr algn="l">
              <a:defRPr sz="1875" b="0">
                <a:solidFill>
                  <a:srgbClr val="182536"/>
                </a:solidFill>
                <a:latin typeface="Nimbus Sans"/>
                <a:ea typeface="Nimbus Sans"/>
                <a:cs typeface="Nimbus Sans"/>
              </a:defRPr>
            </a:lvl6pPr>
            <a:lvl7pPr algn="l">
              <a:defRPr sz="1875" b="0">
                <a:solidFill>
                  <a:srgbClr val="182536"/>
                </a:solidFill>
                <a:latin typeface="Nimbus Sans"/>
                <a:ea typeface="Nimbus Sans"/>
                <a:cs typeface="Nimbus Sans"/>
              </a:defRPr>
            </a:lvl7pPr>
            <a:lvl8pPr algn="l">
              <a:defRPr sz="1875" b="0">
                <a:solidFill>
                  <a:srgbClr val="182536"/>
                </a:solidFill>
                <a:latin typeface="Nimbus Sans"/>
                <a:ea typeface="Nimbus Sans"/>
                <a:cs typeface="Nimbus Sans"/>
              </a:defRPr>
            </a:lvl8pPr>
            <a:lvl9pPr algn="l">
              <a:defRPr sz="1875" b="0">
                <a:solidFill>
                  <a:srgbClr val="182536"/>
                </a:solidFill>
                <a:latin typeface="Nimbus Sans"/>
                <a:ea typeface="Nimbus Sans"/>
                <a:cs typeface="Nimbus Sans"/>
              </a:defRPr>
            </a:lvl9pPr>
          </a:lstStyle>
          <a:p xmlns:a="http://schemas.openxmlformats.org/drawingml/2006/main">
            <a:pPr algn="l">
              <a:defRPr sz="1875" b="0">
                <a:solidFill>
                  <a:srgbClr val="182536"/>
                </a:solidFill>
                <a:latin typeface="Nimbus Sans"/>
                <a:ea typeface="Nimbus Sans"/>
                <a:cs typeface="Nimbus Sans"/>
              </a:defRPr>
            </a:pPr>
            <a:r>
              <a:rPr sz="1875" b="0">
                <a:solidFill>
                  <a:srgbClr val="182536"/>
                </a:solidFill>
                <a:latin typeface="Nimbus Sans"/>
                <a:ea typeface="Nimbus Sans"/>
                <a:cs typeface="Nimbus Sans"/>
              </a:rPr>
              <a:t>Estrazione</a:t>
            </a:r>
          </a:p>
        </p:txBody>
      </p:sp>
      <p:sp>
        <p:nvSpPr>
          <p:cNvPr id="8" name="f123">
            <a:extLst xmlns:a="http://schemas.openxmlformats.org/drawingml/2006/main">
              <a:ext uri="{FF2B5EF4-FFF2-40B4-BE49-F238E27FC236}">
                <a16:creationId xmlns:a16="http://schemas.microsoft.com/office/drawing/2014/main" id="{895B7727-BDFC-46EE-BC0F-E28635CFB331}"/>
              </a:ext>
            </a:extLst>
          </p:cNvPr>
          <p:cNvSpPr>
            <a:spLocks xmlns:a="http://schemas.openxmlformats.org/drawingml/2006/main" noGrp="1"/>
          </p:cNvSpPr>
          <p:nvPr/>
        </p:nvSpPr>
        <p:spPr>
          <a:xfrm xmlns:a="http://schemas.openxmlformats.org/drawingml/2006/main">
            <a:off x="5932215" y="4393406"/>
            <a:ext cx="3375571" cy="3214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82536"/>
                </a:solidFill>
                <a:latin typeface="Nimbus Sans"/>
                <a:ea typeface="Nimbus Sans"/>
                <a:cs typeface="Nimbus Sans"/>
              </a:defRPr>
            </a:defPPr>
            <a:lvl1pPr algn="l">
              <a:defRPr sz="1875" b="0">
                <a:solidFill>
                  <a:srgbClr val="182536"/>
                </a:solidFill>
                <a:latin typeface="Nimbus Sans"/>
                <a:ea typeface="Nimbus Sans"/>
                <a:cs typeface="Nimbus Sans"/>
              </a:defRPr>
            </a:lvl1pPr>
            <a:lvl2pPr algn="l">
              <a:defRPr sz="1875" b="0">
                <a:solidFill>
                  <a:srgbClr val="182536"/>
                </a:solidFill>
                <a:latin typeface="Nimbus Sans"/>
                <a:ea typeface="Nimbus Sans"/>
                <a:cs typeface="Nimbus Sans"/>
              </a:defRPr>
            </a:lvl2pPr>
            <a:lvl3pPr algn="l">
              <a:defRPr sz="1875" b="0">
                <a:solidFill>
                  <a:srgbClr val="182536"/>
                </a:solidFill>
                <a:latin typeface="Nimbus Sans"/>
                <a:ea typeface="Nimbus Sans"/>
                <a:cs typeface="Nimbus Sans"/>
              </a:defRPr>
            </a:lvl3pPr>
            <a:lvl4pPr algn="l">
              <a:defRPr sz="1875" b="0">
                <a:solidFill>
                  <a:srgbClr val="182536"/>
                </a:solidFill>
                <a:latin typeface="Nimbus Sans"/>
                <a:ea typeface="Nimbus Sans"/>
                <a:cs typeface="Nimbus Sans"/>
              </a:defRPr>
            </a:lvl4pPr>
            <a:lvl5pPr algn="l">
              <a:defRPr sz="1875" b="0">
                <a:solidFill>
                  <a:srgbClr val="182536"/>
                </a:solidFill>
                <a:latin typeface="Nimbus Sans"/>
                <a:ea typeface="Nimbus Sans"/>
                <a:cs typeface="Nimbus Sans"/>
              </a:defRPr>
            </a:lvl5pPr>
            <a:lvl6pPr algn="l">
              <a:defRPr sz="1875" b="0">
                <a:solidFill>
                  <a:srgbClr val="182536"/>
                </a:solidFill>
                <a:latin typeface="Nimbus Sans"/>
                <a:ea typeface="Nimbus Sans"/>
                <a:cs typeface="Nimbus Sans"/>
              </a:defRPr>
            </a:lvl6pPr>
            <a:lvl7pPr algn="l">
              <a:defRPr sz="1875" b="0">
                <a:solidFill>
                  <a:srgbClr val="182536"/>
                </a:solidFill>
                <a:latin typeface="Nimbus Sans"/>
                <a:ea typeface="Nimbus Sans"/>
                <a:cs typeface="Nimbus Sans"/>
              </a:defRPr>
            </a:lvl7pPr>
            <a:lvl8pPr algn="l">
              <a:defRPr sz="1875" b="0">
                <a:solidFill>
                  <a:srgbClr val="182536"/>
                </a:solidFill>
                <a:latin typeface="Nimbus Sans"/>
                <a:ea typeface="Nimbus Sans"/>
                <a:cs typeface="Nimbus Sans"/>
              </a:defRPr>
            </a:lvl8pPr>
            <a:lvl9pPr algn="l">
              <a:defRPr sz="1875" b="0">
                <a:solidFill>
                  <a:srgbClr val="182536"/>
                </a:solidFill>
                <a:latin typeface="Nimbus Sans"/>
                <a:ea typeface="Nimbus Sans"/>
                <a:cs typeface="Nimbus Sans"/>
              </a:defRPr>
            </a:lvl9pPr>
          </a:lstStyle>
          <a:p xmlns:a="http://schemas.openxmlformats.org/drawingml/2006/main">
            <a:pPr algn="l">
              <a:defRPr sz="1875" b="0">
                <a:solidFill>
                  <a:srgbClr val="182536"/>
                </a:solidFill>
                <a:latin typeface="Nimbus Sans"/>
                <a:ea typeface="Nimbus Sans"/>
                <a:cs typeface="Nimbus Sans"/>
              </a:defRPr>
            </a:pPr>
            <a:r>
              <a:rPr sz="1875" b="0">
                <a:solidFill>
                  <a:srgbClr val="182536"/>
                </a:solidFill>
                <a:latin typeface="Nimbus Sans"/>
                <a:ea typeface="Nimbus Sans"/>
                <a:cs typeface="Nimbus Sans"/>
              </a:rPr>
              <a:t>Normalizzazione per protocollo</a:t>
            </a:r>
          </a:p>
        </p:txBody>
      </p:sp>
      <p:sp>
        <p:nvSpPr>
          <p:cNvPr id="9" name="f124">
            <a:extLst xmlns:a="http://schemas.openxmlformats.org/drawingml/2006/main">
              <a:ext uri="{FF2B5EF4-FFF2-40B4-BE49-F238E27FC236}">
                <a16:creationId xmlns:a16="http://schemas.microsoft.com/office/drawing/2014/main" id="{208DEFF9-1E47-441E-AB3B-AF1AE78B5243}"/>
              </a:ext>
            </a:extLst>
          </p:cNvPr>
          <p:cNvSpPr>
            <a:spLocks xmlns:a="http://schemas.openxmlformats.org/drawingml/2006/main" noGrp="1"/>
          </p:cNvSpPr>
          <p:nvPr/>
        </p:nvSpPr>
        <p:spPr>
          <a:xfrm xmlns:a="http://schemas.openxmlformats.org/drawingml/2006/main">
            <a:off x="6520904" y="4869656"/>
            <a:ext cx="2198191" cy="3214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82536"/>
                </a:solidFill>
                <a:latin typeface="Nimbus Sans"/>
                <a:ea typeface="Nimbus Sans"/>
                <a:cs typeface="Nimbus Sans"/>
              </a:defRPr>
            </a:defPPr>
            <a:lvl1pPr algn="l">
              <a:defRPr sz="1875" b="0">
                <a:solidFill>
                  <a:srgbClr val="182536"/>
                </a:solidFill>
                <a:latin typeface="Nimbus Sans"/>
                <a:ea typeface="Nimbus Sans"/>
                <a:cs typeface="Nimbus Sans"/>
              </a:defRPr>
            </a:lvl1pPr>
            <a:lvl2pPr algn="l">
              <a:defRPr sz="1875" b="0">
                <a:solidFill>
                  <a:srgbClr val="182536"/>
                </a:solidFill>
                <a:latin typeface="Nimbus Sans"/>
                <a:ea typeface="Nimbus Sans"/>
                <a:cs typeface="Nimbus Sans"/>
              </a:defRPr>
            </a:lvl2pPr>
            <a:lvl3pPr algn="l">
              <a:defRPr sz="1875" b="0">
                <a:solidFill>
                  <a:srgbClr val="182536"/>
                </a:solidFill>
                <a:latin typeface="Nimbus Sans"/>
                <a:ea typeface="Nimbus Sans"/>
                <a:cs typeface="Nimbus Sans"/>
              </a:defRPr>
            </a:lvl3pPr>
            <a:lvl4pPr algn="l">
              <a:defRPr sz="1875" b="0">
                <a:solidFill>
                  <a:srgbClr val="182536"/>
                </a:solidFill>
                <a:latin typeface="Nimbus Sans"/>
                <a:ea typeface="Nimbus Sans"/>
                <a:cs typeface="Nimbus Sans"/>
              </a:defRPr>
            </a:lvl4pPr>
            <a:lvl5pPr algn="l">
              <a:defRPr sz="1875" b="0">
                <a:solidFill>
                  <a:srgbClr val="182536"/>
                </a:solidFill>
                <a:latin typeface="Nimbus Sans"/>
                <a:ea typeface="Nimbus Sans"/>
                <a:cs typeface="Nimbus Sans"/>
              </a:defRPr>
            </a:lvl5pPr>
            <a:lvl6pPr algn="l">
              <a:defRPr sz="1875" b="0">
                <a:solidFill>
                  <a:srgbClr val="182536"/>
                </a:solidFill>
                <a:latin typeface="Nimbus Sans"/>
                <a:ea typeface="Nimbus Sans"/>
                <a:cs typeface="Nimbus Sans"/>
              </a:defRPr>
            </a:lvl6pPr>
            <a:lvl7pPr algn="l">
              <a:defRPr sz="1875" b="0">
                <a:solidFill>
                  <a:srgbClr val="182536"/>
                </a:solidFill>
                <a:latin typeface="Nimbus Sans"/>
                <a:ea typeface="Nimbus Sans"/>
                <a:cs typeface="Nimbus Sans"/>
              </a:defRPr>
            </a:lvl7pPr>
            <a:lvl8pPr algn="l">
              <a:defRPr sz="1875" b="0">
                <a:solidFill>
                  <a:srgbClr val="182536"/>
                </a:solidFill>
                <a:latin typeface="Nimbus Sans"/>
                <a:ea typeface="Nimbus Sans"/>
                <a:cs typeface="Nimbus Sans"/>
              </a:defRPr>
            </a:lvl8pPr>
            <a:lvl9pPr algn="l">
              <a:defRPr sz="1875" b="0">
                <a:solidFill>
                  <a:srgbClr val="182536"/>
                </a:solidFill>
                <a:latin typeface="Nimbus Sans"/>
                <a:ea typeface="Nimbus Sans"/>
                <a:cs typeface="Nimbus Sans"/>
              </a:defRPr>
            </a:lvl9pPr>
          </a:lstStyle>
          <a:p xmlns:a="http://schemas.openxmlformats.org/drawingml/2006/main">
            <a:pPr algn="l">
              <a:defRPr sz="1875" b="0">
                <a:solidFill>
                  <a:srgbClr val="182536"/>
                </a:solidFill>
                <a:latin typeface="Nimbus Sans"/>
                <a:ea typeface="Nimbus Sans"/>
                <a:cs typeface="Nimbus Sans"/>
              </a:defRPr>
            </a:pPr>
            <a:r>
              <a:rPr sz="1875" b="0">
                <a:solidFill>
                  <a:srgbClr val="182536"/>
                </a:solidFill>
                <a:latin typeface="Nimbus Sans"/>
                <a:ea typeface="Nimbus Sans"/>
                <a:cs typeface="Nimbus Sans"/>
              </a:rPr>
              <a:t>Resolver semantico</a:t>
            </a:r>
          </a:p>
        </p:txBody>
      </p:sp>
      <p:sp>
        <p:nvSpPr>
          <p:cNvPr id="10" name="f125">
            <a:extLst xmlns:a="http://schemas.openxmlformats.org/drawingml/2006/main">
              <a:ext uri="{FF2B5EF4-FFF2-40B4-BE49-F238E27FC236}">
                <a16:creationId xmlns:a16="http://schemas.microsoft.com/office/drawing/2014/main" id="{26CD5067-81EE-409B-98FF-9BF3949749F2}"/>
              </a:ext>
            </a:extLst>
          </p:cNvPr>
          <p:cNvSpPr>
            <a:spLocks xmlns:a="http://schemas.openxmlformats.org/drawingml/2006/main" noGrp="1"/>
          </p:cNvSpPr>
          <p:nvPr/>
        </p:nvSpPr>
        <p:spPr>
          <a:xfrm xmlns:a="http://schemas.openxmlformats.org/drawingml/2006/main">
            <a:off x="6255841" y="5345906"/>
            <a:ext cx="2728317" cy="3214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82536"/>
                </a:solidFill>
                <a:latin typeface="Nimbus Sans"/>
                <a:ea typeface="Nimbus Sans"/>
                <a:cs typeface="Nimbus Sans"/>
              </a:defRPr>
            </a:defPPr>
            <a:lvl1pPr algn="l">
              <a:defRPr sz="1875" b="0">
                <a:solidFill>
                  <a:srgbClr val="182536"/>
                </a:solidFill>
                <a:latin typeface="Nimbus Sans"/>
                <a:ea typeface="Nimbus Sans"/>
                <a:cs typeface="Nimbus Sans"/>
              </a:defRPr>
            </a:lvl1pPr>
            <a:lvl2pPr algn="l">
              <a:defRPr sz="1875" b="0">
                <a:solidFill>
                  <a:srgbClr val="182536"/>
                </a:solidFill>
                <a:latin typeface="Nimbus Sans"/>
                <a:ea typeface="Nimbus Sans"/>
                <a:cs typeface="Nimbus Sans"/>
              </a:defRPr>
            </a:lvl2pPr>
            <a:lvl3pPr algn="l">
              <a:defRPr sz="1875" b="0">
                <a:solidFill>
                  <a:srgbClr val="182536"/>
                </a:solidFill>
                <a:latin typeface="Nimbus Sans"/>
                <a:ea typeface="Nimbus Sans"/>
                <a:cs typeface="Nimbus Sans"/>
              </a:defRPr>
            </a:lvl3pPr>
            <a:lvl4pPr algn="l">
              <a:defRPr sz="1875" b="0">
                <a:solidFill>
                  <a:srgbClr val="182536"/>
                </a:solidFill>
                <a:latin typeface="Nimbus Sans"/>
                <a:ea typeface="Nimbus Sans"/>
                <a:cs typeface="Nimbus Sans"/>
              </a:defRPr>
            </a:lvl4pPr>
            <a:lvl5pPr algn="l">
              <a:defRPr sz="1875" b="0">
                <a:solidFill>
                  <a:srgbClr val="182536"/>
                </a:solidFill>
                <a:latin typeface="Nimbus Sans"/>
                <a:ea typeface="Nimbus Sans"/>
                <a:cs typeface="Nimbus Sans"/>
              </a:defRPr>
            </a:lvl5pPr>
            <a:lvl6pPr algn="l">
              <a:defRPr sz="1875" b="0">
                <a:solidFill>
                  <a:srgbClr val="182536"/>
                </a:solidFill>
                <a:latin typeface="Nimbus Sans"/>
                <a:ea typeface="Nimbus Sans"/>
                <a:cs typeface="Nimbus Sans"/>
              </a:defRPr>
            </a:lvl6pPr>
            <a:lvl7pPr algn="l">
              <a:defRPr sz="1875" b="0">
                <a:solidFill>
                  <a:srgbClr val="182536"/>
                </a:solidFill>
                <a:latin typeface="Nimbus Sans"/>
                <a:ea typeface="Nimbus Sans"/>
                <a:cs typeface="Nimbus Sans"/>
              </a:defRPr>
            </a:lvl7pPr>
            <a:lvl8pPr algn="l">
              <a:defRPr sz="1875" b="0">
                <a:solidFill>
                  <a:srgbClr val="182536"/>
                </a:solidFill>
                <a:latin typeface="Nimbus Sans"/>
                <a:ea typeface="Nimbus Sans"/>
                <a:cs typeface="Nimbus Sans"/>
              </a:defRPr>
            </a:lvl8pPr>
            <a:lvl9pPr algn="l">
              <a:defRPr sz="1875" b="0">
                <a:solidFill>
                  <a:srgbClr val="182536"/>
                </a:solidFill>
                <a:latin typeface="Nimbus Sans"/>
                <a:ea typeface="Nimbus Sans"/>
                <a:cs typeface="Nimbus Sans"/>
              </a:defRPr>
            </a:lvl9pPr>
          </a:lstStyle>
          <a:p xmlns:a="http://schemas.openxmlformats.org/drawingml/2006/main">
            <a:pPr algn="l">
              <a:defRPr sz="1875" b="0">
                <a:solidFill>
                  <a:srgbClr val="182536"/>
                </a:solidFill>
                <a:latin typeface="Nimbus Sans"/>
                <a:ea typeface="Nimbus Sans"/>
                <a:cs typeface="Nimbus Sans"/>
              </a:defRPr>
            </a:pPr>
            <a:r>
              <a:rPr sz="1875" b="0">
                <a:solidFill>
                  <a:srgbClr val="182536"/>
                </a:solidFill>
                <a:latin typeface="Nimbus Sans"/>
                <a:ea typeface="Nimbus Sans"/>
                <a:cs typeface="Nimbus Sans"/>
              </a:rPr>
              <a:t>Selezione delle evidenze</a:t>
            </a:r>
          </a:p>
        </p:txBody>
      </p:sp>
      <p:sp>
        <p:nvSpPr>
          <p:cNvPr id="11" name="f126">
            <a:extLst xmlns:a="http://schemas.openxmlformats.org/drawingml/2006/main">
              <a:ext uri="{FF2B5EF4-FFF2-40B4-BE49-F238E27FC236}">
                <a16:creationId xmlns:a16="http://schemas.microsoft.com/office/drawing/2014/main" id="{465CF1E0-1A5A-42DB-A850-E84516741D38}"/>
              </a:ext>
            </a:extLst>
          </p:cNvPr>
          <p:cNvSpPr>
            <a:spLocks xmlns:a="http://schemas.openxmlformats.org/drawingml/2006/main" noGrp="1"/>
          </p:cNvSpPr>
          <p:nvPr/>
        </p:nvSpPr>
        <p:spPr>
          <a:xfrm xmlns:a="http://schemas.openxmlformats.org/drawingml/2006/main">
            <a:off x="6168554" y="5822156"/>
            <a:ext cx="2902893" cy="3214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82536"/>
                </a:solidFill>
                <a:latin typeface="Nimbus Sans"/>
                <a:ea typeface="Nimbus Sans"/>
                <a:cs typeface="Nimbus Sans"/>
              </a:defRPr>
            </a:defPPr>
            <a:lvl1pPr algn="l">
              <a:defRPr sz="1875" b="0">
                <a:solidFill>
                  <a:srgbClr val="182536"/>
                </a:solidFill>
                <a:latin typeface="Nimbus Sans"/>
                <a:ea typeface="Nimbus Sans"/>
                <a:cs typeface="Nimbus Sans"/>
              </a:defRPr>
            </a:lvl1pPr>
            <a:lvl2pPr algn="l">
              <a:defRPr sz="1875" b="0">
                <a:solidFill>
                  <a:srgbClr val="182536"/>
                </a:solidFill>
                <a:latin typeface="Nimbus Sans"/>
                <a:ea typeface="Nimbus Sans"/>
                <a:cs typeface="Nimbus Sans"/>
              </a:defRPr>
            </a:lvl2pPr>
            <a:lvl3pPr algn="l">
              <a:defRPr sz="1875" b="0">
                <a:solidFill>
                  <a:srgbClr val="182536"/>
                </a:solidFill>
                <a:latin typeface="Nimbus Sans"/>
                <a:ea typeface="Nimbus Sans"/>
                <a:cs typeface="Nimbus Sans"/>
              </a:defRPr>
            </a:lvl3pPr>
            <a:lvl4pPr algn="l">
              <a:defRPr sz="1875" b="0">
                <a:solidFill>
                  <a:srgbClr val="182536"/>
                </a:solidFill>
                <a:latin typeface="Nimbus Sans"/>
                <a:ea typeface="Nimbus Sans"/>
                <a:cs typeface="Nimbus Sans"/>
              </a:defRPr>
            </a:lvl4pPr>
            <a:lvl5pPr algn="l">
              <a:defRPr sz="1875" b="0">
                <a:solidFill>
                  <a:srgbClr val="182536"/>
                </a:solidFill>
                <a:latin typeface="Nimbus Sans"/>
                <a:ea typeface="Nimbus Sans"/>
                <a:cs typeface="Nimbus Sans"/>
              </a:defRPr>
            </a:lvl5pPr>
            <a:lvl6pPr algn="l">
              <a:defRPr sz="1875" b="0">
                <a:solidFill>
                  <a:srgbClr val="182536"/>
                </a:solidFill>
                <a:latin typeface="Nimbus Sans"/>
                <a:ea typeface="Nimbus Sans"/>
                <a:cs typeface="Nimbus Sans"/>
              </a:defRPr>
            </a:lvl6pPr>
            <a:lvl7pPr algn="l">
              <a:defRPr sz="1875" b="0">
                <a:solidFill>
                  <a:srgbClr val="182536"/>
                </a:solidFill>
                <a:latin typeface="Nimbus Sans"/>
                <a:ea typeface="Nimbus Sans"/>
                <a:cs typeface="Nimbus Sans"/>
              </a:defRPr>
            </a:lvl7pPr>
            <a:lvl8pPr algn="l">
              <a:defRPr sz="1875" b="0">
                <a:solidFill>
                  <a:srgbClr val="182536"/>
                </a:solidFill>
                <a:latin typeface="Nimbus Sans"/>
                <a:ea typeface="Nimbus Sans"/>
                <a:cs typeface="Nimbus Sans"/>
              </a:defRPr>
            </a:lvl8pPr>
            <a:lvl9pPr algn="l">
              <a:defRPr sz="1875" b="0">
                <a:solidFill>
                  <a:srgbClr val="182536"/>
                </a:solidFill>
                <a:latin typeface="Nimbus Sans"/>
                <a:ea typeface="Nimbus Sans"/>
                <a:cs typeface="Nimbus Sans"/>
              </a:defRPr>
            </a:lvl9pPr>
          </a:lstStyle>
          <a:p xmlns:a="http://schemas.openxmlformats.org/drawingml/2006/main">
            <a:pPr algn="l">
              <a:defRPr sz="1875" b="0">
                <a:solidFill>
                  <a:srgbClr val="182536"/>
                </a:solidFill>
                <a:latin typeface="Nimbus Sans"/>
                <a:ea typeface="Nimbus Sans"/>
                <a:cs typeface="Nimbus Sans"/>
              </a:defRPr>
            </a:pPr>
            <a:r>
              <a:rPr sz="1875" b="0">
                <a:solidFill>
                  <a:srgbClr val="182536"/>
                </a:solidFill>
                <a:latin typeface="Nimbus Sans"/>
                <a:ea typeface="Nimbus Sans"/>
                <a:cs typeface="Nimbus Sans"/>
              </a:rPr>
              <a:t>Verifica statica / temporale</a:t>
            </a:r>
          </a:p>
        </p:txBody>
      </p:sp>
      <p:sp>
        <p:nvSpPr>
          <p:cNvPr id="12" name="f127">
            <a:extLst xmlns:a="http://schemas.openxmlformats.org/drawingml/2006/main">
              <a:ext uri="{FF2B5EF4-FFF2-40B4-BE49-F238E27FC236}">
                <a16:creationId xmlns:a16="http://schemas.microsoft.com/office/drawing/2014/main" id="{55350AAD-EF17-42D3-BB34-1D5C4DC5927D}"/>
              </a:ext>
            </a:extLst>
          </p:cNvPr>
          <p:cNvSpPr>
            <a:spLocks xmlns:a="http://schemas.openxmlformats.org/drawingml/2006/main" noGrp="1"/>
          </p:cNvSpPr>
          <p:nvPr/>
        </p:nvSpPr>
        <p:spPr>
          <a:xfrm xmlns:a="http://schemas.openxmlformats.org/drawingml/2006/main">
            <a:off x="6343650" y="6298406"/>
            <a:ext cx="2552700" cy="3214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82536"/>
                </a:solidFill>
                <a:latin typeface="Nimbus Sans"/>
                <a:ea typeface="Nimbus Sans"/>
                <a:cs typeface="Nimbus Sans"/>
              </a:defRPr>
            </a:defPPr>
            <a:lvl1pPr algn="l">
              <a:defRPr sz="1875" b="0">
                <a:solidFill>
                  <a:srgbClr val="182536"/>
                </a:solidFill>
                <a:latin typeface="Nimbus Sans"/>
                <a:ea typeface="Nimbus Sans"/>
                <a:cs typeface="Nimbus Sans"/>
              </a:defRPr>
            </a:lvl1pPr>
            <a:lvl2pPr algn="l">
              <a:defRPr sz="1875" b="0">
                <a:solidFill>
                  <a:srgbClr val="182536"/>
                </a:solidFill>
                <a:latin typeface="Nimbus Sans"/>
                <a:ea typeface="Nimbus Sans"/>
                <a:cs typeface="Nimbus Sans"/>
              </a:defRPr>
            </a:lvl2pPr>
            <a:lvl3pPr algn="l">
              <a:defRPr sz="1875" b="0">
                <a:solidFill>
                  <a:srgbClr val="182536"/>
                </a:solidFill>
                <a:latin typeface="Nimbus Sans"/>
                <a:ea typeface="Nimbus Sans"/>
                <a:cs typeface="Nimbus Sans"/>
              </a:defRPr>
            </a:lvl3pPr>
            <a:lvl4pPr algn="l">
              <a:defRPr sz="1875" b="0">
                <a:solidFill>
                  <a:srgbClr val="182536"/>
                </a:solidFill>
                <a:latin typeface="Nimbus Sans"/>
                <a:ea typeface="Nimbus Sans"/>
                <a:cs typeface="Nimbus Sans"/>
              </a:defRPr>
            </a:lvl4pPr>
            <a:lvl5pPr algn="l">
              <a:defRPr sz="1875" b="0">
                <a:solidFill>
                  <a:srgbClr val="182536"/>
                </a:solidFill>
                <a:latin typeface="Nimbus Sans"/>
                <a:ea typeface="Nimbus Sans"/>
                <a:cs typeface="Nimbus Sans"/>
              </a:defRPr>
            </a:lvl5pPr>
            <a:lvl6pPr algn="l">
              <a:defRPr sz="1875" b="0">
                <a:solidFill>
                  <a:srgbClr val="182536"/>
                </a:solidFill>
                <a:latin typeface="Nimbus Sans"/>
                <a:ea typeface="Nimbus Sans"/>
                <a:cs typeface="Nimbus Sans"/>
              </a:defRPr>
            </a:lvl6pPr>
            <a:lvl7pPr algn="l">
              <a:defRPr sz="1875" b="0">
                <a:solidFill>
                  <a:srgbClr val="182536"/>
                </a:solidFill>
                <a:latin typeface="Nimbus Sans"/>
                <a:ea typeface="Nimbus Sans"/>
                <a:cs typeface="Nimbus Sans"/>
              </a:defRPr>
            </a:lvl7pPr>
            <a:lvl8pPr algn="l">
              <a:defRPr sz="1875" b="0">
                <a:solidFill>
                  <a:srgbClr val="182536"/>
                </a:solidFill>
                <a:latin typeface="Nimbus Sans"/>
                <a:ea typeface="Nimbus Sans"/>
                <a:cs typeface="Nimbus Sans"/>
              </a:defRPr>
            </a:lvl8pPr>
            <a:lvl9pPr algn="l">
              <a:defRPr sz="1875" b="0">
                <a:solidFill>
                  <a:srgbClr val="182536"/>
                </a:solidFill>
                <a:latin typeface="Nimbus Sans"/>
                <a:ea typeface="Nimbus Sans"/>
                <a:cs typeface="Nimbus Sans"/>
              </a:defRPr>
            </a:lvl9pPr>
          </a:lstStyle>
          <a:p xmlns:a="http://schemas.openxmlformats.org/drawingml/2006/main">
            <a:pPr algn="l">
              <a:defRPr sz="1875" b="0">
                <a:solidFill>
                  <a:srgbClr val="182536"/>
                </a:solidFill>
                <a:latin typeface="Nimbus Sans"/>
                <a:ea typeface="Nimbus Sans"/>
                <a:cs typeface="Nimbus Sans"/>
              </a:defRPr>
            </a:pPr>
            <a:r>
              <a:rPr sz="1875" b="0">
                <a:solidFill>
                  <a:srgbClr val="182536"/>
                </a:solidFill>
                <a:latin typeface="Nimbus Sans"/>
                <a:ea typeface="Nimbus Sans"/>
                <a:cs typeface="Nimbus Sans"/>
              </a:rPr>
              <a:t>Generazione del report</a:t>
            </a:r>
          </a:p>
        </p:txBody>
      </p:sp>
      <p:sp>
        <p:nvSpPr>
          <p:cNvPr id="13" name="f128">
            <a:extLst xmlns:a="http://schemas.openxmlformats.org/drawingml/2006/main">
              <a:ext uri="{FF2B5EF4-FFF2-40B4-BE49-F238E27FC236}">
                <a16:creationId xmlns:a16="http://schemas.microsoft.com/office/drawing/2014/main" id="{EE90AC2C-62E1-4571-9089-8045E79F5162}"/>
              </a:ext>
            </a:extLst>
          </p:cNvPr>
          <p:cNvSpPr>
            <a:spLocks xmlns:a="http://schemas.openxmlformats.org/drawingml/2006/main" noGrp="1"/>
          </p:cNvSpPr>
          <p:nvPr/>
        </p:nvSpPr>
        <p:spPr>
          <a:xfrm xmlns:a="http://schemas.openxmlformats.org/drawingml/2006/main">
            <a:off x="2362200" y="5525643"/>
            <a:ext cx="800100" cy="4629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700" b="1">
                <a:solidFill>
                  <a:srgbClr val="4264D0"/>
                </a:solidFill>
                <a:latin typeface="Nimbus Sans"/>
                <a:ea typeface="Nimbus Sans"/>
                <a:cs typeface="Nimbus Sans"/>
              </a:defRPr>
            </a:defPPr>
            <a:lvl1pPr algn="l">
              <a:defRPr sz="2700" b="1">
                <a:solidFill>
                  <a:srgbClr val="4264D0"/>
                </a:solidFill>
                <a:latin typeface="Nimbus Sans"/>
                <a:ea typeface="Nimbus Sans"/>
                <a:cs typeface="Nimbus Sans"/>
              </a:defRPr>
            </a:lvl1pPr>
            <a:lvl2pPr algn="l">
              <a:defRPr sz="2700" b="1">
                <a:solidFill>
                  <a:srgbClr val="4264D0"/>
                </a:solidFill>
                <a:latin typeface="Nimbus Sans"/>
                <a:ea typeface="Nimbus Sans"/>
                <a:cs typeface="Nimbus Sans"/>
              </a:defRPr>
            </a:lvl2pPr>
            <a:lvl3pPr algn="l">
              <a:defRPr sz="2700" b="1">
                <a:solidFill>
                  <a:srgbClr val="4264D0"/>
                </a:solidFill>
                <a:latin typeface="Nimbus Sans"/>
                <a:ea typeface="Nimbus Sans"/>
                <a:cs typeface="Nimbus Sans"/>
              </a:defRPr>
            </a:lvl3pPr>
            <a:lvl4pPr algn="l">
              <a:defRPr sz="2700" b="1">
                <a:solidFill>
                  <a:srgbClr val="4264D0"/>
                </a:solidFill>
                <a:latin typeface="Nimbus Sans"/>
                <a:ea typeface="Nimbus Sans"/>
                <a:cs typeface="Nimbus Sans"/>
              </a:defRPr>
            </a:lvl4pPr>
            <a:lvl5pPr algn="l">
              <a:defRPr sz="2700" b="1">
                <a:solidFill>
                  <a:srgbClr val="4264D0"/>
                </a:solidFill>
                <a:latin typeface="Nimbus Sans"/>
                <a:ea typeface="Nimbus Sans"/>
                <a:cs typeface="Nimbus Sans"/>
              </a:defRPr>
            </a:lvl5pPr>
            <a:lvl6pPr algn="l">
              <a:defRPr sz="2700" b="1">
                <a:solidFill>
                  <a:srgbClr val="4264D0"/>
                </a:solidFill>
                <a:latin typeface="Nimbus Sans"/>
                <a:ea typeface="Nimbus Sans"/>
                <a:cs typeface="Nimbus Sans"/>
              </a:defRPr>
            </a:lvl6pPr>
            <a:lvl7pPr algn="l">
              <a:defRPr sz="2700" b="1">
                <a:solidFill>
                  <a:srgbClr val="4264D0"/>
                </a:solidFill>
                <a:latin typeface="Nimbus Sans"/>
                <a:ea typeface="Nimbus Sans"/>
                <a:cs typeface="Nimbus Sans"/>
              </a:defRPr>
            </a:lvl7pPr>
            <a:lvl8pPr algn="l">
              <a:defRPr sz="2700" b="1">
                <a:solidFill>
                  <a:srgbClr val="4264D0"/>
                </a:solidFill>
                <a:latin typeface="Nimbus Sans"/>
                <a:ea typeface="Nimbus Sans"/>
                <a:cs typeface="Nimbus Sans"/>
              </a:defRPr>
            </a:lvl8pPr>
            <a:lvl9pPr algn="l">
              <a:defRPr sz="2700" b="1">
                <a:solidFill>
                  <a:srgbClr val="4264D0"/>
                </a:solidFill>
                <a:latin typeface="Nimbus Sans"/>
                <a:ea typeface="Nimbus Sans"/>
                <a:cs typeface="Nimbus Sans"/>
              </a:defRPr>
            </a:lvl9pPr>
          </a:lstStyle>
          <a:p xmlns:a="http://schemas.openxmlformats.org/drawingml/2006/main">
            <a:pPr algn="l">
              <a:defRPr sz="2700" b="1">
                <a:solidFill>
                  <a:srgbClr val="4264D0"/>
                </a:solidFill>
                <a:latin typeface="Nimbus Sans"/>
                <a:ea typeface="Nimbus Sans"/>
                <a:cs typeface="Nimbus Sans"/>
              </a:defRPr>
            </a:pPr>
            <a:r>
              <a:rPr sz="2700" b="1">
                <a:solidFill>
                  <a:srgbClr val="4264D0"/>
                </a:solidFill>
                <a:latin typeface="Nimbus Sans"/>
                <a:ea typeface="Nimbus Sans"/>
                <a:cs typeface="Nimbus Sans"/>
              </a:rPr>
              <a:t>DSL</a:t>
            </a:r>
          </a:p>
        </p:txBody>
      </p:sp>
      <p:sp>
        <p:nvSpPr>
          <p:cNvPr id="14" name="f129">
            <a:extLst xmlns:a="http://schemas.openxmlformats.org/drawingml/2006/main">
              <a:ext uri="{FF2B5EF4-FFF2-40B4-BE49-F238E27FC236}">
                <a16:creationId xmlns:a16="http://schemas.microsoft.com/office/drawing/2014/main" id="{766F869A-E726-4593-9DBD-CE8FB5DE151F}"/>
              </a:ext>
            </a:extLst>
          </p:cNvPr>
          <p:cNvSpPr>
            <a:spLocks xmlns:a="http://schemas.openxmlformats.org/drawingml/2006/main" noGrp="1"/>
          </p:cNvSpPr>
          <p:nvPr/>
        </p:nvSpPr>
        <p:spPr>
          <a:xfrm xmlns:a="http://schemas.openxmlformats.org/drawingml/2006/main">
            <a:off x="6030069" y="7782878"/>
            <a:ext cx="3179862"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4264D0"/>
                </a:solidFill>
                <a:latin typeface="Nimbus Sans"/>
                <a:ea typeface="Nimbus Sans"/>
                <a:cs typeface="Nimbus Sans"/>
              </a:defRPr>
            </a:defPPr>
            <a:lvl1pPr algn="l">
              <a:defRPr sz="2250" b="1">
                <a:solidFill>
                  <a:srgbClr val="4264D0"/>
                </a:solidFill>
                <a:latin typeface="Nimbus Sans"/>
                <a:ea typeface="Nimbus Sans"/>
                <a:cs typeface="Nimbus Sans"/>
              </a:defRPr>
            </a:lvl1pPr>
            <a:lvl2pPr algn="l">
              <a:defRPr sz="2250" b="1">
                <a:solidFill>
                  <a:srgbClr val="4264D0"/>
                </a:solidFill>
                <a:latin typeface="Nimbus Sans"/>
                <a:ea typeface="Nimbus Sans"/>
                <a:cs typeface="Nimbus Sans"/>
              </a:defRPr>
            </a:lvl2pPr>
            <a:lvl3pPr algn="l">
              <a:defRPr sz="2250" b="1">
                <a:solidFill>
                  <a:srgbClr val="4264D0"/>
                </a:solidFill>
                <a:latin typeface="Nimbus Sans"/>
                <a:ea typeface="Nimbus Sans"/>
                <a:cs typeface="Nimbus Sans"/>
              </a:defRPr>
            </a:lvl3pPr>
            <a:lvl4pPr algn="l">
              <a:defRPr sz="2250" b="1">
                <a:solidFill>
                  <a:srgbClr val="4264D0"/>
                </a:solidFill>
                <a:latin typeface="Nimbus Sans"/>
                <a:ea typeface="Nimbus Sans"/>
                <a:cs typeface="Nimbus Sans"/>
              </a:defRPr>
            </a:lvl4pPr>
            <a:lvl5pPr algn="l">
              <a:defRPr sz="2250" b="1">
                <a:solidFill>
                  <a:srgbClr val="4264D0"/>
                </a:solidFill>
                <a:latin typeface="Nimbus Sans"/>
                <a:ea typeface="Nimbus Sans"/>
                <a:cs typeface="Nimbus Sans"/>
              </a:defRPr>
            </a:lvl5pPr>
            <a:lvl6pPr algn="l">
              <a:defRPr sz="2250" b="1">
                <a:solidFill>
                  <a:srgbClr val="4264D0"/>
                </a:solidFill>
                <a:latin typeface="Nimbus Sans"/>
                <a:ea typeface="Nimbus Sans"/>
                <a:cs typeface="Nimbus Sans"/>
              </a:defRPr>
            </a:lvl6pPr>
            <a:lvl7pPr algn="l">
              <a:defRPr sz="2250" b="1">
                <a:solidFill>
                  <a:srgbClr val="4264D0"/>
                </a:solidFill>
                <a:latin typeface="Nimbus Sans"/>
                <a:ea typeface="Nimbus Sans"/>
                <a:cs typeface="Nimbus Sans"/>
              </a:defRPr>
            </a:lvl7pPr>
            <a:lvl8pPr algn="l">
              <a:defRPr sz="2250" b="1">
                <a:solidFill>
                  <a:srgbClr val="4264D0"/>
                </a:solidFill>
                <a:latin typeface="Nimbus Sans"/>
                <a:ea typeface="Nimbus Sans"/>
                <a:cs typeface="Nimbus Sans"/>
              </a:defRPr>
            </a:lvl8pPr>
            <a:lvl9pPr algn="l">
              <a:defRPr sz="2250" b="1">
                <a:solidFill>
                  <a:srgbClr val="4264D0"/>
                </a:solidFill>
                <a:latin typeface="Nimbus Sans"/>
                <a:ea typeface="Nimbus Sans"/>
                <a:cs typeface="Nimbus Sans"/>
              </a:defRPr>
            </a:lvl9pPr>
          </a:lstStyle>
          <a:p xmlns:a="http://schemas.openxmlformats.org/drawingml/2006/main">
            <a:pPr algn="l">
              <a:defRPr sz="2250" b="1">
                <a:solidFill>
                  <a:srgbClr val="4264D0"/>
                </a:solidFill>
                <a:latin typeface="Nimbus Sans"/>
                <a:ea typeface="Nimbus Sans"/>
                <a:cs typeface="Nimbus Sans"/>
              </a:defRPr>
            </a:pPr>
            <a:r>
              <a:rPr sz="2250" b="1">
                <a:solidFill>
                  <a:srgbClr val="4264D0"/>
                </a:solidFill>
                <a:latin typeface="Nimbus Sans"/>
                <a:ea typeface="Nimbus Sans"/>
                <a:cs typeface="Nimbus Sans"/>
              </a:rPr>
              <a:t>REPORT + VERDETTO</a:t>
            </a:r>
          </a:p>
        </p:txBody>
      </p:sp>
    </p:spTree>
    <p:extLst>
      <p:ext uri="{BB962C8B-B14F-4D97-AF65-F5344CB8AC3E}">
        <p14:creationId xmlns:p14="http://schemas.microsoft.com/office/powerpoint/2010/main" val="1709248655"/>
      </p:ext>
    </p:extLst>
  </p:cSld>
</p:sld>
</file>

<file path=ppt/slides/slide6.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13" name="f130">
            <a:extLst xmlns:a="http://schemas.openxmlformats.org/drawingml/2006/main">
              <a:ext uri="{FF2B5EF4-FFF2-40B4-BE49-F238E27FC236}">
                <a16:creationId xmlns:a16="http://schemas.microsoft.com/office/drawing/2014/main" id="{B9F134A7-2553-443B-BAAF-88BB7082857F}"/>
              </a:ext>
            </a:extLst>
          </p:cNvPr>
          <p:cNvSpPr>
            <a:spLocks xmlns:a="http://schemas.openxmlformats.org/drawingml/2006/main" noGrp="1"/>
          </p:cNvSpPr>
          <p:nvPr/>
        </p:nvSpPr>
        <p:spPr>
          <a:xfrm xmlns:a="http://schemas.openxmlformats.org/drawingml/2006/main">
            <a:off x="1066800" y="66675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4264D0"/>
                </a:solidFill>
                <a:latin typeface="Nimbus Sans"/>
                <a:ea typeface="Nimbus Sans"/>
                <a:cs typeface="Nimbus Sans"/>
              </a:defRPr>
            </a:defPPr>
            <a:lvl1pPr algn="l">
              <a:defRPr sz="1500" b="0">
                <a:solidFill>
                  <a:srgbClr val="4264D0"/>
                </a:solidFill>
                <a:latin typeface="Nimbus Sans"/>
                <a:ea typeface="Nimbus Sans"/>
                <a:cs typeface="Nimbus Sans"/>
              </a:defRPr>
            </a:lvl1pPr>
            <a:lvl2pPr algn="l">
              <a:defRPr sz="1500" b="0">
                <a:solidFill>
                  <a:srgbClr val="4264D0"/>
                </a:solidFill>
                <a:latin typeface="Nimbus Sans"/>
                <a:ea typeface="Nimbus Sans"/>
                <a:cs typeface="Nimbus Sans"/>
              </a:defRPr>
            </a:lvl2pPr>
            <a:lvl3pPr algn="l">
              <a:defRPr sz="1500" b="0">
                <a:solidFill>
                  <a:srgbClr val="4264D0"/>
                </a:solidFill>
                <a:latin typeface="Nimbus Sans"/>
                <a:ea typeface="Nimbus Sans"/>
                <a:cs typeface="Nimbus Sans"/>
              </a:defRPr>
            </a:lvl3pPr>
            <a:lvl4pPr algn="l">
              <a:defRPr sz="1500" b="0">
                <a:solidFill>
                  <a:srgbClr val="4264D0"/>
                </a:solidFill>
                <a:latin typeface="Nimbus Sans"/>
                <a:ea typeface="Nimbus Sans"/>
                <a:cs typeface="Nimbus Sans"/>
              </a:defRPr>
            </a:lvl4pPr>
            <a:lvl5pPr algn="l">
              <a:defRPr sz="1500" b="0">
                <a:solidFill>
                  <a:srgbClr val="4264D0"/>
                </a:solidFill>
                <a:latin typeface="Nimbus Sans"/>
                <a:ea typeface="Nimbus Sans"/>
                <a:cs typeface="Nimbus Sans"/>
              </a:defRPr>
            </a:lvl5pPr>
            <a:lvl6pPr algn="l">
              <a:defRPr sz="1500" b="0">
                <a:solidFill>
                  <a:srgbClr val="4264D0"/>
                </a:solidFill>
                <a:latin typeface="Nimbus Sans"/>
                <a:ea typeface="Nimbus Sans"/>
                <a:cs typeface="Nimbus Sans"/>
              </a:defRPr>
            </a:lvl6pPr>
            <a:lvl7pPr algn="l">
              <a:defRPr sz="1500" b="0">
                <a:solidFill>
                  <a:srgbClr val="4264D0"/>
                </a:solidFill>
                <a:latin typeface="Nimbus Sans"/>
                <a:ea typeface="Nimbus Sans"/>
                <a:cs typeface="Nimbus Sans"/>
              </a:defRPr>
            </a:lvl7pPr>
            <a:lvl8pPr algn="l">
              <a:defRPr sz="1500" b="0">
                <a:solidFill>
                  <a:srgbClr val="4264D0"/>
                </a:solidFill>
                <a:latin typeface="Nimbus Sans"/>
                <a:ea typeface="Nimbus Sans"/>
                <a:cs typeface="Nimbus Sans"/>
              </a:defRPr>
            </a:lvl8pPr>
            <a:lvl9pPr algn="l">
              <a:defRPr sz="1500" b="0">
                <a:solidFill>
                  <a:srgbClr val="4264D0"/>
                </a:solidFill>
                <a:latin typeface="Nimbus Sans"/>
                <a:ea typeface="Nimbus Sans"/>
                <a:cs typeface="Nimbus Sans"/>
              </a:defRPr>
            </a:lvl9pPr>
          </a:lstStyle>
          <a:p xmlns:a="http://schemas.openxmlformats.org/drawingml/2006/main">
            <a:pPr algn="l">
              <a:defRPr sz="1500" b="0">
                <a:solidFill>
                  <a:srgbClr val="4264D0"/>
                </a:solidFill>
                <a:latin typeface="Nimbus Sans"/>
                <a:ea typeface="Nimbus Sans"/>
                <a:cs typeface="Nimbus Sans"/>
              </a:defRPr>
            </a:pPr>
            <a:r>
              <a:rPr sz="1500" b="0">
                <a:solidFill>
                  <a:srgbClr val="4264D0"/>
                </a:solidFill>
                <a:latin typeface="Nimbus Sans"/>
                <a:ea typeface="Nimbus Sans"/>
                <a:cs typeface="Nimbus Sans"/>
              </a:rPr>
              <a:t>VALUTAZIONE</a:t>
            </a:r>
          </a:p>
        </p:txBody>
      </p:sp>
      <p:sp>
        <p:nvSpPr>
          <p:cNvPr id="2" name="f131">
            <a:extLst xmlns:a="http://schemas.openxmlformats.org/drawingml/2006/main">
              <a:ext uri="{FF2B5EF4-FFF2-40B4-BE49-F238E27FC236}">
                <a16:creationId xmlns:a16="http://schemas.microsoft.com/office/drawing/2014/main" id="{1577DC9F-7E60-496B-A4B9-96DEDDB0074E}"/>
              </a:ext>
            </a:extLst>
          </p:cNvPr>
          <p:cNvSpPr>
            <a:spLocks xmlns:a="http://schemas.openxmlformats.org/drawingml/2006/main" noGrp="1"/>
          </p:cNvSpPr>
          <p:nvPr/>
        </p:nvSpPr>
        <p:spPr>
          <a:xfrm xmlns:a="http://schemas.openxmlformats.org/drawingml/2006/main">
            <a:off x="12858750" y="666750"/>
            <a:ext cx="131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350" b="0">
                <a:solidFill>
                  <a:srgbClr val="52627B"/>
                </a:solidFill>
                <a:latin typeface="Nimbus Sans"/>
                <a:ea typeface="Nimbus Sans"/>
                <a:cs typeface="Nimbus Sans"/>
              </a:defRPr>
            </a:defPPr>
            <a:lvl1pPr algn="r">
              <a:defRPr sz="1350" b="0">
                <a:solidFill>
                  <a:srgbClr val="52627B"/>
                </a:solidFill>
                <a:latin typeface="Nimbus Sans"/>
                <a:ea typeface="Nimbus Sans"/>
                <a:cs typeface="Nimbus Sans"/>
              </a:defRPr>
            </a:lvl1pPr>
            <a:lvl2pPr algn="r">
              <a:defRPr sz="1350" b="0">
                <a:solidFill>
                  <a:srgbClr val="52627B"/>
                </a:solidFill>
                <a:latin typeface="Nimbus Sans"/>
                <a:ea typeface="Nimbus Sans"/>
                <a:cs typeface="Nimbus Sans"/>
              </a:defRPr>
            </a:lvl2pPr>
            <a:lvl3pPr algn="r">
              <a:defRPr sz="1350" b="0">
                <a:solidFill>
                  <a:srgbClr val="52627B"/>
                </a:solidFill>
                <a:latin typeface="Nimbus Sans"/>
                <a:ea typeface="Nimbus Sans"/>
                <a:cs typeface="Nimbus Sans"/>
              </a:defRPr>
            </a:lvl3pPr>
            <a:lvl4pPr algn="r">
              <a:defRPr sz="1350" b="0">
                <a:solidFill>
                  <a:srgbClr val="52627B"/>
                </a:solidFill>
                <a:latin typeface="Nimbus Sans"/>
                <a:ea typeface="Nimbus Sans"/>
                <a:cs typeface="Nimbus Sans"/>
              </a:defRPr>
            </a:lvl4pPr>
            <a:lvl5pPr algn="r">
              <a:defRPr sz="1350" b="0">
                <a:solidFill>
                  <a:srgbClr val="52627B"/>
                </a:solidFill>
                <a:latin typeface="Nimbus Sans"/>
                <a:ea typeface="Nimbus Sans"/>
                <a:cs typeface="Nimbus Sans"/>
              </a:defRPr>
            </a:lvl5pPr>
            <a:lvl6pPr algn="r">
              <a:defRPr sz="1350" b="0">
                <a:solidFill>
                  <a:srgbClr val="52627B"/>
                </a:solidFill>
                <a:latin typeface="Nimbus Sans"/>
                <a:ea typeface="Nimbus Sans"/>
                <a:cs typeface="Nimbus Sans"/>
              </a:defRPr>
            </a:lvl6pPr>
            <a:lvl7pPr algn="r">
              <a:defRPr sz="1350" b="0">
                <a:solidFill>
                  <a:srgbClr val="52627B"/>
                </a:solidFill>
                <a:latin typeface="Nimbus Sans"/>
                <a:ea typeface="Nimbus Sans"/>
                <a:cs typeface="Nimbus Sans"/>
              </a:defRPr>
            </a:lvl7pPr>
            <a:lvl8pPr algn="r">
              <a:defRPr sz="1350" b="0">
                <a:solidFill>
                  <a:srgbClr val="52627B"/>
                </a:solidFill>
                <a:latin typeface="Nimbus Sans"/>
                <a:ea typeface="Nimbus Sans"/>
                <a:cs typeface="Nimbus Sans"/>
              </a:defRPr>
            </a:lvl8pPr>
            <a:lvl9pPr algn="r">
              <a:defRPr sz="1350" b="0">
                <a:solidFill>
                  <a:srgbClr val="52627B"/>
                </a:solidFill>
                <a:latin typeface="Nimbus Sans"/>
                <a:ea typeface="Nimbus Sans"/>
                <a:cs typeface="Nimbus Sans"/>
              </a:defRPr>
            </a:lvl9pPr>
          </a:lstStyle>
          <a:p xmlns:a="http://schemas.openxmlformats.org/drawingml/2006/main">
            <a:pPr algn="r">
              <a:defRPr sz="1350" b="0">
                <a:solidFill>
                  <a:srgbClr val="52627B"/>
                </a:solidFill>
                <a:latin typeface="Nimbus Sans"/>
                <a:ea typeface="Nimbus Sans"/>
                <a:cs typeface="Nimbus Sans"/>
              </a:defRPr>
            </a:pPr>
            <a:r>
              <a:rPr sz="1350" b="0">
                <a:solidFill>
                  <a:srgbClr val="52627B"/>
                </a:solidFill>
                <a:latin typeface="Nimbus Sans"/>
                <a:ea typeface="Nimbus Sans"/>
                <a:cs typeface="Nimbus Sans"/>
              </a:rPr>
              <a:t>06 / 07</a:t>
            </a:r>
          </a:p>
        </p:txBody>
      </p:sp>
      <p:sp>
        <p:nvSpPr>
          <p:cNvPr id="3" name="f132">
            <a:extLst xmlns:a="http://schemas.openxmlformats.org/drawingml/2006/main">
              <a:ext uri="{FF2B5EF4-FFF2-40B4-BE49-F238E27FC236}">
                <a16:creationId xmlns:a16="http://schemas.microsoft.com/office/drawing/2014/main" id="{EA975D8F-053D-4C23-8214-B7A781811DDC}"/>
              </a:ext>
            </a:extLst>
          </p:cNvPr>
          <p:cNvSpPr>
            <a:spLocks xmlns:a="http://schemas.openxmlformats.org/drawingml/2006/main" noGrp="1"/>
          </p:cNvSpPr>
          <p:nvPr/>
        </p:nvSpPr>
        <p:spPr>
          <a:xfrm xmlns:a="http://schemas.openxmlformats.org/drawingml/2006/main">
            <a:off x="1066800" y="1200150"/>
            <a:ext cx="13106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182536"/>
                </a:solidFill>
                <a:latin typeface="Nimbus Sans"/>
                <a:ea typeface="Nimbus Sans"/>
                <a:cs typeface="Nimbus Sans"/>
              </a:defRPr>
            </a:defPPr>
            <a:lvl1pPr algn="l">
              <a:defRPr sz="4050" b="1">
                <a:solidFill>
                  <a:srgbClr val="182536"/>
                </a:solidFill>
                <a:latin typeface="Nimbus Sans"/>
                <a:ea typeface="Nimbus Sans"/>
                <a:cs typeface="Nimbus Sans"/>
              </a:defRPr>
            </a:lvl1pPr>
            <a:lvl2pPr algn="l">
              <a:defRPr sz="4050" b="1">
                <a:solidFill>
                  <a:srgbClr val="182536"/>
                </a:solidFill>
                <a:latin typeface="Nimbus Sans"/>
                <a:ea typeface="Nimbus Sans"/>
                <a:cs typeface="Nimbus Sans"/>
              </a:defRPr>
            </a:lvl2pPr>
            <a:lvl3pPr algn="l">
              <a:defRPr sz="4050" b="1">
                <a:solidFill>
                  <a:srgbClr val="182536"/>
                </a:solidFill>
                <a:latin typeface="Nimbus Sans"/>
                <a:ea typeface="Nimbus Sans"/>
                <a:cs typeface="Nimbus Sans"/>
              </a:defRPr>
            </a:lvl3pPr>
            <a:lvl4pPr algn="l">
              <a:defRPr sz="4050" b="1">
                <a:solidFill>
                  <a:srgbClr val="182536"/>
                </a:solidFill>
                <a:latin typeface="Nimbus Sans"/>
                <a:ea typeface="Nimbus Sans"/>
                <a:cs typeface="Nimbus Sans"/>
              </a:defRPr>
            </a:lvl4pPr>
            <a:lvl5pPr algn="l">
              <a:defRPr sz="4050" b="1">
                <a:solidFill>
                  <a:srgbClr val="182536"/>
                </a:solidFill>
                <a:latin typeface="Nimbus Sans"/>
                <a:ea typeface="Nimbus Sans"/>
                <a:cs typeface="Nimbus Sans"/>
              </a:defRPr>
            </a:lvl5pPr>
            <a:lvl6pPr algn="l">
              <a:defRPr sz="4050" b="1">
                <a:solidFill>
                  <a:srgbClr val="182536"/>
                </a:solidFill>
                <a:latin typeface="Nimbus Sans"/>
                <a:ea typeface="Nimbus Sans"/>
                <a:cs typeface="Nimbus Sans"/>
              </a:defRPr>
            </a:lvl6pPr>
            <a:lvl7pPr algn="l">
              <a:defRPr sz="4050" b="1">
                <a:solidFill>
                  <a:srgbClr val="182536"/>
                </a:solidFill>
                <a:latin typeface="Nimbus Sans"/>
                <a:ea typeface="Nimbus Sans"/>
                <a:cs typeface="Nimbus Sans"/>
              </a:defRPr>
            </a:lvl7pPr>
            <a:lvl8pPr algn="l">
              <a:defRPr sz="4050" b="1">
                <a:solidFill>
                  <a:srgbClr val="182536"/>
                </a:solidFill>
                <a:latin typeface="Nimbus Sans"/>
                <a:ea typeface="Nimbus Sans"/>
                <a:cs typeface="Nimbus Sans"/>
              </a:defRPr>
            </a:lvl8pPr>
            <a:lvl9pPr algn="l">
              <a:defRPr sz="4050" b="1">
                <a:solidFill>
                  <a:srgbClr val="182536"/>
                </a:solidFill>
                <a:latin typeface="Nimbus Sans"/>
                <a:ea typeface="Nimbus Sans"/>
                <a:cs typeface="Nimbus Sans"/>
              </a:defRPr>
            </a:lvl9pPr>
          </a:lstStyle>
          <a:p xmlns:a="http://schemas.openxmlformats.org/drawingml/2006/main">
            <a:pPr algn="l">
              <a:defRPr sz="4050" b="1">
                <a:solidFill>
                  <a:srgbClr val="182536"/>
                </a:solidFill>
                <a:latin typeface="Nimbus Sans"/>
                <a:ea typeface="Nimbus Sans"/>
                <a:cs typeface="Nimbus Sans"/>
              </a:defRPr>
            </a:pPr>
            <a:r>
              <a:rPr sz="4050" b="1">
                <a:solidFill>
                  <a:srgbClr val="182536"/>
                </a:solidFill>
                <a:latin typeface="Nimbus Sans"/>
                <a:ea typeface="Nimbus Sans"/>
                <a:cs typeface="Nimbus Sans"/>
              </a:rPr>
              <a:t>Risultati dei test baseline</a:t>
            </a:r>
          </a:p>
        </p:txBody>
      </p:sp>
      <p:sp>
        <p:nvSpPr>
          <p:cNvPr id="4" name="f133">
            <a:extLst xmlns:a="http://schemas.openxmlformats.org/drawingml/2006/main">
              <a:ext uri="{FF2B5EF4-FFF2-40B4-BE49-F238E27FC236}">
                <a16:creationId xmlns:a16="http://schemas.microsoft.com/office/drawing/2014/main" id="{86E9D298-5B4B-4903-B2DF-9DD2E9FFC289}"/>
              </a:ext>
            </a:extLst>
          </p:cNvPr>
          <p:cNvSpPr>
            <a:spLocks xmlns:a="http://schemas.openxmlformats.org/drawingml/2006/main" noGrp="1"/>
          </p:cNvSpPr>
          <p:nvPr/>
        </p:nvSpPr>
        <p:spPr>
          <a:xfrm xmlns:a="http://schemas.openxmlformats.org/drawingml/2006/main">
            <a:off x="1066800" y="2000250"/>
            <a:ext cx="13106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27B"/>
                </a:solidFill>
                <a:latin typeface="Nimbus Sans"/>
                <a:ea typeface="Nimbus Sans"/>
                <a:cs typeface="Nimbus Sans"/>
              </a:defRPr>
            </a:defPPr>
            <a:lvl1pPr algn="l">
              <a:defRPr sz="2025" b="0">
                <a:solidFill>
                  <a:srgbClr val="52627B"/>
                </a:solidFill>
                <a:latin typeface="Nimbus Sans"/>
                <a:ea typeface="Nimbus Sans"/>
                <a:cs typeface="Nimbus Sans"/>
              </a:defRPr>
            </a:lvl1pPr>
            <a:lvl2pPr algn="l">
              <a:defRPr sz="2025" b="0">
                <a:solidFill>
                  <a:srgbClr val="52627B"/>
                </a:solidFill>
                <a:latin typeface="Nimbus Sans"/>
                <a:ea typeface="Nimbus Sans"/>
                <a:cs typeface="Nimbus Sans"/>
              </a:defRPr>
            </a:lvl2pPr>
            <a:lvl3pPr algn="l">
              <a:defRPr sz="2025" b="0">
                <a:solidFill>
                  <a:srgbClr val="52627B"/>
                </a:solidFill>
                <a:latin typeface="Nimbus Sans"/>
                <a:ea typeface="Nimbus Sans"/>
                <a:cs typeface="Nimbus Sans"/>
              </a:defRPr>
            </a:lvl3pPr>
            <a:lvl4pPr algn="l">
              <a:defRPr sz="2025" b="0">
                <a:solidFill>
                  <a:srgbClr val="52627B"/>
                </a:solidFill>
                <a:latin typeface="Nimbus Sans"/>
                <a:ea typeface="Nimbus Sans"/>
                <a:cs typeface="Nimbus Sans"/>
              </a:defRPr>
            </a:lvl4pPr>
            <a:lvl5pPr algn="l">
              <a:defRPr sz="2025" b="0">
                <a:solidFill>
                  <a:srgbClr val="52627B"/>
                </a:solidFill>
                <a:latin typeface="Nimbus Sans"/>
                <a:ea typeface="Nimbus Sans"/>
                <a:cs typeface="Nimbus Sans"/>
              </a:defRPr>
            </a:lvl5pPr>
            <a:lvl6pPr algn="l">
              <a:defRPr sz="2025" b="0">
                <a:solidFill>
                  <a:srgbClr val="52627B"/>
                </a:solidFill>
                <a:latin typeface="Nimbus Sans"/>
                <a:ea typeface="Nimbus Sans"/>
                <a:cs typeface="Nimbus Sans"/>
              </a:defRPr>
            </a:lvl6pPr>
            <a:lvl7pPr algn="l">
              <a:defRPr sz="2025" b="0">
                <a:solidFill>
                  <a:srgbClr val="52627B"/>
                </a:solidFill>
                <a:latin typeface="Nimbus Sans"/>
                <a:ea typeface="Nimbus Sans"/>
                <a:cs typeface="Nimbus Sans"/>
              </a:defRPr>
            </a:lvl7pPr>
            <a:lvl8pPr algn="l">
              <a:defRPr sz="2025" b="0">
                <a:solidFill>
                  <a:srgbClr val="52627B"/>
                </a:solidFill>
                <a:latin typeface="Nimbus Sans"/>
                <a:ea typeface="Nimbus Sans"/>
                <a:cs typeface="Nimbus Sans"/>
              </a:defRPr>
            </a:lvl8pPr>
            <a:lvl9pPr algn="l">
              <a:defRPr sz="2025" b="0">
                <a:solidFill>
                  <a:srgbClr val="52627B"/>
                </a:solidFill>
                <a:latin typeface="Nimbus Sans"/>
                <a:ea typeface="Nimbus Sans"/>
                <a:cs typeface="Nimbus Sans"/>
              </a:defRPr>
            </a:lvl9pPr>
          </a:lstStyle>
          <a:p xmlns:a="http://schemas.openxmlformats.org/drawingml/2006/main">
            <a:pPr algn="l">
              <a:defRPr sz="2025" b="0">
                <a:solidFill>
                  <a:srgbClr val="52627B"/>
                </a:solidFill>
                <a:latin typeface="Nimbus Sans"/>
                <a:ea typeface="Nimbus Sans"/>
                <a:cs typeface="Nimbus Sans"/>
              </a:defRPr>
            </a:pPr>
            <a:r>
              <a:rPr sz="2025" b="0">
                <a:solidFill>
                  <a:srgbClr val="52627B"/>
                </a:solidFill>
                <a:latin typeface="Nimbus Sans"/>
                <a:ea typeface="Nimbus Sans"/>
                <a:cs typeface="Nimbus Sans"/>
              </a:rPr>
              <a:t>Verdetti sulle catture originali confrontati con gli esiti attesi.</a:t>
            </a:r>
          </a:p>
        </p:txBody>
      </p:sp>
      <p:graphicFrame>
        <p:nvGraphicFramePr>
          <p:cNvPr id="5" name="">
            <a:extLst xmlns:a="http://schemas.openxmlformats.org/drawingml/2006/main">
              <a:ext uri="{FF2B5EF4-FFF2-40B4-BE49-F238E27FC236}">
                <a16:creationId xmlns:a16="http://schemas.microsoft.com/office/drawing/2014/main" id="{F8DA9346-2B98-4D15-9131-231B17AC9B4B}"/>
              </a:ext>
            </a:extLst>
          </p:cNvPr>
          <p:cNvGraphicFramePr/>
          <p:nvPr/>
        </p:nvGraphicFramePr>
        <p:xfrm>
          <a:off xmlns:a="http://schemas.openxmlformats.org/drawingml/2006/main" x="1066800" y="3076575"/>
          <a:ext xmlns:a="http://schemas.openxmlformats.org/drawingml/2006/main" cx="9429750" cy="4162425"/>
        </p:xfrm>
        <a:graphic xmlns:a="http://schemas.openxmlformats.org/drawingml/2006/main">
          <a:graphicData uri="http://schemas.openxmlformats.org/drawingml/2006/table">
            <a:tbl>
              <a:tblPr firstRow="0" bandRow="0"/>
              <a:tblGrid>
                <a:gridCol w="5048250"/>
                <a:gridCol w="2571750"/>
                <a:gridCol w="1809750"/>
              </a:tblGrid>
              <a:tr h="571500">
                <a:tc>
                  <a:txBody>
                    <a:bodyPr wrap="none">
                      <a:noAutofit/>
                    </a:bodyPr>
                    <a:lstStyle/>
                    <a:p>
                      <a:pPr algn="l"/>
                      <a:r>
                        <a:rPr sz="1875" b="1">
                          <a:solidFill>
                            <a:srgbClr val="182536"/>
                          </a:solidFill>
                          <a:latin typeface="Nimbus Sans"/>
                          <a:ea typeface="Nimbus Sans"/>
                          <a:cs typeface="Nimbus Sans"/>
                        </a:rPr>
                        <a:t>Test</a:t>
                      </a:r>
                    </a:p>
                  </a:txBody>
                  <a:tcPr marL="171450" marR="171450" marT="76200" marB="76200" anchor="ctr">
                    <a:lnL w="14288">
                      <a:solidFill>
                        <a:srgbClr val="D9E3EF"/>
                      </a:solidFill>
                      <a:prstDash val="solid"/>
                    </a:lnL>
                    <a:lnR w="14288">
                      <a:solidFill>
                        <a:srgbClr val="D9E3EF"/>
                      </a:solidFill>
                      <a:prstDash val="solid"/>
                    </a:lnR>
                    <a:lnT w="14288">
                      <a:solidFill>
                        <a:srgbClr val="D9E3EF"/>
                      </a:solidFill>
                      <a:prstDash val="solid"/>
                    </a:lnT>
                    <a:lnB w="14288">
                      <a:solidFill>
                        <a:srgbClr val="D9E3EF"/>
                      </a:solidFill>
                      <a:prstDash val="solid"/>
                    </a:lnB>
                    <a:solidFill>
                      <a:srgbClr val="F0F4FF"/>
                    </a:solidFill>
                  </a:tcPr>
                </a:tc>
                <a:tc>
                  <a:txBody>
                    <a:bodyPr wrap="none">
                      <a:noAutofit/>
                    </a:bodyPr>
                    <a:lstStyle/>
                    <a:p>
                      <a:pPr algn="ctr"/>
                      <a:r>
                        <a:rPr sz="1875" b="1">
                          <a:solidFill>
                            <a:srgbClr val="182536"/>
                          </a:solidFill>
                          <a:latin typeface="Nimbus Sans"/>
                          <a:ea typeface="Nimbus Sans"/>
                          <a:cs typeface="Nimbus Sans"/>
                        </a:rPr>
                        <a:t>Open5GS</a:t>
                      </a:r>
                    </a:p>
                  </a:txBody>
                  <a:tcPr marL="171450" marR="171450" marT="76200" marB="76200" anchor="ctr">
                    <a:lnR w="14288">
                      <a:solidFill>
                        <a:srgbClr val="D9E3EF"/>
                      </a:solidFill>
                      <a:prstDash val="solid"/>
                    </a:lnR>
                    <a:lnT w="14288">
                      <a:solidFill>
                        <a:srgbClr val="D9E3EF"/>
                      </a:solidFill>
                      <a:prstDash val="solid"/>
                    </a:lnT>
                    <a:lnB w="14288">
                      <a:solidFill>
                        <a:srgbClr val="D9E3EF"/>
                      </a:solidFill>
                      <a:prstDash val="solid"/>
                    </a:lnB>
                    <a:solidFill>
                      <a:srgbClr val="F0F4FF"/>
                    </a:solidFill>
                  </a:tcPr>
                </a:tc>
                <a:tc>
                  <a:txBody>
                    <a:bodyPr wrap="none">
                      <a:noAutofit/>
                    </a:bodyPr>
                    <a:lstStyle/>
                    <a:p>
                      <a:pPr algn="ctr"/>
                      <a:r>
                        <a:rPr sz="1875" b="1">
                          <a:solidFill>
                            <a:srgbClr val="182536"/>
                          </a:solidFill>
                          <a:latin typeface="Nimbus Sans"/>
                          <a:ea typeface="Nimbus Sans"/>
                          <a:cs typeface="Nimbus Sans"/>
                        </a:rPr>
                        <a:t>free5GC</a:t>
                      </a:r>
                    </a:p>
                  </a:txBody>
                  <a:tcPr marL="171450" marR="171450" marT="76200" marB="76200" anchor="ctr">
                    <a:lnR w="14288">
                      <a:solidFill>
                        <a:srgbClr val="D9E3EF"/>
                      </a:solidFill>
                      <a:prstDash val="solid"/>
                    </a:lnR>
                    <a:lnT w="14288">
                      <a:solidFill>
                        <a:srgbClr val="D9E3EF"/>
                      </a:solidFill>
                      <a:prstDash val="solid"/>
                    </a:lnT>
                    <a:lnB w="14288">
                      <a:solidFill>
                        <a:srgbClr val="D9E3EF"/>
                      </a:solidFill>
                      <a:prstDash val="solid"/>
                    </a:lnB>
                    <a:solidFill>
                      <a:srgbClr val="F0F4FF"/>
                    </a:solidFill>
                  </a:tcPr>
                </a:tc>
              </a:tr>
              <a:tr h="647700">
                <a:tc>
                  <a:txBody>
                    <a:bodyPr wrap="none">
                      <a:noAutofit/>
                    </a:bodyPr>
                    <a:lstStyle/>
                    <a:p>
                      <a:pPr algn="l"/>
                      <a:r>
                        <a:rPr sz="1875" b="0">
                          <a:solidFill>
                            <a:srgbClr val="182536"/>
                          </a:solidFill>
                          <a:latin typeface="Nimbus Sans"/>
                          <a:ea typeface="Nimbus Sans"/>
                          <a:cs typeface="Nimbus Sans"/>
                        </a:rPr>
                        <a:t>NRF Discovery Authorization</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B64B56"/>
                          </a:solidFill>
                          <a:latin typeface="Nimbus Sans"/>
                          <a:ea typeface="Nimbus Sans"/>
                          <a:cs typeface="Nimbus Sans"/>
                        </a:rPr>
                        <a:t>FAIL</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182536"/>
                          </a:solidFill>
                          <a:latin typeface="Nimbus Sans"/>
                          <a:ea typeface="Nimbus Sans"/>
                          <a:cs typeface="Nimbus Sans"/>
                        </a:rPr>
                        <a:t>—</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r h="809625">
                <a:tc>
                  <a:txBody>
                    <a:bodyPr wrap="none">
                      <a:noAutofit/>
                    </a:bodyPr>
                    <a:lstStyle/>
                    <a:p>
                      <a:pPr algn="l"/>
                      <a:r>
                        <a:rPr sz="1875" b="0">
                          <a:solidFill>
                            <a:srgbClr val="182536"/>
                          </a:solidFill>
                          <a:latin typeface="Nimbus Sans"/>
                          <a:ea typeface="Nimbus Sans"/>
                          <a:cs typeface="Nimbus Sans"/>
                        </a:rPr>
                        <a:t>UDM Resynchronization +</a:t>
                      </a:r>
                    </a:p>
                    <a:p>
                      <a:pPr algn="l"/>
                      <a:r>
                        <a:rPr sz="1875" b="0">
                          <a:solidFill>
                            <a:srgbClr val="182536"/>
                          </a:solidFill>
                          <a:latin typeface="Nimbus Sans"/>
                          <a:ea typeface="Nimbus Sans"/>
                          <a:cs typeface="Nimbus Sans"/>
                        </a:rPr>
                        <a:t>SUCI De-concealment</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278766"/>
                          </a:solidFill>
                          <a:latin typeface="Nimbus Sans"/>
                          <a:ea typeface="Nimbus Sans"/>
                          <a:cs typeface="Nimbus Sans"/>
                        </a:rPr>
                        <a:t>2 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182536"/>
                          </a:solidFill>
                          <a:latin typeface="Nimbus Sans"/>
                          <a:ea typeface="Nimbus Sans"/>
                          <a:cs typeface="Nimbus Sans"/>
                        </a:rPr>
                        <a:t>—</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r h="647700">
                <a:tc>
                  <a:txBody>
                    <a:bodyPr wrap="none">
                      <a:noAutofit/>
                    </a:bodyPr>
                    <a:lstStyle/>
                    <a:p>
                      <a:pPr algn="l"/>
                      <a:r>
                        <a:rPr sz="1875" b="0">
                          <a:solidFill>
                            <a:srgbClr val="182536"/>
                          </a:solidFill>
                          <a:latin typeface="Nimbus Sans"/>
                          <a:ea typeface="Nimbus Sans"/>
                          <a:cs typeface="Nimbus Sans"/>
                        </a:rPr>
                        <a:t>AMF Sync Failure A + B</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278766"/>
                          </a:solidFill>
                          <a:latin typeface="Nimbus Sans"/>
                          <a:ea typeface="Nimbus Sans"/>
                          <a:cs typeface="Nimbus Sans"/>
                        </a:rPr>
                        <a:t>2 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278766"/>
                          </a:solidFill>
                          <a:latin typeface="Nimbus Sans"/>
                          <a:ea typeface="Nimbus Sans"/>
                          <a:cs typeface="Nimbus Sans"/>
                        </a:rPr>
                        <a:t>2 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r h="647700">
                <a:tc>
                  <a:txBody>
                    <a:bodyPr wrap="none">
                      <a:noAutofit/>
                    </a:bodyPr>
                    <a:lstStyle/>
                    <a:p>
                      <a:pPr algn="l"/>
                      <a:r>
                        <a:rPr sz="1875" b="0">
                          <a:solidFill>
                            <a:srgbClr val="182536"/>
                          </a:solidFill>
                          <a:latin typeface="Nimbus Sans"/>
                          <a:ea typeface="Nimbus Sans"/>
                          <a:cs typeface="Nimbus Sans"/>
                        </a:rPr>
                        <a:t>UPF TEID Uniqueness</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278766"/>
                          </a:solidFill>
                          <a:latin typeface="Nimbus Sans"/>
                          <a:ea typeface="Nimbus Sans"/>
                          <a:cs typeface="Nimbus Sans"/>
                        </a:rPr>
                        <a:t>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182536"/>
                          </a:solidFill>
                          <a:latin typeface="Nimbus Sans"/>
                          <a:ea typeface="Nimbus Sans"/>
                          <a:cs typeface="Nimbus Sans"/>
                        </a:rPr>
                        <a:t>—</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r h="838200">
                <a:tc>
                  <a:txBody>
                    <a:bodyPr wrap="none">
                      <a:noAutofit/>
                    </a:bodyPr>
                    <a:lstStyle/>
                    <a:p>
                      <a:pPr algn="l"/>
                      <a:r>
                        <a:rPr sz="1875" b="0">
                          <a:solidFill>
                            <a:srgbClr val="182536"/>
                          </a:solidFill>
                          <a:latin typeface="Nimbus Sans"/>
                          <a:ea typeface="Nimbus Sans"/>
                          <a:cs typeface="Nimbus Sans"/>
                        </a:rPr>
                        <a:t>AMF RES* A–D</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278766"/>
                          </a:solidFill>
                          <a:latin typeface="Nimbus Sans"/>
                          <a:ea typeface="Nimbus Sans"/>
                          <a:cs typeface="Nimbus Sans"/>
                        </a:rPr>
                        <a:t>1 PASS</a:t>
                      </a:r>
                      <a:r>
                        <a:rPr sz="1725" b="1">
                          <a:solidFill>
                            <a:srgbClr val="182536"/>
                          </a:solidFill>
                          <a:latin typeface="Nimbus Sans"/>
                          <a:ea typeface="Nimbus Sans"/>
                          <a:cs typeface="Nimbus Sans"/>
                        </a:rPr>
                        <a:t> +</a:t>
                      </a:r>
                    </a:p>
                    <a:p>
                      <a:pPr algn="ctr"/>
                      <a:r>
                        <a:rPr sz="1725" b="1">
                          <a:solidFill>
                            <a:srgbClr val="9D7139"/>
                          </a:solidFill>
                          <a:latin typeface="Nimbus Sans"/>
                          <a:ea typeface="Nimbus Sans"/>
                          <a:cs typeface="Nimbus Sans"/>
                        </a:rPr>
                        <a:t>3 INCONCLUSIVE</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278766"/>
                          </a:solidFill>
                          <a:latin typeface="Nimbus Sans"/>
                          <a:ea typeface="Nimbus Sans"/>
                          <a:cs typeface="Nimbus Sans"/>
                        </a:rPr>
                        <a:t>4 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bl>
          </a:graphicData>
        </a:graphic>
      </p:graphicFrame>
      <p:sp>
        <p:nvSpPr>
          <p:cNvPr id="6" name="f135">
            <a:extLst xmlns:a="http://schemas.openxmlformats.org/drawingml/2006/main">
              <a:ext uri="{FF2B5EF4-FFF2-40B4-BE49-F238E27FC236}">
                <a16:creationId xmlns:a16="http://schemas.microsoft.com/office/drawing/2014/main" id="{12D38032-58C5-449D-A7ED-AE51621B547D}"/>
              </a:ext>
            </a:extLst>
          </p:cNvPr>
          <p:cNvSpPr>
            <a:spLocks xmlns:a="http://schemas.openxmlformats.org/drawingml/2006/main" noGrp="1"/>
          </p:cNvSpPr>
          <p:nvPr/>
        </p:nvSpPr>
        <p:spPr>
          <a:xfrm xmlns:a="http://schemas.openxmlformats.org/drawingml/2006/main">
            <a:off x="11049000" y="3352800"/>
            <a:ext cx="3124200" cy="2190750"/>
          </a:xfrm>
          <a:prstGeom xmlns:a="http://schemas.openxmlformats.org/drawingml/2006/main" prst="roundRect">
            <a:avLst>
              <a:gd name="adj" fmla="val 7826"/>
            </a:avLst>
          </a:prstGeom>
          <a:solidFill xmlns:a="http://schemas.openxmlformats.org/drawingml/2006/main">
            <a:srgbClr val="EEF8F3"/>
          </a:solidFill>
          <a:ln xmlns:a="http://schemas.openxmlformats.org/drawingml/2006/main" w="17145">
            <a:solidFill>
              <a:srgbClr val="C4DFD3"/>
            </a:solidFill>
            <a:prstDash val="solid"/>
          </a:ln>
        </p:spPr>
      </p:sp>
      <p:sp>
        <p:nvSpPr>
          <p:cNvPr id="7" name="f136">
            <a:extLst xmlns:a="http://schemas.openxmlformats.org/drawingml/2006/main">
              <a:ext uri="{FF2B5EF4-FFF2-40B4-BE49-F238E27FC236}">
                <a16:creationId xmlns:a16="http://schemas.microsoft.com/office/drawing/2014/main" id="{67039B0F-FDDD-43D5-9D8C-81F083184126}"/>
              </a:ext>
            </a:extLst>
          </p:cNvPr>
          <p:cNvSpPr>
            <a:spLocks xmlns:a="http://schemas.openxmlformats.org/drawingml/2006/main" noGrp="1"/>
          </p:cNvSpPr>
          <p:nvPr/>
        </p:nvSpPr>
        <p:spPr>
          <a:xfrm xmlns:a="http://schemas.openxmlformats.org/drawingml/2006/main">
            <a:off x="11220450" y="3867150"/>
            <a:ext cx="27813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5850" b="1">
                <a:solidFill>
                  <a:srgbClr val="278766"/>
                </a:solidFill>
                <a:latin typeface="Nimbus Sans"/>
                <a:ea typeface="Nimbus Sans"/>
                <a:cs typeface="Nimbus Sans"/>
              </a:defRPr>
            </a:defPPr>
            <a:lvl1pPr algn="ctr">
              <a:defRPr sz="5850" b="1">
                <a:solidFill>
                  <a:srgbClr val="278766"/>
                </a:solidFill>
                <a:latin typeface="Nimbus Sans"/>
                <a:ea typeface="Nimbus Sans"/>
                <a:cs typeface="Nimbus Sans"/>
              </a:defRPr>
            </a:lvl1pPr>
            <a:lvl2pPr algn="ctr">
              <a:defRPr sz="5850" b="1">
                <a:solidFill>
                  <a:srgbClr val="278766"/>
                </a:solidFill>
                <a:latin typeface="Nimbus Sans"/>
                <a:ea typeface="Nimbus Sans"/>
                <a:cs typeface="Nimbus Sans"/>
              </a:defRPr>
            </a:lvl2pPr>
            <a:lvl3pPr algn="ctr">
              <a:defRPr sz="5850" b="1">
                <a:solidFill>
                  <a:srgbClr val="278766"/>
                </a:solidFill>
                <a:latin typeface="Nimbus Sans"/>
                <a:ea typeface="Nimbus Sans"/>
                <a:cs typeface="Nimbus Sans"/>
              </a:defRPr>
            </a:lvl3pPr>
            <a:lvl4pPr algn="ctr">
              <a:defRPr sz="5850" b="1">
                <a:solidFill>
                  <a:srgbClr val="278766"/>
                </a:solidFill>
                <a:latin typeface="Nimbus Sans"/>
                <a:ea typeface="Nimbus Sans"/>
                <a:cs typeface="Nimbus Sans"/>
              </a:defRPr>
            </a:lvl4pPr>
            <a:lvl5pPr algn="ctr">
              <a:defRPr sz="5850" b="1">
                <a:solidFill>
                  <a:srgbClr val="278766"/>
                </a:solidFill>
                <a:latin typeface="Nimbus Sans"/>
                <a:ea typeface="Nimbus Sans"/>
                <a:cs typeface="Nimbus Sans"/>
              </a:defRPr>
            </a:lvl5pPr>
            <a:lvl6pPr algn="ctr">
              <a:defRPr sz="5850" b="1">
                <a:solidFill>
                  <a:srgbClr val="278766"/>
                </a:solidFill>
                <a:latin typeface="Nimbus Sans"/>
                <a:ea typeface="Nimbus Sans"/>
                <a:cs typeface="Nimbus Sans"/>
              </a:defRPr>
            </a:lvl6pPr>
            <a:lvl7pPr algn="ctr">
              <a:defRPr sz="5850" b="1">
                <a:solidFill>
                  <a:srgbClr val="278766"/>
                </a:solidFill>
                <a:latin typeface="Nimbus Sans"/>
                <a:ea typeface="Nimbus Sans"/>
                <a:cs typeface="Nimbus Sans"/>
              </a:defRPr>
            </a:lvl7pPr>
            <a:lvl8pPr algn="ctr">
              <a:defRPr sz="5850" b="1">
                <a:solidFill>
                  <a:srgbClr val="278766"/>
                </a:solidFill>
                <a:latin typeface="Nimbus Sans"/>
                <a:ea typeface="Nimbus Sans"/>
                <a:cs typeface="Nimbus Sans"/>
              </a:defRPr>
            </a:lvl8pPr>
            <a:lvl9pPr algn="ctr">
              <a:defRPr sz="5850" b="1">
                <a:solidFill>
                  <a:srgbClr val="278766"/>
                </a:solidFill>
                <a:latin typeface="Nimbus Sans"/>
                <a:ea typeface="Nimbus Sans"/>
                <a:cs typeface="Nimbus Sans"/>
              </a:defRPr>
            </a:lvl9pPr>
          </a:lstStyle>
          <a:p xmlns:a="http://schemas.openxmlformats.org/drawingml/2006/main">
            <a:pPr algn="ctr">
              <a:defRPr sz="5850" b="1">
                <a:solidFill>
                  <a:srgbClr val="278766"/>
                </a:solidFill>
                <a:latin typeface="Nimbus Sans"/>
                <a:ea typeface="Nimbus Sans"/>
                <a:cs typeface="Nimbus Sans"/>
              </a:defRPr>
            </a:pPr>
            <a:r>
              <a:rPr sz="5850" b="1">
                <a:solidFill>
                  <a:srgbClr val="278766"/>
                </a:solidFill>
                <a:latin typeface="Nimbus Sans"/>
                <a:ea typeface="Nimbus Sans"/>
                <a:cs typeface="Nimbus Sans"/>
              </a:rPr>
              <a:t>16/16</a:t>
            </a:r>
          </a:p>
        </p:txBody>
      </p:sp>
      <p:sp>
        <p:nvSpPr>
          <p:cNvPr id="8" name="f137">
            <a:extLst xmlns:a="http://schemas.openxmlformats.org/drawingml/2006/main">
              <a:ext uri="{FF2B5EF4-FFF2-40B4-BE49-F238E27FC236}">
                <a16:creationId xmlns:a16="http://schemas.microsoft.com/office/drawing/2014/main" id="{D6DD3E92-7CC1-48F7-8EB4-63F0771253B2}"/>
              </a:ext>
            </a:extLst>
          </p:cNvPr>
          <p:cNvSpPr>
            <a:spLocks xmlns:a="http://schemas.openxmlformats.org/drawingml/2006/main" noGrp="1"/>
          </p:cNvSpPr>
          <p:nvPr/>
        </p:nvSpPr>
        <p:spPr>
          <a:xfrm xmlns:a="http://schemas.openxmlformats.org/drawingml/2006/main">
            <a:off x="11220450" y="4876800"/>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175" b="1">
                <a:solidFill>
                  <a:srgbClr val="278766"/>
                </a:solidFill>
                <a:latin typeface="Nimbus Sans"/>
                <a:ea typeface="Nimbus Sans"/>
                <a:cs typeface="Nimbus Sans"/>
              </a:defRPr>
            </a:defPPr>
            <a:lvl1pPr algn="ctr">
              <a:defRPr sz="2175" b="1">
                <a:solidFill>
                  <a:srgbClr val="278766"/>
                </a:solidFill>
                <a:latin typeface="Nimbus Sans"/>
                <a:ea typeface="Nimbus Sans"/>
                <a:cs typeface="Nimbus Sans"/>
              </a:defRPr>
            </a:lvl1pPr>
            <a:lvl2pPr algn="ctr">
              <a:defRPr sz="2175" b="1">
                <a:solidFill>
                  <a:srgbClr val="278766"/>
                </a:solidFill>
                <a:latin typeface="Nimbus Sans"/>
                <a:ea typeface="Nimbus Sans"/>
                <a:cs typeface="Nimbus Sans"/>
              </a:defRPr>
            </a:lvl2pPr>
            <a:lvl3pPr algn="ctr">
              <a:defRPr sz="2175" b="1">
                <a:solidFill>
                  <a:srgbClr val="278766"/>
                </a:solidFill>
                <a:latin typeface="Nimbus Sans"/>
                <a:ea typeface="Nimbus Sans"/>
                <a:cs typeface="Nimbus Sans"/>
              </a:defRPr>
            </a:lvl3pPr>
            <a:lvl4pPr algn="ctr">
              <a:defRPr sz="2175" b="1">
                <a:solidFill>
                  <a:srgbClr val="278766"/>
                </a:solidFill>
                <a:latin typeface="Nimbus Sans"/>
                <a:ea typeface="Nimbus Sans"/>
                <a:cs typeface="Nimbus Sans"/>
              </a:defRPr>
            </a:lvl4pPr>
            <a:lvl5pPr algn="ctr">
              <a:defRPr sz="2175" b="1">
                <a:solidFill>
                  <a:srgbClr val="278766"/>
                </a:solidFill>
                <a:latin typeface="Nimbus Sans"/>
                <a:ea typeface="Nimbus Sans"/>
                <a:cs typeface="Nimbus Sans"/>
              </a:defRPr>
            </a:lvl5pPr>
            <a:lvl6pPr algn="ctr">
              <a:defRPr sz="2175" b="1">
                <a:solidFill>
                  <a:srgbClr val="278766"/>
                </a:solidFill>
                <a:latin typeface="Nimbus Sans"/>
                <a:ea typeface="Nimbus Sans"/>
                <a:cs typeface="Nimbus Sans"/>
              </a:defRPr>
            </a:lvl6pPr>
            <a:lvl7pPr algn="ctr">
              <a:defRPr sz="2175" b="1">
                <a:solidFill>
                  <a:srgbClr val="278766"/>
                </a:solidFill>
                <a:latin typeface="Nimbus Sans"/>
                <a:ea typeface="Nimbus Sans"/>
                <a:cs typeface="Nimbus Sans"/>
              </a:defRPr>
            </a:lvl7pPr>
            <a:lvl8pPr algn="ctr">
              <a:defRPr sz="2175" b="1">
                <a:solidFill>
                  <a:srgbClr val="278766"/>
                </a:solidFill>
                <a:latin typeface="Nimbus Sans"/>
                <a:ea typeface="Nimbus Sans"/>
                <a:cs typeface="Nimbus Sans"/>
              </a:defRPr>
            </a:lvl8pPr>
            <a:lvl9pPr algn="ctr">
              <a:defRPr sz="2175" b="1">
                <a:solidFill>
                  <a:srgbClr val="278766"/>
                </a:solidFill>
                <a:latin typeface="Nimbus Sans"/>
                <a:ea typeface="Nimbus Sans"/>
                <a:cs typeface="Nimbus Sans"/>
              </a:defRPr>
            </a:lvl9pPr>
          </a:lstStyle>
          <a:p xmlns:a="http://schemas.openxmlformats.org/drawingml/2006/main">
            <a:pPr algn="ctr">
              <a:defRPr sz="2175" b="1">
                <a:solidFill>
                  <a:srgbClr val="278766"/>
                </a:solidFill>
                <a:latin typeface="Nimbus Sans"/>
                <a:ea typeface="Nimbus Sans"/>
                <a:cs typeface="Nimbus Sans"/>
              </a:defRPr>
            </a:pPr>
            <a:r>
              <a:rPr sz="2175" b="1">
                <a:solidFill>
                  <a:srgbClr val="278766"/>
                </a:solidFill>
                <a:latin typeface="Nimbus Sans"/>
                <a:ea typeface="Nimbus Sans"/>
                <a:cs typeface="Nimbus Sans"/>
              </a:rPr>
              <a:t>verdetti attesi</a:t>
            </a:r>
          </a:p>
        </p:txBody>
      </p:sp>
      <p:sp>
        <p:nvSpPr>
          <p:cNvPr id="9" name="f138">
            <a:extLst xmlns:a="http://schemas.openxmlformats.org/drawingml/2006/main">
              <a:ext uri="{FF2B5EF4-FFF2-40B4-BE49-F238E27FC236}">
                <a16:creationId xmlns:a16="http://schemas.microsoft.com/office/drawing/2014/main" id="{09C16576-BEF8-468E-90C6-6A1D40FF337A}"/>
              </a:ext>
            </a:extLst>
          </p:cNvPr>
          <p:cNvSpPr>
            <a:spLocks xmlns:a="http://schemas.openxmlformats.org/drawingml/2006/main" noGrp="1"/>
          </p:cNvSpPr>
          <p:nvPr/>
        </p:nvSpPr>
        <p:spPr>
          <a:xfrm xmlns:a="http://schemas.openxmlformats.org/drawingml/2006/main">
            <a:off x="11258550" y="5924550"/>
            <a:ext cx="2705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278766"/>
                </a:solidFill>
                <a:latin typeface="Nimbus Sans"/>
                <a:ea typeface="Nimbus Sans"/>
                <a:cs typeface="Nimbus Sans"/>
              </a:defRPr>
            </a:defPPr>
            <a:lvl1pPr algn="l">
              <a:defRPr sz="2250" b="1">
                <a:solidFill>
                  <a:srgbClr val="278766"/>
                </a:solidFill>
                <a:latin typeface="Nimbus Sans"/>
                <a:ea typeface="Nimbus Sans"/>
                <a:cs typeface="Nimbus Sans"/>
              </a:defRPr>
            </a:lvl1pPr>
            <a:lvl2pPr algn="l">
              <a:defRPr sz="2250" b="1">
                <a:solidFill>
                  <a:srgbClr val="278766"/>
                </a:solidFill>
                <a:latin typeface="Nimbus Sans"/>
                <a:ea typeface="Nimbus Sans"/>
                <a:cs typeface="Nimbus Sans"/>
              </a:defRPr>
            </a:lvl2pPr>
            <a:lvl3pPr algn="l">
              <a:defRPr sz="2250" b="1">
                <a:solidFill>
                  <a:srgbClr val="278766"/>
                </a:solidFill>
                <a:latin typeface="Nimbus Sans"/>
                <a:ea typeface="Nimbus Sans"/>
                <a:cs typeface="Nimbus Sans"/>
              </a:defRPr>
            </a:lvl3pPr>
            <a:lvl4pPr algn="l">
              <a:defRPr sz="2250" b="1">
                <a:solidFill>
                  <a:srgbClr val="278766"/>
                </a:solidFill>
                <a:latin typeface="Nimbus Sans"/>
                <a:ea typeface="Nimbus Sans"/>
                <a:cs typeface="Nimbus Sans"/>
              </a:defRPr>
            </a:lvl4pPr>
            <a:lvl5pPr algn="l">
              <a:defRPr sz="2250" b="1">
                <a:solidFill>
                  <a:srgbClr val="278766"/>
                </a:solidFill>
                <a:latin typeface="Nimbus Sans"/>
                <a:ea typeface="Nimbus Sans"/>
                <a:cs typeface="Nimbus Sans"/>
              </a:defRPr>
            </a:lvl5pPr>
            <a:lvl6pPr algn="l">
              <a:defRPr sz="2250" b="1">
                <a:solidFill>
                  <a:srgbClr val="278766"/>
                </a:solidFill>
                <a:latin typeface="Nimbus Sans"/>
                <a:ea typeface="Nimbus Sans"/>
                <a:cs typeface="Nimbus Sans"/>
              </a:defRPr>
            </a:lvl6pPr>
            <a:lvl7pPr algn="l">
              <a:defRPr sz="2250" b="1">
                <a:solidFill>
                  <a:srgbClr val="278766"/>
                </a:solidFill>
                <a:latin typeface="Nimbus Sans"/>
                <a:ea typeface="Nimbus Sans"/>
                <a:cs typeface="Nimbus Sans"/>
              </a:defRPr>
            </a:lvl7pPr>
            <a:lvl8pPr algn="l">
              <a:defRPr sz="2250" b="1">
                <a:solidFill>
                  <a:srgbClr val="278766"/>
                </a:solidFill>
                <a:latin typeface="Nimbus Sans"/>
                <a:ea typeface="Nimbus Sans"/>
                <a:cs typeface="Nimbus Sans"/>
              </a:defRPr>
            </a:lvl8pPr>
            <a:lvl9pPr algn="l">
              <a:defRPr sz="2250" b="1">
                <a:solidFill>
                  <a:srgbClr val="278766"/>
                </a:solidFill>
                <a:latin typeface="Nimbus Sans"/>
                <a:ea typeface="Nimbus Sans"/>
                <a:cs typeface="Nimbus Sans"/>
              </a:defRPr>
            </a:lvl9pPr>
          </a:lstStyle>
          <a:p xmlns:a="http://schemas.openxmlformats.org/drawingml/2006/main">
            <a:pPr algn="l">
              <a:defRPr sz="2250" b="1">
                <a:solidFill>
                  <a:srgbClr val="278766"/>
                </a:solidFill>
                <a:latin typeface="Nimbus Sans"/>
                <a:ea typeface="Nimbus Sans"/>
                <a:cs typeface="Nimbus Sans"/>
              </a:defRPr>
            </a:pPr>
            <a:r>
              <a:rPr sz="2250" b="1">
                <a:solidFill>
                  <a:srgbClr val="278766"/>
                </a:solidFill>
                <a:latin typeface="Nimbus Sans"/>
                <a:ea typeface="Nimbus Sans"/>
                <a:cs typeface="Nimbus Sans"/>
              </a:rPr>
              <a:t>12 PASS</a:t>
            </a:r>
          </a:p>
        </p:txBody>
      </p:sp>
      <p:sp>
        <p:nvSpPr>
          <p:cNvPr id="10" name="f139">
            <a:extLst xmlns:a="http://schemas.openxmlformats.org/drawingml/2006/main">
              <a:ext uri="{FF2B5EF4-FFF2-40B4-BE49-F238E27FC236}">
                <a16:creationId xmlns:a16="http://schemas.microsoft.com/office/drawing/2014/main" id="{83180A38-5E26-474E-9109-C3C4FAB3F3DC}"/>
              </a:ext>
            </a:extLst>
          </p:cNvPr>
          <p:cNvSpPr>
            <a:spLocks xmlns:a="http://schemas.openxmlformats.org/drawingml/2006/main" noGrp="1"/>
          </p:cNvSpPr>
          <p:nvPr/>
        </p:nvSpPr>
        <p:spPr>
          <a:xfrm xmlns:a="http://schemas.openxmlformats.org/drawingml/2006/main">
            <a:off x="11258550" y="6448425"/>
            <a:ext cx="2705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B64B56"/>
                </a:solidFill>
                <a:latin typeface="Nimbus Sans"/>
                <a:ea typeface="Nimbus Sans"/>
                <a:cs typeface="Nimbus Sans"/>
              </a:defRPr>
            </a:defPPr>
            <a:lvl1pPr algn="l">
              <a:defRPr sz="2250" b="1">
                <a:solidFill>
                  <a:srgbClr val="B64B56"/>
                </a:solidFill>
                <a:latin typeface="Nimbus Sans"/>
                <a:ea typeface="Nimbus Sans"/>
                <a:cs typeface="Nimbus Sans"/>
              </a:defRPr>
            </a:lvl1pPr>
            <a:lvl2pPr algn="l">
              <a:defRPr sz="2250" b="1">
                <a:solidFill>
                  <a:srgbClr val="B64B56"/>
                </a:solidFill>
                <a:latin typeface="Nimbus Sans"/>
                <a:ea typeface="Nimbus Sans"/>
                <a:cs typeface="Nimbus Sans"/>
              </a:defRPr>
            </a:lvl2pPr>
            <a:lvl3pPr algn="l">
              <a:defRPr sz="2250" b="1">
                <a:solidFill>
                  <a:srgbClr val="B64B56"/>
                </a:solidFill>
                <a:latin typeface="Nimbus Sans"/>
                <a:ea typeface="Nimbus Sans"/>
                <a:cs typeface="Nimbus Sans"/>
              </a:defRPr>
            </a:lvl3pPr>
            <a:lvl4pPr algn="l">
              <a:defRPr sz="2250" b="1">
                <a:solidFill>
                  <a:srgbClr val="B64B56"/>
                </a:solidFill>
                <a:latin typeface="Nimbus Sans"/>
                <a:ea typeface="Nimbus Sans"/>
                <a:cs typeface="Nimbus Sans"/>
              </a:defRPr>
            </a:lvl4pPr>
            <a:lvl5pPr algn="l">
              <a:defRPr sz="2250" b="1">
                <a:solidFill>
                  <a:srgbClr val="B64B56"/>
                </a:solidFill>
                <a:latin typeface="Nimbus Sans"/>
                <a:ea typeface="Nimbus Sans"/>
                <a:cs typeface="Nimbus Sans"/>
              </a:defRPr>
            </a:lvl5pPr>
            <a:lvl6pPr algn="l">
              <a:defRPr sz="2250" b="1">
                <a:solidFill>
                  <a:srgbClr val="B64B56"/>
                </a:solidFill>
                <a:latin typeface="Nimbus Sans"/>
                <a:ea typeface="Nimbus Sans"/>
                <a:cs typeface="Nimbus Sans"/>
              </a:defRPr>
            </a:lvl6pPr>
            <a:lvl7pPr algn="l">
              <a:defRPr sz="2250" b="1">
                <a:solidFill>
                  <a:srgbClr val="B64B56"/>
                </a:solidFill>
                <a:latin typeface="Nimbus Sans"/>
                <a:ea typeface="Nimbus Sans"/>
                <a:cs typeface="Nimbus Sans"/>
              </a:defRPr>
            </a:lvl7pPr>
            <a:lvl8pPr algn="l">
              <a:defRPr sz="2250" b="1">
                <a:solidFill>
                  <a:srgbClr val="B64B56"/>
                </a:solidFill>
                <a:latin typeface="Nimbus Sans"/>
                <a:ea typeface="Nimbus Sans"/>
                <a:cs typeface="Nimbus Sans"/>
              </a:defRPr>
            </a:lvl8pPr>
            <a:lvl9pPr algn="l">
              <a:defRPr sz="2250" b="1">
                <a:solidFill>
                  <a:srgbClr val="B64B56"/>
                </a:solidFill>
                <a:latin typeface="Nimbus Sans"/>
                <a:ea typeface="Nimbus Sans"/>
                <a:cs typeface="Nimbus Sans"/>
              </a:defRPr>
            </a:lvl9pPr>
          </a:lstStyle>
          <a:p xmlns:a="http://schemas.openxmlformats.org/drawingml/2006/main">
            <a:pPr algn="l">
              <a:defRPr sz="2250" b="1">
                <a:solidFill>
                  <a:srgbClr val="B64B56"/>
                </a:solidFill>
                <a:latin typeface="Nimbus Sans"/>
                <a:ea typeface="Nimbus Sans"/>
                <a:cs typeface="Nimbus Sans"/>
              </a:defRPr>
            </a:pPr>
            <a:r>
              <a:rPr sz="2250" b="1">
                <a:solidFill>
                  <a:srgbClr val="B64B56"/>
                </a:solidFill>
                <a:latin typeface="Nimbus Sans"/>
                <a:ea typeface="Nimbus Sans"/>
                <a:cs typeface="Nimbus Sans"/>
              </a:rPr>
              <a:t>1 FAIL</a:t>
            </a:r>
          </a:p>
        </p:txBody>
      </p:sp>
      <p:sp>
        <p:nvSpPr>
          <p:cNvPr id="11" name="f140">
            <a:extLst xmlns:a="http://schemas.openxmlformats.org/drawingml/2006/main">
              <a:ext uri="{FF2B5EF4-FFF2-40B4-BE49-F238E27FC236}">
                <a16:creationId xmlns:a16="http://schemas.microsoft.com/office/drawing/2014/main" id="{B8D92E61-4F87-4443-A7F3-78FBBBCAD62C}"/>
              </a:ext>
            </a:extLst>
          </p:cNvPr>
          <p:cNvSpPr>
            <a:spLocks xmlns:a="http://schemas.openxmlformats.org/drawingml/2006/main" noGrp="1"/>
          </p:cNvSpPr>
          <p:nvPr/>
        </p:nvSpPr>
        <p:spPr>
          <a:xfrm xmlns:a="http://schemas.openxmlformats.org/drawingml/2006/main">
            <a:off x="11258550" y="6972300"/>
            <a:ext cx="2705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1">
                <a:solidFill>
                  <a:srgbClr val="9D7139"/>
                </a:solidFill>
                <a:latin typeface="Nimbus Sans"/>
                <a:ea typeface="Nimbus Sans"/>
                <a:cs typeface="Nimbus Sans"/>
              </a:defRPr>
            </a:defPPr>
            <a:lvl1pPr algn="l">
              <a:defRPr sz="1950" b="1">
                <a:solidFill>
                  <a:srgbClr val="9D7139"/>
                </a:solidFill>
                <a:latin typeface="Nimbus Sans"/>
                <a:ea typeface="Nimbus Sans"/>
                <a:cs typeface="Nimbus Sans"/>
              </a:defRPr>
            </a:lvl1pPr>
            <a:lvl2pPr algn="l">
              <a:defRPr sz="1950" b="1">
                <a:solidFill>
                  <a:srgbClr val="9D7139"/>
                </a:solidFill>
                <a:latin typeface="Nimbus Sans"/>
                <a:ea typeface="Nimbus Sans"/>
                <a:cs typeface="Nimbus Sans"/>
              </a:defRPr>
            </a:lvl2pPr>
            <a:lvl3pPr algn="l">
              <a:defRPr sz="1950" b="1">
                <a:solidFill>
                  <a:srgbClr val="9D7139"/>
                </a:solidFill>
                <a:latin typeface="Nimbus Sans"/>
                <a:ea typeface="Nimbus Sans"/>
                <a:cs typeface="Nimbus Sans"/>
              </a:defRPr>
            </a:lvl3pPr>
            <a:lvl4pPr algn="l">
              <a:defRPr sz="1950" b="1">
                <a:solidFill>
                  <a:srgbClr val="9D7139"/>
                </a:solidFill>
                <a:latin typeface="Nimbus Sans"/>
                <a:ea typeface="Nimbus Sans"/>
                <a:cs typeface="Nimbus Sans"/>
              </a:defRPr>
            </a:lvl4pPr>
            <a:lvl5pPr algn="l">
              <a:defRPr sz="1950" b="1">
                <a:solidFill>
                  <a:srgbClr val="9D7139"/>
                </a:solidFill>
                <a:latin typeface="Nimbus Sans"/>
                <a:ea typeface="Nimbus Sans"/>
                <a:cs typeface="Nimbus Sans"/>
              </a:defRPr>
            </a:lvl5pPr>
            <a:lvl6pPr algn="l">
              <a:defRPr sz="1950" b="1">
                <a:solidFill>
                  <a:srgbClr val="9D7139"/>
                </a:solidFill>
                <a:latin typeface="Nimbus Sans"/>
                <a:ea typeface="Nimbus Sans"/>
                <a:cs typeface="Nimbus Sans"/>
              </a:defRPr>
            </a:lvl6pPr>
            <a:lvl7pPr algn="l">
              <a:defRPr sz="1950" b="1">
                <a:solidFill>
                  <a:srgbClr val="9D7139"/>
                </a:solidFill>
                <a:latin typeface="Nimbus Sans"/>
                <a:ea typeface="Nimbus Sans"/>
                <a:cs typeface="Nimbus Sans"/>
              </a:defRPr>
            </a:lvl7pPr>
            <a:lvl8pPr algn="l">
              <a:defRPr sz="1950" b="1">
                <a:solidFill>
                  <a:srgbClr val="9D7139"/>
                </a:solidFill>
                <a:latin typeface="Nimbus Sans"/>
                <a:ea typeface="Nimbus Sans"/>
                <a:cs typeface="Nimbus Sans"/>
              </a:defRPr>
            </a:lvl8pPr>
            <a:lvl9pPr algn="l">
              <a:defRPr sz="1950" b="1">
                <a:solidFill>
                  <a:srgbClr val="9D7139"/>
                </a:solidFill>
                <a:latin typeface="Nimbus Sans"/>
                <a:ea typeface="Nimbus Sans"/>
                <a:cs typeface="Nimbus Sans"/>
              </a:defRPr>
            </a:lvl9pPr>
          </a:lstStyle>
          <a:p xmlns:a="http://schemas.openxmlformats.org/drawingml/2006/main">
            <a:pPr algn="l">
              <a:defRPr sz="1950" b="1">
                <a:solidFill>
                  <a:srgbClr val="9D7139"/>
                </a:solidFill>
                <a:latin typeface="Nimbus Sans"/>
                <a:ea typeface="Nimbus Sans"/>
                <a:cs typeface="Nimbus Sans"/>
              </a:defRPr>
            </a:pPr>
            <a:r>
              <a:rPr sz="1950" b="1">
                <a:solidFill>
                  <a:srgbClr val="9D7139"/>
                </a:solidFill>
                <a:latin typeface="Nimbus Sans"/>
                <a:ea typeface="Nimbus Sans"/>
                <a:cs typeface="Nimbus Sans"/>
              </a:rPr>
              <a:t>3 INCONCLUSIVE</a:t>
            </a:r>
          </a:p>
        </p:txBody>
      </p:sp>
      <p:sp>
        <p:nvSpPr>
          <p:cNvPr id="12" name="f141">
            <a:extLst xmlns:a="http://schemas.openxmlformats.org/drawingml/2006/main">
              <a:ext uri="{FF2B5EF4-FFF2-40B4-BE49-F238E27FC236}">
                <a16:creationId xmlns:a16="http://schemas.microsoft.com/office/drawing/2014/main" id="{5B4F2F00-5964-4DCA-9A66-CCB3735406BB}"/>
              </a:ext>
            </a:extLst>
          </p:cNvPr>
          <p:cNvSpPr>
            <a:spLocks xmlns:a="http://schemas.openxmlformats.org/drawingml/2006/main" noGrp="1"/>
          </p:cNvSpPr>
          <p:nvPr/>
        </p:nvSpPr>
        <p:spPr>
          <a:xfrm xmlns:a="http://schemas.openxmlformats.org/drawingml/2006/main">
            <a:off x="1066800" y="7981950"/>
            <a:ext cx="13106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27B"/>
                </a:solidFill>
                <a:latin typeface="Nimbus Sans"/>
                <a:ea typeface="Nimbus Sans"/>
                <a:cs typeface="Nimbus Sans"/>
              </a:defRPr>
            </a:defPPr>
            <a:lvl1pPr algn="l">
              <a:defRPr sz="2025" b="0">
                <a:solidFill>
                  <a:srgbClr val="52627B"/>
                </a:solidFill>
                <a:latin typeface="Nimbus Sans"/>
                <a:ea typeface="Nimbus Sans"/>
                <a:cs typeface="Nimbus Sans"/>
              </a:defRPr>
            </a:lvl1pPr>
            <a:lvl2pPr algn="l">
              <a:defRPr sz="2025" b="0">
                <a:solidFill>
                  <a:srgbClr val="52627B"/>
                </a:solidFill>
                <a:latin typeface="Nimbus Sans"/>
                <a:ea typeface="Nimbus Sans"/>
                <a:cs typeface="Nimbus Sans"/>
              </a:defRPr>
            </a:lvl2pPr>
            <a:lvl3pPr algn="l">
              <a:defRPr sz="2025" b="0">
                <a:solidFill>
                  <a:srgbClr val="52627B"/>
                </a:solidFill>
                <a:latin typeface="Nimbus Sans"/>
                <a:ea typeface="Nimbus Sans"/>
                <a:cs typeface="Nimbus Sans"/>
              </a:defRPr>
            </a:lvl3pPr>
            <a:lvl4pPr algn="l">
              <a:defRPr sz="2025" b="0">
                <a:solidFill>
                  <a:srgbClr val="52627B"/>
                </a:solidFill>
                <a:latin typeface="Nimbus Sans"/>
                <a:ea typeface="Nimbus Sans"/>
                <a:cs typeface="Nimbus Sans"/>
              </a:defRPr>
            </a:lvl4pPr>
            <a:lvl5pPr algn="l">
              <a:defRPr sz="2025" b="0">
                <a:solidFill>
                  <a:srgbClr val="52627B"/>
                </a:solidFill>
                <a:latin typeface="Nimbus Sans"/>
                <a:ea typeface="Nimbus Sans"/>
                <a:cs typeface="Nimbus Sans"/>
              </a:defRPr>
            </a:lvl5pPr>
            <a:lvl6pPr algn="l">
              <a:defRPr sz="2025" b="0">
                <a:solidFill>
                  <a:srgbClr val="52627B"/>
                </a:solidFill>
                <a:latin typeface="Nimbus Sans"/>
                <a:ea typeface="Nimbus Sans"/>
                <a:cs typeface="Nimbus Sans"/>
              </a:defRPr>
            </a:lvl6pPr>
            <a:lvl7pPr algn="l">
              <a:defRPr sz="2025" b="0">
                <a:solidFill>
                  <a:srgbClr val="52627B"/>
                </a:solidFill>
                <a:latin typeface="Nimbus Sans"/>
                <a:ea typeface="Nimbus Sans"/>
                <a:cs typeface="Nimbus Sans"/>
              </a:defRPr>
            </a:lvl7pPr>
            <a:lvl8pPr algn="l">
              <a:defRPr sz="2025" b="0">
                <a:solidFill>
                  <a:srgbClr val="52627B"/>
                </a:solidFill>
                <a:latin typeface="Nimbus Sans"/>
                <a:ea typeface="Nimbus Sans"/>
                <a:cs typeface="Nimbus Sans"/>
              </a:defRPr>
            </a:lvl8pPr>
            <a:lvl9pPr algn="l">
              <a:defRPr sz="2025" b="0">
                <a:solidFill>
                  <a:srgbClr val="52627B"/>
                </a:solidFill>
                <a:latin typeface="Nimbus Sans"/>
                <a:ea typeface="Nimbus Sans"/>
                <a:cs typeface="Nimbus Sans"/>
              </a:defRPr>
            </a:lvl9pPr>
          </a:lstStyle>
          <a:p xmlns:a="http://schemas.openxmlformats.org/drawingml/2006/main">
            <a:pPr algn="l">
              <a:defRPr sz="2025" b="0">
                <a:solidFill>
                  <a:srgbClr val="52627B"/>
                </a:solidFill>
                <a:latin typeface="Nimbus Sans"/>
                <a:ea typeface="Nimbus Sans"/>
                <a:cs typeface="Nimbus Sans"/>
              </a:defRPr>
            </a:pPr>
            <a:r>
              <a:rPr sz="2025" b="0">
                <a:solidFill>
                  <a:srgbClr val="52627B"/>
                </a:solidFill>
                <a:latin typeface="Nimbus Sans"/>
                <a:ea typeface="Nimbus Sans"/>
                <a:cs typeface="Nimbus Sans"/>
              </a:rPr>
              <a:t>Tutte le catture sono state ottenute tramite lo strumento esterno SCASDK.</a:t>
            </a:r>
          </a:p>
        </p:txBody>
      </p:sp>
    </p:spTree>
    <p:extLst>
      <p:ext uri="{BB962C8B-B14F-4D97-AF65-F5344CB8AC3E}">
        <p14:creationId xmlns:p14="http://schemas.microsoft.com/office/powerpoint/2010/main" val="1615713505"/>
      </p:ext>
    </p:extLst>
  </p:cSld>
</p:sld>
</file>

<file path=ppt/slides/slide7.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49" name="f142">
            <a:extLst xmlns:a="http://schemas.openxmlformats.org/drawingml/2006/main">
              <a:ext uri="{FF2B5EF4-FFF2-40B4-BE49-F238E27FC236}">
                <a16:creationId xmlns:a16="http://schemas.microsoft.com/office/drawing/2014/main" id="{A7843F50-B1DF-427B-9879-F6C88943F79C}"/>
              </a:ext>
            </a:extLst>
          </p:cNvPr>
          <p:cNvSpPr>
            <a:spLocks xmlns:a="http://schemas.openxmlformats.org/drawingml/2006/main" noGrp="1"/>
          </p:cNvSpPr>
          <p:nvPr/>
        </p:nvSpPr>
        <p:spPr>
          <a:xfrm xmlns:a="http://schemas.openxmlformats.org/drawingml/2006/main">
            <a:off x="1066800" y="66675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4264D0"/>
                </a:solidFill>
                <a:latin typeface="Nimbus Sans"/>
                <a:ea typeface="Nimbus Sans"/>
                <a:cs typeface="Nimbus Sans"/>
              </a:defRPr>
            </a:defPPr>
            <a:lvl1pPr algn="l">
              <a:defRPr sz="1500" b="0">
                <a:solidFill>
                  <a:srgbClr val="4264D0"/>
                </a:solidFill>
                <a:latin typeface="Nimbus Sans"/>
                <a:ea typeface="Nimbus Sans"/>
                <a:cs typeface="Nimbus Sans"/>
              </a:defRPr>
            </a:lvl1pPr>
            <a:lvl2pPr algn="l">
              <a:defRPr sz="1500" b="0">
                <a:solidFill>
                  <a:srgbClr val="4264D0"/>
                </a:solidFill>
                <a:latin typeface="Nimbus Sans"/>
                <a:ea typeface="Nimbus Sans"/>
                <a:cs typeface="Nimbus Sans"/>
              </a:defRPr>
            </a:lvl2pPr>
            <a:lvl3pPr algn="l">
              <a:defRPr sz="1500" b="0">
                <a:solidFill>
                  <a:srgbClr val="4264D0"/>
                </a:solidFill>
                <a:latin typeface="Nimbus Sans"/>
                <a:ea typeface="Nimbus Sans"/>
                <a:cs typeface="Nimbus Sans"/>
              </a:defRPr>
            </a:lvl3pPr>
            <a:lvl4pPr algn="l">
              <a:defRPr sz="1500" b="0">
                <a:solidFill>
                  <a:srgbClr val="4264D0"/>
                </a:solidFill>
                <a:latin typeface="Nimbus Sans"/>
                <a:ea typeface="Nimbus Sans"/>
                <a:cs typeface="Nimbus Sans"/>
              </a:defRPr>
            </a:lvl4pPr>
            <a:lvl5pPr algn="l">
              <a:defRPr sz="1500" b="0">
                <a:solidFill>
                  <a:srgbClr val="4264D0"/>
                </a:solidFill>
                <a:latin typeface="Nimbus Sans"/>
                <a:ea typeface="Nimbus Sans"/>
                <a:cs typeface="Nimbus Sans"/>
              </a:defRPr>
            </a:lvl5pPr>
            <a:lvl6pPr algn="l">
              <a:defRPr sz="1500" b="0">
                <a:solidFill>
                  <a:srgbClr val="4264D0"/>
                </a:solidFill>
                <a:latin typeface="Nimbus Sans"/>
                <a:ea typeface="Nimbus Sans"/>
                <a:cs typeface="Nimbus Sans"/>
              </a:defRPr>
            </a:lvl6pPr>
            <a:lvl7pPr algn="l">
              <a:defRPr sz="1500" b="0">
                <a:solidFill>
                  <a:srgbClr val="4264D0"/>
                </a:solidFill>
                <a:latin typeface="Nimbus Sans"/>
                <a:ea typeface="Nimbus Sans"/>
                <a:cs typeface="Nimbus Sans"/>
              </a:defRPr>
            </a:lvl7pPr>
            <a:lvl8pPr algn="l">
              <a:defRPr sz="1500" b="0">
                <a:solidFill>
                  <a:srgbClr val="4264D0"/>
                </a:solidFill>
                <a:latin typeface="Nimbus Sans"/>
                <a:ea typeface="Nimbus Sans"/>
                <a:cs typeface="Nimbus Sans"/>
              </a:defRPr>
            </a:lvl8pPr>
            <a:lvl9pPr algn="l">
              <a:defRPr sz="1500" b="0">
                <a:solidFill>
                  <a:srgbClr val="4264D0"/>
                </a:solidFill>
                <a:latin typeface="Nimbus Sans"/>
                <a:ea typeface="Nimbus Sans"/>
                <a:cs typeface="Nimbus Sans"/>
              </a:defRPr>
            </a:lvl9pPr>
          </a:lstStyle>
          <a:p xmlns:a="http://schemas.openxmlformats.org/drawingml/2006/main">
            <a:pPr algn="l">
              <a:defRPr sz="1500" b="0">
                <a:solidFill>
                  <a:srgbClr val="4264D0"/>
                </a:solidFill>
                <a:latin typeface="Nimbus Sans"/>
                <a:ea typeface="Nimbus Sans"/>
                <a:cs typeface="Nimbus Sans"/>
              </a:defRPr>
            </a:pPr>
            <a:r>
              <a:rPr sz="1500" b="0">
                <a:solidFill>
                  <a:srgbClr val="4264D0"/>
                </a:solidFill>
                <a:latin typeface="Nimbus Sans"/>
                <a:ea typeface="Nimbus Sans"/>
                <a:cs typeface="Nimbus Sans"/>
              </a:rPr>
              <a:t>VALUTAZIONE</a:t>
            </a:r>
          </a:p>
        </p:txBody>
      </p:sp>
      <p:sp>
        <p:nvSpPr>
          <p:cNvPr id="2" name="f143">
            <a:extLst xmlns:a="http://schemas.openxmlformats.org/drawingml/2006/main">
              <a:ext uri="{FF2B5EF4-FFF2-40B4-BE49-F238E27FC236}">
                <a16:creationId xmlns:a16="http://schemas.microsoft.com/office/drawing/2014/main" id="{9012041B-1DC9-43BB-AA60-B3DFCF986FEA}"/>
              </a:ext>
            </a:extLst>
          </p:cNvPr>
          <p:cNvSpPr>
            <a:spLocks xmlns:a="http://schemas.openxmlformats.org/drawingml/2006/main" noGrp="1"/>
          </p:cNvSpPr>
          <p:nvPr/>
        </p:nvSpPr>
        <p:spPr>
          <a:xfrm xmlns:a="http://schemas.openxmlformats.org/drawingml/2006/main">
            <a:off x="12858750" y="666750"/>
            <a:ext cx="131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350" b="0">
                <a:solidFill>
                  <a:srgbClr val="52627B"/>
                </a:solidFill>
                <a:latin typeface="Nimbus Sans"/>
                <a:ea typeface="Nimbus Sans"/>
                <a:cs typeface="Nimbus Sans"/>
              </a:defRPr>
            </a:defPPr>
            <a:lvl1pPr algn="r">
              <a:defRPr sz="1350" b="0">
                <a:solidFill>
                  <a:srgbClr val="52627B"/>
                </a:solidFill>
                <a:latin typeface="Nimbus Sans"/>
                <a:ea typeface="Nimbus Sans"/>
                <a:cs typeface="Nimbus Sans"/>
              </a:defRPr>
            </a:lvl1pPr>
            <a:lvl2pPr algn="r">
              <a:defRPr sz="1350" b="0">
                <a:solidFill>
                  <a:srgbClr val="52627B"/>
                </a:solidFill>
                <a:latin typeface="Nimbus Sans"/>
                <a:ea typeface="Nimbus Sans"/>
                <a:cs typeface="Nimbus Sans"/>
              </a:defRPr>
            </a:lvl2pPr>
            <a:lvl3pPr algn="r">
              <a:defRPr sz="1350" b="0">
                <a:solidFill>
                  <a:srgbClr val="52627B"/>
                </a:solidFill>
                <a:latin typeface="Nimbus Sans"/>
                <a:ea typeface="Nimbus Sans"/>
                <a:cs typeface="Nimbus Sans"/>
              </a:defRPr>
            </a:lvl3pPr>
            <a:lvl4pPr algn="r">
              <a:defRPr sz="1350" b="0">
                <a:solidFill>
                  <a:srgbClr val="52627B"/>
                </a:solidFill>
                <a:latin typeface="Nimbus Sans"/>
                <a:ea typeface="Nimbus Sans"/>
                <a:cs typeface="Nimbus Sans"/>
              </a:defRPr>
            </a:lvl4pPr>
            <a:lvl5pPr algn="r">
              <a:defRPr sz="1350" b="0">
                <a:solidFill>
                  <a:srgbClr val="52627B"/>
                </a:solidFill>
                <a:latin typeface="Nimbus Sans"/>
                <a:ea typeface="Nimbus Sans"/>
                <a:cs typeface="Nimbus Sans"/>
              </a:defRPr>
            </a:lvl5pPr>
            <a:lvl6pPr algn="r">
              <a:defRPr sz="1350" b="0">
                <a:solidFill>
                  <a:srgbClr val="52627B"/>
                </a:solidFill>
                <a:latin typeface="Nimbus Sans"/>
                <a:ea typeface="Nimbus Sans"/>
                <a:cs typeface="Nimbus Sans"/>
              </a:defRPr>
            </a:lvl6pPr>
            <a:lvl7pPr algn="r">
              <a:defRPr sz="1350" b="0">
                <a:solidFill>
                  <a:srgbClr val="52627B"/>
                </a:solidFill>
                <a:latin typeface="Nimbus Sans"/>
                <a:ea typeface="Nimbus Sans"/>
                <a:cs typeface="Nimbus Sans"/>
              </a:defRPr>
            </a:lvl7pPr>
            <a:lvl8pPr algn="r">
              <a:defRPr sz="1350" b="0">
                <a:solidFill>
                  <a:srgbClr val="52627B"/>
                </a:solidFill>
                <a:latin typeface="Nimbus Sans"/>
                <a:ea typeface="Nimbus Sans"/>
                <a:cs typeface="Nimbus Sans"/>
              </a:defRPr>
            </a:lvl8pPr>
            <a:lvl9pPr algn="r">
              <a:defRPr sz="1350" b="0">
                <a:solidFill>
                  <a:srgbClr val="52627B"/>
                </a:solidFill>
                <a:latin typeface="Nimbus Sans"/>
                <a:ea typeface="Nimbus Sans"/>
                <a:cs typeface="Nimbus Sans"/>
              </a:defRPr>
            </a:lvl9pPr>
          </a:lstStyle>
          <a:p xmlns:a="http://schemas.openxmlformats.org/drawingml/2006/main">
            <a:pPr algn="r">
              <a:defRPr sz="1350" b="0">
                <a:solidFill>
                  <a:srgbClr val="52627B"/>
                </a:solidFill>
                <a:latin typeface="Nimbus Sans"/>
                <a:ea typeface="Nimbus Sans"/>
                <a:cs typeface="Nimbus Sans"/>
              </a:defRPr>
            </a:pPr>
            <a:r>
              <a:rPr sz="1350" b="0">
                <a:solidFill>
                  <a:srgbClr val="52627B"/>
                </a:solidFill>
                <a:latin typeface="Nimbus Sans"/>
                <a:ea typeface="Nimbus Sans"/>
                <a:cs typeface="Nimbus Sans"/>
              </a:rPr>
              <a:t>07 / 07</a:t>
            </a:r>
          </a:p>
        </p:txBody>
      </p:sp>
      <p:sp>
        <p:nvSpPr>
          <p:cNvPr id="3" name="f144">
            <a:extLst xmlns:a="http://schemas.openxmlformats.org/drawingml/2006/main">
              <a:ext uri="{FF2B5EF4-FFF2-40B4-BE49-F238E27FC236}">
                <a16:creationId xmlns:a16="http://schemas.microsoft.com/office/drawing/2014/main" id="{C99CE9FE-9A76-469C-9DCB-8E89B54FF45F}"/>
              </a:ext>
            </a:extLst>
          </p:cNvPr>
          <p:cNvSpPr>
            <a:spLocks xmlns:a="http://schemas.openxmlformats.org/drawingml/2006/main" noGrp="1"/>
          </p:cNvSpPr>
          <p:nvPr/>
        </p:nvSpPr>
        <p:spPr>
          <a:xfrm xmlns:a="http://schemas.openxmlformats.org/drawingml/2006/main">
            <a:off x="1066800" y="1200150"/>
            <a:ext cx="13106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182536"/>
                </a:solidFill>
                <a:latin typeface="Nimbus Sans"/>
                <a:ea typeface="Nimbus Sans"/>
                <a:cs typeface="Nimbus Sans"/>
              </a:defRPr>
            </a:defPPr>
            <a:lvl1pPr algn="l">
              <a:defRPr sz="4050" b="1">
                <a:solidFill>
                  <a:srgbClr val="182536"/>
                </a:solidFill>
                <a:latin typeface="Nimbus Sans"/>
                <a:ea typeface="Nimbus Sans"/>
                <a:cs typeface="Nimbus Sans"/>
              </a:defRPr>
            </a:lvl1pPr>
            <a:lvl2pPr algn="l">
              <a:defRPr sz="4050" b="1">
                <a:solidFill>
                  <a:srgbClr val="182536"/>
                </a:solidFill>
                <a:latin typeface="Nimbus Sans"/>
                <a:ea typeface="Nimbus Sans"/>
                <a:cs typeface="Nimbus Sans"/>
              </a:defRPr>
            </a:lvl2pPr>
            <a:lvl3pPr algn="l">
              <a:defRPr sz="4050" b="1">
                <a:solidFill>
                  <a:srgbClr val="182536"/>
                </a:solidFill>
                <a:latin typeface="Nimbus Sans"/>
                <a:ea typeface="Nimbus Sans"/>
                <a:cs typeface="Nimbus Sans"/>
              </a:defRPr>
            </a:lvl3pPr>
            <a:lvl4pPr algn="l">
              <a:defRPr sz="4050" b="1">
                <a:solidFill>
                  <a:srgbClr val="182536"/>
                </a:solidFill>
                <a:latin typeface="Nimbus Sans"/>
                <a:ea typeface="Nimbus Sans"/>
                <a:cs typeface="Nimbus Sans"/>
              </a:defRPr>
            </a:lvl4pPr>
            <a:lvl5pPr algn="l">
              <a:defRPr sz="4050" b="1">
                <a:solidFill>
                  <a:srgbClr val="182536"/>
                </a:solidFill>
                <a:latin typeface="Nimbus Sans"/>
                <a:ea typeface="Nimbus Sans"/>
                <a:cs typeface="Nimbus Sans"/>
              </a:defRPr>
            </a:lvl5pPr>
            <a:lvl6pPr algn="l">
              <a:defRPr sz="4050" b="1">
                <a:solidFill>
                  <a:srgbClr val="182536"/>
                </a:solidFill>
                <a:latin typeface="Nimbus Sans"/>
                <a:ea typeface="Nimbus Sans"/>
                <a:cs typeface="Nimbus Sans"/>
              </a:defRPr>
            </a:lvl6pPr>
            <a:lvl7pPr algn="l">
              <a:defRPr sz="4050" b="1">
                <a:solidFill>
                  <a:srgbClr val="182536"/>
                </a:solidFill>
                <a:latin typeface="Nimbus Sans"/>
                <a:ea typeface="Nimbus Sans"/>
                <a:cs typeface="Nimbus Sans"/>
              </a:defRPr>
            </a:lvl7pPr>
            <a:lvl8pPr algn="l">
              <a:defRPr sz="4050" b="1">
                <a:solidFill>
                  <a:srgbClr val="182536"/>
                </a:solidFill>
                <a:latin typeface="Nimbus Sans"/>
                <a:ea typeface="Nimbus Sans"/>
                <a:cs typeface="Nimbus Sans"/>
              </a:defRPr>
            </a:lvl8pPr>
            <a:lvl9pPr algn="l">
              <a:defRPr sz="4050" b="1">
                <a:solidFill>
                  <a:srgbClr val="182536"/>
                </a:solidFill>
                <a:latin typeface="Nimbus Sans"/>
                <a:ea typeface="Nimbus Sans"/>
                <a:cs typeface="Nimbus Sans"/>
              </a:defRPr>
            </a:lvl9pPr>
          </a:lstStyle>
          <a:p xmlns:a="http://schemas.openxmlformats.org/drawingml/2006/main">
            <a:pPr algn="l">
              <a:defRPr sz="4050" b="1">
                <a:solidFill>
                  <a:srgbClr val="182536"/>
                </a:solidFill>
                <a:latin typeface="Nimbus Sans"/>
                <a:ea typeface="Nimbus Sans"/>
                <a:cs typeface="Nimbus Sans"/>
              </a:defRPr>
            </a:pPr>
            <a:r>
              <a:rPr sz="4050" b="1">
                <a:solidFill>
                  <a:srgbClr val="182536"/>
                </a:solidFill>
                <a:latin typeface="Nimbus Sans"/>
                <a:ea typeface="Nimbus Sans"/>
                <a:cs typeface="Nimbus Sans"/>
              </a:rPr>
              <a:t>Mutation testing</a:t>
            </a:r>
          </a:p>
        </p:txBody>
      </p:sp>
      <p:sp>
        <p:nvSpPr>
          <p:cNvPr id="4" name="f145">
            <a:extLst xmlns:a="http://schemas.openxmlformats.org/drawingml/2006/main">
              <a:ext uri="{FF2B5EF4-FFF2-40B4-BE49-F238E27FC236}">
                <a16:creationId xmlns:a16="http://schemas.microsoft.com/office/drawing/2014/main" id="{007DAF5B-C35B-41CE-991A-B17575155763}"/>
              </a:ext>
            </a:extLst>
          </p:cNvPr>
          <p:cNvSpPr>
            <a:spLocks xmlns:a="http://schemas.openxmlformats.org/drawingml/2006/main" noGrp="1"/>
          </p:cNvSpPr>
          <p:nvPr/>
        </p:nvSpPr>
        <p:spPr>
          <a:xfrm xmlns:a="http://schemas.openxmlformats.org/drawingml/2006/main">
            <a:off x="1066800" y="2000250"/>
            <a:ext cx="13106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27B"/>
                </a:solidFill>
                <a:latin typeface="Nimbus Sans"/>
                <a:ea typeface="Nimbus Sans"/>
                <a:cs typeface="Nimbus Sans"/>
              </a:defRPr>
            </a:defPPr>
            <a:lvl1pPr algn="l">
              <a:defRPr sz="2025" b="0">
                <a:solidFill>
                  <a:srgbClr val="52627B"/>
                </a:solidFill>
                <a:latin typeface="Nimbus Sans"/>
                <a:ea typeface="Nimbus Sans"/>
                <a:cs typeface="Nimbus Sans"/>
              </a:defRPr>
            </a:lvl1pPr>
            <a:lvl2pPr algn="l">
              <a:defRPr sz="2025" b="0">
                <a:solidFill>
                  <a:srgbClr val="52627B"/>
                </a:solidFill>
                <a:latin typeface="Nimbus Sans"/>
                <a:ea typeface="Nimbus Sans"/>
                <a:cs typeface="Nimbus Sans"/>
              </a:defRPr>
            </a:lvl2pPr>
            <a:lvl3pPr algn="l">
              <a:defRPr sz="2025" b="0">
                <a:solidFill>
                  <a:srgbClr val="52627B"/>
                </a:solidFill>
                <a:latin typeface="Nimbus Sans"/>
                <a:ea typeface="Nimbus Sans"/>
                <a:cs typeface="Nimbus Sans"/>
              </a:defRPr>
            </a:lvl3pPr>
            <a:lvl4pPr algn="l">
              <a:defRPr sz="2025" b="0">
                <a:solidFill>
                  <a:srgbClr val="52627B"/>
                </a:solidFill>
                <a:latin typeface="Nimbus Sans"/>
                <a:ea typeface="Nimbus Sans"/>
                <a:cs typeface="Nimbus Sans"/>
              </a:defRPr>
            </a:lvl4pPr>
            <a:lvl5pPr algn="l">
              <a:defRPr sz="2025" b="0">
                <a:solidFill>
                  <a:srgbClr val="52627B"/>
                </a:solidFill>
                <a:latin typeface="Nimbus Sans"/>
                <a:ea typeface="Nimbus Sans"/>
                <a:cs typeface="Nimbus Sans"/>
              </a:defRPr>
            </a:lvl5pPr>
            <a:lvl6pPr algn="l">
              <a:defRPr sz="2025" b="0">
                <a:solidFill>
                  <a:srgbClr val="52627B"/>
                </a:solidFill>
                <a:latin typeface="Nimbus Sans"/>
                <a:ea typeface="Nimbus Sans"/>
                <a:cs typeface="Nimbus Sans"/>
              </a:defRPr>
            </a:lvl6pPr>
            <a:lvl7pPr algn="l">
              <a:defRPr sz="2025" b="0">
                <a:solidFill>
                  <a:srgbClr val="52627B"/>
                </a:solidFill>
                <a:latin typeface="Nimbus Sans"/>
                <a:ea typeface="Nimbus Sans"/>
                <a:cs typeface="Nimbus Sans"/>
              </a:defRPr>
            </a:lvl7pPr>
            <a:lvl8pPr algn="l">
              <a:defRPr sz="2025" b="0">
                <a:solidFill>
                  <a:srgbClr val="52627B"/>
                </a:solidFill>
                <a:latin typeface="Nimbus Sans"/>
                <a:ea typeface="Nimbus Sans"/>
                <a:cs typeface="Nimbus Sans"/>
              </a:defRPr>
            </a:lvl8pPr>
            <a:lvl9pPr algn="l">
              <a:defRPr sz="2025" b="0">
                <a:solidFill>
                  <a:srgbClr val="52627B"/>
                </a:solidFill>
                <a:latin typeface="Nimbus Sans"/>
                <a:ea typeface="Nimbus Sans"/>
                <a:cs typeface="Nimbus Sans"/>
              </a:defRPr>
            </a:lvl9pPr>
          </a:lstStyle>
          <a:p xmlns:a="http://schemas.openxmlformats.org/drawingml/2006/main">
            <a:pPr algn="l">
              <a:defRPr sz="2025" b="0">
                <a:solidFill>
                  <a:srgbClr val="52627B"/>
                </a:solidFill>
                <a:latin typeface="Nimbus Sans"/>
                <a:ea typeface="Nimbus Sans"/>
                <a:cs typeface="Nimbus Sans"/>
              </a:defRPr>
            </a:pPr>
            <a:r>
              <a:rPr sz="2025" b="0">
                <a:solidFill>
                  <a:srgbClr val="52627B"/>
                </a:solidFill>
                <a:latin typeface="Nimbus Sans"/>
                <a:ea typeface="Nimbus Sans"/>
                <a:cs typeface="Nimbus Sans"/>
              </a:rPr>
              <a:t>Stesse regole e stesso sistema, su evidenze modificate in modo controllato.</a:t>
            </a:r>
          </a:p>
        </p:txBody>
      </p:sp>
      <p:sp>
        <p:nvSpPr>
          <p:cNvPr id="5" name="f146">
            <a:extLst xmlns:a="http://schemas.openxmlformats.org/drawingml/2006/main">
              <a:ext uri="{FF2B5EF4-FFF2-40B4-BE49-F238E27FC236}">
                <a16:creationId xmlns:a16="http://schemas.microsoft.com/office/drawing/2014/main" id="{A80AB85E-A249-4D5B-84F1-71FC0A43BA9B}"/>
              </a:ext>
            </a:extLst>
          </p:cNvPr>
          <p:cNvSpPr>
            <a:spLocks xmlns:a="http://schemas.openxmlformats.org/drawingml/2006/main" noGrp="1"/>
          </p:cNvSpPr>
          <p:nvPr/>
        </p:nvSpPr>
        <p:spPr>
          <a:xfrm xmlns:a="http://schemas.openxmlformats.org/drawingml/2006/main">
            <a:off x="571500" y="3048000"/>
            <a:ext cx="1428750" cy="590550"/>
          </a:xfrm>
          <a:prstGeom xmlns:a="http://schemas.openxmlformats.org/drawingml/2006/main" prst="roundRect">
            <a:avLst>
              <a:gd name="adj" fmla="val 19355"/>
            </a:avLst>
          </a:prstGeom>
          <a:solidFill xmlns:a="http://schemas.openxmlformats.org/drawingml/2006/main">
            <a:srgbClr val="F0F4FF"/>
          </a:solidFill>
          <a:ln xmlns:a="http://schemas.openxmlformats.org/drawingml/2006/main" w="17145">
            <a:solidFill>
              <a:srgbClr val="D9E3EF"/>
            </a:solidFill>
            <a:prstDash val="solid"/>
          </a:ln>
        </p:spPr>
      </p:sp>
      <p:sp>
        <p:nvSpPr>
          <p:cNvPr id="6" name="f147">
            <a:extLst xmlns:a="http://schemas.openxmlformats.org/drawingml/2006/main">
              <a:ext uri="{FF2B5EF4-FFF2-40B4-BE49-F238E27FC236}">
                <a16:creationId xmlns:a16="http://schemas.microsoft.com/office/drawing/2014/main" id="{CA3704B9-BA61-49BC-A89E-1922C4271C65}"/>
              </a:ext>
            </a:extLst>
          </p:cNvPr>
          <p:cNvSpPr>
            <a:spLocks xmlns:a="http://schemas.openxmlformats.org/drawingml/2006/main" noGrp="1"/>
          </p:cNvSpPr>
          <p:nvPr/>
        </p:nvSpPr>
        <p:spPr>
          <a:xfrm xmlns:a="http://schemas.openxmlformats.org/drawingml/2006/main">
            <a:off x="666750" y="320040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250" b="1">
                <a:solidFill>
                  <a:srgbClr val="4264D0"/>
                </a:solidFill>
                <a:latin typeface="Nimbus Sans"/>
                <a:ea typeface="Nimbus Sans"/>
                <a:cs typeface="Nimbus Sans"/>
              </a:defRPr>
            </a:defPPr>
            <a:lvl1pPr algn="ctr">
              <a:defRPr sz="2250" b="1">
                <a:solidFill>
                  <a:srgbClr val="4264D0"/>
                </a:solidFill>
                <a:latin typeface="Nimbus Sans"/>
                <a:ea typeface="Nimbus Sans"/>
                <a:cs typeface="Nimbus Sans"/>
              </a:defRPr>
            </a:lvl1pPr>
            <a:lvl2pPr algn="ctr">
              <a:defRPr sz="2250" b="1">
                <a:solidFill>
                  <a:srgbClr val="4264D0"/>
                </a:solidFill>
                <a:latin typeface="Nimbus Sans"/>
                <a:ea typeface="Nimbus Sans"/>
                <a:cs typeface="Nimbus Sans"/>
              </a:defRPr>
            </a:lvl2pPr>
            <a:lvl3pPr algn="ctr">
              <a:defRPr sz="2250" b="1">
                <a:solidFill>
                  <a:srgbClr val="4264D0"/>
                </a:solidFill>
                <a:latin typeface="Nimbus Sans"/>
                <a:ea typeface="Nimbus Sans"/>
                <a:cs typeface="Nimbus Sans"/>
              </a:defRPr>
            </a:lvl3pPr>
            <a:lvl4pPr algn="ctr">
              <a:defRPr sz="2250" b="1">
                <a:solidFill>
                  <a:srgbClr val="4264D0"/>
                </a:solidFill>
                <a:latin typeface="Nimbus Sans"/>
                <a:ea typeface="Nimbus Sans"/>
                <a:cs typeface="Nimbus Sans"/>
              </a:defRPr>
            </a:lvl4pPr>
            <a:lvl5pPr algn="ctr">
              <a:defRPr sz="2250" b="1">
                <a:solidFill>
                  <a:srgbClr val="4264D0"/>
                </a:solidFill>
                <a:latin typeface="Nimbus Sans"/>
                <a:ea typeface="Nimbus Sans"/>
                <a:cs typeface="Nimbus Sans"/>
              </a:defRPr>
            </a:lvl5pPr>
            <a:lvl6pPr algn="ctr">
              <a:defRPr sz="2250" b="1">
                <a:solidFill>
                  <a:srgbClr val="4264D0"/>
                </a:solidFill>
                <a:latin typeface="Nimbus Sans"/>
                <a:ea typeface="Nimbus Sans"/>
                <a:cs typeface="Nimbus Sans"/>
              </a:defRPr>
            </a:lvl6pPr>
            <a:lvl7pPr algn="ctr">
              <a:defRPr sz="2250" b="1">
                <a:solidFill>
                  <a:srgbClr val="4264D0"/>
                </a:solidFill>
                <a:latin typeface="Nimbus Sans"/>
                <a:ea typeface="Nimbus Sans"/>
                <a:cs typeface="Nimbus Sans"/>
              </a:defRPr>
            </a:lvl7pPr>
            <a:lvl8pPr algn="ctr">
              <a:defRPr sz="2250" b="1">
                <a:solidFill>
                  <a:srgbClr val="4264D0"/>
                </a:solidFill>
                <a:latin typeface="Nimbus Sans"/>
                <a:ea typeface="Nimbus Sans"/>
                <a:cs typeface="Nimbus Sans"/>
              </a:defRPr>
            </a:lvl8pPr>
            <a:lvl9pPr algn="ctr">
              <a:defRPr sz="2250" b="1">
                <a:solidFill>
                  <a:srgbClr val="4264D0"/>
                </a:solidFill>
                <a:latin typeface="Nimbus Sans"/>
                <a:ea typeface="Nimbus Sans"/>
                <a:cs typeface="Nimbus Sans"/>
              </a:defRPr>
            </a:lvl9pPr>
          </a:lstStyle>
          <a:p xmlns:a="http://schemas.openxmlformats.org/drawingml/2006/main">
            <a:pPr algn="ctr">
              <a:defRPr sz="2250" b="1">
                <a:solidFill>
                  <a:srgbClr val="4264D0"/>
                </a:solidFill>
                <a:latin typeface="Nimbus Sans"/>
                <a:ea typeface="Nimbus Sans"/>
                <a:cs typeface="Nimbus Sans"/>
              </a:defRPr>
            </a:pPr>
            <a:r>
              <a:rPr sz="2250" b="1">
                <a:solidFill>
                  <a:srgbClr val="4264D0"/>
                </a:solidFill>
                <a:latin typeface="Nimbus Sans"/>
                <a:ea typeface="Nimbus Sans"/>
                <a:cs typeface="Nimbus Sans"/>
              </a:rPr>
              <a:t>DSL</a:t>
            </a:r>
          </a:p>
        </p:txBody>
      </p:sp>
      <p:sp>
        <p:nvSpPr>
          <p:cNvPr id="7" name="f148">
            <a:extLst xmlns:a="http://schemas.openxmlformats.org/drawingml/2006/main">
              <a:ext uri="{FF2B5EF4-FFF2-40B4-BE49-F238E27FC236}">
                <a16:creationId xmlns:a16="http://schemas.microsoft.com/office/drawing/2014/main" id="{2ACE68C0-8C93-4ACF-9B9F-88E405DF6634}"/>
              </a:ext>
            </a:extLst>
          </p:cNvPr>
          <p:cNvSpPr>
            <a:spLocks xmlns:a="http://schemas.openxmlformats.org/drawingml/2006/main" noGrp="1"/>
          </p:cNvSpPr>
          <p:nvPr/>
        </p:nvSpPr>
        <p:spPr>
          <a:xfrm xmlns:a="http://schemas.openxmlformats.org/drawingml/2006/main">
            <a:off x="2952750" y="3048000"/>
            <a:ext cx="209550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7145">
            <a:solidFill>
              <a:srgbClr val="D9E3EF"/>
            </a:solidFill>
            <a:prstDash val="solid"/>
          </a:ln>
        </p:spPr>
      </p:sp>
      <p:sp>
        <p:nvSpPr>
          <p:cNvPr id="8" name="f149">
            <a:extLst xmlns:a="http://schemas.openxmlformats.org/drawingml/2006/main">
              <a:ext uri="{FF2B5EF4-FFF2-40B4-BE49-F238E27FC236}">
                <a16:creationId xmlns:a16="http://schemas.microsoft.com/office/drawing/2014/main" id="{7870EA06-80E3-4731-89CE-C46626DB0A96}"/>
              </a:ext>
            </a:extLst>
          </p:cNvPr>
          <p:cNvSpPr>
            <a:spLocks xmlns:a="http://schemas.openxmlformats.org/drawingml/2006/main" noGrp="1"/>
          </p:cNvSpPr>
          <p:nvPr/>
        </p:nvSpPr>
        <p:spPr>
          <a:xfrm xmlns:a="http://schemas.openxmlformats.org/drawingml/2006/main">
            <a:off x="3048000" y="323850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650" b="1">
                <a:solidFill>
                  <a:srgbClr val="182536"/>
                </a:solidFill>
                <a:latin typeface="Nimbus Sans"/>
                <a:ea typeface="Nimbus Sans"/>
                <a:cs typeface="Nimbus Sans"/>
              </a:defRPr>
            </a:defPPr>
            <a:lvl1pPr algn="ctr">
              <a:defRPr sz="1650" b="1">
                <a:solidFill>
                  <a:srgbClr val="182536"/>
                </a:solidFill>
                <a:latin typeface="Nimbus Sans"/>
                <a:ea typeface="Nimbus Sans"/>
                <a:cs typeface="Nimbus Sans"/>
              </a:defRPr>
            </a:lvl1pPr>
            <a:lvl2pPr algn="ctr">
              <a:defRPr sz="1650" b="1">
                <a:solidFill>
                  <a:srgbClr val="182536"/>
                </a:solidFill>
                <a:latin typeface="Nimbus Sans"/>
                <a:ea typeface="Nimbus Sans"/>
                <a:cs typeface="Nimbus Sans"/>
              </a:defRPr>
            </a:lvl2pPr>
            <a:lvl3pPr algn="ctr">
              <a:defRPr sz="1650" b="1">
                <a:solidFill>
                  <a:srgbClr val="182536"/>
                </a:solidFill>
                <a:latin typeface="Nimbus Sans"/>
                <a:ea typeface="Nimbus Sans"/>
                <a:cs typeface="Nimbus Sans"/>
              </a:defRPr>
            </a:lvl3pPr>
            <a:lvl4pPr algn="ctr">
              <a:defRPr sz="1650" b="1">
                <a:solidFill>
                  <a:srgbClr val="182536"/>
                </a:solidFill>
                <a:latin typeface="Nimbus Sans"/>
                <a:ea typeface="Nimbus Sans"/>
                <a:cs typeface="Nimbus Sans"/>
              </a:defRPr>
            </a:lvl4pPr>
            <a:lvl5pPr algn="ctr">
              <a:defRPr sz="1650" b="1">
                <a:solidFill>
                  <a:srgbClr val="182536"/>
                </a:solidFill>
                <a:latin typeface="Nimbus Sans"/>
                <a:ea typeface="Nimbus Sans"/>
                <a:cs typeface="Nimbus Sans"/>
              </a:defRPr>
            </a:lvl5pPr>
            <a:lvl6pPr algn="ctr">
              <a:defRPr sz="1650" b="1">
                <a:solidFill>
                  <a:srgbClr val="182536"/>
                </a:solidFill>
                <a:latin typeface="Nimbus Sans"/>
                <a:ea typeface="Nimbus Sans"/>
                <a:cs typeface="Nimbus Sans"/>
              </a:defRPr>
            </a:lvl6pPr>
            <a:lvl7pPr algn="ctr">
              <a:defRPr sz="1650" b="1">
                <a:solidFill>
                  <a:srgbClr val="182536"/>
                </a:solidFill>
                <a:latin typeface="Nimbus Sans"/>
                <a:ea typeface="Nimbus Sans"/>
                <a:cs typeface="Nimbus Sans"/>
              </a:defRPr>
            </a:lvl7pPr>
            <a:lvl8pPr algn="ctr">
              <a:defRPr sz="1650" b="1">
                <a:solidFill>
                  <a:srgbClr val="182536"/>
                </a:solidFill>
                <a:latin typeface="Nimbus Sans"/>
                <a:ea typeface="Nimbus Sans"/>
                <a:cs typeface="Nimbus Sans"/>
              </a:defRPr>
            </a:lvl8pPr>
            <a:lvl9pPr algn="ctr">
              <a:defRPr sz="1650" b="1">
                <a:solidFill>
                  <a:srgbClr val="182536"/>
                </a:solidFill>
                <a:latin typeface="Nimbus Sans"/>
                <a:ea typeface="Nimbus Sans"/>
                <a:cs typeface="Nimbus Sans"/>
              </a:defRPr>
            </a:lvl9pPr>
          </a:lstStyle>
          <a:p xmlns:a="http://schemas.openxmlformats.org/drawingml/2006/main">
            <a:pPr algn="ctr">
              <a:defRPr sz="1650" b="1">
                <a:solidFill>
                  <a:srgbClr val="182536"/>
                </a:solidFill>
                <a:latin typeface="Nimbus Sans"/>
                <a:ea typeface="Nimbus Sans"/>
                <a:cs typeface="Nimbus Sans"/>
              </a:defRPr>
            </a:pPr>
            <a:r>
              <a:rPr sz="1650" b="1">
                <a:solidFill>
                  <a:srgbClr val="182536"/>
                </a:solidFill>
                <a:latin typeface="Nimbus Sans"/>
                <a:ea typeface="Nimbus Sans"/>
                <a:cs typeface="Nimbus Sans"/>
              </a:rPr>
              <a:t>PCAP ORIGINALE</a:t>
            </a:r>
          </a:p>
        </p:txBody>
      </p:sp>
      <p:sp>
        <p:nvSpPr>
          <p:cNvPr id="9" name="f150">
            <a:extLst xmlns:a="http://schemas.openxmlformats.org/drawingml/2006/main">
              <a:ext uri="{FF2B5EF4-FFF2-40B4-BE49-F238E27FC236}">
                <a16:creationId xmlns:a16="http://schemas.microsoft.com/office/drawing/2014/main" id="{B1388504-07EA-486F-8C75-2BDAB16FC484}"/>
              </a:ext>
            </a:extLst>
          </p:cNvPr>
          <p:cNvSpPr>
            <a:spLocks xmlns:a="http://schemas.openxmlformats.org/drawingml/2006/main" noGrp="1"/>
          </p:cNvSpPr>
          <p:nvPr/>
        </p:nvSpPr>
        <p:spPr>
          <a:xfrm xmlns:a="http://schemas.openxmlformats.org/drawingml/2006/main">
            <a:off x="381000" y="4524375"/>
            <a:ext cx="4667250" cy="819150"/>
          </a:xfrm>
          <a:prstGeom xmlns:a="http://schemas.openxmlformats.org/drawingml/2006/main" prst="roundRect">
            <a:avLst>
              <a:gd name="adj" fmla="val 13953"/>
            </a:avLst>
          </a:prstGeom>
          <a:solidFill xmlns:a="http://schemas.openxmlformats.org/drawingml/2006/main">
            <a:srgbClr val="EEF8F3"/>
          </a:solidFill>
          <a:ln xmlns:a="http://schemas.openxmlformats.org/drawingml/2006/main" w="17145">
            <a:solidFill>
              <a:srgbClr val="C4DFD3"/>
            </a:solidFill>
            <a:prstDash val="solid"/>
          </a:ln>
        </p:spPr>
      </p:sp>
      <p:sp>
        <p:nvSpPr>
          <p:cNvPr id="10" name="f151">
            <a:extLst xmlns:a="http://schemas.openxmlformats.org/drawingml/2006/main">
              <a:ext uri="{FF2B5EF4-FFF2-40B4-BE49-F238E27FC236}">
                <a16:creationId xmlns:a16="http://schemas.microsoft.com/office/drawing/2014/main" id="{B2C247FA-9A2E-4F95-A246-F8C1140F316D}"/>
              </a:ext>
            </a:extLst>
          </p:cNvPr>
          <p:cNvSpPr>
            <a:spLocks xmlns:a="http://schemas.openxmlformats.org/drawingml/2006/main" noGrp="1"/>
          </p:cNvSpPr>
          <p:nvPr/>
        </p:nvSpPr>
        <p:spPr>
          <a:xfrm xmlns:a="http://schemas.openxmlformats.org/drawingml/2006/main">
            <a:off x="476250" y="479107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250" b="1">
                <a:solidFill>
                  <a:srgbClr val="278766"/>
                </a:solidFill>
                <a:latin typeface="Nimbus Sans"/>
                <a:ea typeface="Nimbus Sans"/>
                <a:cs typeface="Nimbus Sans"/>
              </a:defRPr>
            </a:defPPr>
            <a:lvl1pPr algn="ctr">
              <a:defRPr sz="2250" b="1">
                <a:solidFill>
                  <a:srgbClr val="278766"/>
                </a:solidFill>
                <a:latin typeface="Nimbus Sans"/>
                <a:ea typeface="Nimbus Sans"/>
                <a:cs typeface="Nimbus Sans"/>
              </a:defRPr>
            </a:lvl1pPr>
            <a:lvl2pPr algn="ctr">
              <a:defRPr sz="2250" b="1">
                <a:solidFill>
                  <a:srgbClr val="278766"/>
                </a:solidFill>
                <a:latin typeface="Nimbus Sans"/>
                <a:ea typeface="Nimbus Sans"/>
                <a:cs typeface="Nimbus Sans"/>
              </a:defRPr>
            </a:lvl2pPr>
            <a:lvl3pPr algn="ctr">
              <a:defRPr sz="2250" b="1">
                <a:solidFill>
                  <a:srgbClr val="278766"/>
                </a:solidFill>
                <a:latin typeface="Nimbus Sans"/>
                <a:ea typeface="Nimbus Sans"/>
                <a:cs typeface="Nimbus Sans"/>
              </a:defRPr>
            </a:lvl3pPr>
            <a:lvl4pPr algn="ctr">
              <a:defRPr sz="2250" b="1">
                <a:solidFill>
                  <a:srgbClr val="278766"/>
                </a:solidFill>
                <a:latin typeface="Nimbus Sans"/>
                <a:ea typeface="Nimbus Sans"/>
                <a:cs typeface="Nimbus Sans"/>
              </a:defRPr>
            </a:lvl4pPr>
            <a:lvl5pPr algn="ctr">
              <a:defRPr sz="2250" b="1">
                <a:solidFill>
                  <a:srgbClr val="278766"/>
                </a:solidFill>
                <a:latin typeface="Nimbus Sans"/>
                <a:ea typeface="Nimbus Sans"/>
                <a:cs typeface="Nimbus Sans"/>
              </a:defRPr>
            </a:lvl5pPr>
            <a:lvl6pPr algn="ctr">
              <a:defRPr sz="2250" b="1">
                <a:solidFill>
                  <a:srgbClr val="278766"/>
                </a:solidFill>
                <a:latin typeface="Nimbus Sans"/>
                <a:ea typeface="Nimbus Sans"/>
                <a:cs typeface="Nimbus Sans"/>
              </a:defRPr>
            </a:lvl6pPr>
            <a:lvl7pPr algn="ctr">
              <a:defRPr sz="2250" b="1">
                <a:solidFill>
                  <a:srgbClr val="278766"/>
                </a:solidFill>
                <a:latin typeface="Nimbus Sans"/>
                <a:ea typeface="Nimbus Sans"/>
                <a:cs typeface="Nimbus Sans"/>
              </a:defRPr>
            </a:lvl7pPr>
            <a:lvl8pPr algn="ctr">
              <a:defRPr sz="2250" b="1">
                <a:solidFill>
                  <a:srgbClr val="278766"/>
                </a:solidFill>
                <a:latin typeface="Nimbus Sans"/>
                <a:ea typeface="Nimbus Sans"/>
                <a:cs typeface="Nimbus Sans"/>
              </a:defRPr>
            </a:lvl8pPr>
            <a:lvl9pPr algn="ctr">
              <a:defRPr sz="2250" b="1">
                <a:solidFill>
                  <a:srgbClr val="278766"/>
                </a:solidFill>
                <a:latin typeface="Nimbus Sans"/>
                <a:ea typeface="Nimbus Sans"/>
                <a:cs typeface="Nimbus Sans"/>
              </a:defRPr>
            </a:lvl9pPr>
          </a:lstStyle>
          <a:p xmlns:a="http://schemas.openxmlformats.org/drawingml/2006/main">
            <a:pPr algn="ctr">
              <a:defRPr sz="2250" b="1">
                <a:solidFill>
                  <a:srgbClr val="278766"/>
                </a:solidFill>
                <a:latin typeface="Nimbus Sans"/>
                <a:ea typeface="Nimbus Sans"/>
                <a:cs typeface="Nimbus Sans"/>
              </a:defRPr>
            </a:pPr>
            <a:r>
              <a:rPr sz="2250" b="1">
                <a:solidFill>
                  <a:srgbClr val="278766"/>
                </a:solidFill>
                <a:latin typeface="Nimbus Sans"/>
                <a:ea typeface="Nimbus Sans"/>
                <a:cs typeface="Nimbus Sans"/>
              </a:rPr>
              <a:t>Pipeline di verifica</a:t>
            </a:r>
          </a:p>
        </p:txBody>
      </p:sp>
      <p:sp>
        <p:nvSpPr>
          <p:cNvPr id="11" name="f152">
            <a:extLst xmlns:a="http://schemas.openxmlformats.org/drawingml/2006/main">
              <a:ext uri="{FF2B5EF4-FFF2-40B4-BE49-F238E27FC236}">
                <a16:creationId xmlns:a16="http://schemas.microsoft.com/office/drawing/2014/main" id="{3FD1E973-0055-4B1E-885D-4613877C3482}"/>
              </a:ext>
            </a:extLst>
          </p:cNvPr>
          <p:cNvSpPr>
            <a:spLocks xmlns:a="http://schemas.openxmlformats.org/drawingml/2006/main" noGrp="1"/>
          </p:cNvSpPr>
          <p:nvPr/>
        </p:nvSpPr>
        <p:spPr>
          <a:xfrm xmlns:a="http://schemas.openxmlformats.org/drawingml/2006/main">
            <a:off x="381000" y="6286500"/>
            <a:ext cx="2095500" cy="590550"/>
          </a:xfrm>
          <a:prstGeom xmlns:a="http://schemas.openxmlformats.org/drawingml/2006/main" prst="roundRect">
            <a:avLst>
              <a:gd name="adj" fmla="val 19355"/>
            </a:avLst>
          </a:prstGeom>
          <a:solidFill xmlns:a="http://schemas.openxmlformats.org/drawingml/2006/main">
            <a:srgbClr val="F0F4FF"/>
          </a:solidFill>
          <a:ln xmlns:a="http://schemas.openxmlformats.org/drawingml/2006/main" w="17145">
            <a:solidFill>
              <a:srgbClr val="D9E3EF"/>
            </a:solidFill>
            <a:prstDash val="solid"/>
          </a:ln>
        </p:spPr>
      </p:sp>
      <p:sp>
        <p:nvSpPr>
          <p:cNvPr id="12" name="f153">
            <a:extLst xmlns:a="http://schemas.openxmlformats.org/drawingml/2006/main">
              <a:ext uri="{FF2B5EF4-FFF2-40B4-BE49-F238E27FC236}">
                <a16:creationId xmlns:a16="http://schemas.microsoft.com/office/drawing/2014/main" id="{84FBCC2A-2871-4DEF-8596-C9E16E214144}"/>
              </a:ext>
            </a:extLst>
          </p:cNvPr>
          <p:cNvSpPr>
            <a:spLocks xmlns:a="http://schemas.openxmlformats.org/drawingml/2006/main" noGrp="1"/>
          </p:cNvSpPr>
          <p:nvPr/>
        </p:nvSpPr>
        <p:spPr>
          <a:xfrm xmlns:a="http://schemas.openxmlformats.org/drawingml/2006/main">
            <a:off x="476250" y="6467475"/>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1">
                <a:solidFill>
                  <a:srgbClr val="4264D0"/>
                </a:solidFill>
                <a:latin typeface="Nimbus Sans"/>
                <a:ea typeface="Nimbus Sans"/>
                <a:cs typeface="Nimbus Sans"/>
              </a:defRPr>
            </a:defPPr>
            <a:lvl1pPr algn="ctr">
              <a:defRPr sz="1800" b="1">
                <a:solidFill>
                  <a:srgbClr val="4264D0"/>
                </a:solidFill>
                <a:latin typeface="Nimbus Sans"/>
                <a:ea typeface="Nimbus Sans"/>
                <a:cs typeface="Nimbus Sans"/>
              </a:defRPr>
            </a:lvl1pPr>
            <a:lvl2pPr algn="ctr">
              <a:defRPr sz="1800" b="1">
                <a:solidFill>
                  <a:srgbClr val="4264D0"/>
                </a:solidFill>
                <a:latin typeface="Nimbus Sans"/>
                <a:ea typeface="Nimbus Sans"/>
                <a:cs typeface="Nimbus Sans"/>
              </a:defRPr>
            </a:lvl2pPr>
            <a:lvl3pPr algn="ctr">
              <a:defRPr sz="1800" b="1">
                <a:solidFill>
                  <a:srgbClr val="4264D0"/>
                </a:solidFill>
                <a:latin typeface="Nimbus Sans"/>
                <a:ea typeface="Nimbus Sans"/>
                <a:cs typeface="Nimbus Sans"/>
              </a:defRPr>
            </a:lvl3pPr>
            <a:lvl4pPr algn="ctr">
              <a:defRPr sz="1800" b="1">
                <a:solidFill>
                  <a:srgbClr val="4264D0"/>
                </a:solidFill>
                <a:latin typeface="Nimbus Sans"/>
                <a:ea typeface="Nimbus Sans"/>
                <a:cs typeface="Nimbus Sans"/>
              </a:defRPr>
            </a:lvl4pPr>
            <a:lvl5pPr algn="ctr">
              <a:defRPr sz="1800" b="1">
                <a:solidFill>
                  <a:srgbClr val="4264D0"/>
                </a:solidFill>
                <a:latin typeface="Nimbus Sans"/>
                <a:ea typeface="Nimbus Sans"/>
                <a:cs typeface="Nimbus Sans"/>
              </a:defRPr>
            </a:lvl5pPr>
            <a:lvl6pPr algn="ctr">
              <a:defRPr sz="1800" b="1">
                <a:solidFill>
                  <a:srgbClr val="4264D0"/>
                </a:solidFill>
                <a:latin typeface="Nimbus Sans"/>
                <a:ea typeface="Nimbus Sans"/>
                <a:cs typeface="Nimbus Sans"/>
              </a:defRPr>
            </a:lvl6pPr>
            <a:lvl7pPr algn="ctr">
              <a:defRPr sz="1800" b="1">
                <a:solidFill>
                  <a:srgbClr val="4264D0"/>
                </a:solidFill>
                <a:latin typeface="Nimbus Sans"/>
                <a:ea typeface="Nimbus Sans"/>
                <a:cs typeface="Nimbus Sans"/>
              </a:defRPr>
            </a:lvl7pPr>
            <a:lvl8pPr algn="ctr">
              <a:defRPr sz="1800" b="1">
                <a:solidFill>
                  <a:srgbClr val="4264D0"/>
                </a:solidFill>
                <a:latin typeface="Nimbus Sans"/>
                <a:ea typeface="Nimbus Sans"/>
                <a:cs typeface="Nimbus Sans"/>
              </a:defRPr>
            </a:lvl8pPr>
            <a:lvl9pPr algn="ctr">
              <a:defRPr sz="1800" b="1">
                <a:solidFill>
                  <a:srgbClr val="4264D0"/>
                </a:solidFill>
                <a:latin typeface="Nimbus Sans"/>
                <a:ea typeface="Nimbus Sans"/>
                <a:cs typeface="Nimbus Sans"/>
              </a:defRPr>
            </a:lvl9pPr>
          </a:lstStyle>
          <a:p xmlns:a="http://schemas.openxmlformats.org/drawingml/2006/main">
            <a:pPr algn="ctr">
              <a:defRPr sz="1800" b="1">
                <a:solidFill>
                  <a:srgbClr val="4264D0"/>
                </a:solidFill>
                <a:latin typeface="Nimbus Sans"/>
                <a:ea typeface="Nimbus Sans"/>
                <a:cs typeface="Nimbus Sans"/>
              </a:defRPr>
            </a:pPr>
            <a:r>
              <a:rPr sz="1800" b="1">
                <a:solidFill>
                  <a:srgbClr val="4264D0"/>
                </a:solidFill>
                <a:latin typeface="Nimbus Sans"/>
                <a:ea typeface="Nimbus Sans"/>
                <a:cs typeface="Nimbus Sans"/>
              </a:rPr>
              <a:t>Report baseline</a:t>
            </a:r>
          </a:p>
        </p:txBody>
      </p:sp>
      <p:sp>
        <p:nvSpPr>
          <p:cNvPr id="13" name="f154">
            <a:extLst xmlns:a="http://schemas.openxmlformats.org/drawingml/2006/main">
              <a:ext uri="{FF2B5EF4-FFF2-40B4-BE49-F238E27FC236}">
                <a16:creationId xmlns:a16="http://schemas.microsoft.com/office/drawing/2014/main" id="{9CD06E7E-435F-4E5A-9EDB-321DB6AF586F}"/>
              </a:ext>
            </a:extLst>
          </p:cNvPr>
          <p:cNvSpPr>
            <a:spLocks xmlns:a="http://schemas.openxmlformats.org/drawingml/2006/main" noGrp="1"/>
          </p:cNvSpPr>
          <p:nvPr/>
        </p:nvSpPr>
        <p:spPr>
          <a:xfrm xmlns:a="http://schemas.openxmlformats.org/drawingml/2006/main">
            <a:off x="2952750" y="6286500"/>
            <a:ext cx="2095500" cy="590550"/>
          </a:xfrm>
          <a:prstGeom xmlns:a="http://schemas.openxmlformats.org/drawingml/2006/main" prst="roundRect">
            <a:avLst>
              <a:gd name="adj" fmla="val 19355"/>
            </a:avLst>
          </a:prstGeom>
          <a:solidFill xmlns:a="http://schemas.openxmlformats.org/drawingml/2006/main">
            <a:srgbClr val="F0F4FF"/>
          </a:solidFill>
          <a:ln xmlns:a="http://schemas.openxmlformats.org/drawingml/2006/main" w="17145">
            <a:solidFill>
              <a:srgbClr val="D9E3EF"/>
            </a:solidFill>
            <a:prstDash val="solid"/>
          </a:ln>
        </p:spPr>
      </p:sp>
      <p:sp>
        <p:nvSpPr>
          <p:cNvPr id="14" name="f155">
            <a:extLst xmlns:a="http://schemas.openxmlformats.org/drawingml/2006/main">
              <a:ext uri="{FF2B5EF4-FFF2-40B4-BE49-F238E27FC236}">
                <a16:creationId xmlns:a16="http://schemas.microsoft.com/office/drawing/2014/main" id="{C2A3300B-9998-49E2-8A83-685A5A0E52DE}"/>
              </a:ext>
            </a:extLst>
          </p:cNvPr>
          <p:cNvSpPr>
            <a:spLocks xmlns:a="http://schemas.openxmlformats.org/drawingml/2006/main" noGrp="1"/>
          </p:cNvSpPr>
          <p:nvPr/>
        </p:nvSpPr>
        <p:spPr>
          <a:xfrm xmlns:a="http://schemas.openxmlformats.org/drawingml/2006/main">
            <a:off x="3048000" y="6467475"/>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1">
                <a:solidFill>
                  <a:srgbClr val="4264D0"/>
                </a:solidFill>
                <a:latin typeface="Nimbus Sans"/>
                <a:ea typeface="Nimbus Sans"/>
                <a:cs typeface="Nimbus Sans"/>
              </a:defRPr>
            </a:defPPr>
            <a:lvl1pPr algn="ctr">
              <a:defRPr sz="1800" b="1">
                <a:solidFill>
                  <a:srgbClr val="4264D0"/>
                </a:solidFill>
                <a:latin typeface="Nimbus Sans"/>
                <a:ea typeface="Nimbus Sans"/>
                <a:cs typeface="Nimbus Sans"/>
              </a:defRPr>
            </a:lvl1pPr>
            <a:lvl2pPr algn="ctr">
              <a:defRPr sz="1800" b="1">
                <a:solidFill>
                  <a:srgbClr val="4264D0"/>
                </a:solidFill>
                <a:latin typeface="Nimbus Sans"/>
                <a:ea typeface="Nimbus Sans"/>
                <a:cs typeface="Nimbus Sans"/>
              </a:defRPr>
            </a:lvl2pPr>
            <a:lvl3pPr algn="ctr">
              <a:defRPr sz="1800" b="1">
                <a:solidFill>
                  <a:srgbClr val="4264D0"/>
                </a:solidFill>
                <a:latin typeface="Nimbus Sans"/>
                <a:ea typeface="Nimbus Sans"/>
                <a:cs typeface="Nimbus Sans"/>
              </a:defRPr>
            </a:lvl3pPr>
            <a:lvl4pPr algn="ctr">
              <a:defRPr sz="1800" b="1">
                <a:solidFill>
                  <a:srgbClr val="4264D0"/>
                </a:solidFill>
                <a:latin typeface="Nimbus Sans"/>
                <a:ea typeface="Nimbus Sans"/>
                <a:cs typeface="Nimbus Sans"/>
              </a:defRPr>
            </a:lvl4pPr>
            <a:lvl5pPr algn="ctr">
              <a:defRPr sz="1800" b="1">
                <a:solidFill>
                  <a:srgbClr val="4264D0"/>
                </a:solidFill>
                <a:latin typeface="Nimbus Sans"/>
                <a:ea typeface="Nimbus Sans"/>
                <a:cs typeface="Nimbus Sans"/>
              </a:defRPr>
            </a:lvl5pPr>
            <a:lvl6pPr algn="ctr">
              <a:defRPr sz="1800" b="1">
                <a:solidFill>
                  <a:srgbClr val="4264D0"/>
                </a:solidFill>
                <a:latin typeface="Nimbus Sans"/>
                <a:ea typeface="Nimbus Sans"/>
                <a:cs typeface="Nimbus Sans"/>
              </a:defRPr>
            </a:lvl6pPr>
            <a:lvl7pPr algn="ctr">
              <a:defRPr sz="1800" b="1">
                <a:solidFill>
                  <a:srgbClr val="4264D0"/>
                </a:solidFill>
                <a:latin typeface="Nimbus Sans"/>
                <a:ea typeface="Nimbus Sans"/>
                <a:cs typeface="Nimbus Sans"/>
              </a:defRPr>
            </a:lvl7pPr>
            <a:lvl8pPr algn="ctr">
              <a:defRPr sz="1800" b="1">
                <a:solidFill>
                  <a:srgbClr val="4264D0"/>
                </a:solidFill>
                <a:latin typeface="Nimbus Sans"/>
                <a:ea typeface="Nimbus Sans"/>
                <a:cs typeface="Nimbus Sans"/>
              </a:defRPr>
            </a:lvl8pPr>
            <a:lvl9pPr algn="ctr">
              <a:defRPr sz="1800" b="1">
                <a:solidFill>
                  <a:srgbClr val="4264D0"/>
                </a:solidFill>
                <a:latin typeface="Nimbus Sans"/>
                <a:ea typeface="Nimbus Sans"/>
                <a:cs typeface="Nimbus Sans"/>
              </a:defRPr>
            </a:lvl9pPr>
          </a:lstStyle>
          <a:p xmlns:a="http://schemas.openxmlformats.org/drawingml/2006/main">
            <a:pPr algn="ctr">
              <a:defRPr sz="1800" b="1">
                <a:solidFill>
                  <a:srgbClr val="4264D0"/>
                </a:solidFill>
                <a:latin typeface="Nimbus Sans"/>
                <a:ea typeface="Nimbus Sans"/>
                <a:cs typeface="Nimbus Sans"/>
              </a:defRPr>
            </a:pPr>
            <a:r>
              <a:rPr sz="1800" b="1">
                <a:solidFill>
                  <a:srgbClr val="4264D0"/>
                </a:solidFill>
                <a:latin typeface="Nimbus Sans"/>
                <a:ea typeface="Nimbus Sans"/>
                <a:cs typeface="Nimbus Sans"/>
              </a:rPr>
              <a:t>Report mutation</a:t>
            </a:r>
          </a:p>
        </p:txBody>
      </p:sp>
      <p:sp>
        <p:nvSpPr>
          <p:cNvPr id="15" name="f156">
            <a:extLst xmlns:a="http://schemas.openxmlformats.org/drawingml/2006/main">
              <a:ext uri="{FF2B5EF4-FFF2-40B4-BE49-F238E27FC236}">
                <a16:creationId xmlns:a16="http://schemas.microsoft.com/office/drawing/2014/main" id="{8667917F-82F1-43D8-960B-6647E2E692BC}"/>
              </a:ext>
            </a:extLst>
          </p:cNvPr>
          <p:cNvSpPr>
            <a:spLocks xmlns:a="http://schemas.openxmlformats.org/drawingml/2006/main" noGrp="1"/>
          </p:cNvSpPr>
          <p:nvPr/>
        </p:nvSpPr>
        <p:spPr>
          <a:xfrm xmlns:a="http://schemas.openxmlformats.org/drawingml/2006/main">
            <a:off x="5953125" y="5143500"/>
            <a:ext cx="1714500" cy="857250"/>
          </a:xfrm>
          <a:prstGeom xmlns:a="http://schemas.openxmlformats.org/drawingml/2006/main" prst="roundRect">
            <a:avLst>
              <a:gd name="adj" fmla="val 13333"/>
            </a:avLst>
          </a:prstGeom>
          <a:solidFill xmlns:a="http://schemas.openxmlformats.org/drawingml/2006/main">
            <a:srgbClr val="FFF7E9"/>
          </a:solidFill>
          <a:ln xmlns:a="http://schemas.openxmlformats.org/drawingml/2006/main" w="17145">
            <a:solidFill>
              <a:srgbClr val="ECD5AD"/>
            </a:solidFill>
            <a:prstDash val="solid"/>
          </a:ln>
        </p:spPr>
      </p:sp>
      <p:sp>
        <p:nvSpPr>
          <p:cNvPr id="16" name="f157">
            <a:extLst xmlns:a="http://schemas.openxmlformats.org/drawingml/2006/main">
              <a:ext uri="{FF2B5EF4-FFF2-40B4-BE49-F238E27FC236}">
                <a16:creationId xmlns:a16="http://schemas.microsoft.com/office/drawing/2014/main" id="{6F08C1D0-46EB-4081-9A6E-CB77761FEC02}"/>
              </a:ext>
            </a:extLst>
          </p:cNvPr>
          <p:cNvSpPr>
            <a:spLocks xmlns:a="http://schemas.openxmlformats.org/drawingml/2006/main" noGrp="1"/>
          </p:cNvSpPr>
          <p:nvPr/>
        </p:nvSpPr>
        <p:spPr>
          <a:xfrm xmlns:a="http://schemas.openxmlformats.org/drawingml/2006/main">
            <a:off x="6048375" y="5300663"/>
            <a:ext cx="1524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75" b="1">
                <a:solidFill>
                  <a:srgbClr val="9D7139"/>
                </a:solidFill>
                <a:latin typeface="Nimbus Sans"/>
                <a:ea typeface="Nimbus Sans"/>
                <a:cs typeface="Nimbus Sans"/>
              </a:defRPr>
            </a:defPPr>
            <a:lvl1pPr algn="ctr">
              <a:defRPr sz="1875" b="1">
                <a:solidFill>
                  <a:srgbClr val="9D7139"/>
                </a:solidFill>
                <a:latin typeface="Nimbus Sans"/>
                <a:ea typeface="Nimbus Sans"/>
                <a:cs typeface="Nimbus Sans"/>
              </a:defRPr>
            </a:lvl1pPr>
            <a:lvl2pPr algn="ctr">
              <a:defRPr sz="1875" b="1">
                <a:solidFill>
                  <a:srgbClr val="9D7139"/>
                </a:solidFill>
                <a:latin typeface="Nimbus Sans"/>
                <a:ea typeface="Nimbus Sans"/>
                <a:cs typeface="Nimbus Sans"/>
              </a:defRPr>
            </a:lvl2pPr>
            <a:lvl3pPr algn="ctr">
              <a:defRPr sz="1875" b="1">
                <a:solidFill>
                  <a:srgbClr val="9D7139"/>
                </a:solidFill>
                <a:latin typeface="Nimbus Sans"/>
                <a:ea typeface="Nimbus Sans"/>
                <a:cs typeface="Nimbus Sans"/>
              </a:defRPr>
            </a:lvl3pPr>
            <a:lvl4pPr algn="ctr">
              <a:defRPr sz="1875" b="1">
                <a:solidFill>
                  <a:srgbClr val="9D7139"/>
                </a:solidFill>
                <a:latin typeface="Nimbus Sans"/>
                <a:ea typeface="Nimbus Sans"/>
                <a:cs typeface="Nimbus Sans"/>
              </a:defRPr>
            </a:lvl4pPr>
            <a:lvl5pPr algn="ctr">
              <a:defRPr sz="1875" b="1">
                <a:solidFill>
                  <a:srgbClr val="9D7139"/>
                </a:solidFill>
                <a:latin typeface="Nimbus Sans"/>
                <a:ea typeface="Nimbus Sans"/>
                <a:cs typeface="Nimbus Sans"/>
              </a:defRPr>
            </a:lvl5pPr>
            <a:lvl6pPr algn="ctr">
              <a:defRPr sz="1875" b="1">
                <a:solidFill>
                  <a:srgbClr val="9D7139"/>
                </a:solidFill>
                <a:latin typeface="Nimbus Sans"/>
                <a:ea typeface="Nimbus Sans"/>
                <a:cs typeface="Nimbus Sans"/>
              </a:defRPr>
            </a:lvl6pPr>
            <a:lvl7pPr algn="ctr">
              <a:defRPr sz="1875" b="1">
                <a:solidFill>
                  <a:srgbClr val="9D7139"/>
                </a:solidFill>
                <a:latin typeface="Nimbus Sans"/>
                <a:ea typeface="Nimbus Sans"/>
                <a:cs typeface="Nimbus Sans"/>
              </a:defRPr>
            </a:lvl7pPr>
            <a:lvl8pPr algn="ctr">
              <a:defRPr sz="1875" b="1">
                <a:solidFill>
                  <a:srgbClr val="9D7139"/>
                </a:solidFill>
                <a:latin typeface="Nimbus Sans"/>
                <a:ea typeface="Nimbus Sans"/>
                <a:cs typeface="Nimbus Sans"/>
              </a:defRPr>
            </a:lvl8pPr>
            <a:lvl9pPr algn="ctr">
              <a:defRPr sz="1875" b="1">
                <a:solidFill>
                  <a:srgbClr val="9D7139"/>
                </a:solidFill>
                <a:latin typeface="Nimbus Sans"/>
                <a:ea typeface="Nimbus Sans"/>
                <a:cs typeface="Nimbus Sans"/>
              </a:defRPr>
            </a:lvl9pPr>
          </a:lstStyle>
          <a:p xmlns:a="http://schemas.openxmlformats.org/drawingml/2006/main">
            <a:pPr algn="ctr">
              <a:defRPr sz="1875" b="1">
                <a:solidFill>
                  <a:srgbClr val="9D7139"/>
                </a:solidFill>
                <a:latin typeface="Nimbus Sans"/>
                <a:ea typeface="Nimbus Sans"/>
                <a:cs typeface="Nimbus Sans"/>
              </a:defRPr>
            </a:pPr>
            <a:r>
              <a:rPr sz="1875" b="1">
                <a:solidFill>
                  <a:srgbClr val="9D7139"/>
                </a:solidFill>
                <a:latin typeface="Nimbus Sans"/>
                <a:ea typeface="Nimbus Sans"/>
                <a:cs typeface="Nimbus Sans"/>
              </a:rPr>
              <a:t>MOTORE</a:t>
            </a:r>
          </a:p>
          <a:p xmlns:a="http://schemas.openxmlformats.org/drawingml/2006/main">
            <a:pPr algn="ctr">
              <a:defRPr sz="1875" b="1">
                <a:solidFill>
                  <a:srgbClr val="9D7139"/>
                </a:solidFill>
                <a:latin typeface="Nimbus Sans"/>
                <a:ea typeface="Nimbus Sans"/>
                <a:cs typeface="Nimbus Sans"/>
              </a:defRPr>
            </a:pPr>
            <a:r>
              <a:rPr sz="1875" b="1">
                <a:solidFill>
                  <a:srgbClr val="9D7139"/>
                </a:solidFill>
                <a:latin typeface="Nimbus Sans"/>
                <a:ea typeface="Nimbus Sans"/>
                <a:cs typeface="Nimbus Sans"/>
              </a:rPr>
              <a:t>di mutazione</a:t>
            </a:r>
          </a:p>
        </p:txBody>
      </p:sp>
      <p:sp>
        <p:nvSpPr>
          <p:cNvPr id="17" name="f158">
            <a:extLst xmlns:a="http://schemas.openxmlformats.org/drawingml/2006/main">
              <a:ext uri="{FF2B5EF4-FFF2-40B4-BE49-F238E27FC236}">
                <a16:creationId xmlns:a16="http://schemas.microsoft.com/office/drawing/2014/main" id="{9A28D102-7E14-4189-92FE-1BA647AFE566}"/>
              </a:ext>
            </a:extLst>
          </p:cNvPr>
          <p:cNvSpPr>
            <a:spLocks xmlns:a="http://schemas.openxmlformats.org/drawingml/2006/main" noGrp="1"/>
          </p:cNvSpPr>
          <p:nvPr/>
        </p:nvSpPr>
        <p:spPr>
          <a:xfrm xmlns:a="http://schemas.openxmlformats.org/drawingml/2006/main">
            <a:off x="5953125" y="3714750"/>
            <a:ext cx="171450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7145">
            <a:solidFill>
              <a:srgbClr val="D9E3EF"/>
            </a:solidFill>
            <a:prstDash val="solid"/>
          </a:ln>
        </p:spPr>
      </p:sp>
      <p:sp>
        <p:nvSpPr>
          <p:cNvPr id="18" name="f159">
            <a:extLst xmlns:a="http://schemas.openxmlformats.org/drawingml/2006/main">
              <a:ext uri="{FF2B5EF4-FFF2-40B4-BE49-F238E27FC236}">
                <a16:creationId xmlns:a16="http://schemas.microsoft.com/office/drawing/2014/main" id="{1A712BE1-2D18-492A-B875-4CEDDC4FE8EE}"/>
              </a:ext>
            </a:extLst>
          </p:cNvPr>
          <p:cNvSpPr>
            <a:spLocks xmlns:a="http://schemas.openxmlformats.org/drawingml/2006/main" noGrp="1"/>
          </p:cNvSpPr>
          <p:nvPr/>
        </p:nvSpPr>
        <p:spPr>
          <a:xfrm xmlns:a="http://schemas.openxmlformats.org/drawingml/2006/main">
            <a:off x="6048375" y="3905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650" b="1">
                <a:solidFill>
                  <a:srgbClr val="182536"/>
                </a:solidFill>
                <a:latin typeface="Nimbus Sans"/>
                <a:ea typeface="Nimbus Sans"/>
                <a:cs typeface="Nimbus Sans"/>
              </a:defRPr>
            </a:defPPr>
            <a:lvl1pPr algn="ctr">
              <a:defRPr sz="1650" b="1">
                <a:solidFill>
                  <a:srgbClr val="182536"/>
                </a:solidFill>
                <a:latin typeface="Nimbus Sans"/>
                <a:ea typeface="Nimbus Sans"/>
                <a:cs typeface="Nimbus Sans"/>
              </a:defRPr>
            </a:lvl1pPr>
            <a:lvl2pPr algn="ctr">
              <a:defRPr sz="1650" b="1">
                <a:solidFill>
                  <a:srgbClr val="182536"/>
                </a:solidFill>
                <a:latin typeface="Nimbus Sans"/>
                <a:ea typeface="Nimbus Sans"/>
                <a:cs typeface="Nimbus Sans"/>
              </a:defRPr>
            </a:lvl2pPr>
            <a:lvl3pPr algn="ctr">
              <a:defRPr sz="1650" b="1">
                <a:solidFill>
                  <a:srgbClr val="182536"/>
                </a:solidFill>
                <a:latin typeface="Nimbus Sans"/>
                <a:ea typeface="Nimbus Sans"/>
                <a:cs typeface="Nimbus Sans"/>
              </a:defRPr>
            </a:lvl3pPr>
            <a:lvl4pPr algn="ctr">
              <a:defRPr sz="1650" b="1">
                <a:solidFill>
                  <a:srgbClr val="182536"/>
                </a:solidFill>
                <a:latin typeface="Nimbus Sans"/>
                <a:ea typeface="Nimbus Sans"/>
                <a:cs typeface="Nimbus Sans"/>
              </a:defRPr>
            </a:lvl4pPr>
            <a:lvl5pPr algn="ctr">
              <a:defRPr sz="1650" b="1">
                <a:solidFill>
                  <a:srgbClr val="182536"/>
                </a:solidFill>
                <a:latin typeface="Nimbus Sans"/>
                <a:ea typeface="Nimbus Sans"/>
                <a:cs typeface="Nimbus Sans"/>
              </a:defRPr>
            </a:lvl5pPr>
            <a:lvl6pPr algn="ctr">
              <a:defRPr sz="1650" b="1">
                <a:solidFill>
                  <a:srgbClr val="182536"/>
                </a:solidFill>
                <a:latin typeface="Nimbus Sans"/>
                <a:ea typeface="Nimbus Sans"/>
                <a:cs typeface="Nimbus Sans"/>
              </a:defRPr>
            </a:lvl6pPr>
            <a:lvl7pPr algn="ctr">
              <a:defRPr sz="1650" b="1">
                <a:solidFill>
                  <a:srgbClr val="182536"/>
                </a:solidFill>
                <a:latin typeface="Nimbus Sans"/>
                <a:ea typeface="Nimbus Sans"/>
                <a:cs typeface="Nimbus Sans"/>
              </a:defRPr>
            </a:lvl7pPr>
            <a:lvl8pPr algn="ctr">
              <a:defRPr sz="1650" b="1">
                <a:solidFill>
                  <a:srgbClr val="182536"/>
                </a:solidFill>
                <a:latin typeface="Nimbus Sans"/>
                <a:ea typeface="Nimbus Sans"/>
                <a:cs typeface="Nimbus Sans"/>
              </a:defRPr>
            </a:lvl8pPr>
            <a:lvl9pPr algn="ctr">
              <a:defRPr sz="1650" b="1">
                <a:solidFill>
                  <a:srgbClr val="182536"/>
                </a:solidFill>
                <a:latin typeface="Nimbus Sans"/>
                <a:ea typeface="Nimbus Sans"/>
                <a:cs typeface="Nimbus Sans"/>
              </a:defRPr>
            </a:lvl9pPr>
          </a:lstStyle>
          <a:p xmlns:a="http://schemas.openxmlformats.org/drawingml/2006/main">
            <a:pPr algn="ctr">
              <a:defRPr sz="1650" b="1">
                <a:solidFill>
                  <a:srgbClr val="182536"/>
                </a:solidFill>
                <a:latin typeface="Nimbus Sans"/>
                <a:ea typeface="Nimbus Sans"/>
                <a:cs typeface="Nimbus Sans"/>
              </a:defRPr>
            </a:pPr>
            <a:r>
              <a:rPr sz="1650" b="1">
                <a:solidFill>
                  <a:srgbClr val="182536"/>
                </a:solidFill>
                <a:latin typeface="Nimbus Sans"/>
                <a:ea typeface="Nimbus Sans"/>
                <a:cs typeface="Nimbus Sans"/>
              </a:rPr>
              <a:t>PCAP MUTATA</a:t>
            </a:r>
          </a:p>
        </p:txBody>
      </p:sp>
      <p:sp>
        <p:nvSpPr>
          <p:cNvPr id="19" name="f160">
            <a:extLst xmlns:a="http://schemas.openxmlformats.org/drawingml/2006/main">
              <a:ext uri="{FF2B5EF4-FFF2-40B4-BE49-F238E27FC236}">
                <a16:creationId xmlns:a16="http://schemas.microsoft.com/office/drawing/2014/main" id="{4D4E389A-A45F-498A-94EF-ECBD54131269}"/>
              </a:ext>
            </a:extLst>
          </p:cNvPr>
          <p:cNvSpPr>
            <a:spLocks xmlns:a="http://schemas.openxmlformats.org/drawingml/2006/main" noGrp="1"/>
          </p:cNvSpPr>
          <p:nvPr/>
        </p:nvSpPr>
        <p:spPr>
          <a:xfrm xmlns:a="http://schemas.openxmlformats.org/drawingml/2006/main">
            <a:off x="1285875" y="3752850"/>
            <a:ext cx="95" cy="61912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sp>
      <p:sp>
        <p:nvSpPr>
          <p:cNvPr id="20" name="f161">
            <a:extLst xmlns:a="http://schemas.openxmlformats.org/drawingml/2006/main">
              <a:ext uri="{FF2B5EF4-FFF2-40B4-BE49-F238E27FC236}">
                <a16:creationId xmlns:a16="http://schemas.microsoft.com/office/drawing/2014/main" id="{184C0334-C959-460B-AA7E-AA520DAA4159}"/>
              </a:ext>
            </a:extLst>
          </p:cNvPr>
          <p:cNvSpPr>
            <a:spLocks xmlns:a="http://schemas.openxmlformats.org/drawingml/2006/main" noGrp="1"/>
          </p:cNvSpPr>
          <p:nvPr/>
        </p:nvSpPr>
        <p:spPr>
          <a:xfrm xmlns:a="http://schemas.openxmlformats.org/drawingml/2006/main">
            <a:off x="1228725" y="4371975"/>
            <a:ext cx="114300" cy="114300"/>
          </a:xfrm>
          <a:prstGeom xmlns:a="http://schemas.openxmlformats.org/drawingml/2006/main" prst="downArrow">
            <a:avLst/>
          </a:prstGeom>
          <a:solidFill xmlns:a="http://schemas.openxmlformats.org/drawingml/2006/main">
            <a:srgbClr val="4264D0"/>
          </a:solidFill>
          <a:ln xmlns:a="http://schemas.openxmlformats.org/drawingml/2006/main" w="0">
            <a:noFill/>
            <a:prstDash val="solid"/>
          </a:ln>
        </p:spPr>
      </p:sp>
      <p:sp>
        <p:nvSpPr>
          <p:cNvPr id="21" name="f162">
            <a:extLst xmlns:a="http://schemas.openxmlformats.org/drawingml/2006/main">
              <a:ext uri="{FF2B5EF4-FFF2-40B4-BE49-F238E27FC236}">
                <a16:creationId xmlns:a16="http://schemas.microsoft.com/office/drawing/2014/main" id="{B692232C-A06E-4E12-A937-62EE2F2FEB29}"/>
              </a:ext>
            </a:extLst>
          </p:cNvPr>
          <p:cNvSpPr>
            <a:spLocks xmlns:a="http://schemas.openxmlformats.org/drawingml/2006/main" noGrp="1"/>
          </p:cNvSpPr>
          <p:nvPr/>
        </p:nvSpPr>
        <p:spPr>
          <a:xfrm xmlns:a="http://schemas.openxmlformats.org/drawingml/2006/main">
            <a:off x="4000500" y="3752850"/>
            <a:ext cx="95" cy="61912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sp>
      <p:sp>
        <p:nvSpPr>
          <p:cNvPr id="22" name="f163">
            <a:extLst xmlns:a="http://schemas.openxmlformats.org/drawingml/2006/main">
              <a:ext uri="{FF2B5EF4-FFF2-40B4-BE49-F238E27FC236}">
                <a16:creationId xmlns:a16="http://schemas.microsoft.com/office/drawing/2014/main" id="{5FE2C42A-DF07-440A-9A44-9738065D98E8}"/>
              </a:ext>
            </a:extLst>
          </p:cNvPr>
          <p:cNvSpPr>
            <a:spLocks xmlns:a="http://schemas.openxmlformats.org/drawingml/2006/main" noGrp="1"/>
          </p:cNvSpPr>
          <p:nvPr/>
        </p:nvSpPr>
        <p:spPr>
          <a:xfrm xmlns:a="http://schemas.openxmlformats.org/drawingml/2006/main">
            <a:off x="3943350" y="4371975"/>
            <a:ext cx="114300" cy="114300"/>
          </a:xfrm>
          <a:prstGeom xmlns:a="http://schemas.openxmlformats.org/drawingml/2006/main" prst="downArrow">
            <a:avLst/>
          </a:prstGeom>
          <a:solidFill xmlns:a="http://schemas.openxmlformats.org/drawingml/2006/main">
            <a:srgbClr val="4264D0"/>
          </a:solidFill>
          <a:ln xmlns:a="http://schemas.openxmlformats.org/drawingml/2006/main" w="0">
            <a:noFill/>
            <a:prstDash val="solid"/>
          </a:ln>
        </p:spPr>
      </p:sp>
      <p:sp>
        <p:nvSpPr>
          <p:cNvPr id="23" name="f164">
            <a:extLst xmlns:a="http://schemas.openxmlformats.org/drawingml/2006/main">
              <a:ext uri="{FF2B5EF4-FFF2-40B4-BE49-F238E27FC236}">
                <a16:creationId xmlns:a16="http://schemas.microsoft.com/office/drawing/2014/main" id="{207E0F13-CDB1-4EB4-A3E6-397C3C35B033}"/>
              </a:ext>
            </a:extLst>
          </p:cNvPr>
          <p:cNvSpPr>
            <a:spLocks xmlns:a="http://schemas.openxmlformats.org/drawingml/2006/main" noGrp="1"/>
          </p:cNvSpPr>
          <p:nvPr/>
        </p:nvSpPr>
        <p:spPr>
          <a:xfrm xmlns:a="http://schemas.openxmlformats.org/drawingml/2006/main">
            <a:off x="2714625" y="5457825"/>
            <a:ext cx="95" cy="31432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sp>
      <p:sp>
        <p:nvSpPr>
          <p:cNvPr id="24" name="f165">
            <a:extLst xmlns:a="http://schemas.openxmlformats.org/drawingml/2006/main">
              <a:ext uri="{FF2B5EF4-FFF2-40B4-BE49-F238E27FC236}">
                <a16:creationId xmlns:a16="http://schemas.microsoft.com/office/drawing/2014/main" id="{69981450-9D9F-40D4-93EE-7CCC0693FAAC}"/>
              </a:ext>
            </a:extLst>
          </p:cNvPr>
          <p:cNvSpPr>
            <a:spLocks xmlns:a="http://schemas.openxmlformats.org/drawingml/2006/main" noGrp="1"/>
          </p:cNvSpPr>
          <p:nvPr/>
        </p:nvSpPr>
        <p:spPr>
          <a:xfrm xmlns:a="http://schemas.openxmlformats.org/drawingml/2006/main">
            <a:off x="1428750" y="5772150"/>
            <a:ext cx="1285875" cy="9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sp>
      <p:sp>
        <p:nvSpPr>
          <p:cNvPr id="25" name="f166">
            <a:extLst xmlns:a="http://schemas.openxmlformats.org/drawingml/2006/main">
              <a:ext uri="{FF2B5EF4-FFF2-40B4-BE49-F238E27FC236}">
                <a16:creationId xmlns:a16="http://schemas.microsoft.com/office/drawing/2014/main" id="{D411A154-D018-4707-AF04-8E0BF77EDEC2}"/>
              </a:ext>
            </a:extLst>
          </p:cNvPr>
          <p:cNvSpPr>
            <a:spLocks xmlns:a="http://schemas.openxmlformats.org/drawingml/2006/main" noGrp="1"/>
          </p:cNvSpPr>
          <p:nvPr/>
        </p:nvSpPr>
        <p:spPr>
          <a:xfrm xmlns:a="http://schemas.openxmlformats.org/drawingml/2006/main">
            <a:off x="1428750" y="5772150"/>
            <a:ext cx="95" cy="35242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sp>
      <p:sp>
        <p:nvSpPr>
          <p:cNvPr id="26" name="f167">
            <a:extLst xmlns:a="http://schemas.openxmlformats.org/drawingml/2006/main">
              <a:ext uri="{FF2B5EF4-FFF2-40B4-BE49-F238E27FC236}">
                <a16:creationId xmlns:a16="http://schemas.microsoft.com/office/drawing/2014/main" id="{79CEB5C9-CEA1-4F4D-995C-8484F72275C9}"/>
              </a:ext>
            </a:extLst>
          </p:cNvPr>
          <p:cNvSpPr>
            <a:spLocks xmlns:a="http://schemas.openxmlformats.org/drawingml/2006/main" noGrp="1"/>
          </p:cNvSpPr>
          <p:nvPr/>
        </p:nvSpPr>
        <p:spPr>
          <a:xfrm xmlns:a="http://schemas.openxmlformats.org/drawingml/2006/main">
            <a:off x="1371600" y="6124575"/>
            <a:ext cx="114300" cy="114300"/>
          </a:xfrm>
          <a:prstGeom xmlns:a="http://schemas.openxmlformats.org/drawingml/2006/main" prst="downArrow">
            <a:avLst/>
          </a:prstGeom>
          <a:solidFill xmlns:a="http://schemas.openxmlformats.org/drawingml/2006/main">
            <a:srgbClr val="4264D0"/>
          </a:solidFill>
          <a:ln xmlns:a="http://schemas.openxmlformats.org/drawingml/2006/main" w="0">
            <a:noFill/>
            <a:prstDash val="solid"/>
          </a:ln>
        </p:spPr>
      </p:sp>
      <p:sp>
        <p:nvSpPr>
          <p:cNvPr id="27" name="f168">
            <a:extLst xmlns:a="http://schemas.openxmlformats.org/drawingml/2006/main">
              <a:ext uri="{FF2B5EF4-FFF2-40B4-BE49-F238E27FC236}">
                <a16:creationId xmlns:a16="http://schemas.microsoft.com/office/drawing/2014/main" id="{05F91E44-CE5F-463A-BF8D-39C8FA38B491}"/>
              </a:ext>
            </a:extLst>
          </p:cNvPr>
          <p:cNvSpPr>
            <a:spLocks xmlns:a="http://schemas.openxmlformats.org/drawingml/2006/main" noGrp="1"/>
          </p:cNvSpPr>
          <p:nvPr/>
        </p:nvSpPr>
        <p:spPr>
          <a:xfrm xmlns:a="http://schemas.openxmlformats.org/drawingml/2006/main">
            <a:off x="2714625" y="5772150"/>
            <a:ext cx="1285875" cy="9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sp>
      <p:sp>
        <p:nvSpPr>
          <p:cNvPr id="28" name="f169">
            <a:extLst xmlns:a="http://schemas.openxmlformats.org/drawingml/2006/main">
              <a:ext uri="{FF2B5EF4-FFF2-40B4-BE49-F238E27FC236}">
                <a16:creationId xmlns:a16="http://schemas.microsoft.com/office/drawing/2014/main" id="{80C780C2-EE40-4F7E-9A2A-1FF7508546F4}"/>
              </a:ext>
            </a:extLst>
          </p:cNvPr>
          <p:cNvSpPr>
            <a:spLocks xmlns:a="http://schemas.openxmlformats.org/drawingml/2006/main" noGrp="1"/>
          </p:cNvSpPr>
          <p:nvPr/>
        </p:nvSpPr>
        <p:spPr>
          <a:xfrm xmlns:a="http://schemas.openxmlformats.org/drawingml/2006/main">
            <a:off x="4000500" y="5772150"/>
            <a:ext cx="95" cy="35242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sp>
      <p:sp>
        <p:nvSpPr>
          <p:cNvPr id="29" name="f170">
            <a:extLst xmlns:a="http://schemas.openxmlformats.org/drawingml/2006/main">
              <a:ext uri="{FF2B5EF4-FFF2-40B4-BE49-F238E27FC236}">
                <a16:creationId xmlns:a16="http://schemas.microsoft.com/office/drawing/2014/main" id="{CB5562BC-CCDC-4BF0-9EC0-81DB21B6E55F}"/>
              </a:ext>
            </a:extLst>
          </p:cNvPr>
          <p:cNvSpPr>
            <a:spLocks xmlns:a="http://schemas.openxmlformats.org/drawingml/2006/main" noGrp="1"/>
          </p:cNvSpPr>
          <p:nvPr/>
        </p:nvSpPr>
        <p:spPr>
          <a:xfrm xmlns:a="http://schemas.openxmlformats.org/drawingml/2006/main">
            <a:off x="3943350" y="6124575"/>
            <a:ext cx="114300" cy="114300"/>
          </a:xfrm>
          <a:prstGeom xmlns:a="http://schemas.openxmlformats.org/drawingml/2006/main" prst="downArrow">
            <a:avLst/>
          </a:prstGeom>
          <a:solidFill xmlns:a="http://schemas.openxmlformats.org/drawingml/2006/main">
            <a:srgbClr val="4264D0"/>
          </a:solidFill>
          <a:ln xmlns:a="http://schemas.openxmlformats.org/drawingml/2006/main" w="0">
            <a:noFill/>
            <a:prstDash val="solid"/>
          </a:ln>
        </p:spPr>
      </p:sp>
      <p:sp>
        <p:nvSpPr>
          <p:cNvPr id="30" name="f171">
            <a:extLst xmlns:a="http://schemas.openxmlformats.org/drawingml/2006/main">
              <a:ext uri="{FF2B5EF4-FFF2-40B4-BE49-F238E27FC236}">
                <a16:creationId xmlns:a16="http://schemas.microsoft.com/office/drawing/2014/main" id="{04730B43-515A-4377-8DF6-7BEBA1031776}"/>
              </a:ext>
            </a:extLst>
          </p:cNvPr>
          <p:cNvSpPr>
            <a:spLocks xmlns:a="http://schemas.openxmlformats.org/drawingml/2006/main" noGrp="1"/>
          </p:cNvSpPr>
          <p:nvPr/>
        </p:nvSpPr>
        <p:spPr>
          <a:xfrm xmlns:a="http://schemas.openxmlformats.org/drawingml/2006/main">
            <a:off x="1428750" y="6877050"/>
            <a:ext cx="95" cy="647700"/>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sp>
      <p:sp>
        <p:nvSpPr>
          <p:cNvPr id="31" name="f172">
            <a:extLst xmlns:a="http://schemas.openxmlformats.org/drawingml/2006/main">
              <a:ext uri="{FF2B5EF4-FFF2-40B4-BE49-F238E27FC236}">
                <a16:creationId xmlns:a16="http://schemas.microsoft.com/office/drawing/2014/main" id="{E2BFDDEB-FB2A-4C57-B0CA-1EC5BD914799}"/>
              </a:ext>
            </a:extLst>
          </p:cNvPr>
          <p:cNvSpPr>
            <a:spLocks xmlns:a="http://schemas.openxmlformats.org/drawingml/2006/main" noGrp="1"/>
          </p:cNvSpPr>
          <p:nvPr/>
        </p:nvSpPr>
        <p:spPr>
          <a:xfrm xmlns:a="http://schemas.openxmlformats.org/drawingml/2006/main">
            <a:off x="1428750" y="7524750"/>
            <a:ext cx="5381625" cy="9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sp>
      <p:sp>
        <p:nvSpPr>
          <p:cNvPr id="32" name="f173">
            <a:extLst xmlns:a="http://schemas.openxmlformats.org/drawingml/2006/main">
              <a:ext uri="{FF2B5EF4-FFF2-40B4-BE49-F238E27FC236}">
                <a16:creationId xmlns:a16="http://schemas.microsoft.com/office/drawing/2014/main" id="{655A1775-8755-42B7-A7D2-1C465B4D3C0D}"/>
              </a:ext>
            </a:extLst>
          </p:cNvPr>
          <p:cNvSpPr>
            <a:spLocks xmlns:a="http://schemas.openxmlformats.org/drawingml/2006/main" noGrp="1"/>
          </p:cNvSpPr>
          <p:nvPr/>
        </p:nvSpPr>
        <p:spPr>
          <a:xfrm xmlns:a="http://schemas.openxmlformats.org/drawingml/2006/main">
            <a:off x="6810375" y="6172200"/>
            <a:ext cx="95" cy="1352550"/>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sp>
      <p:sp>
        <p:nvSpPr>
          <p:cNvPr id="33" name="f174">
            <a:extLst xmlns:a="http://schemas.openxmlformats.org/drawingml/2006/main">
              <a:ext uri="{FF2B5EF4-FFF2-40B4-BE49-F238E27FC236}">
                <a16:creationId xmlns:a16="http://schemas.microsoft.com/office/drawing/2014/main" id="{D7231857-AC6C-48E9-BCD0-A37E53936DFF}"/>
              </a:ext>
            </a:extLst>
          </p:cNvPr>
          <p:cNvSpPr>
            <a:spLocks xmlns:a="http://schemas.openxmlformats.org/drawingml/2006/main" noGrp="1"/>
          </p:cNvSpPr>
          <p:nvPr/>
        </p:nvSpPr>
        <p:spPr>
          <a:xfrm xmlns:a="http://schemas.openxmlformats.org/drawingml/2006/main">
            <a:off x="6753225" y="6057900"/>
            <a:ext cx="114300" cy="114300"/>
          </a:xfrm>
          <a:prstGeom xmlns:a="http://schemas.openxmlformats.org/drawingml/2006/main" prst="upArrow">
            <a:avLst/>
          </a:prstGeom>
          <a:solidFill xmlns:a="http://schemas.openxmlformats.org/drawingml/2006/main">
            <a:srgbClr val="4264D0"/>
          </a:solidFill>
          <a:ln xmlns:a="http://schemas.openxmlformats.org/drawingml/2006/main" w="0">
            <a:noFill/>
            <a:prstDash val="solid"/>
          </a:ln>
        </p:spPr>
      </p:sp>
      <p:sp>
        <p:nvSpPr>
          <p:cNvPr id="34" name="f175">
            <a:extLst xmlns:a="http://schemas.openxmlformats.org/drawingml/2006/main">
              <a:ext uri="{FF2B5EF4-FFF2-40B4-BE49-F238E27FC236}">
                <a16:creationId xmlns:a16="http://schemas.microsoft.com/office/drawing/2014/main" id="{609274E2-0D68-413C-9BCC-64C9435822C0}"/>
              </a:ext>
            </a:extLst>
          </p:cNvPr>
          <p:cNvSpPr>
            <a:spLocks xmlns:a="http://schemas.openxmlformats.org/drawingml/2006/main" noGrp="1"/>
          </p:cNvSpPr>
          <p:nvPr/>
        </p:nvSpPr>
        <p:spPr>
          <a:xfrm xmlns:a="http://schemas.openxmlformats.org/drawingml/2006/main">
            <a:off x="1905000" y="71628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575" b="0">
                <a:solidFill>
                  <a:srgbClr val="52627B"/>
                </a:solidFill>
                <a:latin typeface="Nimbus Sans"/>
                <a:ea typeface="Nimbus Sans"/>
                <a:cs typeface="Nimbus Sans"/>
              </a:defRPr>
            </a:defPPr>
            <a:lvl1pPr algn="ctr">
              <a:defRPr sz="1575" b="0">
                <a:solidFill>
                  <a:srgbClr val="52627B"/>
                </a:solidFill>
                <a:latin typeface="Nimbus Sans"/>
                <a:ea typeface="Nimbus Sans"/>
                <a:cs typeface="Nimbus Sans"/>
              </a:defRPr>
            </a:lvl1pPr>
            <a:lvl2pPr algn="ctr">
              <a:defRPr sz="1575" b="0">
                <a:solidFill>
                  <a:srgbClr val="52627B"/>
                </a:solidFill>
                <a:latin typeface="Nimbus Sans"/>
                <a:ea typeface="Nimbus Sans"/>
                <a:cs typeface="Nimbus Sans"/>
              </a:defRPr>
            </a:lvl2pPr>
            <a:lvl3pPr algn="ctr">
              <a:defRPr sz="1575" b="0">
                <a:solidFill>
                  <a:srgbClr val="52627B"/>
                </a:solidFill>
                <a:latin typeface="Nimbus Sans"/>
                <a:ea typeface="Nimbus Sans"/>
                <a:cs typeface="Nimbus Sans"/>
              </a:defRPr>
            </a:lvl3pPr>
            <a:lvl4pPr algn="ctr">
              <a:defRPr sz="1575" b="0">
                <a:solidFill>
                  <a:srgbClr val="52627B"/>
                </a:solidFill>
                <a:latin typeface="Nimbus Sans"/>
                <a:ea typeface="Nimbus Sans"/>
                <a:cs typeface="Nimbus Sans"/>
              </a:defRPr>
            </a:lvl4pPr>
            <a:lvl5pPr algn="ctr">
              <a:defRPr sz="1575" b="0">
                <a:solidFill>
                  <a:srgbClr val="52627B"/>
                </a:solidFill>
                <a:latin typeface="Nimbus Sans"/>
                <a:ea typeface="Nimbus Sans"/>
                <a:cs typeface="Nimbus Sans"/>
              </a:defRPr>
            </a:lvl5pPr>
            <a:lvl6pPr algn="ctr">
              <a:defRPr sz="1575" b="0">
                <a:solidFill>
                  <a:srgbClr val="52627B"/>
                </a:solidFill>
                <a:latin typeface="Nimbus Sans"/>
                <a:ea typeface="Nimbus Sans"/>
                <a:cs typeface="Nimbus Sans"/>
              </a:defRPr>
            </a:lvl6pPr>
            <a:lvl7pPr algn="ctr">
              <a:defRPr sz="1575" b="0">
                <a:solidFill>
                  <a:srgbClr val="52627B"/>
                </a:solidFill>
                <a:latin typeface="Nimbus Sans"/>
                <a:ea typeface="Nimbus Sans"/>
                <a:cs typeface="Nimbus Sans"/>
              </a:defRPr>
            </a:lvl7pPr>
            <a:lvl8pPr algn="ctr">
              <a:defRPr sz="1575" b="0">
                <a:solidFill>
                  <a:srgbClr val="52627B"/>
                </a:solidFill>
                <a:latin typeface="Nimbus Sans"/>
                <a:ea typeface="Nimbus Sans"/>
                <a:cs typeface="Nimbus Sans"/>
              </a:defRPr>
            </a:lvl8pPr>
            <a:lvl9pPr algn="ctr">
              <a:defRPr sz="1575" b="0">
                <a:solidFill>
                  <a:srgbClr val="52627B"/>
                </a:solidFill>
                <a:latin typeface="Nimbus Sans"/>
                <a:ea typeface="Nimbus Sans"/>
                <a:cs typeface="Nimbus Sans"/>
              </a:defRPr>
            </a:lvl9pPr>
          </a:lstStyle>
          <a:p xmlns:a="http://schemas.openxmlformats.org/drawingml/2006/main">
            <a:pPr algn="ctr">
              <a:defRPr sz="1575" b="0">
                <a:solidFill>
                  <a:srgbClr val="52627B"/>
                </a:solidFill>
                <a:latin typeface="Nimbus Sans"/>
                <a:ea typeface="Nimbus Sans"/>
                <a:cs typeface="Nimbus Sans"/>
              </a:defRPr>
            </a:pPr>
            <a:r>
              <a:rPr sz="1575" b="0">
                <a:solidFill>
                  <a:srgbClr val="52627B"/>
                </a:solidFill>
                <a:latin typeface="Nimbus Sans"/>
                <a:ea typeface="Nimbus Sans"/>
                <a:cs typeface="Nimbus Sans"/>
              </a:rPr>
              <a:t>Selezione dei frame rilevanti da modificare</a:t>
            </a:r>
          </a:p>
        </p:txBody>
      </p:sp>
      <p:sp>
        <p:nvSpPr>
          <p:cNvPr id="35" name="f176">
            <a:extLst xmlns:a="http://schemas.openxmlformats.org/drawingml/2006/main">
              <a:ext uri="{FF2B5EF4-FFF2-40B4-BE49-F238E27FC236}">
                <a16:creationId xmlns:a16="http://schemas.microsoft.com/office/drawing/2014/main" id="{CDBA6A27-C716-4A72-B435-7A94DD45EADA}"/>
              </a:ext>
            </a:extLst>
          </p:cNvPr>
          <p:cNvSpPr>
            <a:spLocks xmlns:a="http://schemas.openxmlformats.org/drawingml/2006/main" noGrp="1"/>
          </p:cNvSpPr>
          <p:nvPr/>
        </p:nvSpPr>
        <p:spPr>
          <a:xfrm xmlns:a="http://schemas.openxmlformats.org/drawingml/2006/main">
            <a:off x="5200650" y="3343275"/>
            <a:ext cx="2895600" cy="9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sp>
      <p:sp>
        <p:nvSpPr>
          <p:cNvPr id="36" name="f177">
            <a:extLst xmlns:a="http://schemas.openxmlformats.org/drawingml/2006/main">
              <a:ext uri="{FF2B5EF4-FFF2-40B4-BE49-F238E27FC236}">
                <a16:creationId xmlns:a16="http://schemas.microsoft.com/office/drawing/2014/main" id="{BACF0201-6783-4329-9854-832BBE14010E}"/>
              </a:ext>
            </a:extLst>
          </p:cNvPr>
          <p:cNvSpPr>
            <a:spLocks xmlns:a="http://schemas.openxmlformats.org/drawingml/2006/main" noGrp="1"/>
          </p:cNvSpPr>
          <p:nvPr/>
        </p:nvSpPr>
        <p:spPr>
          <a:xfrm xmlns:a="http://schemas.openxmlformats.org/drawingml/2006/main">
            <a:off x="8096250" y="3343275"/>
            <a:ext cx="95" cy="2228850"/>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sp>
      <p:sp>
        <p:nvSpPr>
          <p:cNvPr id="37" name="f178">
            <a:extLst xmlns:a="http://schemas.openxmlformats.org/drawingml/2006/main">
              <a:ext uri="{FF2B5EF4-FFF2-40B4-BE49-F238E27FC236}">
                <a16:creationId xmlns:a16="http://schemas.microsoft.com/office/drawing/2014/main" id="{6C6ABB35-48CE-4F91-BB2B-3EBF29FD5875}"/>
              </a:ext>
            </a:extLst>
          </p:cNvPr>
          <p:cNvSpPr>
            <a:spLocks xmlns:a="http://schemas.openxmlformats.org/drawingml/2006/main" noGrp="1"/>
          </p:cNvSpPr>
          <p:nvPr/>
        </p:nvSpPr>
        <p:spPr>
          <a:xfrm xmlns:a="http://schemas.openxmlformats.org/drawingml/2006/main">
            <a:off x="7896225" y="5572125"/>
            <a:ext cx="200025" cy="9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sp>
      <p:sp>
        <p:nvSpPr>
          <p:cNvPr id="38" name="f179">
            <a:extLst xmlns:a="http://schemas.openxmlformats.org/drawingml/2006/main">
              <a:ext uri="{FF2B5EF4-FFF2-40B4-BE49-F238E27FC236}">
                <a16:creationId xmlns:a16="http://schemas.microsoft.com/office/drawing/2014/main" id="{266397D4-5B19-4E6A-A19C-882DB926190F}"/>
              </a:ext>
            </a:extLst>
          </p:cNvPr>
          <p:cNvSpPr>
            <a:spLocks xmlns:a="http://schemas.openxmlformats.org/drawingml/2006/main" noGrp="1"/>
          </p:cNvSpPr>
          <p:nvPr/>
        </p:nvSpPr>
        <p:spPr>
          <a:xfrm xmlns:a="http://schemas.openxmlformats.org/drawingml/2006/main">
            <a:off x="7724775" y="5486400"/>
            <a:ext cx="171450" cy="171450"/>
          </a:xfrm>
          <a:prstGeom xmlns:a="http://schemas.openxmlformats.org/drawingml/2006/main" prst="leftArrow">
            <a:avLst/>
          </a:prstGeom>
          <a:solidFill xmlns:a="http://schemas.openxmlformats.org/drawingml/2006/main">
            <a:srgbClr val="4264D0"/>
          </a:solidFill>
          <a:ln xmlns:a="http://schemas.openxmlformats.org/drawingml/2006/main" w="0">
            <a:noFill/>
            <a:prstDash val="solid"/>
          </a:ln>
        </p:spPr>
      </p:sp>
      <p:sp>
        <p:nvSpPr>
          <p:cNvPr id="39" name="f180">
            <a:extLst xmlns:a="http://schemas.openxmlformats.org/drawingml/2006/main">
              <a:ext uri="{FF2B5EF4-FFF2-40B4-BE49-F238E27FC236}">
                <a16:creationId xmlns:a16="http://schemas.microsoft.com/office/drawing/2014/main" id="{B632F246-A5D8-4C4F-A1C0-FC7956EC3A56}"/>
              </a:ext>
            </a:extLst>
          </p:cNvPr>
          <p:cNvSpPr>
            <a:spLocks xmlns:a="http://schemas.openxmlformats.org/drawingml/2006/main" noGrp="1"/>
          </p:cNvSpPr>
          <p:nvPr/>
        </p:nvSpPr>
        <p:spPr>
          <a:xfrm xmlns:a="http://schemas.openxmlformats.org/drawingml/2006/main">
            <a:off x="6810375" y="4476750"/>
            <a:ext cx="95" cy="552450"/>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sp>
      <p:sp>
        <p:nvSpPr>
          <p:cNvPr id="40" name="f181">
            <a:extLst xmlns:a="http://schemas.openxmlformats.org/drawingml/2006/main">
              <a:ext uri="{FF2B5EF4-FFF2-40B4-BE49-F238E27FC236}">
                <a16:creationId xmlns:a16="http://schemas.microsoft.com/office/drawing/2014/main" id="{B995046F-087E-41E5-A804-57236E12A255}"/>
              </a:ext>
            </a:extLst>
          </p:cNvPr>
          <p:cNvSpPr>
            <a:spLocks xmlns:a="http://schemas.openxmlformats.org/drawingml/2006/main" noGrp="1"/>
          </p:cNvSpPr>
          <p:nvPr/>
        </p:nvSpPr>
        <p:spPr>
          <a:xfrm xmlns:a="http://schemas.openxmlformats.org/drawingml/2006/main">
            <a:off x="6753225" y="4362450"/>
            <a:ext cx="114300" cy="114300"/>
          </a:xfrm>
          <a:prstGeom xmlns:a="http://schemas.openxmlformats.org/drawingml/2006/main" prst="upArrow">
            <a:avLst/>
          </a:prstGeom>
          <a:solidFill xmlns:a="http://schemas.openxmlformats.org/drawingml/2006/main">
            <a:srgbClr val="4264D0"/>
          </a:solidFill>
          <a:ln xmlns:a="http://schemas.openxmlformats.org/drawingml/2006/main" w="0">
            <a:noFill/>
            <a:prstDash val="solid"/>
          </a:ln>
        </p:spPr>
      </p:sp>
      <p:sp>
        <p:nvSpPr>
          <p:cNvPr id="41" name="f182">
            <a:extLst xmlns:a="http://schemas.openxmlformats.org/drawingml/2006/main">
              <a:ext uri="{FF2B5EF4-FFF2-40B4-BE49-F238E27FC236}">
                <a16:creationId xmlns:a16="http://schemas.microsoft.com/office/drawing/2014/main" id="{63048B75-8F96-4336-B239-D1AF0CFCD1B8}"/>
              </a:ext>
            </a:extLst>
          </p:cNvPr>
          <p:cNvSpPr>
            <a:spLocks xmlns:a="http://schemas.openxmlformats.org/drawingml/2006/main" noGrp="1"/>
          </p:cNvSpPr>
          <p:nvPr/>
        </p:nvSpPr>
        <p:spPr>
          <a:xfrm xmlns:a="http://schemas.openxmlformats.org/drawingml/2006/main">
            <a:off x="5572125" y="4010025"/>
            <a:ext cx="266700" cy="9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sp>
      <p:sp>
        <p:nvSpPr>
          <p:cNvPr id="42" name="f183">
            <a:extLst xmlns:a="http://schemas.openxmlformats.org/drawingml/2006/main">
              <a:ext uri="{FF2B5EF4-FFF2-40B4-BE49-F238E27FC236}">
                <a16:creationId xmlns:a16="http://schemas.microsoft.com/office/drawing/2014/main" id="{605AC6FA-AE8F-446D-A013-4B925D7282D7}"/>
              </a:ext>
            </a:extLst>
          </p:cNvPr>
          <p:cNvSpPr>
            <a:spLocks xmlns:a="http://schemas.openxmlformats.org/drawingml/2006/main" noGrp="1"/>
          </p:cNvSpPr>
          <p:nvPr/>
        </p:nvSpPr>
        <p:spPr>
          <a:xfrm xmlns:a="http://schemas.openxmlformats.org/drawingml/2006/main">
            <a:off x="5572125" y="4010025"/>
            <a:ext cx="95" cy="800100"/>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sp>
      <p:sp>
        <p:nvSpPr>
          <p:cNvPr id="43" name="f184">
            <a:extLst xmlns:a="http://schemas.openxmlformats.org/drawingml/2006/main">
              <a:ext uri="{FF2B5EF4-FFF2-40B4-BE49-F238E27FC236}">
                <a16:creationId xmlns:a16="http://schemas.microsoft.com/office/drawing/2014/main" id="{532AEBC0-46CC-44CE-A198-4043102EB64E}"/>
              </a:ext>
            </a:extLst>
          </p:cNvPr>
          <p:cNvSpPr>
            <a:spLocks xmlns:a="http://schemas.openxmlformats.org/drawingml/2006/main" noGrp="1"/>
          </p:cNvSpPr>
          <p:nvPr/>
        </p:nvSpPr>
        <p:spPr>
          <a:xfrm xmlns:a="http://schemas.openxmlformats.org/drawingml/2006/main">
            <a:off x="5219700" y="4810125"/>
            <a:ext cx="352425" cy="9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sp>
      <p:sp>
        <p:nvSpPr>
          <p:cNvPr id="44" name="f185">
            <a:extLst xmlns:a="http://schemas.openxmlformats.org/drawingml/2006/main">
              <a:ext uri="{FF2B5EF4-FFF2-40B4-BE49-F238E27FC236}">
                <a16:creationId xmlns:a16="http://schemas.microsoft.com/office/drawing/2014/main" id="{8241F6DC-6CBB-47C0-8303-534DADABFA52}"/>
              </a:ext>
            </a:extLst>
          </p:cNvPr>
          <p:cNvSpPr>
            <a:spLocks xmlns:a="http://schemas.openxmlformats.org/drawingml/2006/main" noGrp="1"/>
          </p:cNvSpPr>
          <p:nvPr/>
        </p:nvSpPr>
        <p:spPr>
          <a:xfrm xmlns:a="http://schemas.openxmlformats.org/drawingml/2006/main">
            <a:off x="5105400" y="4724400"/>
            <a:ext cx="114300" cy="171450"/>
          </a:xfrm>
          <a:prstGeom xmlns:a="http://schemas.openxmlformats.org/drawingml/2006/main" prst="leftArrow">
            <a:avLst/>
          </a:prstGeom>
          <a:solidFill xmlns:a="http://schemas.openxmlformats.org/drawingml/2006/main">
            <a:srgbClr val="4264D0"/>
          </a:solidFill>
          <a:ln xmlns:a="http://schemas.openxmlformats.org/drawingml/2006/main" w="0">
            <a:noFill/>
            <a:prstDash val="solid"/>
          </a:ln>
        </p:spPr>
      </p:sp>
      <p:sp>
        <p:nvSpPr>
          <p:cNvPr id="45" name="f186">
            <a:extLst xmlns:a="http://schemas.openxmlformats.org/drawingml/2006/main">
              <a:ext uri="{FF2B5EF4-FFF2-40B4-BE49-F238E27FC236}">
                <a16:creationId xmlns:a16="http://schemas.microsoft.com/office/drawing/2014/main" id="{D2BB4608-34DE-46A6-AD6C-86E0BB32E8EB}"/>
              </a:ext>
            </a:extLst>
          </p:cNvPr>
          <p:cNvSpPr>
            <a:spLocks xmlns:a="http://schemas.openxmlformats.org/drawingml/2006/main" noGrp="1"/>
          </p:cNvSpPr>
          <p:nvPr/>
        </p:nvSpPr>
        <p:spPr>
          <a:xfrm xmlns:a="http://schemas.openxmlformats.org/drawingml/2006/main">
            <a:off x="8420100" y="2686050"/>
            <a:ext cx="5753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75" b="1">
                <a:solidFill>
                  <a:srgbClr val="182536"/>
                </a:solidFill>
                <a:latin typeface="Nimbus Sans"/>
                <a:ea typeface="Nimbus Sans"/>
                <a:cs typeface="Nimbus Sans"/>
              </a:defRPr>
            </a:defPPr>
            <a:lvl1pPr algn="l">
              <a:defRPr sz="2175" b="1">
                <a:solidFill>
                  <a:srgbClr val="182536"/>
                </a:solidFill>
                <a:latin typeface="Nimbus Sans"/>
                <a:ea typeface="Nimbus Sans"/>
                <a:cs typeface="Nimbus Sans"/>
              </a:defRPr>
            </a:lvl1pPr>
            <a:lvl2pPr algn="l">
              <a:defRPr sz="2175" b="1">
                <a:solidFill>
                  <a:srgbClr val="182536"/>
                </a:solidFill>
                <a:latin typeface="Nimbus Sans"/>
                <a:ea typeface="Nimbus Sans"/>
                <a:cs typeface="Nimbus Sans"/>
              </a:defRPr>
            </a:lvl2pPr>
            <a:lvl3pPr algn="l">
              <a:defRPr sz="2175" b="1">
                <a:solidFill>
                  <a:srgbClr val="182536"/>
                </a:solidFill>
                <a:latin typeface="Nimbus Sans"/>
                <a:ea typeface="Nimbus Sans"/>
                <a:cs typeface="Nimbus Sans"/>
              </a:defRPr>
            </a:lvl3pPr>
            <a:lvl4pPr algn="l">
              <a:defRPr sz="2175" b="1">
                <a:solidFill>
                  <a:srgbClr val="182536"/>
                </a:solidFill>
                <a:latin typeface="Nimbus Sans"/>
                <a:ea typeface="Nimbus Sans"/>
                <a:cs typeface="Nimbus Sans"/>
              </a:defRPr>
            </a:lvl4pPr>
            <a:lvl5pPr algn="l">
              <a:defRPr sz="2175" b="1">
                <a:solidFill>
                  <a:srgbClr val="182536"/>
                </a:solidFill>
                <a:latin typeface="Nimbus Sans"/>
                <a:ea typeface="Nimbus Sans"/>
                <a:cs typeface="Nimbus Sans"/>
              </a:defRPr>
            </a:lvl5pPr>
            <a:lvl6pPr algn="l">
              <a:defRPr sz="2175" b="1">
                <a:solidFill>
                  <a:srgbClr val="182536"/>
                </a:solidFill>
                <a:latin typeface="Nimbus Sans"/>
                <a:ea typeface="Nimbus Sans"/>
                <a:cs typeface="Nimbus Sans"/>
              </a:defRPr>
            </a:lvl6pPr>
            <a:lvl7pPr algn="l">
              <a:defRPr sz="2175" b="1">
                <a:solidFill>
                  <a:srgbClr val="182536"/>
                </a:solidFill>
                <a:latin typeface="Nimbus Sans"/>
                <a:ea typeface="Nimbus Sans"/>
                <a:cs typeface="Nimbus Sans"/>
              </a:defRPr>
            </a:lvl7pPr>
            <a:lvl8pPr algn="l">
              <a:defRPr sz="2175" b="1">
                <a:solidFill>
                  <a:srgbClr val="182536"/>
                </a:solidFill>
                <a:latin typeface="Nimbus Sans"/>
                <a:ea typeface="Nimbus Sans"/>
                <a:cs typeface="Nimbus Sans"/>
              </a:defRPr>
            </a:lvl8pPr>
            <a:lvl9pPr algn="l">
              <a:defRPr sz="2175" b="1">
                <a:solidFill>
                  <a:srgbClr val="182536"/>
                </a:solidFill>
                <a:latin typeface="Nimbus Sans"/>
                <a:ea typeface="Nimbus Sans"/>
                <a:cs typeface="Nimbus Sans"/>
              </a:defRPr>
            </a:lvl9pPr>
          </a:lstStyle>
          <a:p xmlns:a="http://schemas.openxmlformats.org/drawingml/2006/main">
            <a:pPr algn="l">
              <a:defRPr sz="2175" b="1">
                <a:solidFill>
                  <a:srgbClr val="182536"/>
                </a:solidFill>
                <a:latin typeface="Nimbus Sans"/>
                <a:ea typeface="Nimbus Sans"/>
                <a:cs typeface="Nimbus Sans"/>
              </a:defRPr>
            </a:pPr>
            <a:r>
              <a:rPr sz="2175" b="1">
                <a:solidFill>
                  <a:srgbClr val="182536"/>
                </a:solidFill>
                <a:latin typeface="Nimbus Sans"/>
                <a:ea typeface="Nimbus Sans"/>
                <a:cs typeface="Nimbus Sans"/>
              </a:rPr>
              <a:t>Esempi di tre mutazioni</a:t>
            </a:r>
          </a:p>
        </p:txBody>
      </p:sp>
      <p:graphicFrame>
        <p:nvGraphicFramePr>
          <p:cNvPr id="46" name="">
            <a:extLst xmlns:a="http://schemas.openxmlformats.org/drawingml/2006/main">
              <a:ext uri="{FF2B5EF4-FFF2-40B4-BE49-F238E27FC236}">
                <a16:creationId xmlns:a16="http://schemas.microsoft.com/office/drawing/2014/main" id="{C5EE1700-CF70-4441-BD73-A4A3C35BDC3A}"/>
              </a:ext>
            </a:extLst>
          </p:cNvPr>
          <p:cNvGraphicFramePr/>
          <p:nvPr/>
        </p:nvGraphicFramePr>
        <p:xfrm>
          <a:off xmlns:a="http://schemas.openxmlformats.org/drawingml/2006/main" x="8420100" y="3238500"/>
          <a:ext xmlns:a="http://schemas.openxmlformats.org/drawingml/2006/main" cx="5753100" cy="3371850"/>
        </p:xfrm>
        <a:graphic xmlns:a="http://schemas.openxmlformats.org/drawingml/2006/main">
          <a:graphicData uri="http://schemas.openxmlformats.org/drawingml/2006/table">
            <a:tbl>
              <a:tblPr firstRow="0" bandRow="0"/>
              <a:tblGrid>
                <a:gridCol w="2476500"/>
                <a:gridCol w="1352550"/>
                <a:gridCol w="1924050"/>
              </a:tblGrid>
              <a:tr h="514350">
                <a:tc>
                  <a:txBody>
                    <a:bodyPr wrap="none">
                      <a:noAutofit/>
                    </a:bodyPr>
                    <a:lstStyle/>
                    <a:p>
                      <a:pPr algn="l"/>
                      <a:r>
                        <a:rPr sz="1725" b="1">
                          <a:solidFill>
                            <a:srgbClr val="182536"/>
                          </a:solidFill>
                          <a:latin typeface="Nimbus Sans"/>
                          <a:ea typeface="Nimbus Sans"/>
                          <a:cs typeface="Nimbus Sans"/>
                        </a:rPr>
                        <a:t>Mutazione</a:t>
                      </a:r>
                    </a:p>
                  </a:txBody>
                  <a:tcPr marL="171450" marR="171450" marT="76200" marB="76200" anchor="ctr">
                    <a:lnL w="14288">
                      <a:solidFill>
                        <a:srgbClr val="D9E3EF"/>
                      </a:solidFill>
                      <a:prstDash val="solid"/>
                    </a:lnL>
                    <a:lnR w="14288">
                      <a:solidFill>
                        <a:srgbClr val="D9E3EF"/>
                      </a:solidFill>
                      <a:prstDash val="solid"/>
                    </a:lnR>
                    <a:lnT w="14288">
                      <a:solidFill>
                        <a:srgbClr val="D9E3EF"/>
                      </a:solidFill>
                      <a:prstDash val="solid"/>
                    </a:lnT>
                    <a:lnB w="14288">
                      <a:solidFill>
                        <a:srgbClr val="D9E3EF"/>
                      </a:solidFill>
                      <a:prstDash val="solid"/>
                    </a:lnB>
                    <a:solidFill>
                      <a:srgbClr val="F0F4FF"/>
                    </a:solidFill>
                  </a:tcPr>
                </a:tc>
                <a:tc>
                  <a:txBody>
                    <a:bodyPr wrap="none">
                      <a:noAutofit/>
                    </a:bodyPr>
                    <a:lstStyle/>
                    <a:p>
                      <a:pPr algn="ctr"/>
                      <a:r>
                        <a:rPr sz="1725" b="1">
                          <a:solidFill>
                            <a:srgbClr val="182536"/>
                          </a:solidFill>
                          <a:latin typeface="Nimbus Sans"/>
                          <a:ea typeface="Nimbus Sans"/>
                          <a:cs typeface="Nimbus Sans"/>
                        </a:rPr>
                        <a:t>Originale</a:t>
                      </a:r>
                    </a:p>
                  </a:txBody>
                  <a:tcPr marL="171450" marR="171450" marT="76200" marB="76200" anchor="ctr">
                    <a:lnR w="14288">
                      <a:solidFill>
                        <a:srgbClr val="D9E3EF"/>
                      </a:solidFill>
                      <a:prstDash val="solid"/>
                    </a:lnR>
                    <a:lnT w="14288">
                      <a:solidFill>
                        <a:srgbClr val="D9E3EF"/>
                      </a:solidFill>
                      <a:prstDash val="solid"/>
                    </a:lnT>
                    <a:lnB w="14288">
                      <a:solidFill>
                        <a:srgbClr val="D9E3EF"/>
                      </a:solidFill>
                      <a:prstDash val="solid"/>
                    </a:lnB>
                    <a:solidFill>
                      <a:srgbClr val="F0F4FF"/>
                    </a:solidFill>
                  </a:tcPr>
                </a:tc>
                <a:tc>
                  <a:txBody>
                    <a:bodyPr wrap="none">
                      <a:noAutofit/>
                    </a:bodyPr>
                    <a:lstStyle/>
                    <a:p>
                      <a:pPr algn="ctr"/>
                      <a:r>
                        <a:rPr sz="1725" b="1">
                          <a:solidFill>
                            <a:srgbClr val="182536"/>
                          </a:solidFill>
                          <a:latin typeface="Nimbus Sans"/>
                          <a:ea typeface="Nimbus Sans"/>
                          <a:cs typeface="Nimbus Sans"/>
                        </a:rPr>
                        <a:t>Mutato</a:t>
                      </a:r>
                    </a:p>
                  </a:txBody>
                  <a:tcPr marL="171450" marR="171450" marT="76200" marB="76200" anchor="ctr">
                    <a:lnR w="14288">
                      <a:solidFill>
                        <a:srgbClr val="D9E3EF"/>
                      </a:solidFill>
                      <a:prstDash val="solid"/>
                    </a:lnR>
                    <a:lnT w="14288">
                      <a:solidFill>
                        <a:srgbClr val="D9E3EF"/>
                      </a:solidFill>
                      <a:prstDash val="solid"/>
                    </a:lnT>
                    <a:lnB w="14288">
                      <a:solidFill>
                        <a:srgbClr val="D9E3EF"/>
                      </a:solidFill>
                      <a:prstDash val="solid"/>
                    </a:lnB>
                    <a:solidFill>
                      <a:srgbClr val="F0F4FF"/>
                    </a:solidFill>
                  </a:tcPr>
                </a:tc>
              </a:tr>
              <a:tr h="876300">
                <a:tc>
                  <a:txBody>
                    <a:bodyPr wrap="none">
                      <a:noAutofit/>
                    </a:bodyPr>
                    <a:lstStyle/>
                    <a:p>
                      <a:pPr algn="l"/>
                      <a:r>
                        <a:rPr sz="1725" b="0">
                          <a:solidFill>
                            <a:srgbClr val="182536"/>
                          </a:solidFill>
                          <a:latin typeface="Nimbus Sans"/>
                          <a:ea typeface="Nimbus Sans"/>
                          <a:cs typeface="Nimbus Sans"/>
                        </a:rPr>
                        <a:t>NRF: HTTP</a:t>
                      </a:r>
                    </a:p>
                    <a:p>
                      <a:pPr algn="l"/>
                      <a:r>
                        <a:rPr sz="1725" b="0">
                          <a:solidFill>
                            <a:srgbClr val="182536"/>
                          </a:solidFill>
                          <a:latin typeface="Nimbus Sans"/>
                          <a:ea typeface="Nimbus Sans"/>
                          <a:cs typeface="Nimbus Sans"/>
                        </a:rPr>
                        <a:t>200 → 403</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B64B56"/>
                          </a:solidFill>
                          <a:latin typeface="Nimbus Sans"/>
                          <a:ea typeface="Nimbus Sans"/>
                          <a:cs typeface="Nimbus Sans"/>
                        </a:rPr>
                        <a:t>FAIL</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278766"/>
                          </a:solidFill>
                          <a:latin typeface="Nimbus Sans"/>
                          <a:ea typeface="Nimbus Sans"/>
                          <a:cs typeface="Nimbus Sans"/>
                        </a:rPr>
                        <a:t>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r h="1104900">
                <a:tc>
                  <a:txBody>
                    <a:bodyPr wrap="none">
                      <a:noAutofit/>
                    </a:bodyPr>
                    <a:lstStyle/>
                    <a:p>
                      <a:pPr algn="l"/>
                      <a:r>
                        <a:rPr sz="1725" b="0">
                          <a:solidFill>
                            <a:srgbClr val="182536"/>
                          </a:solidFill>
                          <a:latin typeface="Nimbus Sans"/>
                          <a:ea typeface="Nimbus Sans"/>
                          <a:cs typeface="Nimbus Sans"/>
                        </a:rPr>
                        <a:t>AMF A: Intervallo</a:t>
                      </a:r>
                    </a:p>
                    <a:p>
                      <a:pPr algn="l"/>
                      <a:r>
                        <a:rPr sz="1725" b="0">
                          <a:solidFill>
                            <a:srgbClr val="182536"/>
                          </a:solidFill>
                          <a:latin typeface="Nimbus Sans"/>
                          <a:ea typeface="Nimbus Sans"/>
                          <a:cs typeface="Nimbus Sans"/>
                        </a:rPr>
                        <a:t>temporale non</a:t>
                      </a:r>
                    </a:p>
                    <a:p>
                      <a:pPr algn="l"/>
                      <a:r>
                        <a:rPr sz="1725" b="0">
                          <a:solidFill>
                            <a:srgbClr val="182536"/>
                          </a:solidFill>
                          <a:latin typeface="Nimbus Sans"/>
                          <a:ea typeface="Nimbus Sans"/>
                          <a:cs typeface="Nimbus Sans"/>
                        </a:rPr>
                        <a:t>rispettato</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278766"/>
                          </a:solidFill>
                          <a:latin typeface="Nimbus Sans"/>
                          <a:ea typeface="Nimbus Sans"/>
                          <a:cs typeface="Nimbus Sans"/>
                        </a:rPr>
                        <a:t>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B64B56"/>
                          </a:solidFill>
                          <a:latin typeface="Nimbus Sans"/>
                          <a:ea typeface="Nimbus Sans"/>
                          <a:cs typeface="Nimbus Sans"/>
                        </a:rPr>
                        <a:t>FAIL</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r h="876300">
                <a:tc>
                  <a:txBody>
                    <a:bodyPr wrap="none">
                      <a:noAutofit/>
                    </a:bodyPr>
                    <a:lstStyle/>
                    <a:p>
                      <a:pPr algn="l"/>
                      <a:r>
                        <a:rPr sz="1725" b="0">
                          <a:solidFill>
                            <a:srgbClr val="182536"/>
                          </a:solidFill>
                          <a:latin typeface="Nimbus Sans"/>
                          <a:ea typeface="Nimbus Sans"/>
                          <a:cs typeface="Nimbus Sans"/>
                        </a:rPr>
                        <a:t>UPF: F-TEID</a:t>
                      </a:r>
                    </a:p>
                    <a:p>
                      <a:pPr algn="l"/>
                      <a:r>
                        <a:rPr sz="1725" b="0">
                          <a:solidFill>
                            <a:srgbClr val="182536"/>
                          </a:solidFill>
                          <a:latin typeface="Nimbus Sans"/>
                          <a:ea typeface="Nimbus Sans"/>
                          <a:cs typeface="Nimbus Sans"/>
                        </a:rPr>
                        <a:t>rimossi</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278766"/>
                          </a:solidFill>
                          <a:latin typeface="Nimbus Sans"/>
                          <a:ea typeface="Nimbus Sans"/>
                          <a:cs typeface="Nimbus Sans"/>
                        </a:rPr>
                        <a:t>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575" b="1">
                          <a:solidFill>
                            <a:srgbClr val="9D7139"/>
                          </a:solidFill>
                          <a:latin typeface="Nimbus Sans"/>
                          <a:ea typeface="Nimbus Sans"/>
                          <a:cs typeface="Nimbus Sans"/>
                        </a:rPr>
                        <a:t>INCONCLUSIVE</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bl>
          </a:graphicData>
        </a:graphic>
      </p:graphicFrame>
      <p:sp>
        <p:nvSpPr>
          <p:cNvPr id="47" name="f188">
            <a:extLst xmlns:a="http://schemas.openxmlformats.org/drawingml/2006/main">
              <a:ext uri="{FF2B5EF4-FFF2-40B4-BE49-F238E27FC236}">
                <a16:creationId xmlns:a16="http://schemas.microsoft.com/office/drawing/2014/main" id="{E36E5F54-D02F-42C1-A0A7-34E5AF369261}"/>
              </a:ext>
            </a:extLst>
          </p:cNvPr>
          <p:cNvSpPr>
            <a:spLocks xmlns:a="http://schemas.openxmlformats.org/drawingml/2006/main" noGrp="1"/>
          </p:cNvSpPr>
          <p:nvPr/>
        </p:nvSpPr>
        <p:spPr>
          <a:xfrm xmlns:a="http://schemas.openxmlformats.org/drawingml/2006/main">
            <a:off x="8420100" y="7038975"/>
            <a:ext cx="2000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5250" b="1">
                <a:solidFill>
                  <a:srgbClr val="4264D0"/>
                </a:solidFill>
                <a:latin typeface="Nimbus Sans"/>
                <a:ea typeface="Nimbus Sans"/>
                <a:cs typeface="Nimbus Sans"/>
              </a:defRPr>
            </a:defPPr>
            <a:lvl1pPr algn="ctr">
              <a:defRPr sz="5250" b="1">
                <a:solidFill>
                  <a:srgbClr val="4264D0"/>
                </a:solidFill>
                <a:latin typeface="Nimbus Sans"/>
                <a:ea typeface="Nimbus Sans"/>
                <a:cs typeface="Nimbus Sans"/>
              </a:defRPr>
            </a:lvl1pPr>
            <a:lvl2pPr algn="ctr">
              <a:defRPr sz="5250" b="1">
                <a:solidFill>
                  <a:srgbClr val="4264D0"/>
                </a:solidFill>
                <a:latin typeface="Nimbus Sans"/>
                <a:ea typeface="Nimbus Sans"/>
                <a:cs typeface="Nimbus Sans"/>
              </a:defRPr>
            </a:lvl2pPr>
            <a:lvl3pPr algn="ctr">
              <a:defRPr sz="5250" b="1">
                <a:solidFill>
                  <a:srgbClr val="4264D0"/>
                </a:solidFill>
                <a:latin typeface="Nimbus Sans"/>
                <a:ea typeface="Nimbus Sans"/>
                <a:cs typeface="Nimbus Sans"/>
              </a:defRPr>
            </a:lvl3pPr>
            <a:lvl4pPr algn="ctr">
              <a:defRPr sz="5250" b="1">
                <a:solidFill>
                  <a:srgbClr val="4264D0"/>
                </a:solidFill>
                <a:latin typeface="Nimbus Sans"/>
                <a:ea typeface="Nimbus Sans"/>
                <a:cs typeface="Nimbus Sans"/>
              </a:defRPr>
            </a:lvl4pPr>
            <a:lvl5pPr algn="ctr">
              <a:defRPr sz="5250" b="1">
                <a:solidFill>
                  <a:srgbClr val="4264D0"/>
                </a:solidFill>
                <a:latin typeface="Nimbus Sans"/>
                <a:ea typeface="Nimbus Sans"/>
                <a:cs typeface="Nimbus Sans"/>
              </a:defRPr>
            </a:lvl5pPr>
            <a:lvl6pPr algn="ctr">
              <a:defRPr sz="5250" b="1">
                <a:solidFill>
                  <a:srgbClr val="4264D0"/>
                </a:solidFill>
                <a:latin typeface="Nimbus Sans"/>
                <a:ea typeface="Nimbus Sans"/>
                <a:cs typeface="Nimbus Sans"/>
              </a:defRPr>
            </a:lvl6pPr>
            <a:lvl7pPr algn="ctr">
              <a:defRPr sz="5250" b="1">
                <a:solidFill>
                  <a:srgbClr val="4264D0"/>
                </a:solidFill>
                <a:latin typeface="Nimbus Sans"/>
                <a:ea typeface="Nimbus Sans"/>
                <a:cs typeface="Nimbus Sans"/>
              </a:defRPr>
            </a:lvl7pPr>
            <a:lvl8pPr algn="ctr">
              <a:defRPr sz="5250" b="1">
                <a:solidFill>
                  <a:srgbClr val="4264D0"/>
                </a:solidFill>
                <a:latin typeface="Nimbus Sans"/>
                <a:ea typeface="Nimbus Sans"/>
                <a:cs typeface="Nimbus Sans"/>
              </a:defRPr>
            </a:lvl8pPr>
            <a:lvl9pPr algn="ctr">
              <a:defRPr sz="5250" b="1">
                <a:solidFill>
                  <a:srgbClr val="4264D0"/>
                </a:solidFill>
                <a:latin typeface="Nimbus Sans"/>
                <a:ea typeface="Nimbus Sans"/>
                <a:cs typeface="Nimbus Sans"/>
              </a:defRPr>
            </a:lvl9pPr>
          </a:lstStyle>
          <a:p xmlns:a="http://schemas.openxmlformats.org/drawingml/2006/main">
            <a:pPr algn="ctr">
              <a:defRPr sz="5250" b="1">
                <a:solidFill>
                  <a:srgbClr val="4264D0"/>
                </a:solidFill>
                <a:latin typeface="Nimbus Sans"/>
                <a:ea typeface="Nimbus Sans"/>
                <a:cs typeface="Nimbus Sans"/>
              </a:defRPr>
            </a:pPr>
            <a:r>
              <a:rPr sz="5250" b="1">
                <a:solidFill>
                  <a:srgbClr val="4264D0"/>
                </a:solidFill>
                <a:latin typeface="Nimbus Sans"/>
                <a:ea typeface="Nimbus Sans"/>
                <a:cs typeface="Nimbus Sans"/>
              </a:rPr>
              <a:t>13/13</a:t>
            </a:r>
          </a:p>
        </p:txBody>
      </p:sp>
      <p:sp>
        <p:nvSpPr>
          <p:cNvPr id="48" name="f189">
            <a:extLst xmlns:a="http://schemas.openxmlformats.org/drawingml/2006/main">
              <a:ext uri="{FF2B5EF4-FFF2-40B4-BE49-F238E27FC236}">
                <a16:creationId xmlns:a16="http://schemas.microsoft.com/office/drawing/2014/main" id="{0243ED90-1A24-4D92-AD9E-4267784AA64E}"/>
              </a:ext>
            </a:extLst>
          </p:cNvPr>
          <p:cNvSpPr>
            <a:spLocks xmlns:a="http://schemas.openxmlformats.org/drawingml/2006/main" noGrp="1"/>
          </p:cNvSpPr>
          <p:nvPr/>
        </p:nvSpPr>
        <p:spPr>
          <a:xfrm xmlns:a="http://schemas.openxmlformats.org/drawingml/2006/main">
            <a:off x="10572750" y="7105650"/>
            <a:ext cx="36004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100" b="1">
                <a:solidFill>
                  <a:srgbClr val="182536"/>
                </a:solidFill>
                <a:latin typeface="Nimbus Sans"/>
                <a:ea typeface="Nimbus Sans"/>
                <a:cs typeface="Nimbus Sans"/>
              </a:defRPr>
            </a:defPPr>
            <a:lvl1pPr algn="ctr">
              <a:defRPr sz="2100" b="1">
                <a:solidFill>
                  <a:srgbClr val="182536"/>
                </a:solidFill>
                <a:latin typeface="Nimbus Sans"/>
                <a:ea typeface="Nimbus Sans"/>
                <a:cs typeface="Nimbus Sans"/>
              </a:defRPr>
            </a:lvl1pPr>
            <a:lvl2pPr algn="ctr">
              <a:defRPr sz="2100" b="1">
                <a:solidFill>
                  <a:srgbClr val="182536"/>
                </a:solidFill>
                <a:latin typeface="Nimbus Sans"/>
                <a:ea typeface="Nimbus Sans"/>
                <a:cs typeface="Nimbus Sans"/>
              </a:defRPr>
            </a:lvl2pPr>
            <a:lvl3pPr algn="ctr">
              <a:defRPr sz="2100" b="1">
                <a:solidFill>
                  <a:srgbClr val="182536"/>
                </a:solidFill>
                <a:latin typeface="Nimbus Sans"/>
                <a:ea typeface="Nimbus Sans"/>
                <a:cs typeface="Nimbus Sans"/>
              </a:defRPr>
            </a:lvl3pPr>
            <a:lvl4pPr algn="ctr">
              <a:defRPr sz="2100" b="1">
                <a:solidFill>
                  <a:srgbClr val="182536"/>
                </a:solidFill>
                <a:latin typeface="Nimbus Sans"/>
                <a:ea typeface="Nimbus Sans"/>
                <a:cs typeface="Nimbus Sans"/>
              </a:defRPr>
            </a:lvl4pPr>
            <a:lvl5pPr algn="ctr">
              <a:defRPr sz="2100" b="1">
                <a:solidFill>
                  <a:srgbClr val="182536"/>
                </a:solidFill>
                <a:latin typeface="Nimbus Sans"/>
                <a:ea typeface="Nimbus Sans"/>
                <a:cs typeface="Nimbus Sans"/>
              </a:defRPr>
            </a:lvl5pPr>
            <a:lvl6pPr algn="ctr">
              <a:defRPr sz="2100" b="1">
                <a:solidFill>
                  <a:srgbClr val="182536"/>
                </a:solidFill>
                <a:latin typeface="Nimbus Sans"/>
                <a:ea typeface="Nimbus Sans"/>
                <a:cs typeface="Nimbus Sans"/>
              </a:defRPr>
            </a:lvl6pPr>
            <a:lvl7pPr algn="ctr">
              <a:defRPr sz="2100" b="1">
                <a:solidFill>
                  <a:srgbClr val="182536"/>
                </a:solidFill>
                <a:latin typeface="Nimbus Sans"/>
                <a:ea typeface="Nimbus Sans"/>
                <a:cs typeface="Nimbus Sans"/>
              </a:defRPr>
            </a:lvl7pPr>
            <a:lvl8pPr algn="ctr">
              <a:defRPr sz="2100" b="1">
                <a:solidFill>
                  <a:srgbClr val="182536"/>
                </a:solidFill>
                <a:latin typeface="Nimbus Sans"/>
                <a:ea typeface="Nimbus Sans"/>
                <a:cs typeface="Nimbus Sans"/>
              </a:defRPr>
            </a:lvl8pPr>
            <a:lvl9pPr algn="ctr">
              <a:defRPr sz="2100" b="1">
                <a:solidFill>
                  <a:srgbClr val="182536"/>
                </a:solidFill>
                <a:latin typeface="Nimbus Sans"/>
                <a:ea typeface="Nimbus Sans"/>
                <a:cs typeface="Nimbus Sans"/>
              </a:defRPr>
            </a:lvl9pPr>
          </a:lstStyle>
          <a:p xmlns:a="http://schemas.openxmlformats.org/drawingml/2006/main">
            <a:pPr algn="ctr">
              <a:defRPr sz="2100" b="1">
                <a:solidFill>
                  <a:srgbClr val="182536"/>
                </a:solidFill>
                <a:latin typeface="Nimbus Sans"/>
                <a:ea typeface="Nimbus Sans"/>
                <a:cs typeface="Nimbus Sans"/>
              </a:defRPr>
            </a:pPr>
            <a:r>
              <a:rPr sz="2100" b="1">
                <a:solidFill>
                  <a:srgbClr val="182536"/>
                </a:solidFill>
                <a:latin typeface="Nimbus Sans"/>
                <a:ea typeface="Nimbus Sans"/>
                <a:cs typeface="Nimbus Sans"/>
              </a:rPr>
              <a:t>scenari completati</a:t>
            </a:r>
          </a:p>
          <a:p xmlns:a="http://schemas.openxmlformats.org/drawingml/2006/main">
            <a:pPr algn="ctr">
              <a:defRPr sz="2100" b="1">
                <a:solidFill>
                  <a:srgbClr val="182536"/>
                </a:solidFill>
                <a:latin typeface="Nimbus Sans"/>
                <a:ea typeface="Nimbus Sans"/>
                <a:cs typeface="Nimbus Sans"/>
              </a:defRPr>
            </a:pPr>
            <a:r>
              <a:rPr sz="2100" b="1">
                <a:solidFill>
                  <a:srgbClr val="182536"/>
                </a:solidFill>
                <a:latin typeface="Nimbus Sans"/>
                <a:ea typeface="Nimbus Sans"/>
                <a:cs typeface="Nimbus Sans"/>
              </a:rPr>
              <a:t>con verdetto atteso</a:t>
            </a:r>
          </a:p>
        </p:txBody>
      </p:sp>
    </p:spTree>
    <p:extLst>
      <p:ext uri="{BB962C8B-B14F-4D97-AF65-F5344CB8AC3E}">
        <p14:creationId xmlns:p14="http://schemas.microsoft.com/office/powerpoint/2010/main" val="1713070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2026-10-28T16:21:17.5220000Z</dcterms:created>
  <dcterms:modified xsi:type="dcterms:W3CDTF">2026-10-28T16:21:17.5220000Z</dcterms:modified>
</coreProperties>
</file>