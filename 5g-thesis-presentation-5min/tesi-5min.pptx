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7b344838f64010" /><Relationship Type="http://schemas.openxmlformats.org/officeDocument/2006/relationships/extended-properties" Target="/docProps/app.xml" Id="Rcd39c64af89f4f12" /><Relationship Type="http://schemas.openxmlformats.org/officeDocument/2006/relationships/officeDocument" Target="/ppt/presentation.xml" Id="R6fef49dc2c054662" /></Relationships>
</file>

<file path=ppt/presentation.xml><?xml version="1.0" encoding="utf-8"?>
<p:presentation xmlns:p="http://schemas.openxmlformats.org/presentationml/2006/main">
  <p:sldMasterIdLst>
    <p:sldMasterId xmlns:r="http://schemas.openxmlformats.org/officeDocument/2006/relationships" id="2147483648" r:id="R080e829da4934443"/>
  </p:sldMasterIdLst>
  <p:notesMasterIdLst>
    <p:notesMasterId xmlns:r="http://schemas.openxmlformats.org/officeDocument/2006/relationships" r:id="Rf2006a3f0b4742e3"/>
  </p:notesMasterIdLst>
  <p:sldIdLst>
    <p:sldId xmlns:r="http://schemas.openxmlformats.org/officeDocument/2006/relationships" id="256" r:id="R7ebcd7383ebe4b0f"/>
    <p:sldId xmlns:r="http://schemas.openxmlformats.org/officeDocument/2006/relationships" id="257" r:id="Rf8a1fc615f8c4bc4"/>
    <p:sldId xmlns:r="http://schemas.openxmlformats.org/officeDocument/2006/relationships" id="258" r:id="Rbce2ee4c1c3a4fd4"/>
    <p:sldId xmlns:r="http://schemas.openxmlformats.org/officeDocument/2006/relationships" id="259" r:id="Rb8d0b8ef55664195"/>
    <p:sldId xmlns:r="http://schemas.openxmlformats.org/officeDocument/2006/relationships" id="260" r:id="Re670753c6e354911"/>
    <p:sldId xmlns:r="http://schemas.openxmlformats.org/officeDocument/2006/relationships" id="261" r:id="R127d50fc892543ed"/>
    <p:sldId xmlns:r="http://schemas.openxmlformats.org/officeDocument/2006/relationships" id="262" r:id="Ra176352badf542d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3e68fcc19a464e5a"/><Relationship Type="http://schemas.openxmlformats.org/officeDocument/2006/relationships/slideMaster" Target="/ppt/slideMasters/slideMaster1.xml" Id="R080e829da4934443"/><Relationship Type="http://schemas.openxmlformats.org/officeDocument/2006/relationships/notesMaster" Target="/ppt/notesMasters/notesMaster1.xml" Id="Rf2006a3f0b4742e3"/><Relationship Type="http://schemas.openxmlformats.org/officeDocument/2006/relationships/presProps" Target="/ppt/presProps.xml" Id="R2d87289ed4624c56"/><Relationship Type="http://schemas.openxmlformats.org/officeDocument/2006/relationships/tableStyles" Target="/ppt/tableStyles.xml" Id="R733f8c67bfe54005"/><Relationship Type="http://schemas.openxmlformats.org/officeDocument/2006/relationships/slide" Target="/ppt/slides/slide1.xml" Id="R7ebcd7383ebe4b0f"/><Relationship Type="http://schemas.openxmlformats.org/officeDocument/2006/relationships/slide" Target="/ppt/slides/slide2.xml" Id="Rf8a1fc615f8c4bc4"/><Relationship Type="http://schemas.openxmlformats.org/officeDocument/2006/relationships/slide" Target="/ppt/slides/slide3.xml" Id="Rbce2ee4c1c3a4fd4"/><Relationship Type="http://schemas.openxmlformats.org/officeDocument/2006/relationships/slide" Target="/ppt/slides/slide4.xml" Id="Rb8d0b8ef55664195"/><Relationship Type="http://schemas.openxmlformats.org/officeDocument/2006/relationships/slide" Target="/ppt/slides/slide5.xml" Id="Re670753c6e354911"/><Relationship Type="http://schemas.openxmlformats.org/officeDocument/2006/relationships/slide" Target="/ppt/slides/slide6.xml" Id="R127d50fc892543ed"/><Relationship Type="http://schemas.openxmlformats.org/officeDocument/2006/relationships/slide" Target="/ppt/slides/slide7.xml" Id="Ra176352badf542d1"/></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4850fc286ea40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0bbc9dbf3b4b84" /><Relationship Type="http://schemas.openxmlformats.org/officeDocument/2006/relationships/notesMaster" Target="/ppt/notesMasters/notesMaster1.xml" Id="R95b9a707a96343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493a09fded604581" /><Relationship Type="http://schemas.openxmlformats.org/officeDocument/2006/relationships/notesMaster" Target="/ppt/notesMasters/notesMaster1.xml" Id="Rb278d380717d44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8d76da17e74f15" /><Relationship Type="http://schemas.openxmlformats.org/officeDocument/2006/relationships/notesMaster" Target="/ppt/notesMasters/notesMaster1.xml" Id="R86e35349507543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19d2d8d56e4b89" /><Relationship Type="http://schemas.openxmlformats.org/officeDocument/2006/relationships/notesMaster" Target="/ppt/notesMasters/notesMaster1.xml" Id="Ra71280df35264d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76ee37830a4aaf" /><Relationship Type="http://schemas.openxmlformats.org/officeDocument/2006/relationships/notesMaster" Target="/ppt/notesMasters/notesMaster1.xml" Id="R68ffa9ab0b4641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b38d72e57c40d1" /><Relationship Type="http://schemas.openxmlformats.org/officeDocument/2006/relationships/notesMaster" Target="/ppt/notesMasters/notesMaster1.xml" Id="R84a8634e642045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ee5a42f2de49a2" /><Relationship Type="http://schemas.openxmlformats.org/officeDocument/2006/relationships/notesMaster" Target="/ppt/notesMasters/notesMaster1.xml" Id="R58909a872c8f4c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primo contributo è il DSL progettato. 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 fasi con due clic: A baseline, B generazione della PCAP mutata dal motore, C verifica della mutazione. Gli esempi a destra restano sempre visibili. DSL e pipeline sono in evidenza nelle fasi A e C.] 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8a6d224aa54c3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9ef96b1d2604cd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6ee231d0ef94f1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fe660f7b5b241b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6965e8d2ae64bb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ec27185d1734c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9D4EF0-DAE2-4CBE-AFAA-364F5523ADA5}"/>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2C4BBCF-E99E-49DE-82E5-CD19BC22D76D}"/>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20B08C7-9900-468E-ACF3-E04D8BDBCC5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BBD0890-E6FA-46C4-BF42-6374E589E42A}"/>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F78370C-E516-4283-A947-63C2D2A9971B}"/>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F868E99-1987-44EF-B031-D32A4566018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911FD3-3F68-477F-A529-8DCEC112553A}"/>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43E4415-0E2D-48B8-AB25-581E79558945}"/>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780E46-88F6-4ED8-8E03-18D614C4EE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1D9725-9953-4C39-B25C-1FEAFC25E147}"/>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7895b3dca54fbc" /><Relationship Type="http://schemas.openxmlformats.org/officeDocument/2006/relationships/slideLayout" Target="/ppt/slideLayouts/slideLayout1.xml" Id="R322b171288f247fd" /><Relationship Type="http://schemas.openxmlformats.org/officeDocument/2006/relationships/slideLayout" Target="/ppt/slideLayouts/slideLayout2.xml" Id="R7c7a73203a384888" /><Relationship Type="http://schemas.openxmlformats.org/officeDocument/2006/relationships/slideLayout" Target="/ppt/slideLayouts/slideLayout3.xml" Id="Rde42efc10431451e" /><Relationship Type="http://schemas.openxmlformats.org/officeDocument/2006/relationships/slideLayout" Target="/ppt/slideLayouts/slideLayout4.xml" Id="R9e8e37f8e5a142c9" /><Relationship Type="http://schemas.openxmlformats.org/officeDocument/2006/relationships/slideLayout" Target="/ppt/slideLayouts/slideLayout5.xml" Id="Reafdd39df2b043f4" /><Relationship Type="http://schemas.openxmlformats.org/officeDocument/2006/relationships/slideLayout" Target="/ppt/slideLayouts/slideLayout6.xml" Id="Rf548e6d54aba46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2b171288f247fd"/>
    <p:sldLayoutId xmlns:r="http://schemas.openxmlformats.org/officeDocument/2006/relationships" id="2147483650" r:id="R7c7a73203a384888"/>
    <p:sldLayoutId xmlns:r="http://schemas.openxmlformats.org/officeDocument/2006/relationships" id="2147483651" r:id="Rde42efc10431451e"/>
    <p:sldLayoutId xmlns:r="http://schemas.openxmlformats.org/officeDocument/2006/relationships" id="2147483652" r:id="R9e8e37f8e5a142c9"/>
    <p:sldLayoutId xmlns:r="http://schemas.openxmlformats.org/officeDocument/2006/relationships" id="2147483653" r:id="Reafdd39df2b043f4"/>
    <p:sldLayoutId xmlns:r="http://schemas.openxmlformats.org/officeDocument/2006/relationships" id="2147483654" r:id="Rf548e6d54aba46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452f477295249df" /><Relationship Type="http://schemas.openxmlformats.org/officeDocument/2006/relationships/image" Target="/ppt/media/image.png" Id="R6b867c90f8524082" /><Relationship Type="http://schemas.openxmlformats.org/officeDocument/2006/relationships/notesSlide" Target="/ppt/notesSlides/notesSlide1.xml" Id="Rd775a14391e449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b160bec86c6484b" /><Relationship Type="http://schemas.openxmlformats.org/officeDocument/2006/relationships/notesSlide" Target="/ppt/notesSlides/notesSlide2.xml" Id="R8670496153a348a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759f69eb29c4042" /><Relationship Type="http://schemas.openxmlformats.org/officeDocument/2006/relationships/image" Target="/ppt/media/image2.png" Id="Rb7fdc70e3687479b" /><Relationship Type="http://schemas.openxmlformats.org/officeDocument/2006/relationships/notesSlide" Target="/ppt/notesSlides/notesSlide3.xml" Id="R5a11708c45764f18" /></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b9596daaca2c4aa5"/><Relationship Type="http://schemas.openxmlformats.org/officeDocument/2006/relationships/notesSlide" Target="/ppt/notesSlides/notesSlide4.xml" Id="Rc8d7e325e7c8473f"/><Relationship Id="rIdV13100" Type="http://schemas.openxmlformats.org/officeDocument/2006/relationships/image" Target="../media/v13-image.png"/><Relationship Id="rIdV13101" Type="http://schemas.openxmlformats.org/officeDocument/2006/relationships/image" Target="../media/v13-image2.png"/><Relationship Id="rIdV13102" Type="http://schemas.openxmlformats.org/officeDocument/2006/relationships/image" Target="../media/v13-image3.png"/></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ab90bc639cc4052" /><Relationship Type="http://schemas.openxmlformats.org/officeDocument/2006/relationships/image" Target="/ppt/media/image3.png" Id="R155686fbcecd4b65" /><Relationship Type="http://schemas.openxmlformats.org/officeDocument/2006/relationships/notesSlide" Target="/ppt/notesSlides/notesSlide5.xml" Id="Rb07ae3c0c1f34b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c5c3f1653884fb1" /><Relationship Type="http://schemas.openxmlformats.org/officeDocument/2006/relationships/notesSlide" Target="/ppt/notesSlides/notesSlide6.xml" Id="Rfc5fe124f44442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68aaebe576240a4" /><Relationship Type="http://schemas.openxmlformats.org/officeDocument/2006/relationships/notesSlide" Target="/ppt/notesSlides/notesSlide7.xml" Id="Re17b4d44a5b049c2"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657D2786-6C97-4B9A-AFEB-E2F14EA1590D}"/>
              </a:ext>
            </a:extLst>
          </p:cNvPr>
          <p:cNvPicPr>
            <a:picLocks xmlns:a="http://schemas.openxmlformats.org/drawingml/2006/main" noChangeAspect="1"/>
          </p:cNvPicPr>
          <p:nvPr/>
        </p:nvPicPr>
        <p:blipFill>
          <a:blip xmlns:r="http://schemas.openxmlformats.org/officeDocument/2006/relationships" xmlns:a="http://schemas.openxmlformats.org/drawingml/2006/main" r:embed="R6b867c90f852408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29ABFA5E-9420-4E41-8AA0-1B7F482EFE59}"/>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Arial"/>
                <a:ea typeface="Arial"/>
                <a:cs typeface="Arial"/>
              </a:defRPr>
            </a:defPPr>
            <a:lvl1pPr algn="l">
              <a:defRPr sz="2025" b="0">
                <a:solidFill>
                  <a:srgbClr val="4264D0"/>
                </a:solidFill>
                <a:latin typeface="Arial"/>
                <a:ea typeface="Arial"/>
                <a:cs typeface="Arial"/>
              </a:defRPr>
            </a:lvl1pPr>
            <a:lvl2pPr algn="l">
              <a:defRPr sz="2025" b="0">
                <a:solidFill>
                  <a:srgbClr val="4264D0"/>
                </a:solidFill>
                <a:latin typeface="Arial"/>
                <a:ea typeface="Arial"/>
                <a:cs typeface="Arial"/>
              </a:defRPr>
            </a:lvl2pPr>
            <a:lvl3pPr algn="l">
              <a:defRPr sz="2025" b="0">
                <a:solidFill>
                  <a:srgbClr val="4264D0"/>
                </a:solidFill>
                <a:latin typeface="Arial"/>
                <a:ea typeface="Arial"/>
                <a:cs typeface="Arial"/>
              </a:defRPr>
            </a:lvl3pPr>
            <a:lvl4pPr algn="l">
              <a:defRPr sz="2025" b="0">
                <a:solidFill>
                  <a:srgbClr val="4264D0"/>
                </a:solidFill>
                <a:latin typeface="Arial"/>
                <a:ea typeface="Arial"/>
                <a:cs typeface="Arial"/>
              </a:defRPr>
            </a:lvl4pPr>
            <a:lvl5pPr algn="l">
              <a:defRPr sz="2025" b="0">
                <a:solidFill>
                  <a:srgbClr val="4264D0"/>
                </a:solidFill>
                <a:latin typeface="Arial"/>
                <a:ea typeface="Arial"/>
                <a:cs typeface="Arial"/>
              </a:defRPr>
            </a:lvl5pPr>
            <a:lvl6pPr algn="l">
              <a:defRPr sz="2025" b="0">
                <a:solidFill>
                  <a:srgbClr val="4264D0"/>
                </a:solidFill>
                <a:latin typeface="Arial"/>
                <a:ea typeface="Arial"/>
                <a:cs typeface="Arial"/>
              </a:defRPr>
            </a:lvl6pPr>
            <a:lvl7pPr algn="l">
              <a:defRPr sz="2025" b="0">
                <a:solidFill>
                  <a:srgbClr val="4264D0"/>
                </a:solidFill>
                <a:latin typeface="Arial"/>
                <a:ea typeface="Arial"/>
                <a:cs typeface="Arial"/>
              </a:defRPr>
            </a:lvl7pPr>
            <a:lvl8pPr algn="l">
              <a:defRPr sz="2025" b="0">
                <a:solidFill>
                  <a:srgbClr val="4264D0"/>
                </a:solidFill>
                <a:latin typeface="Arial"/>
                <a:ea typeface="Arial"/>
                <a:cs typeface="Arial"/>
              </a:defRPr>
            </a:lvl8pPr>
            <a:lvl9pPr algn="l">
              <a:defRPr sz="2025" b="0">
                <a:solidFill>
                  <a:srgbClr val="4264D0"/>
                </a:solidFill>
                <a:latin typeface="Arial"/>
                <a:ea typeface="Arial"/>
                <a:cs typeface="Arial"/>
              </a:defRPr>
            </a:lvl9pPr>
          </a:lstStyle>
          <a:p xmlns:a="http://schemas.openxmlformats.org/drawingml/2006/main">
            <a:pPr algn="l">
              <a:defRPr sz="2025" b="0">
                <a:solidFill>
                  <a:srgbClr val="4264D0"/>
                </a:solidFill>
                <a:latin typeface="Arial"/>
                <a:ea typeface="Arial"/>
                <a:cs typeface="Arial"/>
              </a:defRPr>
            </a:pPr>
            <a:r>
              <a:rPr sz="2025" b="0">
                <a:solidFill>
                  <a:srgbClr val="4264D0"/>
                </a:solidFill>
                <a:latin typeface="Arial"/>
                <a:ea typeface="Arial"/>
                <a:cs typeface="Arial"/>
              </a:rPr>
              <a:t>Corso di laurea in Informatica</a:t>
            </a:r>
          </a:p>
        </p:txBody>
      </p:sp>
      <p:sp>
        <p:nvSpPr>
          <p:cNvPr id="3" name="f3">
            <a:extLst xmlns:a="http://schemas.openxmlformats.org/drawingml/2006/main">
              <a:ext uri="{FF2B5EF4-FFF2-40B4-BE49-F238E27FC236}">
                <a16:creationId xmlns:a16="http://schemas.microsoft.com/office/drawing/2014/main" id="{2367EF65-31D1-4485-AE5D-767CB5BE5DB9}"/>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Arial"/>
                <a:ea typeface="Arial"/>
                <a:cs typeface="Arial"/>
              </a:defRPr>
            </a:defPPr>
            <a:lvl1pPr algn="l">
              <a:defRPr sz="3975" b="1">
                <a:solidFill>
                  <a:srgbClr val="1C2A40"/>
                </a:solidFill>
                <a:latin typeface="Arial"/>
                <a:ea typeface="Arial"/>
                <a:cs typeface="Arial"/>
              </a:defRPr>
            </a:lvl1pPr>
            <a:lvl2pPr algn="l">
              <a:defRPr sz="3975" b="1">
                <a:solidFill>
                  <a:srgbClr val="1C2A40"/>
                </a:solidFill>
                <a:latin typeface="Arial"/>
                <a:ea typeface="Arial"/>
                <a:cs typeface="Arial"/>
              </a:defRPr>
            </a:lvl2pPr>
            <a:lvl3pPr algn="l">
              <a:defRPr sz="3975" b="1">
                <a:solidFill>
                  <a:srgbClr val="1C2A40"/>
                </a:solidFill>
                <a:latin typeface="Arial"/>
                <a:ea typeface="Arial"/>
                <a:cs typeface="Arial"/>
              </a:defRPr>
            </a:lvl3pPr>
            <a:lvl4pPr algn="l">
              <a:defRPr sz="3975" b="1">
                <a:solidFill>
                  <a:srgbClr val="1C2A40"/>
                </a:solidFill>
                <a:latin typeface="Arial"/>
                <a:ea typeface="Arial"/>
                <a:cs typeface="Arial"/>
              </a:defRPr>
            </a:lvl4pPr>
            <a:lvl5pPr algn="l">
              <a:defRPr sz="3975" b="1">
                <a:solidFill>
                  <a:srgbClr val="1C2A40"/>
                </a:solidFill>
                <a:latin typeface="Arial"/>
                <a:ea typeface="Arial"/>
                <a:cs typeface="Arial"/>
              </a:defRPr>
            </a:lvl5pPr>
            <a:lvl6pPr algn="l">
              <a:defRPr sz="3975" b="1">
                <a:solidFill>
                  <a:srgbClr val="1C2A40"/>
                </a:solidFill>
                <a:latin typeface="Arial"/>
                <a:ea typeface="Arial"/>
                <a:cs typeface="Arial"/>
              </a:defRPr>
            </a:lvl6pPr>
            <a:lvl7pPr algn="l">
              <a:defRPr sz="3975" b="1">
                <a:solidFill>
                  <a:srgbClr val="1C2A40"/>
                </a:solidFill>
                <a:latin typeface="Arial"/>
                <a:ea typeface="Arial"/>
                <a:cs typeface="Arial"/>
              </a:defRPr>
            </a:lvl7pPr>
            <a:lvl8pPr algn="l">
              <a:defRPr sz="3975" b="1">
                <a:solidFill>
                  <a:srgbClr val="1C2A40"/>
                </a:solidFill>
                <a:latin typeface="Arial"/>
                <a:ea typeface="Arial"/>
                <a:cs typeface="Arial"/>
              </a:defRPr>
            </a:lvl8pPr>
            <a:lvl9pPr algn="l">
              <a:defRPr sz="3975" b="1">
                <a:solidFill>
                  <a:srgbClr val="1C2A40"/>
                </a:solidFill>
                <a:latin typeface="Arial"/>
                <a:ea typeface="Arial"/>
                <a:cs typeface="Arial"/>
              </a:defRPr>
            </a:lvl9pPr>
          </a:lstStyle>
          <a:p xmlns:a="http://schemas.openxmlformats.org/drawingml/2006/main">
            <a:pPr algn="l">
              <a:defRPr sz="3975" b="1">
                <a:solidFill>
                  <a:srgbClr val="1C2A40"/>
                </a:solidFill>
                <a:latin typeface="Arial"/>
                <a:ea typeface="Arial"/>
                <a:cs typeface="Arial"/>
              </a:defRPr>
            </a:pPr>
            <a:r>
              <a:rPr sz="3975" b="1">
                <a:solidFill>
                  <a:srgbClr val="1C2A40"/>
                </a:solidFill>
                <a:latin typeface="Arial"/>
                <a:ea typeface="Arial"/>
                <a:cs typeface="Arial"/>
              </a:rPr>
              <a:t>A Domain-Specific Language</a:t>
            </a:r>
          </a:p>
        </p:txBody>
      </p:sp>
      <p:sp>
        <p:nvSpPr>
          <p:cNvPr id="4" name="f4">
            <a:extLst xmlns:a="http://schemas.openxmlformats.org/drawingml/2006/main">
              <a:ext uri="{FF2B5EF4-FFF2-40B4-BE49-F238E27FC236}">
                <a16:creationId xmlns:a16="http://schemas.microsoft.com/office/drawing/2014/main" id="{0BAB1DC3-0D8F-484F-A212-522DB1E8157F}"/>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Arial"/>
                <a:ea typeface="Arial"/>
                <a:cs typeface="Arial"/>
              </a:defRPr>
            </a:defPPr>
            <a:lvl1pPr algn="l">
              <a:defRPr sz="3975" b="1">
                <a:solidFill>
                  <a:srgbClr val="1C2A40"/>
                </a:solidFill>
                <a:latin typeface="Arial"/>
                <a:ea typeface="Arial"/>
                <a:cs typeface="Arial"/>
              </a:defRPr>
            </a:lvl1pPr>
            <a:lvl2pPr algn="l">
              <a:defRPr sz="3975" b="1">
                <a:solidFill>
                  <a:srgbClr val="1C2A40"/>
                </a:solidFill>
                <a:latin typeface="Arial"/>
                <a:ea typeface="Arial"/>
                <a:cs typeface="Arial"/>
              </a:defRPr>
            </a:lvl2pPr>
            <a:lvl3pPr algn="l">
              <a:defRPr sz="3975" b="1">
                <a:solidFill>
                  <a:srgbClr val="1C2A40"/>
                </a:solidFill>
                <a:latin typeface="Arial"/>
                <a:ea typeface="Arial"/>
                <a:cs typeface="Arial"/>
              </a:defRPr>
            </a:lvl3pPr>
            <a:lvl4pPr algn="l">
              <a:defRPr sz="3975" b="1">
                <a:solidFill>
                  <a:srgbClr val="1C2A40"/>
                </a:solidFill>
                <a:latin typeface="Arial"/>
                <a:ea typeface="Arial"/>
                <a:cs typeface="Arial"/>
              </a:defRPr>
            </a:lvl4pPr>
            <a:lvl5pPr algn="l">
              <a:defRPr sz="3975" b="1">
                <a:solidFill>
                  <a:srgbClr val="1C2A40"/>
                </a:solidFill>
                <a:latin typeface="Arial"/>
                <a:ea typeface="Arial"/>
                <a:cs typeface="Arial"/>
              </a:defRPr>
            </a:lvl5pPr>
            <a:lvl6pPr algn="l">
              <a:defRPr sz="3975" b="1">
                <a:solidFill>
                  <a:srgbClr val="1C2A40"/>
                </a:solidFill>
                <a:latin typeface="Arial"/>
                <a:ea typeface="Arial"/>
                <a:cs typeface="Arial"/>
              </a:defRPr>
            </a:lvl6pPr>
            <a:lvl7pPr algn="l">
              <a:defRPr sz="3975" b="1">
                <a:solidFill>
                  <a:srgbClr val="1C2A40"/>
                </a:solidFill>
                <a:latin typeface="Arial"/>
                <a:ea typeface="Arial"/>
                <a:cs typeface="Arial"/>
              </a:defRPr>
            </a:lvl7pPr>
            <a:lvl8pPr algn="l">
              <a:defRPr sz="3975" b="1">
                <a:solidFill>
                  <a:srgbClr val="1C2A40"/>
                </a:solidFill>
                <a:latin typeface="Arial"/>
                <a:ea typeface="Arial"/>
                <a:cs typeface="Arial"/>
              </a:defRPr>
            </a:lvl8pPr>
            <a:lvl9pPr algn="l">
              <a:defRPr sz="3975" b="1">
                <a:solidFill>
                  <a:srgbClr val="1C2A40"/>
                </a:solidFill>
                <a:latin typeface="Arial"/>
                <a:ea typeface="Arial"/>
                <a:cs typeface="Arial"/>
              </a:defRPr>
            </a:lvl9pPr>
          </a:lstStyle>
          <a:p xmlns:a="http://schemas.openxmlformats.org/drawingml/2006/main">
            <a:pPr algn="l">
              <a:defRPr sz="3975" b="1">
                <a:solidFill>
                  <a:srgbClr val="1C2A40"/>
                </a:solidFill>
                <a:latin typeface="Arial"/>
                <a:ea typeface="Arial"/>
                <a:cs typeface="Arial"/>
              </a:defRPr>
            </a:pPr>
            <a:r>
              <a:rPr sz="3975" b="1">
                <a:solidFill>
                  <a:srgbClr val="1C2A40"/>
                </a:solidFill>
                <a:latin typeface="Arial"/>
                <a:ea typeface="Arial"/>
                <a:cs typeface="Arial"/>
              </a:rPr>
              <a:t>for Security Assurance</a:t>
            </a:r>
          </a:p>
        </p:txBody>
      </p:sp>
      <p:sp>
        <p:nvSpPr>
          <p:cNvPr id="5" name="f5">
            <a:extLst xmlns:a="http://schemas.openxmlformats.org/drawingml/2006/main">
              <a:ext uri="{FF2B5EF4-FFF2-40B4-BE49-F238E27FC236}">
                <a16:creationId xmlns:a16="http://schemas.microsoft.com/office/drawing/2014/main" id="{D2E8966A-AF1F-4988-8441-B7365EC245C1}"/>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Arial"/>
                <a:ea typeface="Arial"/>
                <a:cs typeface="Arial"/>
              </a:defRPr>
            </a:defPPr>
            <a:lvl1pPr algn="l">
              <a:defRPr sz="3975" b="1">
                <a:solidFill>
                  <a:srgbClr val="1C2A40"/>
                </a:solidFill>
                <a:latin typeface="Arial"/>
                <a:ea typeface="Arial"/>
                <a:cs typeface="Arial"/>
              </a:defRPr>
            </a:lvl1pPr>
            <a:lvl2pPr algn="l">
              <a:defRPr sz="3975" b="1">
                <a:solidFill>
                  <a:srgbClr val="1C2A40"/>
                </a:solidFill>
                <a:latin typeface="Arial"/>
                <a:ea typeface="Arial"/>
                <a:cs typeface="Arial"/>
              </a:defRPr>
            </a:lvl2pPr>
            <a:lvl3pPr algn="l">
              <a:defRPr sz="3975" b="1">
                <a:solidFill>
                  <a:srgbClr val="1C2A40"/>
                </a:solidFill>
                <a:latin typeface="Arial"/>
                <a:ea typeface="Arial"/>
                <a:cs typeface="Arial"/>
              </a:defRPr>
            </a:lvl3pPr>
            <a:lvl4pPr algn="l">
              <a:defRPr sz="3975" b="1">
                <a:solidFill>
                  <a:srgbClr val="1C2A40"/>
                </a:solidFill>
                <a:latin typeface="Arial"/>
                <a:ea typeface="Arial"/>
                <a:cs typeface="Arial"/>
              </a:defRPr>
            </a:lvl4pPr>
            <a:lvl5pPr algn="l">
              <a:defRPr sz="3975" b="1">
                <a:solidFill>
                  <a:srgbClr val="1C2A40"/>
                </a:solidFill>
                <a:latin typeface="Arial"/>
                <a:ea typeface="Arial"/>
                <a:cs typeface="Arial"/>
              </a:defRPr>
            </a:lvl5pPr>
            <a:lvl6pPr algn="l">
              <a:defRPr sz="3975" b="1">
                <a:solidFill>
                  <a:srgbClr val="1C2A40"/>
                </a:solidFill>
                <a:latin typeface="Arial"/>
                <a:ea typeface="Arial"/>
                <a:cs typeface="Arial"/>
              </a:defRPr>
            </a:lvl6pPr>
            <a:lvl7pPr algn="l">
              <a:defRPr sz="3975" b="1">
                <a:solidFill>
                  <a:srgbClr val="1C2A40"/>
                </a:solidFill>
                <a:latin typeface="Arial"/>
                <a:ea typeface="Arial"/>
                <a:cs typeface="Arial"/>
              </a:defRPr>
            </a:lvl7pPr>
            <a:lvl8pPr algn="l">
              <a:defRPr sz="3975" b="1">
                <a:solidFill>
                  <a:srgbClr val="1C2A40"/>
                </a:solidFill>
                <a:latin typeface="Arial"/>
                <a:ea typeface="Arial"/>
                <a:cs typeface="Arial"/>
              </a:defRPr>
            </a:lvl8pPr>
            <a:lvl9pPr algn="l">
              <a:defRPr sz="3975" b="1">
                <a:solidFill>
                  <a:srgbClr val="1C2A40"/>
                </a:solidFill>
                <a:latin typeface="Arial"/>
                <a:ea typeface="Arial"/>
                <a:cs typeface="Arial"/>
              </a:defRPr>
            </a:lvl9pPr>
          </a:lstStyle>
          <a:p xmlns:a="http://schemas.openxmlformats.org/drawingml/2006/main">
            <a:pPr algn="l">
              <a:defRPr sz="3975" b="1">
                <a:solidFill>
                  <a:srgbClr val="1C2A40"/>
                </a:solidFill>
                <a:latin typeface="Arial"/>
                <a:ea typeface="Arial"/>
                <a:cs typeface="Arial"/>
              </a:defRPr>
            </a:pPr>
            <a:r>
              <a:rPr sz="3975" b="1">
                <a:solidFill>
                  <a:srgbClr val="1C2A40"/>
                </a:solidFill>
                <a:latin typeface="Arial"/>
                <a:ea typeface="Arial"/>
                <a:cs typeface="Arial"/>
              </a:rPr>
              <a:t>of 5G SCAS Tests</a:t>
            </a:r>
          </a:p>
        </p:txBody>
      </p:sp>
      <p:sp>
        <p:nvSpPr>
          <p:cNvPr id="6" name="f6">
            <a:extLst xmlns:a="http://schemas.openxmlformats.org/drawingml/2006/main">
              <a:ext uri="{FF2B5EF4-FFF2-40B4-BE49-F238E27FC236}">
                <a16:creationId xmlns:a16="http://schemas.microsoft.com/office/drawing/2014/main" id="{C7BB09E2-E3CF-4865-8A8C-ED45A26F1C17}"/>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Arial"/>
                <a:ea typeface="Arial"/>
                <a:cs typeface="Arial"/>
              </a:defRPr>
            </a:defPPr>
            <a:lvl1pPr algn="l">
              <a:defRPr sz="3975" b="1">
                <a:solidFill>
                  <a:srgbClr val="1C2A40"/>
                </a:solidFill>
                <a:latin typeface="Arial"/>
                <a:ea typeface="Arial"/>
                <a:cs typeface="Arial"/>
              </a:defRPr>
            </a:lvl1pPr>
            <a:lvl2pPr algn="l">
              <a:defRPr sz="3975" b="1">
                <a:solidFill>
                  <a:srgbClr val="1C2A40"/>
                </a:solidFill>
                <a:latin typeface="Arial"/>
                <a:ea typeface="Arial"/>
                <a:cs typeface="Arial"/>
              </a:defRPr>
            </a:lvl2pPr>
            <a:lvl3pPr algn="l">
              <a:defRPr sz="3975" b="1">
                <a:solidFill>
                  <a:srgbClr val="1C2A40"/>
                </a:solidFill>
                <a:latin typeface="Arial"/>
                <a:ea typeface="Arial"/>
                <a:cs typeface="Arial"/>
              </a:defRPr>
            </a:lvl3pPr>
            <a:lvl4pPr algn="l">
              <a:defRPr sz="3975" b="1">
                <a:solidFill>
                  <a:srgbClr val="1C2A40"/>
                </a:solidFill>
                <a:latin typeface="Arial"/>
                <a:ea typeface="Arial"/>
                <a:cs typeface="Arial"/>
              </a:defRPr>
            </a:lvl4pPr>
            <a:lvl5pPr algn="l">
              <a:defRPr sz="3975" b="1">
                <a:solidFill>
                  <a:srgbClr val="1C2A40"/>
                </a:solidFill>
                <a:latin typeface="Arial"/>
                <a:ea typeface="Arial"/>
                <a:cs typeface="Arial"/>
              </a:defRPr>
            </a:lvl5pPr>
            <a:lvl6pPr algn="l">
              <a:defRPr sz="3975" b="1">
                <a:solidFill>
                  <a:srgbClr val="1C2A40"/>
                </a:solidFill>
                <a:latin typeface="Arial"/>
                <a:ea typeface="Arial"/>
                <a:cs typeface="Arial"/>
              </a:defRPr>
            </a:lvl6pPr>
            <a:lvl7pPr algn="l">
              <a:defRPr sz="3975" b="1">
                <a:solidFill>
                  <a:srgbClr val="1C2A40"/>
                </a:solidFill>
                <a:latin typeface="Arial"/>
                <a:ea typeface="Arial"/>
                <a:cs typeface="Arial"/>
              </a:defRPr>
            </a:lvl7pPr>
            <a:lvl8pPr algn="l">
              <a:defRPr sz="3975" b="1">
                <a:solidFill>
                  <a:srgbClr val="1C2A40"/>
                </a:solidFill>
                <a:latin typeface="Arial"/>
                <a:ea typeface="Arial"/>
                <a:cs typeface="Arial"/>
              </a:defRPr>
            </a:lvl8pPr>
            <a:lvl9pPr algn="l">
              <a:defRPr sz="3975" b="1">
                <a:solidFill>
                  <a:srgbClr val="1C2A40"/>
                </a:solidFill>
                <a:latin typeface="Arial"/>
                <a:ea typeface="Arial"/>
                <a:cs typeface="Arial"/>
              </a:defRPr>
            </a:lvl9pPr>
          </a:lstStyle>
          <a:p xmlns:a="http://schemas.openxmlformats.org/drawingml/2006/main">
            <a:pPr algn="l">
              <a:defRPr sz="3975" b="1">
                <a:solidFill>
                  <a:srgbClr val="1C2A40"/>
                </a:solidFill>
                <a:latin typeface="Arial"/>
                <a:ea typeface="Arial"/>
                <a:cs typeface="Arial"/>
              </a:defRPr>
            </a:pPr>
            <a:r>
              <a:rPr sz="3975" b="1">
                <a:solidFill>
                  <a:srgbClr val="1C2A40"/>
                </a:solidFill>
                <a:latin typeface="Arial"/>
                <a:ea typeface="Arial"/>
                <a:cs typeface="Arial"/>
              </a:rPr>
              <a:t>from Network Traffic Captures</a:t>
            </a:r>
          </a:p>
        </p:txBody>
      </p:sp>
      <p:sp>
        <p:nvSpPr>
          <p:cNvPr id="7" name="f7">
            <a:extLst xmlns:a="http://schemas.openxmlformats.org/drawingml/2006/main">
              <a:ext uri="{FF2B5EF4-FFF2-40B4-BE49-F238E27FC236}">
                <a16:creationId xmlns:a16="http://schemas.microsoft.com/office/drawing/2014/main" id="{EDEEE779-3543-4F80-9435-7DA3CE51A1DD}"/>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Arial"/>
                <a:ea typeface="Arial"/>
                <a:cs typeface="Arial"/>
              </a:defRPr>
            </a:defPPr>
            <a:lvl1pPr algn="l">
              <a:defRPr sz="1650" b="0">
                <a:solidFill>
                  <a:srgbClr val="65758B"/>
                </a:solidFill>
                <a:latin typeface="Arial"/>
                <a:ea typeface="Arial"/>
                <a:cs typeface="Arial"/>
              </a:defRPr>
            </a:lvl1pPr>
            <a:lvl2pPr algn="l">
              <a:defRPr sz="1650" b="0">
                <a:solidFill>
                  <a:srgbClr val="65758B"/>
                </a:solidFill>
                <a:latin typeface="Arial"/>
                <a:ea typeface="Arial"/>
                <a:cs typeface="Arial"/>
              </a:defRPr>
            </a:lvl2pPr>
            <a:lvl3pPr algn="l">
              <a:defRPr sz="1650" b="0">
                <a:solidFill>
                  <a:srgbClr val="65758B"/>
                </a:solidFill>
                <a:latin typeface="Arial"/>
                <a:ea typeface="Arial"/>
                <a:cs typeface="Arial"/>
              </a:defRPr>
            </a:lvl3pPr>
            <a:lvl4pPr algn="l">
              <a:defRPr sz="1650" b="0">
                <a:solidFill>
                  <a:srgbClr val="65758B"/>
                </a:solidFill>
                <a:latin typeface="Arial"/>
                <a:ea typeface="Arial"/>
                <a:cs typeface="Arial"/>
              </a:defRPr>
            </a:lvl4pPr>
            <a:lvl5pPr algn="l">
              <a:defRPr sz="1650" b="0">
                <a:solidFill>
                  <a:srgbClr val="65758B"/>
                </a:solidFill>
                <a:latin typeface="Arial"/>
                <a:ea typeface="Arial"/>
                <a:cs typeface="Arial"/>
              </a:defRPr>
            </a:lvl5pPr>
            <a:lvl6pPr algn="l">
              <a:defRPr sz="1650" b="0">
                <a:solidFill>
                  <a:srgbClr val="65758B"/>
                </a:solidFill>
                <a:latin typeface="Arial"/>
                <a:ea typeface="Arial"/>
                <a:cs typeface="Arial"/>
              </a:defRPr>
            </a:lvl6pPr>
            <a:lvl7pPr algn="l">
              <a:defRPr sz="1650" b="0">
                <a:solidFill>
                  <a:srgbClr val="65758B"/>
                </a:solidFill>
                <a:latin typeface="Arial"/>
                <a:ea typeface="Arial"/>
                <a:cs typeface="Arial"/>
              </a:defRPr>
            </a:lvl7pPr>
            <a:lvl8pPr algn="l">
              <a:defRPr sz="1650" b="0">
                <a:solidFill>
                  <a:srgbClr val="65758B"/>
                </a:solidFill>
                <a:latin typeface="Arial"/>
                <a:ea typeface="Arial"/>
                <a:cs typeface="Arial"/>
              </a:defRPr>
            </a:lvl8pPr>
            <a:lvl9pPr algn="l">
              <a:defRPr sz="1650" b="0">
                <a:solidFill>
                  <a:srgbClr val="65758B"/>
                </a:solidFill>
                <a:latin typeface="Arial"/>
                <a:ea typeface="Arial"/>
                <a:cs typeface="Arial"/>
              </a:defRPr>
            </a:lvl9pPr>
          </a:lstStyle>
          <a:p xmlns:a="http://schemas.openxmlformats.org/drawingml/2006/main">
            <a:pPr algn="l">
              <a:defRPr sz="1650" b="0">
                <a:solidFill>
                  <a:srgbClr val="65758B"/>
                </a:solidFill>
                <a:latin typeface="Arial"/>
                <a:ea typeface="Arial"/>
                <a:cs typeface="Arial"/>
              </a:defRPr>
            </a:pPr>
            <a:r>
              <a:rPr sz="1650" b="0">
                <a:solidFill>
                  <a:srgbClr val="65758B"/>
                </a:solidFill>
                <a:latin typeface="Arial"/>
                <a:ea typeface="Arial"/>
                <a:cs typeface="Arial"/>
              </a:rPr>
              <a:t>Laureando</a:t>
            </a:r>
          </a:p>
        </p:txBody>
      </p:sp>
      <p:sp>
        <p:nvSpPr>
          <p:cNvPr id="8" name="f8">
            <a:extLst xmlns:a="http://schemas.openxmlformats.org/drawingml/2006/main">
              <a:ext uri="{FF2B5EF4-FFF2-40B4-BE49-F238E27FC236}">
                <a16:creationId xmlns:a16="http://schemas.microsoft.com/office/drawing/2014/main" id="{F4B5FC35-330C-4C1D-9076-5CB0AD513F91}"/>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Arial"/>
                <a:ea typeface="Arial"/>
                <a:cs typeface="Arial"/>
              </a:defRPr>
            </a:defPPr>
            <a:lvl1pPr algn="l">
              <a:defRPr sz="2250" b="1">
                <a:solidFill>
                  <a:srgbClr val="1C2A40"/>
                </a:solidFill>
                <a:latin typeface="Arial"/>
                <a:ea typeface="Arial"/>
                <a:cs typeface="Arial"/>
              </a:defRPr>
            </a:lvl1pPr>
            <a:lvl2pPr algn="l">
              <a:defRPr sz="2250" b="1">
                <a:solidFill>
                  <a:srgbClr val="1C2A40"/>
                </a:solidFill>
                <a:latin typeface="Arial"/>
                <a:ea typeface="Arial"/>
                <a:cs typeface="Arial"/>
              </a:defRPr>
            </a:lvl2pPr>
            <a:lvl3pPr algn="l">
              <a:defRPr sz="2250" b="1">
                <a:solidFill>
                  <a:srgbClr val="1C2A40"/>
                </a:solidFill>
                <a:latin typeface="Arial"/>
                <a:ea typeface="Arial"/>
                <a:cs typeface="Arial"/>
              </a:defRPr>
            </a:lvl3pPr>
            <a:lvl4pPr algn="l">
              <a:defRPr sz="2250" b="1">
                <a:solidFill>
                  <a:srgbClr val="1C2A40"/>
                </a:solidFill>
                <a:latin typeface="Arial"/>
                <a:ea typeface="Arial"/>
                <a:cs typeface="Arial"/>
              </a:defRPr>
            </a:lvl4pPr>
            <a:lvl5pPr algn="l">
              <a:defRPr sz="2250" b="1">
                <a:solidFill>
                  <a:srgbClr val="1C2A40"/>
                </a:solidFill>
                <a:latin typeface="Arial"/>
                <a:ea typeface="Arial"/>
                <a:cs typeface="Arial"/>
              </a:defRPr>
            </a:lvl5pPr>
            <a:lvl6pPr algn="l">
              <a:defRPr sz="2250" b="1">
                <a:solidFill>
                  <a:srgbClr val="1C2A40"/>
                </a:solidFill>
                <a:latin typeface="Arial"/>
                <a:ea typeface="Arial"/>
                <a:cs typeface="Arial"/>
              </a:defRPr>
            </a:lvl6pPr>
            <a:lvl7pPr algn="l">
              <a:defRPr sz="2250" b="1">
                <a:solidFill>
                  <a:srgbClr val="1C2A40"/>
                </a:solidFill>
                <a:latin typeface="Arial"/>
                <a:ea typeface="Arial"/>
                <a:cs typeface="Arial"/>
              </a:defRPr>
            </a:lvl7pPr>
            <a:lvl8pPr algn="l">
              <a:defRPr sz="2250" b="1">
                <a:solidFill>
                  <a:srgbClr val="1C2A40"/>
                </a:solidFill>
                <a:latin typeface="Arial"/>
                <a:ea typeface="Arial"/>
                <a:cs typeface="Arial"/>
              </a:defRPr>
            </a:lvl8pPr>
            <a:lvl9pPr algn="l">
              <a:defRPr sz="2250" b="1">
                <a:solidFill>
                  <a:srgbClr val="1C2A40"/>
                </a:solidFill>
                <a:latin typeface="Arial"/>
                <a:ea typeface="Arial"/>
                <a:cs typeface="Arial"/>
              </a:defRPr>
            </a:lvl9pPr>
          </a:lstStyle>
          <a:p xmlns:a="http://schemas.openxmlformats.org/drawingml/2006/main">
            <a:pPr algn="l">
              <a:defRPr sz="2250" b="1">
                <a:solidFill>
                  <a:srgbClr val="1C2A40"/>
                </a:solidFill>
                <a:latin typeface="Arial"/>
                <a:ea typeface="Arial"/>
                <a:cs typeface="Arial"/>
              </a:defRPr>
            </a:pPr>
            <a:r>
              <a:rPr sz="2250" b="1">
                <a:solidFill>
                  <a:srgbClr val="1C2A40"/>
                </a:solidFill>
                <a:latin typeface="Arial"/>
                <a:ea typeface="Arial"/>
                <a:cs typeface="Arial"/>
              </a:rPr>
              <a:t>Samuele De Santis</a:t>
            </a:r>
          </a:p>
        </p:txBody>
      </p:sp>
      <p:sp>
        <p:nvSpPr>
          <p:cNvPr id="9" name="f9">
            <a:extLst xmlns:a="http://schemas.openxmlformats.org/drawingml/2006/main">
              <a:ext uri="{FF2B5EF4-FFF2-40B4-BE49-F238E27FC236}">
                <a16:creationId xmlns:a16="http://schemas.microsoft.com/office/drawing/2014/main" id="{62067359-B5A9-459E-A9B0-0A9E36DA902F}"/>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Arial"/>
                <a:ea typeface="Arial"/>
                <a:cs typeface="Arial"/>
              </a:defRPr>
            </a:defPPr>
            <a:lvl1pPr algn="l">
              <a:defRPr sz="1875" b="0">
                <a:solidFill>
                  <a:srgbClr val="1C2A40"/>
                </a:solidFill>
                <a:latin typeface="Arial"/>
                <a:ea typeface="Arial"/>
                <a:cs typeface="Arial"/>
              </a:defRPr>
            </a:lvl1pPr>
            <a:lvl2pPr algn="l">
              <a:defRPr sz="1875" b="0">
                <a:solidFill>
                  <a:srgbClr val="1C2A40"/>
                </a:solidFill>
                <a:latin typeface="Arial"/>
                <a:ea typeface="Arial"/>
                <a:cs typeface="Arial"/>
              </a:defRPr>
            </a:lvl2pPr>
            <a:lvl3pPr algn="l">
              <a:defRPr sz="1875" b="0">
                <a:solidFill>
                  <a:srgbClr val="1C2A40"/>
                </a:solidFill>
                <a:latin typeface="Arial"/>
                <a:ea typeface="Arial"/>
                <a:cs typeface="Arial"/>
              </a:defRPr>
            </a:lvl3pPr>
            <a:lvl4pPr algn="l">
              <a:defRPr sz="1875" b="0">
                <a:solidFill>
                  <a:srgbClr val="1C2A40"/>
                </a:solidFill>
                <a:latin typeface="Arial"/>
                <a:ea typeface="Arial"/>
                <a:cs typeface="Arial"/>
              </a:defRPr>
            </a:lvl4pPr>
            <a:lvl5pPr algn="l">
              <a:defRPr sz="1875" b="0">
                <a:solidFill>
                  <a:srgbClr val="1C2A40"/>
                </a:solidFill>
                <a:latin typeface="Arial"/>
                <a:ea typeface="Arial"/>
                <a:cs typeface="Arial"/>
              </a:defRPr>
            </a:lvl5pPr>
            <a:lvl6pPr algn="l">
              <a:defRPr sz="1875" b="0">
                <a:solidFill>
                  <a:srgbClr val="1C2A40"/>
                </a:solidFill>
                <a:latin typeface="Arial"/>
                <a:ea typeface="Arial"/>
                <a:cs typeface="Arial"/>
              </a:defRPr>
            </a:lvl6pPr>
            <a:lvl7pPr algn="l">
              <a:defRPr sz="1875" b="0">
                <a:solidFill>
                  <a:srgbClr val="1C2A40"/>
                </a:solidFill>
                <a:latin typeface="Arial"/>
                <a:ea typeface="Arial"/>
                <a:cs typeface="Arial"/>
              </a:defRPr>
            </a:lvl7pPr>
            <a:lvl8pPr algn="l">
              <a:defRPr sz="1875" b="0">
                <a:solidFill>
                  <a:srgbClr val="1C2A40"/>
                </a:solidFill>
                <a:latin typeface="Arial"/>
                <a:ea typeface="Arial"/>
                <a:cs typeface="Arial"/>
              </a:defRPr>
            </a:lvl8pPr>
            <a:lvl9pPr algn="l">
              <a:defRPr sz="1875" b="0">
                <a:solidFill>
                  <a:srgbClr val="1C2A40"/>
                </a:solidFill>
                <a:latin typeface="Arial"/>
                <a:ea typeface="Arial"/>
                <a:cs typeface="Arial"/>
              </a:defRPr>
            </a:lvl9pPr>
          </a:lstStyle>
          <a:p xmlns:a="http://schemas.openxmlformats.org/drawingml/2006/main">
            <a:pPr algn="l">
              <a:defRPr sz="1875" b="0">
                <a:solidFill>
                  <a:srgbClr val="1C2A40"/>
                </a:solidFill>
                <a:latin typeface="Arial"/>
                <a:ea typeface="Arial"/>
                <a:cs typeface="Arial"/>
              </a:defRPr>
            </a:pPr>
            <a:r>
              <a:rPr sz="1875" b="0">
                <a:solidFill>
                  <a:srgbClr val="1C2A40"/>
                </a:solidFill>
                <a:latin typeface="Arial"/>
                <a:ea typeface="Arial"/>
                <a:cs typeface="Arial"/>
              </a:rPr>
              <a:t>Relatrice: Prof.ssa Paola Vocca</a:t>
            </a:r>
          </a:p>
        </p:txBody>
      </p:sp>
      <p:sp>
        <p:nvSpPr>
          <p:cNvPr id="10" name="f10">
            <a:extLst xmlns:a="http://schemas.openxmlformats.org/drawingml/2006/main">
              <a:ext uri="{FF2B5EF4-FFF2-40B4-BE49-F238E27FC236}">
                <a16:creationId xmlns:a16="http://schemas.microsoft.com/office/drawing/2014/main" id="{5DA44565-0873-40D4-A4BF-1C0CF7ACEF44}"/>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Arial"/>
                <a:ea typeface="Arial"/>
                <a:cs typeface="Arial"/>
              </a:defRPr>
            </a:defPPr>
            <a:lvl1pPr algn="l">
              <a:defRPr sz="1875" b="0">
                <a:solidFill>
                  <a:srgbClr val="1C2A40"/>
                </a:solidFill>
                <a:latin typeface="Arial"/>
                <a:ea typeface="Arial"/>
                <a:cs typeface="Arial"/>
              </a:defRPr>
            </a:lvl1pPr>
            <a:lvl2pPr algn="l">
              <a:defRPr sz="1875" b="0">
                <a:solidFill>
                  <a:srgbClr val="1C2A40"/>
                </a:solidFill>
                <a:latin typeface="Arial"/>
                <a:ea typeface="Arial"/>
                <a:cs typeface="Arial"/>
              </a:defRPr>
            </a:lvl2pPr>
            <a:lvl3pPr algn="l">
              <a:defRPr sz="1875" b="0">
                <a:solidFill>
                  <a:srgbClr val="1C2A40"/>
                </a:solidFill>
                <a:latin typeface="Arial"/>
                <a:ea typeface="Arial"/>
                <a:cs typeface="Arial"/>
              </a:defRPr>
            </a:lvl3pPr>
            <a:lvl4pPr algn="l">
              <a:defRPr sz="1875" b="0">
                <a:solidFill>
                  <a:srgbClr val="1C2A40"/>
                </a:solidFill>
                <a:latin typeface="Arial"/>
                <a:ea typeface="Arial"/>
                <a:cs typeface="Arial"/>
              </a:defRPr>
            </a:lvl4pPr>
            <a:lvl5pPr algn="l">
              <a:defRPr sz="1875" b="0">
                <a:solidFill>
                  <a:srgbClr val="1C2A40"/>
                </a:solidFill>
                <a:latin typeface="Arial"/>
                <a:ea typeface="Arial"/>
                <a:cs typeface="Arial"/>
              </a:defRPr>
            </a:lvl5pPr>
            <a:lvl6pPr algn="l">
              <a:defRPr sz="1875" b="0">
                <a:solidFill>
                  <a:srgbClr val="1C2A40"/>
                </a:solidFill>
                <a:latin typeface="Arial"/>
                <a:ea typeface="Arial"/>
                <a:cs typeface="Arial"/>
              </a:defRPr>
            </a:lvl6pPr>
            <a:lvl7pPr algn="l">
              <a:defRPr sz="1875" b="0">
                <a:solidFill>
                  <a:srgbClr val="1C2A40"/>
                </a:solidFill>
                <a:latin typeface="Arial"/>
                <a:ea typeface="Arial"/>
                <a:cs typeface="Arial"/>
              </a:defRPr>
            </a:lvl7pPr>
            <a:lvl8pPr algn="l">
              <a:defRPr sz="1875" b="0">
                <a:solidFill>
                  <a:srgbClr val="1C2A40"/>
                </a:solidFill>
                <a:latin typeface="Arial"/>
                <a:ea typeface="Arial"/>
                <a:cs typeface="Arial"/>
              </a:defRPr>
            </a:lvl8pPr>
            <a:lvl9pPr algn="l">
              <a:defRPr sz="1875" b="0">
                <a:solidFill>
                  <a:srgbClr val="1C2A40"/>
                </a:solidFill>
                <a:latin typeface="Arial"/>
                <a:ea typeface="Arial"/>
                <a:cs typeface="Arial"/>
              </a:defRPr>
            </a:lvl9pPr>
          </a:lstStyle>
          <a:p xmlns:a="http://schemas.openxmlformats.org/drawingml/2006/main">
            <a:pPr algn="l">
              <a:defRPr sz="1875" b="0">
                <a:solidFill>
                  <a:srgbClr val="1C2A40"/>
                </a:solidFill>
                <a:latin typeface="Arial"/>
                <a:ea typeface="Arial"/>
                <a:cs typeface="Arial"/>
              </a:defRPr>
            </a:pPr>
            <a:r>
              <a:rPr sz="1875" b="0">
                <a:solidFill>
                  <a:srgbClr val="1C2A40"/>
                </a:solidFill>
                <a:latin typeface="Arial"/>
                <a:ea typeface="Arial"/>
                <a:cs typeface="Arial"/>
              </a:rPr>
              <a:t>Correlatore: Dott. Francesco Mancini</a:t>
            </a:r>
          </a:p>
        </p:txBody>
      </p:sp>
      <p:sp>
        <p:nvSpPr>
          <p:cNvPr id="11" name="f11">
            <a:extLst xmlns:a="http://schemas.openxmlformats.org/drawingml/2006/main">
              <a:ext uri="{FF2B5EF4-FFF2-40B4-BE49-F238E27FC236}">
                <a16:creationId xmlns:a16="http://schemas.microsoft.com/office/drawing/2014/main" id="{1AEB2D7A-3B24-4DA1-BC84-18C4FAFE3A14}"/>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Arial"/>
                <a:ea typeface="Arial"/>
                <a:cs typeface="Arial"/>
              </a:defRPr>
            </a:defPPr>
            <a:lvl1pPr algn="l">
              <a:defRPr sz="1800" b="0">
                <a:solidFill>
                  <a:srgbClr val="65758B"/>
                </a:solidFill>
                <a:latin typeface="Arial"/>
                <a:ea typeface="Arial"/>
                <a:cs typeface="Arial"/>
              </a:defRPr>
            </a:lvl1pPr>
            <a:lvl2pPr algn="l">
              <a:defRPr sz="1800" b="0">
                <a:solidFill>
                  <a:srgbClr val="65758B"/>
                </a:solidFill>
                <a:latin typeface="Arial"/>
                <a:ea typeface="Arial"/>
                <a:cs typeface="Arial"/>
              </a:defRPr>
            </a:lvl2pPr>
            <a:lvl3pPr algn="l">
              <a:defRPr sz="1800" b="0">
                <a:solidFill>
                  <a:srgbClr val="65758B"/>
                </a:solidFill>
                <a:latin typeface="Arial"/>
                <a:ea typeface="Arial"/>
                <a:cs typeface="Arial"/>
              </a:defRPr>
            </a:lvl3pPr>
            <a:lvl4pPr algn="l">
              <a:defRPr sz="1800" b="0">
                <a:solidFill>
                  <a:srgbClr val="65758B"/>
                </a:solidFill>
                <a:latin typeface="Arial"/>
                <a:ea typeface="Arial"/>
                <a:cs typeface="Arial"/>
              </a:defRPr>
            </a:lvl4pPr>
            <a:lvl5pPr algn="l">
              <a:defRPr sz="1800" b="0">
                <a:solidFill>
                  <a:srgbClr val="65758B"/>
                </a:solidFill>
                <a:latin typeface="Arial"/>
                <a:ea typeface="Arial"/>
                <a:cs typeface="Arial"/>
              </a:defRPr>
            </a:lvl5pPr>
            <a:lvl6pPr algn="l">
              <a:defRPr sz="1800" b="0">
                <a:solidFill>
                  <a:srgbClr val="65758B"/>
                </a:solidFill>
                <a:latin typeface="Arial"/>
                <a:ea typeface="Arial"/>
                <a:cs typeface="Arial"/>
              </a:defRPr>
            </a:lvl6pPr>
            <a:lvl7pPr algn="l">
              <a:defRPr sz="1800" b="0">
                <a:solidFill>
                  <a:srgbClr val="65758B"/>
                </a:solidFill>
                <a:latin typeface="Arial"/>
                <a:ea typeface="Arial"/>
                <a:cs typeface="Arial"/>
              </a:defRPr>
            </a:lvl7pPr>
            <a:lvl8pPr algn="l">
              <a:defRPr sz="1800" b="0">
                <a:solidFill>
                  <a:srgbClr val="65758B"/>
                </a:solidFill>
                <a:latin typeface="Arial"/>
                <a:ea typeface="Arial"/>
                <a:cs typeface="Arial"/>
              </a:defRPr>
            </a:lvl8pPr>
            <a:lvl9pPr algn="l">
              <a:defRPr sz="1800" b="0">
                <a:solidFill>
                  <a:srgbClr val="65758B"/>
                </a:solidFill>
                <a:latin typeface="Arial"/>
                <a:ea typeface="Arial"/>
                <a:cs typeface="Arial"/>
              </a:defRPr>
            </a:lvl9pPr>
          </a:lstStyle>
          <a:p xmlns:a="http://schemas.openxmlformats.org/drawingml/2006/main">
            <a:pPr algn="l">
              <a:defRPr sz="1800" b="0">
                <a:solidFill>
                  <a:srgbClr val="65758B"/>
                </a:solidFill>
                <a:latin typeface="Arial"/>
                <a:ea typeface="Arial"/>
                <a:cs typeface="Arial"/>
              </a:defRPr>
            </a:pPr>
            <a:r>
              <a:rPr sz="1800" b="0">
                <a:solidFill>
                  <a:srgbClr val="65758B"/>
                </a:solidFill>
                <a:latin typeface="Arial"/>
                <a:ea typeface="Arial"/>
                <a:cs typeface="Arial"/>
              </a:rPr>
              <a:t>Anno accademico 2025/2026</a:t>
            </a:r>
          </a:p>
        </p:txBody>
      </p:sp>
      <p:sp>
        <p:nvSpPr>
          <p:cNvPr id="12" name="f12">
            <a:extLst xmlns:a="http://schemas.openxmlformats.org/drawingml/2006/main">
              <a:ext uri="{FF2B5EF4-FFF2-40B4-BE49-F238E27FC236}">
                <a16:creationId xmlns:a16="http://schemas.microsoft.com/office/drawing/2014/main" id="{55780277-F541-45F6-8F2B-8D7C5A9B90CA}"/>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Arial"/>
                <a:ea typeface="Arial"/>
                <a:cs typeface="Arial"/>
              </a:defRPr>
            </a:defPPr>
            <a:lvl1pPr algn="l">
              <a:defRPr sz="2325" b="1">
                <a:solidFill>
                  <a:srgbClr val="1C2A40"/>
                </a:solidFill>
                <a:latin typeface="Arial"/>
                <a:ea typeface="Arial"/>
                <a:cs typeface="Arial"/>
              </a:defRPr>
            </a:lvl1pPr>
            <a:lvl2pPr algn="l">
              <a:defRPr sz="2325" b="1">
                <a:solidFill>
                  <a:srgbClr val="1C2A40"/>
                </a:solidFill>
                <a:latin typeface="Arial"/>
                <a:ea typeface="Arial"/>
                <a:cs typeface="Arial"/>
              </a:defRPr>
            </a:lvl2pPr>
            <a:lvl3pPr algn="l">
              <a:defRPr sz="2325" b="1">
                <a:solidFill>
                  <a:srgbClr val="1C2A40"/>
                </a:solidFill>
                <a:latin typeface="Arial"/>
                <a:ea typeface="Arial"/>
                <a:cs typeface="Arial"/>
              </a:defRPr>
            </a:lvl3pPr>
            <a:lvl4pPr algn="l">
              <a:defRPr sz="2325" b="1">
                <a:solidFill>
                  <a:srgbClr val="1C2A40"/>
                </a:solidFill>
                <a:latin typeface="Arial"/>
                <a:ea typeface="Arial"/>
                <a:cs typeface="Arial"/>
              </a:defRPr>
            </a:lvl4pPr>
            <a:lvl5pPr algn="l">
              <a:defRPr sz="2325" b="1">
                <a:solidFill>
                  <a:srgbClr val="1C2A40"/>
                </a:solidFill>
                <a:latin typeface="Arial"/>
                <a:ea typeface="Arial"/>
                <a:cs typeface="Arial"/>
              </a:defRPr>
            </a:lvl5pPr>
            <a:lvl6pPr algn="l">
              <a:defRPr sz="2325" b="1">
                <a:solidFill>
                  <a:srgbClr val="1C2A40"/>
                </a:solidFill>
                <a:latin typeface="Arial"/>
                <a:ea typeface="Arial"/>
                <a:cs typeface="Arial"/>
              </a:defRPr>
            </a:lvl6pPr>
            <a:lvl7pPr algn="l">
              <a:defRPr sz="2325" b="1">
                <a:solidFill>
                  <a:srgbClr val="1C2A40"/>
                </a:solidFill>
                <a:latin typeface="Arial"/>
                <a:ea typeface="Arial"/>
                <a:cs typeface="Arial"/>
              </a:defRPr>
            </a:lvl7pPr>
            <a:lvl8pPr algn="l">
              <a:defRPr sz="2325" b="1">
                <a:solidFill>
                  <a:srgbClr val="1C2A40"/>
                </a:solidFill>
                <a:latin typeface="Arial"/>
                <a:ea typeface="Arial"/>
                <a:cs typeface="Arial"/>
              </a:defRPr>
            </a:lvl8pPr>
            <a:lvl9pPr algn="l">
              <a:defRPr sz="2325" b="1">
                <a:solidFill>
                  <a:srgbClr val="1C2A40"/>
                </a:solidFill>
                <a:latin typeface="Arial"/>
                <a:ea typeface="Arial"/>
                <a:cs typeface="Arial"/>
              </a:defRPr>
            </a:lvl9pPr>
          </a:lstStyle>
          <a:p xmlns:a="http://schemas.openxmlformats.org/drawingml/2006/main">
            <a:pPr algn="l">
              <a:defRPr sz="2325" b="1">
                <a:solidFill>
                  <a:srgbClr val="1C2A40"/>
                </a:solidFill>
                <a:latin typeface="Arial"/>
                <a:ea typeface="Arial"/>
                <a:cs typeface="Arial"/>
              </a:defRPr>
            </a:pPr>
            <a:r>
              <a:rPr sz="2325" b="1">
                <a:solidFill>
                  <a:srgbClr val="1C2A40"/>
                </a:solidFill>
                <a:latin typeface="Arial"/>
                <a:ea typeface="Arial"/>
                <a:cs typeface="Arial"/>
              </a:rPr>
              <a:t>PCAP</a:t>
            </a:r>
          </a:p>
        </p:txBody>
      </p:sp>
      <p:sp>
        <p:nvSpPr>
          <p:cNvPr id="13" name="f13">
            <a:extLst xmlns:a="http://schemas.openxmlformats.org/drawingml/2006/main">
              <a:ext uri="{FF2B5EF4-FFF2-40B4-BE49-F238E27FC236}">
                <a16:creationId xmlns:a16="http://schemas.microsoft.com/office/drawing/2014/main" id="{33838266-49BE-4337-ACE4-9AA4098C4358}"/>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Arial"/>
                <a:ea typeface="Arial"/>
                <a:cs typeface="Arial"/>
              </a:defRPr>
            </a:defPPr>
            <a:lvl1pPr algn="l">
              <a:defRPr sz="1725" b="0">
                <a:solidFill>
                  <a:srgbClr val="65758B"/>
                </a:solidFill>
                <a:latin typeface="Arial"/>
                <a:ea typeface="Arial"/>
                <a:cs typeface="Arial"/>
              </a:defRPr>
            </a:lvl1pPr>
            <a:lvl2pPr algn="l">
              <a:defRPr sz="1725" b="0">
                <a:solidFill>
                  <a:srgbClr val="65758B"/>
                </a:solidFill>
                <a:latin typeface="Arial"/>
                <a:ea typeface="Arial"/>
                <a:cs typeface="Arial"/>
              </a:defRPr>
            </a:lvl2pPr>
            <a:lvl3pPr algn="l">
              <a:defRPr sz="1725" b="0">
                <a:solidFill>
                  <a:srgbClr val="65758B"/>
                </a:solidFill>
                <a:latin typeface="Arial"/>
                <a:ea typeface="Arial"/>
                <a:cs typeface="Arial"/>
              </a:defRPr>
            </a:lvl3pPr>
            <a:lvl4pPr algn="l">
              <a:defRPr sz="1725" b="0">
                <a:solidFill>
                  <a:srgbClr val="65758B"/>
                </a:solidFill>
                <a:latin typeface="Arial"/>
                <a:ea typeface="Arial"/>
                <a:cs typeface="Arial"/>
              </a:defRPr>
            </a:lvl4pPr>
            <a:lvl5pPr algn="l">
              <a:defRPr sz="1725" b="0">
                <a:solidFill>
                  <a:srgbClr val="65758B"/>
                </a:solidFill>
                <a:latin typeface="Arial"/>
                <a:ea typeface="Arial"/>
                <a:cs typeface="Arial"/>
              </a:defRPr>
            </a:lvl5pPr>
            <a:lvl6pPr algn="l">
              <a:defRPr sz="1725" b="0">
                <a:solidFill>
                  <a:srgbClr val="65758B"/>
                </a:solidFill>
                <a:latin typeface="Arial"/>
                <a:ea typeface="Arial"/>
                <a:cs typeface="Arial"/>
              </a:defRPr>
            </a:lvl6pPr>
            <a:lvl7pPr algn="l">
              <a:defRPr sz="1725" b="0">
                <a:solidFill>
                  <a:srgbClr val="65758B"/>
                </a:solidFill>
                <a:latin typeface="Arial"/>
                <a:ea typeface="Arial"/>
                <a:cs typeface="Arial"/>
              </a:defRPr>
            </a:lvl7pPr>
            <a:lvl8pPr algn="l">
              <a:defRPr sz="1725" b="0">
                <a:solidFill>
                  <a:srgbClr val="65758B"/>
                </a:solidFill>
                <a:latin typeface="Arial"/>
                <a:ea typeface="Arial"/>
                <a:cs typeface="Arial"/>
              </a:defRPr>
            </a:lvl8pPr>
            <a:lvl9pPr algn="l">
              <a:defRPr sz="1725" b="0">
                <a:solidFill>
                  <a:srgbClr val="65758B"/>
                </a:solidFill>
                <a:latin typeface="Arial"/>
                <a:ea typeface="Arial"/>
                <a:cs typeface="Arial"/>
              </a:defRPr>
            </a:lvl9pPr>
          </a:lstStyle>
          <a:p xmlns:a="http://schemas.openxmlformats.org/drawingml/2006/main">
            <a:pPr algn="l">
              <a:defRPr sz="1725" b="0">
                <a:solidFill>
                  <a:srgbClr val="65758B"/>
                </a:solidFill>
                <a:latin typeface="Arial"/>
                <a:ea typeface="Arial"/>
                <a:cs typeface="Arial"/>
              </a:defRPr>
            </a:pPr>
            <a:r>
              <a:rPr sz="1725" b="0">
                <a:solidFill>
                  <a:srgbClr val="65758B"/>
                </a:solidFill>
                <a:latin typeface="Arial"/>
                <a:ea typeface="Arial"/>
                <a:cs typeface="Arial"/>
              </a:rPr>
              <a:t>cattura di rete</a:t>
            </a:r>
          </a:p>
        </p:txBody>
      </p:sp>
      <p:sp>
        <p:nvSpPr>
          <p:cNvPr id="14" name="f14">
            <a:extLst xmlns:a="http://schemas.openxmlformats.org/drawingml/2006/main">
              <a:ext uri="{FF2B5EF4-FFF2-40B4-BE49-F238E27FC236}">
                <a16:creationId xmlns:a16="http://schemas.microsoft.com/office/drawing/2014/main" id="{0DA2BD25-AC39-4ED2-9298-079C9D5C2D5A}"/>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Arial"/>
                <a:ea typeface="Arial"/>
                <a:cs typeface="Arial"/>
              </a:defRPr>
            </a:defPPr>
            <a:lvl1pPr algn="l">
              <a:defRPr sz="2325" b="1">
                <a:solidFill>
                  <a:srgbClr val="4264D0"/>
                </a:solidFill>
                <a:latin typeface="Arial"/>
                <a:ea typeface="Arial"/>
                <a:cs typeface="Arial"/>
              </a:defRPr>
            </a:lvl1pPr>
            <a:lvl2pPr algn="l">
              <a:defRPr sz="2325" b="1">
                <a:solidFill>
                  <a:srgbClr val="4264D0"/>
                </a:solidFill>
                <a:latin typeface="Arial"/>
                <a:ea typeface="Arial"/>
                <a:cs typeface="Arial"/>
              </a:defRPr>
            </a:lvl2pPr>
            <a:lvl3pPr algn="l">
              <a:defRPr sz="2325" b="1">
                <a:solidFill>
                  <a:srgbClr val="4264D0"/>
                </a:solidFill>
                <a:latin typeface="Arial"/>
                <a:ea typeface="Arial"/>
                <a:cs typeface="Arial"/>
              </a:defRPr>
            </a:lvl3pPr>
            <a:lvl4pPr algn="l">
              <a:defRPr sz="2325" b="1">
                <a:solidFill>
                  <a:srgbClr val="4264D0"/>
                </a:solidFill>
                <a:latin typeface="Arial"/>
                <a:ea typeface="Arial"/>
                <a:cs typeface="Arial"/>
              </a:defRPr>
            </a:lvl4pPr>
            <a:lvl5pPr algn="l">
              <a:defRPr sz="2325" b="1">
                <a:solidFill>
                  <a:srgbClr val="4264D0"/>
                </a:solidFill>
                <a:latin typeface="Arial"/>
                <a:ea typeface="Arial"/>
                <a:cs typeface="Arial"/>
              </a:defRPr>
            </a:lvl5pPr>
            <a:lvl6pPr algn="l">
              <a:defRPr sz="2325" b="1">
                <a:solidFill>
                  <a:srgbClr val="4264D0"/>
                </a:solidFill>
                <a:latin typeface="Arial"/>
                <a:ea typeface="Arial"/>
                <a:cs typeface="Arial"/>
              </a:defRPr>
            </a:lvl6pPr>
            <a:lvl7pPr algn="l">
              <a:defRPr sz="2325" b="1">
                <a:solidFill>
                  <a:srgbClr val="4264D0"/>
                </a:solidFill>
                <a:latin typeface="Arial"/>
                <a:ea typeface="Arial"/>
                <a:cs typeface="Arial"/>
              </a:defRPr>
            </a:lvl7pPr>
            <a:lvl8pPr algn="l">
              <a:defRPr sz="2325" b="1">
                <a:solidFill>
                  <a:srgbClr val="4264D0"/>
                </a:solidFill>
                <a:latin typeface="Arial"/>
                <a:ea typeface="Arial"/>
                <a:cs typeface="Arial"/>
              </a:defRPr>
            </a:lvl8pPr>
            <a:lvl9pPr algn="l">
              <a:defRPr sz="2325" b="1">
                <a:solidFill>
                  <a:srgbClr val="4264D0"/>
                </a:solidFill>
                <a:latin typeface="Arial"/>
                <a:ea typeface="Arial"/>
                <a:cs typeface="Arial"/>
              </a:defRPr>
            </a:lvl9pPr>
          </a:lstStyle>
          <a:p xmlns:a="http://schemas.openxmlformats.org/drawingml/2006/main">
            <a:pPr algn="l">
              <a:defRPr sz="2325" b="1">
                <a:solidFill>
                  <a:srgbClr val="4264D0"/>
                </a:solidFill>
                <a:latin typeface="Arial"/>
                <a:ea typeface="Arial"/>
                <a:cs typeface="Arial"/>
              </a:defRPr>
            </a:pPr>
            <a:r>
              <a:rPr sz="2325" b="1">
                <a:solidFill>
                  <a:srgbClr val="4264D0"/>
                </a:solidFill>
                <a:latin typeface="Arial"/>
                <a:ea typeface="Arial"/>
                <a:cs typeface="Arial"/>
              </a:rPr>
              <a:t>DSL</a:t>
            </a:r>
          </a:p>
        </p:txBody>
      </p:sp>
      <p:sp>
        <p:nvSpPr>
          <p:cNvPr id="15" name="f15">
            <a:extLst xmlns:a="http://schemas.openxmlformats.org/drawingml/2006/main">
              <a:ext uri="{FF2B5EF4-FFF2-40B4-BE49-F238E27FC236}">
                <a16:creationId xmlns:a16="http://schemas.microsoft.com/office/drawing/2014/main" id="{2CC299C9-667B-4EA2-B6E5-9652A6E71B53}"/>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Arial"/>
                <a:ea typeface="Arial"/>
                <a:cs typeface="Arial"/>
              </a:defRPr>
            </a:defPPr>
            <a:lvl1pPr algn="l">
              <a:defRPr sz="1725" b="0">
                <a:solidFill>
                  <a:srgbClr val="65758B"/>
                </a:solidFill>
                <a:latin typeface="Arial"/>
                <a:ea typeface="Arial"/>
                <a:cs typeface="Arial"/>
              </a:defRPr>
            </a:lvl1pPr>
            <a:lvl2pPr algn="l">
              <a:defRPr sz="1725" b="0">
                <a:solidFill>
                  <a:srgbClr val="65758B"/>
                </a:solidFill>
                <a:latin typeface="Arial"/>
                <a:ea typeface="Arial"/>
                <a:cs typeface="Arial"/>
              </a:defRPr>
            </a:lvl2pPr>
            <a:lvl3pPr algn="l">
              <a:defRPr sz="1725" b="0">
                <a:solidFill>
                  <a:srgbClr val="65758B"/>
                </a:solidFill>
                <a:latin typeface="Arial"/>
                <a:ea typeface="Arial"/>
                <a:cs typeface="Arial"/>
              </a:defRPr>
            </a:lvl3pPr>
            <a:lvl4pPr algn="l">
              <a:defRPr sz="1725" b="0">
                <a:solidFill>
                  <a:srgbClr val="65758B"/>
                </a:solidFill>
                <a:latin typeface="Arial"/>
                <a:ea typeface="Arial"/>
                <a:cs typeface="Arial"/>
              </a:defRPr>
            </a:lvl4pPr>
            <a:lvl5pPr algn="l">
              <a:defRPr sz="1725" b="0">
                <a:solidFill>
                  <a:srgbClr val="65758B"/>
                </a:solidFill>
                <a:latin typeface="Arial"/>
                <a:ea typeface="Arial"/>
                <a:cs typeface="Arial"/>
              </a:defRPr>
            </a:lvl5pPr>
            <a:lvl6pPr algn="l">
              <a:defRPr sz="1725" b="0">
                <a:solidFill>
                  <a:srgbClr val="65758B"/>
                </a:solidFill>
                <a:latin typeface="Arial"/>
                <a:ea typeface="Arial"/>
                <a:cs typeface="Arial"/>
              </a:defRPr>
            </a:lvl6pPr>
            <a:lvl7pPr algn="l">
              <a:defRPr sz="1725" b="0">
                <a:solidFill>
                  <a:srgbClr val="65758B"/>
                </a:solidFill>
                <a:latin typeface="Arial"/>
                <a:ea typeface="Arial"/>
                <a:cs typeface="Arial"/>
              </a:defRPr>
            </a:lvl7pPr>
            <a:lvl8pPr algn="l">
              <a:defRPr sz="1725" b="0">
                <a:solidFill>
                  <a:srgbClr val="65758B"/>
                </a:solidFill>
                <a:latin typeface="Arial"/>
                <a:ea typeface="Arial"/>
                <a:cs typeface="Arial"/>
              </a:defRPr>
            </a:lvl8pPr>
            <a:lvl9pPr algn="l">
              <a:defRPr sz="1725" b="0">
                <a:solidFill>
                  <a:srgbClr val="65758B"/>
                </a:solidFill>
                <a:latin typeface="Arial"/>
                <a:ea typeface="Arial"/>
                <a:cs typeface="Arial"/>
              </a:defRPr>
            </a:lvl9pPr>
          </a:lstStyle>
          <a:p xmlns:a="http://schemas.openxmlformats.org/drawingml/2006/main">
            <a:pPr algn="l">
              <a:defRPr sz="1725" b="0">
                <a:solidFill>
                  <a:srgbClr val="65758B"/>
                </a:solidFill>
                <a:latin typeface="Arial"/>
                <a:ea typeface="Arial"/>
                <a:cs typeface="Arial"/>
              </a:defRPr>
            </a:pPr>
            <a:r>
              <a:rPr sz="1725" b="0">
                <a:solidFill>
                  <a:srgbClr val="65758B"/>
                </a:solidFill>
                <a:latin typeface="Arial"/>
                <a:ea typeface="Arial"/>
                <a:cs typeface="Arial"/>
              </a:rPr>
              <a:t>regole del test</a:t>
            </a:r>
          </a:p>
        </p:txBody>
      </p:sp>
      <p:sp>
        <p:nvSpPr>
          <p:cNvPr id="16" name="f16">
            <a:extLst xmlns:a="http://schemas.openxmlformats.org/drawingml/2006/main">
              <a:ext uri="{FF2B5EF4-FFF2-40B4-BE49-F238E27FC236}">
                <a16:creationId xmlns:a16="http://schemas.microsoft.com/office/drawing/2014/main" id="{82ABDDB2-A76C-4D3F-B010-A5D301072B40}"/>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Arial"/>
                <a:ea typeface="Arial"/>
                <a:cs typeface="Arial"/>
              </a:defRPr>
            </a:defPPr>
            <a:lvl1pPr algn="l">
              <a:defRPr sz="2250" b="1">
                <a:solidFill>
                  <a:srgbClr val="9D7139"/>
                </a:solidFill>
                <a:latin typeface="Arial"/>
                <a:ea typeface="Arial"/>
                <a:cs typeface="Arial"/>
              </a:defRPr>
            </a:lvl1pPr>
            <a:lvl2pPr algn="l">
              <a:defRPr sz="2250" b="1">
                <a:solidFill>
                  <a:srgbClr val="9D7139"/>
                </a:solidFill>
                <a:latin typeface="Arial"/>
                <a:ea typeface="Arial"/>
                <a:cs typeface="Arial"/>
              </a:defRPr>
            </a:lvl2pPr>
            <a:lvl3pPr algn="l">
              <a:defRPr sz="2250" b="1">
                <a:solidFill>
                  <a:srgbClr val="9D7139"/>
                </a:solidFill>
                <a:latin typeface="Arial"/>
                <a:ea typeface="Arial"/>
                <a:cs typeface="Arial"/>
              </a:defRPr>
            </a:lvl3pPr>
            <a:lvl4pPr algn="l">
              <a:defRPr sz="2250" b="1">
                <a:solidFill>
                  <a:srgbClr val="9D7139"/>
                </a:solidFill>
                <a:latin typeface="Arial"/>
                <a:ea typeface="Arial"/>
                <a:cs typeface="Arial"/>
              </a:defRPr>
            </a:lvl4pPr>
            <a:lvl5pPr algn="l">
              <a:defRPr sz="2250" b="1">
                <a:solidFill>
                  <a:srgbClr val="9D7139"/>
                </a:solidFill>
                <a:latin typeface="Arial"/>
                <a:ea typeface="Arial"/>
                <a:cs typeface="Arial"/>
              </a:defRPr>
            </a:lvl5pPr>
            <a:lvl6pPr algn="l">
              <a:defRPr sz="2250" b="1">
                <a:solidFill>
                  <a:srgbClr val="9D7139"/>
                </a:solidFill>
                <a:latin typeface="Arial"/>
                <a:ea typeface="Arial"/>
                <a:cs typeface="Arial"/>
              </a:defRPr>
            </a:lvl6pPr>
            <a:lvl7pPr algn="l">
              <a:defRPr sz="2250" b="1">
                <a:solidFill>
                  <a:srgbClr val="9D7139"/>
                </a:solidFill>
                <a:latin typeface="Arial"/>
                <a:ea typeface="Arial"/>
                <a:cs typeface="Arial"/>
              </a:defRPr>
            </a:lvl7pPr>
            <a:lvl8pPr algn="l">
              <a:defRPr sz="2250" b="1">
                <a:solidFill>
                  <a:srgbClr val="9D7139"/>
                </a:solidFill>
                <a:latin typeface="Arial"/>
                <a:ea typeface="Arial"/>
                <a:cs typeface="Arial"/>
              </a:defRPr>
            </a:lvl8pPr>
            <a:lvl9pPr algn="l">
              <a:defRPr sz="2250" b="1">
                <a:solidFill>
                  <a:srgbClr val="9D7139"/>
                </a:solidFill>
                <a:latin typeface="Arial"/>
                <a:ea typeface="Arial"/>
                <a:cs typeface="Arial"/>
              </a:defRPr>
            </a:lvl9pPr>
          </a:lstStyle>
          <a:p xmlns:a="http://schemas.openxmlformats.org/drawingml/2006/main">
            <a:pPr algn="l">
              <a:defRPr sz="2250" b="1">
                <a:solidFill>
                  <a:srgbClr val="9D7139"/>
                </a:solidFill>
                <a:latin typeface="Arial"/>
                <a:ea typeface="Arial"/>
                <a:cs typeface="Arial"/>
              </a:defRPr>
            </a:pPr>
            <a:r>
              <a:rPr sz="2250" b="1">
                <a:solidFill>
                  <a:srgbClr val="9D7139"/>
                </a:solidFill>
                <a:latin typeface="Arial"/>
                <a:ea typeface="Arial"/>
                <a:cs typeface="Arial"/>
              </a:rPr>
              <a:t>VERDETTO</a:t>
            </a:r>
          </a:p>
        </p:txBody>
      </p:sp>
      <p:sp>
        <p:nvSpPr>
          <p:cNvPr id="17" name="f17">
            <a:extLst xmlns:a="http://schemas.openxmlformats.org/drawingml/2006/main">
              <a:ext uri="{FF2B5EF4-FFF2-40B4-BE49-F238E27FC236}">
                <a16:creationId xmlns:a16="http://schemas.microsoft.com/office/drawing/2014/main" id="{28545612-A992-49BA-94B3-7D9C6471A642}"/>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Arial"/>
                <a:ea typeface="Arial"/>
                <a:cs typeface="Arial"/>
              </a:defRPr>
            </a:defPPr>
            <a:lvl1pPr algn="l">
              <a:defRPr sz="1725" b="0">
                <a:solidFill>
                  <a:srgbClr val="65758B"/>
                </a:solidFill>
                <a:latin typeface="Arial"/>
                <a:ea typeface="Arial"/>
                <a:cs typeface="Arial"/>
              </a:defRPr>
            </a:lvl1pPr>
            <a:lvl2pPr algn="l">
              <a:defRPr sz="1725" b="0">
                <a:solidFill>
                  <a:srgbClr val="65758B"/>
                </a:solidFill>
                <a:latin typeface="Arial"/>
                <a:ea typeface="Arial"/>
                <a:cs typeface="Arial"/>
              </a:defRPr>
            </a:lvl2pPr>
            <a:lvl3pPr algn="l">
              <a:defRPr sz="1725" b="0">
                <a:solidFill>
                  <a:srgbClr val="65758B"/>
                </a:solidFill>
                <a:latin typeface="Arial"/>
                <a:ea typeface="Arial"/>
                <a:cs typeface="Arial"/>
              </a:defRPr>
            </a:lvl3pPr>
            <a:lvl4pPr algn="l">
              <a:defRPr sz="1725" b="0">
                <a:solidFill>
                  <a:srgbClr val="65758B"/>
                </a:solidFill>
                <a:latin typeface="Arial"/>
                <a:ea typeface="Arial"/>
                <a:cs typeface="Arial"/>
              </a:defRPr>
            </a:lvl4pPr>
            <a:lvl5pPr algn="l">
              <a:defRPr sz="1725" b="0">
                <a:solidFill>
                  <a:srgbClr val="65758B"/>
                </a:solidFill>
                <a:latin typeface="Arial"/>
                <a:ea typeface="Arial"/>
                <a:cs typeface="Arial"/>
              </a:defRPr>
            </a:lvl5pPr>
            <a:lvl6pPr algn="l">
              <a:defRPr sz="1725" b="0">
                <a:solidFill>
                  <a:srgbClr val="65758B"/>
                </a:solidFill>
                <a:latin typeface="Arial"/>
                <a:ea typeface="Arial"/>
                <a:cs typeface="Arial"/>
              </a:defRPr>
            </a:lvl6pPr>
            <a:lvl7pPr algn="l">
              <a:defRPr sz="1725" b="0">
                <a:solidFill>
                  <a:srgbClr val="65758B"/>
                </a:solidFill>
                <a:latin typeface="Arial"/>
                <a:ea typeface="Arial"/>
                <a:cs typeface="Arial"/>
              </a:defRPr>
            </a:lvl7pPr>
            <a:lvl8pPr algn="l">
              <a:defRPr sz="1725" b="0">
                <a:solidFill>
                  <a:srgbClr val="65758B"/>
                </a:solidFill>
                <a:latin typeface="Arial"/>
                <a:ea typeface="Arial"/>
                <a:cs typeface="Arial"/>
              </a:defRPr>
            </a:lvl8pPr>
            <a:lvl9pPr algn="l">
              <a:defRPr sz="1725" b="0">
                <a:solidFill>
                  <a:srgbClr val="65758B"/>
                </a:solidFill>
                <a:latin typeface="Arial"/>
                <a:ea typeface="Arial"/>
                <a:cs typeface="Arial"/>
              </a:defRPr>
            </a:lvl9pPr>
          </a:lstStyle>
          <a:p xmlns:a="http://schemas.openxmlformats.org/drawingml/2006/main">
            <a:pPr algn="l">
              <a:defRPr sz="1725" b="0">
                <a:solidFill>
                  <a:srgbClr val="65758B"/>
                </a:solidFill>
                <a:latin typeface="Arial"/>
                <a:ea typeface="Arial"/>
                <a:cs typeface="Arial"/>
              </a:defRPr>
            </a:pPr>
            <a:r>
              <a:rPr sz="1725" b="0">
                <a:solidFill>
                  <a:srgbClr val="65758B"/>
                </a:solidFill>
                <a:latin typeface="Arial"/>
                <a:ea typeface="Arial"/>
                <a:cs typeface="Arial"/>
              </a:rPr>
              <a:t>PASS · FAIL · INCONCLUSIVE</a:t>
            </a:r>
          </a:p>
        </p:txBody>
      </p:sp>
      <p:sp>
        <p:nvSpPr>
          <p:cNvPr id="18" name="f18">
            <a:extLst xmlns:a="http://schemas.openxmlformats.org/drawingml/2006/main">
              <a:ext uri="{FF2B5EF4-FFF2-40B4-BE49-F238E27FC236}">
                <a16:creationId xmlns:a16="http://schemas.microsoft.com/office/drawing/2014/main" id="{EC47CD08-80E2-4169-A38C-485B65FC5A4C}"/>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Arial"/>
                <a:ea typeface="Arial"/>
                <a:cs typeface="Arial"/>
              </a:defRPr>
            </a:defPPr>
            <a:lvl1pPr algn="l">
              <a:defRPr sz="2325" b="1">
                <a:solidFill>
                  <a:srgbClr val="278766"/>
                </a:solidFill>
                <a:latin typeface="Arial"/>
                <a:ea typeface="Arial"/>
                <a:cs typeface="Arial"/>
              </a:defRPr>
            </a:lvl1pPr>
            <a:lvl2pPr algn="l">
              <a:defRPr sz="2325" b="1">
                <a:solidFill>
                  <a:srgbClr val="278766"/>
                </a:solidFill>
                <a:latin typeface="Arial"/>
                <a:ea typeface="Arial"/>
                <a:cs typeface="Arial"/>
              </a:defRPr>
            </a:lvl2pPr>
            <a:lvl3pPr algn="l">
              <a:defRPr sz="2325" b="1">
                <a:solidFill>
                  <a:srgbClr val="278766"/>
                </a:solidFill>
                <a:latin typeface="Arial"/>
                <a:ea typeface="Arial"/>
                <a:cs typeface="Arial"/>
              </a:defRPr>
            </a:lvl3pPr>
            <a:lvl4pPr algn="l">
              <a:defRPr sz="2325" b="1">
                <a:solidFill>
                  <a:srgbClr val="278766"/>
                </a:solidFill>
                <a:latin typeface="Arial"/>
                <a:ea typeface="Arial"/>
                <a:cs typeface="Arial"/>
              </a:defRPr>
            </a:lvl4pPr>
            <a:lvl5pPr algn="l">
              <a:defRPr sz="2325" b="1">
                <a:solidFill>
                  <a:srgbClr val="278766"/>
                </a:solidFill>
                <a:latin typeface="Arial"/>
                <a:ea typeface="Arial"/>
                <a:cs typeface="Arial"/>
              </a:defRPr>
            </a:lvl5pPr>
            <a:lvl6pPr algn="l">
              <a:defRPr sz="2325" b="1">
                <a:solidFill>
                  <a:srgbClr val="278766"/>
                </a:solidFill>
                <a:latin typeface="Arial"/>
                <a:ea typeface="Arial"/>
                <a:cs typeface="Arial"/>
              </a:defRPr>
            </a:lvl6pPr>
            <a:lvl7pPr algn="l">
              <a:defRPr sz="2325" b="1">
                <a:solidFill>
                  <a:srgbClr val="278766"/>
                </a:solidFill>
                <a:latin typeface="Arial"/>
                <a:ea typeface="Arial"/>
                <a:cs typeface="Arial"/>
              </a:defRPr>
            </a:lvl7pPr>
            <a:lvl8pPr algn="l">
              <a:defRPr sz="2325" b="1">
                <a:solidFill>
                  <a:srgbClr val="278766"/>
                </a:solidFill>
                <a:latin typeface="Arial"/>
                <a:ea typeface="Arial"/>
                <a:cs typeface="Arial"/>
              </a:defRPr>
            </a:lvl8pPr>
            <a:lvl9pPr algn="l">
              <a:defRPr sz="2325" b="1">
                <a:solidFill>
                  <a:srgbClr val="278766"/>
                </a:solidFill>
                <a:latin typeface="Arial"/>
                <a:ea typeface="Arial"/>
                <a:cs typeface="Arial"/>
              </a:defRPr>
            </a:lvl9pPr>
          </a:lstStyle>
          <a:p xmlns:a="http://schemas.openxmlformats.org/drawingml/2006/main">
            <a:pPr algn="l">
              <a:defRPr sz="2325" b="1">
                <a:solidFill>
                  <a:srgbClr val="278766"/>
                </a:solidFill>
                <a:latin typeface="Arial"/>
                <a:ea typeface="Arial"/>
                <a:cs typeface="Arial"/>
              </a:defRPr>
            </a:pPr>
            <a:r>
              <a:rPr sz="2325" b="1">
                <a:solidFill>
                  <a:srgbClr val="278766"/>
                </a:solidFill>
                <a:latin typeface="Arial"/>
                <a:ea typeface="Arial"/>
                <a:cs typeface="Arial"/>
              </a:rPr>
              <a:t>REPORT</a:t>
            </a:r>
          </a:p>
        </p:txBody>
      </p:sp>
      <p:sp>
        <p:nvSpPr>
          <p:cNvPr id="19" name="f19">
            <a:extLst xmlns:a="http://schemas.openxmlformats.org/drawingml/2006/main">
              <a:ext uri="{FF2B5EF4-FFF2-40B4-BE49-F238E27FC236}">
                <a16:creationId xmlns:a16="http://schemas.microsoft.com/office/drawing/2014/main" id="{15B098D0-5631-476D-95F1-19FB35A51686}"/>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Arial"/>
                <a:ea typeface="Arial"/>
                <a:cs typeface="Arial"/>
              </a:defRPr>
            </a:defPPr>
            <a:lvl1pPr algn="l">
              <a:defRPr sz="1725" b="0">
                <a:solidFill>
                  <a:srgbClr val="65758B"/>
                </a:solidFill>
                <a:latin typeface="Arial"/>
                <a:ea typeface="Arial"/>
                <a:cs typeface="Arial"/>
              </a:defRPr>
            </a:lvl1pPr>
            <a:lvl2pPr algn="l">
              <a:defRPr sz="1725" b="0">
                <a:solidFill>
                  <a:srgbClr val="65758B"/>
                </a:solidFill>
                <a:latin typeface="Arial"/>
                <a:ea typeface="Arial"/>
                <a:cs typeface="Arial"/>
              </a:defRPr>
            </a:lvl2pPr>
            <a:lvl3pPr algn="l">
              <a:defRPr sz="1725" b="0">
                <a:solidFill>
                  <a:srgbClr val="65758B"/>
                </a:solidFill>
                <a:latin typeface="Arial"/>
                <a:ea typeface="Arial"/>
                <a:cs typeface="Arial"/>
              </a:defRPr>
            </a:lvl3pPr>
            <a:lvl4pPr algn="l">
              <a:defRPr sz="1725" b="0">
                <a:solidFill>
                  <a:srgbClr val="65758B"/>
                </a:solidFill>
                <a:latin typeface="Arial"/>
                <a:ea typeface="Arial"/>
                <a:cs typeface="Arial"/>
              </a:defRPr>
            </a:lvl4pPr>
            <a:lvl5pPr algn="l">
              <a:defRPr sz="1725" b="0">
                <a:solidFill>
                  <a:srgbClr val="65758B"/>
                </a:solidFill>
                <a:latin typeface="Arial"/>
                <a:ea typeface="Arial"/>
                <a:cs typeface="Arial"/>
              </a:defRPr>
            </a:lvl5pPr>
            <a:lvl6pPr algn="l">
              <a:defRPr sz="1725" b="0">
                <a:solidFill>
                  <a:srgbClr val="65758B"/>
                </a:solidFill>
                <a:latin typeface="Arial"/>
                <a:ea typeface="Arial"/>
                <a:cs typeface="Arial"/>
              </a:defRPr>
            </a:lvl6pPr>
            <a:lvl7pPr algn="l">
              <a:defRPr sz="1725" b="0">
                <a:solidFill>
                  <a:srgbClr val="65758B"/>
                </a:solidFill>
                <a:latin typeface="Arial"/>
                <a:ea typeface="Arial"/>
                <a:cs typeface="Arial"/>
              </a:defRPr>
            </a:lvl7pPr>
            <a:lvl8pPr algn="l">
              <a:defRPr sz="1725" b="0">
                <a:solidFill>
                  <a:srgbClr val="65758B"/>
                </a:solidFill>
                <a:latin typeface="Arial"/>
                <a:ea typeface="Arial"/>
                <a:cs typeface="Arial"/>
              </a:defRPr>
            </a:lvl8pPr>
            <a:lvl9pPr algn="l">
              <a:defRPr sz="1725" b="0">
                <a:solidFill>
                  <a:srgbClr val="65758B"/>
                </a:solidFill>
                <a:latin typeface="Arial"/>
                <a:ea typeface="Arial"/>
                <a:cs typeface="Arial"/>
              </a:defRPr>
            </a:lvl9pPr>
          </a:lstStyle>
          <a:p xmlns:a="http://schemas.openxmlformats.org/drawingml/2006/main">
            <a:pPr algn="l">
              <a:defRPr sz="1725" b="0">
                <a:solidFill>
                  <a:srgbClr val="65758B"/>
                </a:solidFill>
                <a:latin typeface="Arial"/>
                <a:ea typeface="Arial"/>
                <a:cs typeface="Arial"/>
              </a:defRPr>
            </a:pPr>
            <a:r>
              <a:rPr sz="1725" b="0">
                <a:solidFill>
                  <a:srgbClr val="65758B"/>
                </a:solidFill>
                <a:latin typeface="Arial"/>
                <a:ea typeface="Arial"/>
                <a:cs typeface="Arial"/>
              </a:rPr>
              <a:t>criteri ed evidenze</a:t>
            </a:r>
          </a:p>
        </p:txBody>
      </p:sp>
      <p:sp>
        <p:nvSpPr>
          <p:cNvPr id="20" name="f20">
            <a:extLst xmlns:a="http://schemas.openxmlformats.org/drawingml/2006/main">
              <a:ext uri="{FF2B5EF4-FFF2-40B4-BE49-F238E27FC236}">
                <a16:creationId xmlns:a16="http://schemas.microsoft.com/office/drawing/2014/main" id="{87274623-171C-41BC-9A9D-593D5682D4FC}"/>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Un linguaggio per descrivere i criteri SCAS e verificarli sui messaggi osservati nelle catture di rete.</a:t>
            </a:r>
          </a:p>
        </p:txBody>
      </p:sp>
    </p:spTree>
    <p:extLst>
      <p:ext uri="{BB962C8B-B14F-4D97-AF65-F5344CB8AC3E}">
        <p14:creationId xmlns:p14="http://schemas.microsoft.com/office/powerpoint/2010/main" val="1210442549"/>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8CB3FFCF-38F0-4A0D-9BC6-7ACA96271C9D}"/>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IL PROBLEMA</a:t>
            </a:r>
          </a:p>
        </p:txBody>
      </p:sp>
      <p:sp>
        <p:nvSpPr>
          <p:cNvPr id="2" name="f22">
            <a:extLst xmlns:a="http://schemas.openxmlformats.org/drawingml/2006/main">
              <a:ext uri="{FF2B5EF4-FFF2-40B4-BE49-F238E27FC236}">
                <a16:creationId xmlns:a16="http://schemas.microsoft.com/office/drawing/2014/main" id="{9BF28147-A552-4E06-8E48-B6B06355886E}"/>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Arial"/>
                <a:ea typeface="Arial"/>
                <a:cs typeface="Arial"/>
              </a:defRPr>
            </a:defPPr>
            <a:lvl1pPr algn="r">
              <a:defRPr sz="1350" b="0">
                <a:solidFill>
                  <a:srgbClr val="52627B"/>
                </a:solidFill>
                <a:latin typeface="Arial"/>
                <a:ea typeface="Arial"/>
                <a:cs typeface="Arial"/>
              </a:defRPr>
            </a:lvl1pPr>
            <a:lvl2pPr algn="r">
              <a:defRPr sz="1350" b="0">
                <a:solidFill>
                  <a:srgbClr val="52627B"/>
                </a:solidFill>
                <a:latin typeface="Arial"/>
                <a:ea typeface="Arial"/>
                <a:cs typeface="Arial"/>
              </a:defRPr>
            </a:lvl2pPr>
            <a:lvl3pPr algn="r">
              <a:defRPr sz="1350" b="0">
                <a:solidFill>
                  <a:srgbClr val="52627B"/>
                </a:solidFill>
                <a:latin typeface="Arial"/>
                <a:ea typeface="Arial"/>
                <a:cs typeface="Arial"/>
              </a:defRPr>
            </a:lvl3pPr>
            <a:lvl4pPr algn="r">
              <a:defRPr sz="1350" b="0">
                <a:solidFill>
                  <a:srgbClr val="52627B"/>
                </a:solidFill>
                <a:latin typeface="Arial"/>
                <a:ea typeface="Arial"/>
                <a:cs typeface="Arial"/>
              </a:defRPr>
            </a:lvl4pPr>
            <a:lvl5pPr algn="r">
              <a:defRPr sz="1350" b="0">
                <a:solidFill>
                  <a:srgbClr val="52627B"/>
                </a:solidFill>
                <a:latin typeface="Arial"/>
                <a:ea typeface="Arial"/>
                <a:cs typeface="Arial"/>
              </a:defRPr>
            </a:lvl5pPr>
            <a:lvl6pPr algn="r">
              <a:defRPr sz="1350" b="0">
                <a:solidFill>
                  <a:srgbClr val="52627B"/>
                </a:solidFill>
                <a:latin typeface="Arial"/>
                <a:ea typeface="Arial"/>
                <a:cs typeface="Arial"/>
              </a:defRPr>
            </a:lvl6pPr>
            <a:lvl7pPr algn="r">
              <a:defRPr sz="1350" b="0">
                <a:solidFill>
                  <a:srgbClr val="52627B"/>
                </a:solidFill>
                <a:latin typeface="Arial"/>
                <a:ea typeface="Arial"/>
                <a:cs typeface="Arial"/>
              </a:defRPr>
            </a:lvl7pPr>
            <a:lvl8pPr algn="r">
              <a:defRPr sz="1350" b="0">
                <a:solidFill>
                  <a:srgbClr val="52627B"/>
                </a:solidFill>
                <a:latin typeface="Arial"/>
                <a:ea typeface="Arial"/>
                <a:cs typeface="Arial"/>
              </a:defRPr>
            </a:lvl8pPr>
            <a:lvl9pPr algn="r">
              <a:defRPr sz="1350" b="0">
                <a:solidFill>
                  <a:srgbClr val="52627B"/>
                </a:solidFill>
                <a:latin typeface="Arial"/>
                <a:ea typeface="Arial"/>
                <a:cs typeface="Arial"/>
              </a:defRPr>
            </a:lvl9pPr>
          </a:lstStyle>
          <a:p xmlns:a="http://schemas.openxmlformats.org/drawingml/2006/main">
            <a:pPr algn="r">
              <a:defRPr sz="1350" b="0">
                <a:solidFill>
                  <a:srgbClr val="52627B"/>
                </a:solidFill>
                <a:latin typeface="Arial"/>
                <a:ea typeface="Arial"/>
                <a:cs typeface="Arial"/>
              </a:defRPr>
            </a:pPr>
            <a:r>
              <a:rPr sz="1350" b="0">
                <a:solidFill>
                  <a:srgbClr val="52627B"/>
                </a:solidFill>
                <a:latin typeface="Arial"/>
                <a:ea typeface="Arial"/>
                <a:cs typeface="Arial"/>
              </a:rPr>
              <a:t>02 / 07</a:t>
            </a:r>
          </a:p>
        </p:txBody>
      </p:sp>
      <p:sp>
        <p:nvSpPr>
          <p:cNvPr id="3" name="f23">
            <a:extLst xmlns:a="http://schemas.openxmlformats.org/drawingml/2006/main">
              <a:ext uri="{FF2B5EF4-FFF2-40B4-BE49-F238E27FC236}">
                <a16:creationId xmlns:a16="http://schemas.microsoft.com/office/drawing/2014/main" id="{E6A41F6A-025B-4855-B3F0-3CCB4B07BE94}"/>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Security Assurance</a:t>
            </a:r>
          </a:p>
        </p:txBody>
      </p:sp>
      <p:sp>
        <p:nvSpPr>
          <p:cNvPr id="4" name="f24">
            <a:extLst xmlns:a="http://schemas.openxmlformats.org/drawingml/2006/main">
              <a:ext uri="{FF2B5EF4-FFF2-40B4-BE49-F238E27FC236}">
                <a16:creationId xmlns:a16="http://schemas.microsoft.com/office/drawing/2014/main" id="{5BE1E8F8-2CD6-44C7-A347-B065AAE66E52}"/>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Definire un requisito di sicurezza non garantisce che venga rispettato.</a:t>
            </a:r>
          </a:p>
        </p:txBody>
      </p:sp>
      <p:sp>
        <p:nvSpPr>
          <p:cNvPr id="5" name="f25">
            <a:extLst xmlns:a="http://schemas.openxmlformats.org/drawingml/2006/main">
              <a:ext uri="{FF2B5EF4-FFF2-40B4-BE49-F238E27FC236}">
                <a16:creationId xmlns:a16="http://schemas.microsoft.com/office/drawing/2014/main" id="{40676EF3-07AA-45BC-A0E8-B20A03D4ECD0}"/>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Arial"/>
                <a:ea typeface="Arial"/>
                <a:cs typeface="Arial"/>
              </a:defRPr>
            </a:defPPr>
            <a:lvl1pPr algn="ctr">
              <a:defRPr sz="2700" b="1">
                <a:solidFill>
                  <a:srgbClr val="182536"/>
                </a:solidFill>
                <a:latin typeface="Arial"/>
                <a:ea typeface="Arial"/>
                <a:cs typeface="Arial"/>
              </a:defRPr>
            </a:lvl1pPr>
            <a:lvl2pPr algn="ctr">
              <a:defRPr sz="2700" b="1">
                <a:solidFill>
                  <a:srgbClr val="182536"/>
                </a:solidFill>
                <a:latin typeface="Arial"/>
                <a:ea typeface="Arial"/>
                <a:cs typeface="Arial"/>
              </a:defRPr>
            </a:lvl2pPr>
            <a:lvl3pPr algn="ctr">
              <a:defRPr sz="2700" b="1">
                <a:solidFill>
                  <a:srgbClr val="182536"/>
                </a:solidFill>
                <a:latin typeface="Arial"/>
                <a:ea typeface="Arial"/>
                <a:cs typeface="Arial"/>
              </a:defRPr>
            </a:lvl3pPr>
            <a:lvl4pPr algn="ctr">
              <a:defRPr sz="2700" b="1">
                <a:solidFill>
                  <a:srgbClr val="182536"/>
                </a:solidFill>
                <a:latin typeface="Arial"/>
                <a:ea typeface="Arial"/>
                <a:cs typeface="Arial"/>
              </a:defRPr>
            </a:lvl4pPr>
            <a:lvl5pPr algn="ctr">
              <a:defRPr sz="2700" b="1">
                <a:solidFill>
                  <a:srgbClr val="182536"/>
                </a:solidFill>
                <a:latin typeface="Arial"/>
                <a:ea typeface="Arial"/>
                <a:cs typeface="Arial"/>
              </a:defRPr>
            </a:lvl5pPr>
            <a:lvl6pPr algn="ctr">
              <a:defRPr sz="2700" b="1">
                <a:solidFill>
                  <a:srgbClr val="182536"/>
                </a:solidFill>
                <a:latin typeface="Arial"/>
                <a:ea typeface="Arial"/>
                <a:cs typeface="Arial"/>
              </a:defRPr>
            </a:lvl6pPr>
            <a:lvl7pPr algn="ctr">
              <a:defRPr sz="2700" b="1">
                <a:solidFill>
                  <a:srgbClr val="182536"/>
                </a:solidFill>
                <a:latin typeface="Arial"/>
                <a:ea typeface="Arial"/>
                <a:cs typeface="Arial"/>
              </a:defRPr>
            </a:lvl7pPr>
            <a:lvl8pPr algn="ctr">
              <a:defRPr sz="2700" b="1">
                <a:solidFill>
                  <a:srgbClr val="182536"/>
                </a:solidFill>
                <a:latin typeface="Arial"/>
                <a:ea typeface="Arial"/>
                <a:cs typeface="Arial"/>
              </a:defRPr>
            </a:lvl8pPr>
            <a:lvl9pPr algn="ctr">
              <a:defRPr sz="2700" b="1">
                <a:solidFill>
                  <a:srgbClr val="182536"/>
                </a:solidFill>
                <a:latin typeface="Arial"/>
                <a:ea typeface="Arial"/>
                <a:cs typeface="Arial"/>
              </a:defRPr>
            </a:lvl9pPr>
          </a:lstStyle>
          <a:p xmlns:a="http://schemas.openxmlformats.org/drawingml/2006/main">
            <a:pPr algn="ctr">
              <a:defRPr sz="2700" b="1">
                <a:solidFill>
                  <a:srgbClr val="182536"/>
                </a:solidFill>
                <a:latin typeface="Arial"/>
                <a:ea typeface="Arial"/>
                <a:cs typeface="Arial"/>
              </a:defRPr>
            </a:pPr>
            <a:r>
              <a:rPr sz="2700" b="1">
                <a:solidFill>
                  <a:srgbClr val="182536"/>
                </a:solidFill>
                <a:latin typeface="Arial"/>
                <a:ea typeface="Arial"/>
                <a:cs typeface="Arial"/>
              </a:rPr>
              <a:t>Requisito di sicurezza</a:t>
            </a:r>
          </a:p>
        </p:txBody>
      </p:sp>
      <p:sp>
        <p:nvSpPr>
          <p:cNvPr id="6" name="f26">
            <a:extLst xmlns:a="http://schemas.openxmlformats.org/drawingml/2006/main">
              <a:ext uri="{FF2B5EF4-FFF2-40B4-BE49-F238E27FC236}">
                <a16:creationId xmlns:a16="http://schemas.microsoft.com/office/drawing/2014/main" id="{6778F7EC-FFE9-4F6D-9484-8745E1DE4A35}"/>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Arial"/>
                <a:ea typeface="Arial"/>
                <a:cs typeface="Arial"/>
              </a:defRPr>
            </a:defPPr>
            <a:lvl1pPr algn="ctr">
              <a:defRPr sz="2700" b="1">
                <a:solidFill>
                  <a:srgbClr val="182536"/>
                </a:solidFill>
                <a:latin typeface="Arial"/>
                <a:ea typeface="Arial"/>
                <a:cs typeface="Arial"/>
              </a:defRPr>
            </a:lvl1pPr>
            <a:lvl2pPr algn="ctr">
              <a:defRPr sz="2700" b="1">
                <a:solidFill>
                  <a:srgbClr val="182536"/>
                </a:solidFill>
                <a:latin typeface="Arial"/>
                <a:ea typeface="Arial"/>
                <a:cs typeface="Arial"/>
              </a:defRPr>
            </a:lvl2pPr>
            <a:lvl3pPr algn="ctr">
              <a:defRPr sz="2700" b="1">
                <a:solidFill>
                  <a:srgbClr val="182536"/>
                </a:solidFill>
                <a:latin typeface="Arial"/>
                <a:ea typeface="Arial"/>
                <a:cs typeface="Arial"/>
              </a:defRPr>
            </a:lvl3pPr>
            <a:lvl4pPr algn="ctr">
              <a:defRPr sz="2700" b="1">
                <a:solidFill>
                  <a:srgbClr val="182536"/>
                </a:solidFill>
                <a:latin typeface="Arial"/>
                <a:ea typeface="Arial"/>
                <a:cs typeface="Arial"/>
              </a:defRPr>
            </a:lvl4pPr>
            <a:lvl5pPr algn="ctr">
              <a:defRPr sz="2700" b="1">
                <a:solidFill>
                  <a:srgbClr val="182536"/>
                </a:solidFill>
                <a:latin typeface="Arial"/>
                <a:ea typeface="Arial"/>
                <a:cs typeface="Arial"/>
              </a:defRPr>
            </a:lvl5pPr>
            <a:lvl6pPr algn="ctr">
              <a:defRPr sz="2700" b="1">
                <a:solidFill>
                  <a:srgbClr val="182536"/>
                </a:solidFill>
                <a:latin typeface="Arial"/>
                <a:ea typeface="Arial"/>
                <a:cs typeface="Arial"/>
              </a:defRPr>
            </a:lvl6pPr>
            <a:lvl7pPr algn="ctr">
              <a:defRPr sz="2700" b="1">
                <a:solidFill>
                  <a:srgbClr val="182536"/>
                </a:solidFill>
                <a:latin typeface="Arial"/>
                <a:ea typeface="Arial"/>
                <a:cs typeface="Arial"/>
              </a:defRPr>
            </a:lvl7pPr>
            <a:lvl8pPr algn="ctr">
              <a:defRPr sz="2700" b="1">
                <a:solidFill>
                  <a:srgbClr val="182536"/>
                </a:solidFill>
                <a:latin typeface="Arial"/>
                <a:ea typeface="Arial"/>
                <a:cs typeface="Arial"/>
              </a:defRPr>
            </a:lvl8pPr>
            <a:lvl9pPr algn="ctr">
              <a:defRPr sz="2700" b="1">
                <a:solidFill>
                  <a:srgbClr val="182536"/>
                </a:solidFill>
                <a:latin typeface="Arial"/>
                <a:ea typeface="Arial"/>
                <a:cs typeface="Arial"/>
              </a:defRPr>
            </a:lvl9pPr>
          </a:lstStyle>
          <a:p xmlns:a="http://schemas.openxmlformats.org/drawingml/2006/main">
            <a:pPr algn="ctr">
              <a:defRPr sz="2700" b="1">
                <a:solidFill>
                  <a:srgbClr val="182536"/>
                </a:solidFill>
                <a:latin typeface="Arial"/>
                <a:ea typeface="Arial"/>
                <a:cs typeface="Arial"/>
              </a:defRPr>
            </a:pPr>
            <a:r>
              <a:rPr sz="2700" b="1">
                <a:solidFill>
                  <a:srgbClr val="182536"/>
                </a:solidFill>
                <a:latin typeface="Arial"/>
                <a:ea typeface="Arial"/>
                <a:cs typeface="Arial"/>
              </a:rPr>
              <a:t>Sistema software</a:t>
            </a:r>
          </a:p>
        </p:txBody>
      </p:sp>
      <p:sp>
        <p:nvSpPr>
          <p:cNvPr id="7" name="f27">
            <a:extLst xmlns:a="http://schemas.openxmlformats.org/drawingml/2006/main">
              <a:ext uri="{FF2B5EF4-FFF2-40B4-BE49-F238E27FC236}">
                <a16:creationId xmlns:a16="http://schemas.microsoft.com/office/drawing/2014/main" id="{793D4F68-A06C-483B-A4C6-F8C3F58896E0}"/>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AA900B61-2A66-4077-AB66-0AADEDCA2642}"/>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B787AB46-108B-4A72-A6C8-8A11AB36F264}"/>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41FD3305-911E-4D68-9B3C-02EDEAD9F207}"/>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CBA52584-C9D4-475C-8B87-26B5DB5A1C96}"/>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4ECAB9D3-6A18-431C-BBA5-6F96DED3709D}"/>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AB62E352-E176-4CE1-B3A7-2516D93FDF46}"/>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C24AC88F-72A9-46B0-A70C-7D38A52B3FA6}"/>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C1AE2DB6-16BA-4F30-8099-EDFDB565430F}"/>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BA0D7D9B-F878-48E4-A931-310DA8F02B95}"/>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Courier New"/>
                <a:ea typeface="Courier New"/>
                <a:cs typeface="Courier New"/>
              </a:defRPr>
            </a:defPPr>
            <a:lvl1pPr algn="ctr">
              <a:defRPr sz="4425" b="1">
                <a:solidFill>
                  <a:srgbClr val="4264D0"/>
                </a:solidFill>
                <a:latin typeface="Courier New"/>
                <a:ea typeface="Courier New"/>
                <a:cs typeface="Courier New"/>
              </a:defRPr>
            </a:lvl1pPr>
            <a:lvl2pPr algn="ctr">
              <a:defRPr sz="4425" b="1">
                <a:solidFill>
                  <a:srgbClr val="4264D0"/>
                </a:solidFill>
                <a:latin typeface="Courier New"/>
                <a:ea typeface="Courier New"/>
                <a:cs typeface="Courier New"/>
              </a:defRPr>
            </a:lvl2pPr>
            <a:lvl3pPr algn="ctr">
              <a:defRPr sz="4425" b="1">
                <a:solidFill>
                  <a:srgbClr val="4264D0"/>
                </a:solidFill>
                <a:latin typeface="Courier New"/>
                <a:ea typeface="Courier New"/>
                <a:cs typeface="Courier New"/>
              </a:defRPr>
            </a:lvl3pPr>
            <a:lvl4pPr algn="ctr">
              <a:defRPr sz="4425" b="1">
                <a:solidFill>
                  <a:srgbClr val="4264D0"/>
                </a:solidFill>
                <a:latin typeface="Courier New"/>
                <a:ea typeface="Courier New"/>
                <a:cs typeface="Courier New"/>
              </a:defRPr>
            </a:lvl4pPr>
            <a:lvl5pPr algn="ctr">
              <a:defRPr sz="4425" b="1">
                <a:solidFill>
                  <a:srgbClr val="4264D0"/>
                </a:solidFill>
                <a:latin typeface="Courier New"/>
                <a:ea typeface="Courier New"/>
                <a:cs typeface="Courier New"/>
              </a:defRPr>
            </a:lvl5pPr>
            <a:lvl6pPr algn="ctr">
              <a:defRPr sz="4425" b="1">
                <a:solidFill>
                  <a:srgbClr val="4264D0"/>
                </a:solidFill>
                <a:latin typeface="Courier New"/>
                <a:ea typeface="Courier New"/>
                <a:cs typeface="Courier New"/>
              </a:defRPr>
            </a:lvl6pPr>
            <a:lvl7pPr algn="ctr">
              <a:defRPr sz="4425" b="1">
                <a:solidFill>
                  <a:srgbClr val="4264D0"/>
                </a:solidFill>
                <a:latin typeface="Courier New"/>
                <a:ea typeface="Courier New"/>
                <a:cs typeface="Courier New"/>
              </a:defRPr>
            </a:lvl7pPr>
            <a:lvl8pPr algn="ctr">
              <a:defRPr sz="4425" b="1">
                <a:solidFill>
                  <a:srgbClr val="4264D0"/>
                </a:solidFill>
                <a:latin typeface="Courier New"/>
                <a:ea typeface="Courier New"/>
                <a:cs typeface="Courier New"/>
              </a:defRPr>
            </a:lvl8pPr>
            <a:lvl9pPr algn="ctr">
              <a:defRPr sz="4425" b="1">
                <a:solidFill>
                  <a:srgbClr val="4264D0"/>
                </a:solidFill>
                <a:latin typeface="Courier New"/>
                <a:ea typeface="Courier New"/>
                <a:cs typeface="Courier New"/>
              </a:defRPr>
            </a:lvl9pPr>
          </a:lstStyle>
          <a:p xmlns:a="http://schemas.openxmlformats.org/drawingml/2006/main">
            <a:pPr algn="ctr">
              <a:defRPr sz="4425" b="1">
                <a:solidFill>
                  <a:srgbClr val="4264D0"/>
                </a:solidFill>
                <a:latin typeface="Courier New"/>
                <a:ea typeface="Courier New"/>
                <a:cs typeface="Courier New"/>
              </a:defRPr>
            </a:pPr>
            <a:r>
              <a:rPr sz="4425" b="1">
                <a:solidFill>
                  <a:srgbClr val="4264D0"/>
                </a:solidFill>
                <a:latin typeface="Courier New"/>
                <a:ea typeface="Courier New"/>
                <a:cs typeface="Courier New"/>
              </a:rPr>
              <a:t>&lt;/&gt;</a:t>
            </a:r>
          </a:p>
        </p:txBody>
      </p:sp>
      <p:sp>
        <p:nvSpPr>
          <p:cNvPr id="17" name="f37">
            <a:extLst xmlns:a="http://schemas.openxmlformats.org/drawingml/2006/main">
              <a:ext uri="{FF2B5EF4-FFF2-40B4-BE49-F238E27FC236}">
                <a16:creationId xmlns:a16="http://schemas.microsoft.com/office/drawing/2014/main" id="{490A2AB2-125A-4123-9405-01AE0CB592D8}"/>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1766EF5B-E7C1-46D8-BFBD-2470D35F805F}"/>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4A86ED31-F2DC-4C61-9074-2860F1524B40}"/>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638DF816-4637-4025-8CF1-0C1A25616C92}"/>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Arial"/>
                <a:ea typeface="Arial"/>
                <a:cs typeface="Arial"/>
              </a:defRPr>
            </a:defPPr>
            <a:lvl1pPr algn="ctr">
              <a:defRPr sz="2850" b="1">
                <a:solidFill>
                  <a:srgbClr val="4264D0"/>
                </a:solidFill>
                <a:latin typeface="Arial"/>
                <a:ea typeface="Arial"/>
                <a:cs typeface="Arial"/>
              </a:defRPr>
            </a:lvl1pPr>
            <a:lvl2pPr algn="ctr">
              <a:defRPr sz="2850" b="1">
                <a:solidFill>
                  <a:srgbClr val="4264D0"/>
                </a:solidFill>
                <a:latin typeface="Arial"/>
                <a:ea typeface="Arial"/>
                <a:cs typeface="Arial"/>
              </a:defRPr>
            </a:lvl2pPr>
            <a:lvl3pPr algn="ctr">
              <a:defRPr sz="2850" b="1">
                <a:solidFill>
                  <a:srgbClr val="4264D0"/>
                </a:solidFill>
                <a:latin typeface="Arial"/>
                <a:ea typeface="Arial"/>
                <a:cs typeface="Arial"/>
              </a:defRPr>
            </a:lvl3pPr>
            <a:lvl4pPr algn="ctr">
              <a:defRPr sz="2850" b="1">
                <a:solidFill>
                  <a:srgbClr val="4264D0"/>
                </a:solidFill>
                <a:latin typeface="Arial"/>
                <a:ea typeface="Arial"/>
                <a:cs typeface="Arial"/>
              </a:defRPr>
            </a:lvl4pPr>
            <a:lvl5pPr algn="ctr">
              <a:defRPr sz="2850" b="1">
                <a:solidFill>
                  <a:srgbClr val="4264D0"/>
                </a:solidFill>
                <a:latin typeface="Arial"/>
                <a:ea typeface="Arial"/>
                <a:cs typeface="Arial"/>
              </a:defRPr>
            </a:lvl5pPr>
            <a:lvl6pPr algn="ctr">
              <a:defRPr sz="2850" b="1">
                <a:solidFill>
                  <a:srgbClr val="4264D0"/>
                </a:solidFill>
                <a:latin typeface="Arial"/>
                <a:ea typeface="Arial"/>
                <a:cs typeface="Arial"/>
              </a:defRPr>
            </a:lvl6pPr>
            <a:lvl7pPr algn="ctr">
              <a:defRPr sz="2850" b="1">
                <a:solidFill>
                  <a:srgbClr val="4264D0"/>
                </a:solidFill>
                <a:latin typeface="Arial"/>
                <a:ea typeface="Arial"/>
                <a:cs typeface="Arial"/>
              </a:defRPr>
            </a:lvl7pPr>
            <a:lvl8pPr algn="ctr">
              <a:defRPr sz="2850" b="1">
                <a:solidFill>
                  <a:srgbClr val="4264D0"/>
                </a:solidFill>
                <a:latin typeface="Arial"/>
                <a:ea typeface="Arial"/>
                <a:cs typeface="Arial"/>
              </a:defRPr>
            </a:lvl8pPr>
            <a:lvl9pPr algn="ctr">
              <a:defRPr sz="2850" b="1">
                <a:solidFill>
                  <a:srgbClr val="4264D0"/>
                </a:solidFill>
                <a:latin typeface="Arial"/>
                <a:ea typeface="Arial"/>
                <a:cs typeface="Arial"/>
              </a:defRPr>
            </a:lvl9pPr>
          </a:lstStyle>
          <a:p xmlns:a="http://schemas.openxmlformats.org/drawingml/2006/main">
            <a:pPr algn="ctr">
              <a:defRPr sz="2850" b="1">
                <a:solidFill>
                  <a:srgbClr val="4264D0"/>
                </a:solidFill>
                <a:latin typeface="Arial"/>
                <a:ea typeface="Arial"/>
                <a:cs typeface="Arial"/>
              </a:defRPr>
            </a:pPr>
            <a:r>
              <a:rPr sz="2850" b="1">
                <a:solidFill>
                  <a:srgbClr val="4264D0"/>
                </a:solidFill>
                <a:latin typeface="Arial"/>
                <a:ea typeface="Arial"/>
                <a:cs typeface="Arial"/>
              </a:rPr>
              <a:t>Security</a:t>
            </a:r>
          </a:p>
          <a:p xmlns:a="http://schemas.openxmlformats.org/drawingml/2006/main">
            <a:pPr algn="ctr">
              <a:defRPr sz="2850" b="1">
                <a:solidFill>
                  <a:srgbClr val="4264D0"/>
                </a:solidFill>
                <a:latin typeface="Arial"/>
                <a:ea typeface="Arial"/>
                <a:cs typeface="Arial"/>
              </a:defRPr>
            </a:pPr>
            <a:r>
              <a:rPr sz="2850" b="1">
                <a:solidFill>
                  <a:srgbClr val="4264D0"/>
                </a:solidFill>
                <a:latin typeface="Arial"/>
                <a:ea typeface="Arial"/>
                <a:cs typeface="Arial"/>
              </a:rPr>
              <a:t>Assurance</a:t>
            </a:r>
          </a:p>
        </p:txBody>
      </p:sp>
      <p:sp>
        <p:nvSpPr>
          <p:cNvPr id="21" name="f41">
            <a:extLst xmlns:a="http://schemas.openxmlformats.org/drawingml/2006/main">
              <a:ext uri="{FF2B5EF4-FFF2-40B4-BE49-F238E27FC236}">
                <a16:creationId xmlns:a16="http://schemas.microsoft.com/office/drawing/2014/main" id="{5FEF9C71-5273-41C2-B05D-3EB6EF8798F9}"/>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Arial"/>
                <a:ea typeface="Arial"/>
                <a:cs typeface="Arial"/>
              </a:defRPr>
            </a:defPPr>
            <a:lvl1pPr algn="ctr">
              <a:defRPr sz="1950" b="0">
                <a:solidFill>
                  <a:srgbClr val="52627B"/>
                </a:solidFill>
                <a:latin typeface="Arial"/>
                <a:ea typeface="Arial"/>
                <a:cs typeface="Arial"/>
              </a:defRPr>
            </a:lvl1pPr>
            <a:lvl2pPr algn="ctr">
              <a:defRPr sz="1950" b="0">
                <a:solidFill>
                  <a:srgbClr val="52627B"/>
                </a:solidFill>
                <a:latin typeface="Arial"/>
                <a:ea typeface="Arial"/>
                <a:cs typeface="Arial"/>
              </a:defRPr>
            </a:lvl2pPr>
            <a:lvl3pPr algn="ctr">
              <a:defRPr sz="1950" b="0">
                <a:solidFill>
                  <a:srgbClr val="52627B"/>
                </a:solidFill>
                <a:latin typeface="Arial"/>
                <a:ea typeface="Arial"/>
                <a:cs typeface="Arial"/>
              </a:defRPr>
            </a:lvl3pPr>
            <a:lvl4pPr algn="ctr">
              <a:defRPr sz="1950" b="0">
                <a:solidFill>
                  <a:srgbClr val="52627B"/>
                </a:solidFill>
                <a:latin typeface="Arial"/>
                <a:ea typeface="Arial"/>
                <a:cs typeface="Arial"/>
              </a:defRPr>
            </a:lvl4pPr>
            <a:lvl5pPr algn="ctr">
              <a:defRPr sz="1950" b="0">
                <a:solidFill>
                  <a:srgbClr val="52627B"/>
                </a:solidFill>
                <a:latin typeface="Arial"/>
                <a:ea typeface="Arial"/>
                <a:cs typeface="Arial"/>
              </a:defRPr>
            </a:lvl5pPr>
            <a:lvl6pPr algn="ctr">
              <a:defRPr sz="1950" b="0">
                <a:solidFill>
                  <a:srgbClr val="52627B"/>
                </a:solidFill>
                <a:latin typeface="Arial"/>
                <a:ea typeface="Arial"/>
                <a:cs typeface="Arial"/>
              </a:defRPr>
            </a:lvl6pPr>
            <a:lvl7pPr algn="ctr">
              <a:defRPr sz="1950" b="0">
                <a:solidFill>
                  <a:srgbClr val="52627B"/>
                </a:solidFill>
                <a:latin typeface="Arial"/>
                <a:ea typeface="Arial"/>
                <a:cs typeface="Arial"/>
              </a:defRPr>
            </a:lvl7pPr>
            <a:lvl8pPr algn="ctr">
              <a:defRPr sz="1950" b="0">
                <a:solidFill>
                  <a:srgbClr val="52627B"/>
                </a:solidFill>
                <a:latin typeface="Arial"/>
                <a:ea typeface="Arial"/>
                <a:cs typeface="Arial"/>
              </a:defRPr>
            </a:lvl8pPr>
            <a:lvl9pPr algn="ctr">
              <a:defRPr sz="1950" b="0">
                <a:solidFill>
                  <a:srgbClr val="52627B"/>
                </a:solidFill>
                <a:latin typeface="Arial"/>
                <a:ea typeface="Arial"/>
                <a:cs typeface="Arial"/>
              </a:defRPr>
            </a:lvl9pPr>
          </a:lstStyle>
          <a:p xmlns:a="http://schemas.openxmlformats.org/drawingml/2006/main">
            <a:pPr algn="ctr">
              <a:defRPr sz="1950" b="0">
                <a:solidFill>
                  <a:srgbClr val="52627B"/>
                </a:solidFill>
                <a:latin typeface="Arial"/>
                <a:ea typeface="Arial"/>
                <a:cs typeface="Arial"/>
              </a:defRPr>
            </a:pPr>
            <a:r>
              <a:rPr sz="1950" b="0">
                <a:solidFill>
                  <a:srgbClr val="52627B"/>
                </a:solidFill>
                <a:latin typeface="Arial"/>
                <a:ea typeface="Arial"/>
                <a:cs typeface="Arial"/>
              </a:rPr>
              <a:t>Verifica se il requisito</a:t>
            </a:r>
          </a:p>
          <a:p xmlns:a="http://schemas.openxmlformats.org/drawingml/2006/main">
            <a:pPr algn="ctr">
              <a:defRPr sz="1950" b="0">
                <a:solidFill>
                  <a:srgbClr val="52627B"/>
                </a:solidFill>
                <a:latin typeface="Arial"/>
                <a:ea typeface="Arial"/>
                <a:cs typeface="Arial"/>
              </a:defRPr>
            </a:pPr>
            <a:r>
              <a:rPr sz="1950" b="0">
                <a:solidFill>
                  <a:srgbClr val="52627B"/>
                </a:solidFill>
                <a:latin typeface="Arial"/>
                <a:ea typeface="Arial"/>
                <a:cs typeface="Arial"/>
              </a:rPr>
              <a:t>è rispettato</a:t>
            </a:r>
          </a:p>
        </p:txBody>
      </p:sp>
      <p:sp>
        <p:nvSpPr>
          <p:cNvPr id="22" name="f42">
            <a:extLst xmlns:a="http://schemas.openxmlformats.org/drawingml/2006/main">
              <a:ext uri="{FF2B5EF4-FFF2-40B4-BE49-F238E27FC236}">
                <a16:creationId xmlns:a16="http://schemas.microsoft.com/office/drawing/2014/main" id="{96A85D91-0AEF-4D2C-96A7-12936BA8B67A}"/>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Arial"/>
                <a:ea typeface="Arial"/>
                <a:cs typeface="Arial"/>
              </a:defRPr>
            </a:defPPr>
            <a:lvl1pPr algn="ctr">
              <a:defRPr sz="1950" b="0">
                <a:solidFill>
                  <a:srgbClr val="182536"/>
                </a:solidFill>
                <a:latin typeface="Arial"/>
                <a:ea typeface="Arial"/>
                <a:cs typeface="Arial"/>
              </a:defRPr>
            </a:lvl1pPr>
            <a:lvl2pPr algn="ctr">
              <a:defRPr sz="1950" b="0">
                <a:solidFill>
                  <a:srgbClr val="182536"/>
                </a:solidFill>
                <a:latin typeface="Arial"/>
                <a:ea typeface="Arial"/>
                <a:cs typeface="Arial"/>
              </a:defRPr>
            </a:lvl2pPr>
            <a:lvl3pPr algn="ctr">
              <a:defRPr sz="1950" b="0">
                <a:solidFill>
                  <a:srgbClr val="182536"/>
                </a:solidFill>
                <a:latin typeface="Arial"/>
                <a:ea typeface="Arial"/>
                <a:cs typeface="Arial"/>
              </a:defRPr>
            </a:lvl3pPr>
            <a:lvl4pPr algn="ctr">
              <a:defRPr sz="1950" b="0">
                <a:solidFill>
                  <a:srgbClr val="182536"/>
                </a:solidFill>
                <a:latin typeface="Arial"/>
                <a:ea typeface="Arial"/>
                <a:cs typeface="Arial"/>
              </a:defRPr>
            </a:lvl4pPr>
            <a:lvl5pPr algn="ctr">
              <a:defRPr sz="1950" b="0">
                <a:solidFill>
                  <a:srgbClr val="182536"/>
                </a:solidFill>
                <a:latin typeface="Arial"/>
                <a:ea typeface="Arial"/>
                <a:cs typeface="Arial"/>
              </a:defRPr>
            </a:lvl5pPr>
            <a:lvl6pPr algn="ctr">
              <a:defRPr sz="1950" b="0">
                <a:solidFill>
                  <a:srgbClr val="182536"/>
                </a:solidFill>
                <a:latin typeface="Arial"/>
                <a:ea typeface="Arial"/>
                <a:cs typeface="Arial"/>
              </a:defRPr>
            </a:lvl6pPr>
            <a:lvl7pPr algn="ctr">
              <a:defRPr sz="1950" b="0">
                <a:solidFill>
                  <a:srgbClr val="182536"/>
                </a:solidFill>
                <a:latin typeface="Arial"/>
                <a:ea typeface="Arial"/>
                <a:cs typeface="Arial"/>
              </a:defRPr>
            </a:lvl7pPr>
            <a:lvl8pPr algn="ctr">
              <a:defRPr sz="1950" b="0">
                <a:solidFill>
                  <a:srgbClr val="182536"/>
                </a:solidFill>
                <a:latin typeface="Arial"/>
                <a:ea typeface="Arial"/>
                <a:cs typeface="Arial"/>
              </a:defRPr>
            </a:lvl8pPr>
            <a:lvl9pPr algn="ctr">
              <a:defRPr sz="1950" b="0">
                <a:solidFill>
                  <a:srgbClr val="182536"/>
                </a:solidFill>
                <a:latin typeface="Arial"/>
                <a:ea typeface="Arial"/>
                <a:cs typeface="Arial"/>
              </a:defRPr>
            </a:lvl9pPr>
          </a:lstStyle>
          <a:p xmlns:a="http://schemas.openxmlformats.org/drawingml/2006/main">
            <a:pPr algn="ctr">
              <a:defRPr sz="1950" b="0">
                <a:solidFill>
                  <a:srgbClr val="182536"/>
                </a:solidFill>
                <a:latin typeface="Arial"/>
                <a:ea typeface="Arial"/>
                <a:cs typeface="Arial"/>
              </a:defRPr>
            </a:pPr>
            <a:r>
              <a:rPr sz="1950" b="0">
                <a:solidFill>
                  <a:srgbClr val="182536"/>
                </a:solidFill>
                <a:latin typeface="Arial"/>
                <a:ea typeface="Arial"/>
                <a:cs typeface="Arial"/>
              </a:rPr>
              <a:t>Comportamento previsto</a:t>
            </a:r>
          </a:p>
        </p:txBody>
      </p:sp>
      <p:sp>
        <p:nvSpPr>
          <p:cNvPr id="23" name="f43">
            <a:extLst xmlns:a="http://schemas.openxmlformats.org/drawingml/2006/main">
              <a:ext uri="{FF2B5EF4-FFF2-40B4-BE49-F238E27FC236}">
                <a16:creationId xmlns:a16="http://schemas.microsoft.com/office/drawing/2014/main" id="{BF5D71EB-2F6A-4D39-A10C-8183318DF725}"/>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Arial"/>
                <a:ea typeface="Arial"/>
                <a:cs typeface="Arial"/>
              </a:defRPr>
            </a:defPPr>
            <a:lvl1pPr algn="ctr">
              <a:defRPr sz="1950" b="0">
                <a:solidFill>
                  <a:srgbClr val="182536"/>
                </a:solidFill>
                <a:latin typeface="Arial"/>
                <a:ea typeface="Arial"/>
                <a:cs typeface="Arial"/>
              </a:defRPr>
            </a:lvl1pPr>
            <a:lvl2pPr algn="ctr">
              <a:defRPr sz="1950" b="0">
                <a:solidFill>
                  <a:srgbClr val="182536"/>
                </a:solidFill>
                <a:latin typeface="Arial"/>
                <a:ea typeface="Arial"/>
                <a:cs typeface="Arial"/>
              </a:defRPr>
            </a:lvl2pPr>
            <a:lvl3pPr algn="ctr">
              <a:defRPr sz="1950" b="0">
                <a:solidFill>
                  <a:srgbClr val="182536"/>
                </a:solidFill>
                <a:latin typeface="Arial"/>
                <a:ea typeface="Arial"/>
                <a:cs typeface="Arial"/>
              </a:defRPr>
            </a:lvl3pPr>
            <a:lvl4pPr algn="ctr">
              <a:defRPr sz="1950" b="0">
                <a:solidFill>
                  <a:srgbClr val="182536"/>
                </a:solidFill>
                <a:latin typeface="Arial"/>
                <a:ea typeface="Arial"/>
                <a:cs typeface="Arial"/>
              </a:defRPr>
            </a:lvl4pPr>
            <a:lvl5pPr algn="ctr">
              <a:defRPr sz="1950" b="0">
                <a:solidFill>
                  <a:srgbClr val="182536"/>
                </a:solidFill>
                <a:latin typeface="Arial"/>
                <a:ea typeface="Arial"/>
                <a:cs typeface="Arial"/>
              </a:defRPr>
            </a:lvl5pPr>
            <a:lvl6pPr algn="ctr">
              <a:defRPr sz="1950" b="0">
                <a:solidFill>
                  <a:srgbClr val="182536"/>
                </a:solidFill>
                <a:latin typeface="Arial"/>
                <a:ea typeface="Arial"/>
                <a:cs typeface="Arial"/>
              </a:defRPr>
            </a:lvl6pPr>
            <a:lvl7pPr algn="ctr">
              <a:defRPr sz="1950" b="0">
                <a:solidFill>
                  <a:srgbClr val="182536"/>
                </a:solidFill>
                <a:latin typeface="Arial"/>
                <a:ea typeface="Arial"/>
                <a:cs typeface="Arial"/>
              </a:defRPr>
            </a:lvl7pPr>
            <a:lvl8pPr algn="ctr">
              <a:defRPr sz="1950" b="0">
                <a:solidFill>
                  <a:srgbClr val="182536"/>
                </a:solidFill>
                <a:latin typeface="Arial"/>
                <a:ea typeface="Arial"/>
                <a:cs typeface="Arial"/>
              </a:defRPr>
            </a:lvl8pPr>
            <a:lvl9pPr algn="ctr">
              <a:defRPr sz="1950" b="0">
                <a:solidFill>
                  <a:srgbClr val="182536"/>
                </a:solidFill>
                <a:latin typeface="Arial"/>
                <a:ea typeface="Arial"/>
                <a:cs typeface="Arial"/>
              </a:defRPr>
            </a:lvl9pPr>
          </a:lstStyle>
          <a:p xmlns:a="http://schemas.openxmlformats.org/drawingml/2006/main">
            <a:pPr algn="ctr">
              <a:defRPr sz="1950" b="0">
                <a:solidFill>
                  <a:srgbClr val="182536"/>
                </a:solidFill>
                <a:latin typeface="Arial"/>
                <a:ea typeface="Arial"/>
                <a:cs typeface="Arial"/>
              </a:defRPr>
            </a:pPr>
            <a:r>
              <a:rPr sz="1950" b="0">
                <a:solidFill>
                  <a:srgbClr val="182536"/>
                </a:solidFill>
                <a:latin typeface="Arial"/>
                <a:ea typeface="Arial"/>
                <a:cs typeface="Arial"/>
              </a:rPr>
              <a:t>Comportamento reale</a:t>
            </a:r>
          </a:p>
        </p:txBody>
      </p:sp>
    </p:spTree>
    <p:extLst>
      <p:ext uri="{BB962C8B-B14F-4D97-AF65-F5344CB8AC3E}">
        <p14:creationId xmlns:p14="http://schemas.microsoft.com/office/powerpoint/2010/main" val="194224418"/>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3" name="">
            <a:extLst xmlns:a="http://schemas.openxmlformats.org/drawingml/2006/main">
              <a:ext uri="{FF2B5EF4-FFF2-40B4-BE49-F238E27FC236}">
                <a16:creationId xmlns:a16="http://schemas.microsoft.com/office/drawing/2014/main" id="{423523A1-599C-442D-9E0F-8DA550A09024}"/>
              </a:ext>
            </a:extLst>
          </p:cNvPr>
          <p:cNvPicPr>
            <a:picLocks xmlns:a="http://schemas.openxmlformats.org/drawingml/2006/main" noChangeAspect="1"/>
          </p:cNvPicPr>
          <p:nvPr/>
        </p:nvPicPr>
        <p:blipFill>
          <a:blip xmlns:r="http://schemas.openxmlformats.org/officeDocument/2006/relationships" xmlns:a="http://schemas.openxmlformats.org/drawingml/2006/main" r:embed="Rb7fdc70e3687479b"/>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7D75330C-B570-469B-B8CB-1A3EE13E4488}"/>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Arial"/>
                <a:ea typeface="Arial"/>
                <a:cs typeface="Arial"/>
              </a:defRPr>
            </a:defPPr>
            <a:lvl1pPr algn="l">
              <a:defRPr sz="1350" b="0">
                <a:solidFill>
                  <a:srgbClr val="52627B"/>
                </a:solidFill>
                <a:latin typeface="Arial"/>
                <a:ea typeface="Arial"/>
                <a:cs typeface="Arial"/>
              </a:defRPr>
            </a:lvl1pPr>
            <a:lvl2pPr algn="l">
              <a:defRPr sz="1350" b="0">
                <a:solidFill>
                  <a:srgbClr val="52627B"/>
                </a:solidFill>
                <a:latin typeface="Arial"/>
                <a:ea typeface="Arial"/>
                <a:cs typeface="Arial"/>
              </a:defRPr>
            </a:lvl2pPr>
            <a:lvl3pPr algn="l">
              <a:defRPr sz="1350" b="0">
                <a:solidFill>
                  <a:srgbClr val="52627B"/>
                </a:solidFill>
                <a:latin typeface="Arial"/>
                <a:ea typeface="Arial"/>
                <a:cs typeface="Arial"/>
              </a:defRPr>
            </a:lvl3pPr>
            <a:lvl4pPr algn="l">
              <a:defRPr sz="1350" b="0">
                <a:solidFill>
                  <a:srgbClr val="52627B"/>
                </a:solidFill>
                <a:latin typeface="Arial"/>
                <a:ea typeface="Arial"/>
                <a:cs typeface="Arial"/>
              </a:defRPr>
            </a:lvl4pPr>
            <a:lvl5pPr algn="l">
              <a:defRPr sz="1350" b="0">
                <a:solidFill>
                  <a:srgbClr val="52627B"/>
                </a:solidFill>
                <a:latin typeface="Arial"/>
                <a:ea typeface="Arial"/>
                <a:cs typeface="Arial"/>
              </a:defRPr>
            </a:lvl5pPr>
            <a:lvl6pPr algn="l">
              <a:defRPr sz="1350" b="0">
                <a:solidFill>
                  <a:srgbClr val="52627B"/>
                </a:solidFill>
                <a:latin typeface="Arial"/>
                <a:ea typeface="Arial"/>
                <a:cs typeface="Arial"/>
              </a:defRPr>
            </a:lvl6pPr>
            <a:lvl7pPr algn="l">
              <a:defRPr sz="1350" b="0">
                <a:solidFill>
                  <a:srgbClr val="52627B"/>
                </a:solidFill>
                <a:latin typeface="Arial"/>
                <a:ea typeface="Arial"/>
                <a:cs typeface="Arial"/>
              </a:defRPr>
            </a:lvl7pPr>
            <a:lvl8pPr algn="l">
              <a:defRPr sz="1350" b="0">
                <a:solidFill>
                  <a:srgbClr val="52627B"/>
                </a:solidFill>
                <a:latin typeface="Arial"/>
                <a:ea typeface="Arial"/>
                <a:cs typeface="Arial"/>
              </a:defRPr>
            </a:lvl8pPr>
            <a:lvl9pPr algn="l">
              <a:defRPr sz="1350" b="0">
                <a:solidFill>
                  <a:srgbClr val="52627B"/>
                </a:solidFill>
                <a:latin typeface="Arial"/>
                <a:ea typeface="Arial"/>
                <a:cs typeface="Arial"/>
              </a:defRPr>
            </a:lvl9pPr>
          </a:lstStyle>
          <a:p xmlns:a="http://schemas.openxmlformats.org/drawingml/2006/main">
            <a:pPr algn="l">
              <a:defRPr sz="1350" b="0">
                <a:solidFill>
                  <a:srgbClr val="52627B"/>
                </a:solidFill>
                <a:latin typeface="Arial"/>
                <a:ea typeface="Arial"/>
                <a:cs typeface="Arial"/>
              </a:defRPr>
            </a:pPr>
            <a:r>
              <a:rPr sz="1350" b="0">
                <a:solidFill>
                  <a:srgbClr val="52627B"/>
                </a:solidFill>
                <a:latin typeface="Arial"/>
                <a:ea typeface="Arial"/>
                <a:cs typeface="Arial"/>
              </a:rPr>
              <a:t>INTRODUZIONE</a:t>
            </a:r>
          </a:p>
        </p:txBody>
      </p:sp>
      <p:sp>
        <p:nvSpPr>
          <p:cNvPr id="3" name="f46">
            <a:extLst xmlns:a="http://schemas.openxmlformats.org/drawingml/2006/main">
              <a:ext uri="{FF2B5EF4-FFF2-40B4-BE49-F238E27FC236}">
                <a16:creationId xmlns:a16="http://schemas.microsoft.com/office/drawing/2014/main" id="{DF1E634D-0682-47BF-90FE-9C3B4BA3B63C}"/>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Arial"/>
                <a:ea typeface="Arial"/>
                <a:cs typeface="Arial"/>
              </a:defRPr>
            </a:defPPr>
            <a:lvl1pPr algn="l">
              <a:defRPr sz="1350" b="0">
                <a:solidFill>
                  <a:srgbClr val="52627B"/>
                </a:solidFill>
                <a:latin typeface="Arial"/>
                <a:ea typeface="Arial"/>
                <a:cs typeface="Arial"/>
              </a:defRPr>
            </a:lvl1pPr>
            <a:lvl2pPr algn="l">
              <a:defRPr sz="1350" b="0">
                <a:solidFill>
                  <a:srgbClr val="52627B"/>
                </a:solidFill>
                <a:latin typeface="Arial"/>
                <a:ea typeface="Arial"/>
                <a:cs typeface="Arial"/>
              </a:defRPr>
            </a:lvl2pPr>
            <a:lvl3pPr algn="l">
              <a:defRPr sz="1350" b="0">
                <a:solidFill>
                  <a:srgbClr val="52627B"/>
                </a:solidFill>
                <a:latin typeface="Arial"/>
                <a:ea typeface="Arial"/>
                <a:cs typeface="Arial"/>
              </a:defRPr>
            </a:lvl3pPr>
            <a:lvl4pPr algn="l">
              <a:defRPr sz="1350" b="0">
                <a:solidFill>
                  <a:srgbClr val="52627B"/>
                </a:solidFill>
                <a:latin typeface="Arial"/>
                <a:ea typeface="Arial"/>
                <a:cs typeface="Arial"/>
              </a:defRPr>
            </a:lvl4pPr>
            <a:lvl5pPr algn="l">
              <a:defRPr sz="1350" b="0">
                <a:solidFill>
                  <a:srgbClr val="52627B"/>
                </a:solidFill>
                <a:latin typeface="Arial"/>
                <a:ea typeface="Arial"/>
                <a:cs typeface="Arial"/>
              </a:defRPr>
            </a:lvl5pPr>
            <a:lvl6pPr algn="l">
              <a:defRPr sz="1350" b="0">
                <a:solidFill>
                  <a:srgbClr val="52627B"/>
                </a:solidFill>
                <a:latin typeface="Arial"/>
                <a:ea typeface="Arial"/>
                <a:cs typeface="Arial"/>
              </a:defRPr>
            </a:lvl6pPr>
            <a:lvl7pPr algn="l">
              <a:defRPr sz="1350" b="0">
                <a:solidFill>
                  <a:srgbClr val="52627B"/>
                </a:solidFill>
                <a:latin typeface="Arial"/>
                <a:ea typeface="Arial"/>
                <a:cs typeface="Arial"/>
              </a:defRPr>
            </a:lvl7pPr>
            <a:lvl8pPr algn="l">
              <a:defRPr sz="1350" b="0">
                <a:solidFill>
                  <a:srgbClr val="52627B"/>
                </a:solidFill>
                <a:latin typeface="Arial"/>
                <a:ea typeface="Arial"/>
                <a:cs typeface="Arial"/>
              </a:defRPr>
            </a:lvl8pPr>
            <a:lvl9pPr algn="l">
              <a:defRPr sz="1350" b="0">
                <a:solidFill>
                  <a:srgbClr val="52627B"/>
                </a:solidFill>
                <a:latin typeface="Arial"/>
                <a:ea typeface="Arial"/>
                <a:cs typeface="Arial"/>
              </a:defRPr>
            </a:lvl9pPr>
          </a:lstStyle>
          <a:p xmlns:a="http://schemas.openxmlformats.org/drawingml/2006/main">
            <a:pPr algn="l">
              <a:defRPr sz="1350" b="0">
                <a:solidFill>
                  <a:srgbClr val="52627B"/>
                </a:solidFill>
                <a:latin typeface="Arial"/>
                <a:ea typeface="Arial"/>
                <a:cs typeface="Arial"/>
              </a:defRPr>
            </a:pPr>
            <a:r>
              <a:rPr sz="1350" b="0">
                <a:solidFill>
                  <a:srgbClr val="52627B"/>
                </a:solidFill>
                <a:latin typeface="Arial"/>
                <a:ea typeface="Arial"/>
                <a:cs typeface="Arial"/>
              </a:rPr>
              <a:t>03 / 07</a:t>
            </a:r>
          </a:p>
        </p:txBody>
      </p:sp>
      <p:sp>
        <p:nvSpPr>
          <p:cNvPr id="4" name="f47">
            <a:extLst xmlns:a="http://schemas.openxmlformats.org/drawingml/2006/main">
              <a:ext uri="{FF2B5EF4-FFF2-40B4-BE49-F238E27FC236}">
                <a16:creationId xmlns:a16="http://schemas.microsoft.com/office/drawing/2014/main" id="{F28DA352-8762-4B32-BE95-AB03C2FA062B}"/>
              </a:ext>
            </a:extLst>
          </p:cNvPr>
          <p:cNvSpPr>
            <a:spLocks xmlns:a="http://schemas.openxmlformats.org/drawingml/2006/main" noGrp="1"/>
          </p:cNvSpPr>
          <p:nvPr/>
        </p:nvSpPr>
        <p:spPr>
          <a:xfrm xmlns:a="http://schemas.openxmlformats.org/drawingml/2006/main">
            <a:off x="1066800" y="1163765"/>
            <a:ext cx="7395418"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La Security Assurance nel 5G</a:t>
            </a:r>
          </a:p>
        </p:txBody>
      </p:sp>
      <p:sp>
        <p:nvSpPr>
          <p:cNvPr id="5" name="f48">
            <a:extLst xmlns:a="http://schemas.openxmlformats.org/drawingml/2006/main">
              <a:ext uri="{FF2B5EF4-FFF2-40B4-BE49-F238E27FC236}">
                <a16:creationId xmlns:a16="http://schemas.microsoft.com/office/drawing/2014/main" id="{AA42897C-E606-4EA9-BCA1-7F4D12308DE5}"/>
              </a:ext>
            </a:extLst>
          </p:cNvPr>
          <p:cNvSpPr>
            <a:spLocks xmlns:a="http://schemas.openxmlformats.org/drawingml/2006/main" noGrp="1"/>
          </p:cNvSpPr>
          <p:nvPr/>
        </p:nvSpPr>
        <p:spPr>
          <a:xfrm xmlns:a="http://schemas.openxmlformats.org/drawingml/2006/main">
            <a:off x="1066800" y="1901095"/>
            <a:ext cx="12059096"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Nel 5G, la sicurezza riguarda anche le Network Functions, componenti software che comunicano tra loro.</a:t>
            </a:r>
          </a:p>
        </p:txBody>
      </p:sp>
      <p:sp>
        <p:nvSpPr>
          <p:cNvPr id="6" name="f49">
            <a:extLst xmlns:a="http://schemas.openxmlformats.org/drawingml/2006/main">
              <a:ext uri="{FF2B5EF4-FFF2-40B4-BE49-F238E27FC236}">
                <a16:creationId xmlns:a16="http://schemas.microsoft.com/office/drawing/2014/main" id="{B8E933E6-6D41-49AC-AE1F-A78FCAF0AF58}"/>
              </a:ext>
            </a:extLst>
          </p:cNvPr>
          <p:cNvSpPr>
            <a:spLocks xmlns:a="http://schemas.openxmlformats.org/drawingml/2006/main" noGrp="1"/>
          </p:cNvSpPr>
          <p:nvPr/>
        </p:nvSpPr>
        <p:spPr>
          <a:xfrm xmlns:a="http://schemas.openxmlformats.org/drawingml/2006/main">
            <a:off x="2801234" y="275098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Arial"/>
                <a:ea typeface="Arial"/>
                <a:cs typeface="Arial"/>
              </a:defRPr>
            </a:defPPr>
            <a:lvl1pPr algn="l">
              <a:defRPr sz="2478" b="1">
                <a:solidFill>
                  <a:srgbClr val="4264D0"/>
                </a:solidFill>
                <a:latin typeface="Arial"/>
                <a:ea typeface="Arial"/>
                <a:cs typeface="Arial"/>
              </a:defRPr>
            </a:lvl1pPr>
            <a:lvl2pPr algn="l">
              <a:defRPr sz="2478" b="1">
                <a:solidFill>
                  <a:srgbClr val="4264D0"/>
                </a:solidFill>
                <a:latin typeface="Arial"/>
                <a:ea typeface="Arial"/>
                <a:cs typeface="Arial"/>
              </a:defRPr>
            </a:lvl2pPr>
            <a:lvl3pPr algn="l">
              <a:defRPr sz="2478" b="1">
                <a:solidFill>
                  <a:srgbClr val="4264D0"/>
                </a:solidFill>
                <a:latin typeface="Arial"/>
                <a:ea typeface="Arial"/>
                <a:cs typeface="Arial"/>
              </a:defRPr>
            </a:lvl3pPr>
            <a:lvl4pPr algn="l">
              <a:defRPr sz="2478" b="1">
                <a:solidFill>
                  <a:srgbClr val="4264D0"/>
                </a:solidFill>
                <a:latin typeface="Arial"/>
                <a:ea typeface="Arial"/>
                <a:cs typeface="Arial"/>
              </a:defRPr>
            </a:lvl4pPr>
            <a:lvl5pPr algn="l">
              <a:defRPr sz="2478" b="1">
                <a:solidFill>
                  <a:srgbClr val="4264D0"/>
                </a:solidFill>
                <a:latin typeface="Arial"/>
                <a:ea typeface="Arial"/>
                <a:cs typeface="Arial"/>
              </a:defRPr>
            </a:lvl5pPr>
            <a:lvl6pPr algn="l">
              <a:defRPr sz="2478" b="1">
                <a:solidFill>
                  <a:srgbClr val="4264D0"/>
                </a:solidFill>
                <a:latin typeface="Arial"/>
                <a:ea typeface="Arial"/>
                <a:cs typeface="Arial"/>
              </a:defRPr>
            </a:lvl6pPr>
            <a:lvl7pPr algn="l">
              <a:defRPr sz="2478" b="1">
                <a:solidFill>
                  <a:srgbClr val="4264D0"/>
                </a:solidFill>
                <a:latin typeface="Arial"/>
                <a:ea typeface="Arial"/>
                <a:cs typeface="Arial"/>
              </a:defRPr>
            </a:lvl7pPr>
            <a:lvl8pPr algn="l">
              <a:defRPr sz="2478" b="1">
                <a:solidFill>
                  <a:srgbClr val="4264D0"/>
                </a:solidFill>
                <a:latin typeface="Arial"/>
                <a:ea typeface="Arial"/>
                <a:cs typeface="Arial"/>
              </a:defRPr>
            </a:lvl8pPr>
            <a:lvl9pPr algn="l">
              <a:defRPr sz="2478" b="1">
                <a:solidFill>
                  <a:srgbClr val="4264D0"/>
                </a:solidFill>
                <a:latin typeface="Arial"/>
                <a:ea typeface="Arial"/>
                <a:cs typeface="Arial"/>
              </a:defRPr>
            </a:lvl9pPr>
          </a:lstStyle>
          <a:p xmlns:a="http://schemas.openxmlformats.org/drawingml/2006/main">
            <a:pPr algn="l">
              <a:defRPr sz="2478" b="1">
                <a:solidFill>
                  <a:srgbClr val="4264D0"/>
                </a:solidFill>
                <a:latin typeface="Arial"/>
                <a:ea typeface="Arial"/>
                <a:cs typeface="Arial"/>
              </a:defRPr>
            </a:pPr>
            <a:r>
              <a:rPr sz="2478" b="1">
                <a:solidFill>
                  <a:srgbClr val="4264D0"/>
                </a:solidFill>
                <a:latin typeface="Arial"/>
                <a:ea typeface="Arial"/>
                <a:cs typeface="Arial"/>
              </a:rPr>
              <a:t>5G RAN</a:t>
            </a:r>
          </a:p>
        </p:txBody>
      </p:sp>
      <p:sp>
        <p:nvSpPr>
          <p:cNvPr id="7" name="f50">
            <a:extLst xmlns:a="http://schemas.openxmlformats.org/drawingml/2006/main">
              <a:ext uri="{FF2B5EF4-FFF2-40B4-BE49-F238E27FC236}">
                <a16:creationId xmlns:a16="http://schemas.microsoft.com/office/drawing/2014/main" id="{3E836F38-DFB3-4858-8B25-B8E0057702AE}"/>
              </a:ext>
            </a:extLst>
          </p:cNvPr>
          <p:cNvSpPr>
            <a:spLocks xmlns:a="http://schemas.openxmlformats.org/drawingml/2006/main" noGrp="1"/>
          </p:cNvSpPr>
          <p:nvPr/>
        </p:nvSpPr>
        <p:spPr>
          <a:xfrm xmlns:a="http://schemas.openxmlformats.org/drawingml/2006/main">
            <a:off x="7994359" y="275098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Arial"/>
                <a:ea typeface="Arial"/>
                <a:cs typeface="Arial"/>
              </a:defRPr>
            </a:defPPr>
            <a:lvl1pPr algn="l">
              <a:defRPr sz="2478" b="1">
                <a:solidFill>
                  <a:srgbClr val="278766"/>
                </a:solidFill>
                <a:latin typeface="Arial"/>
                <a:ea typeface="Arial"/>
                <a:cs typeface="Arial"/>
              </a:defRPr>
            </a:lvl1pPr>
            <a:lvl2pPr algn="l">
              <a:defRPr sz="2478" b="1">
                <a:solidFill>
                  <a:srgbClr val="278766"/>
                </a:solidFill>
                <a:latin typeface="Arial"/>
                <a:ea typeface="Arial"/>
                <a:cs typeface="Arial"/>
              </a:defRPr>
            </a:lvl2pPr>
            <a:lvl3pPr algn="l">
              <a:defRPr sz="2478" b="1">
                <a:solidFill>
                  <a:srgbClr val="278766"/>
                </a:solidFill>
                <a:latin typeface="Arial"/>
                <a:ea typeface="Arial"/>
                <a:cs typeface="Arial"/>
              </a:defRPr>
            </a:lvl3pPr>
            <a:lvl4pPr algn="l">
              <a:defRPr sz="2478" b="1">
                <a:solidFill>
                  <a:srgbClr val="278766"/>
                </a:solidFill>
                <a:latin typeface="Arial"/>
                <a:ea typeface="Arial"/>
                <a:cs typeface="Arial"/>
              </a:defRPr>
            </a:lvl4pPr>
            <a:lvl5pPr algn="l">
              <a:defRPr sz="2478" b="1">
                <a:solidFill>
                  <a:srgbClr val="278766"/>
                </a:solidFill>
                <a:latin typeface="Arial"/>
                <a:ea typeface="Arial"/>
                <a:cs typeface="Arial"/>
              </a:defRPr>
            </a:lvl5pPr>
            <a:lvl6pPr algn="l">
              <a:defRPr sz="2478" b="1">
                <a:solidFill>
                  <a:srgbClr val="278766"/>
                </a:solidFill>
                <a:latin typeface="Arial"/>
                <a:ea typeface="Arial"/>
                <a:cs typeface="Arial"/>
              </a:defRPr>
            </a:lvl6pPr>
            <a:lvl7pPr algn="l">
              <a:defRPr sz="2478" b="1">
                <a:solidFill>
                  <a:srgbClr val="278766"/>
                </a:solidFill>
                <a:latin typeface="Arial"/>
                <a:ea typeface="Arial"/>
                <a:cs typeface="Arial"/>
              </a:defRPr>
            </a:lvl7pPr>
            <a:lvl8pPr algn="l">
              <a:defRPr sz="2478" b="1">
                <a:solidFill>
                  <a:srgbClr val="278766"/>
                </a:solidFill>
                <a:latin typeface="Arial"/>
                <a:ea typeface="Arial"/>
                <a:cs typeface="Arial"/>
              </a:defRPr>
            </a:lvl8pPr>
            <a:lvl9pPr algn="l">
              <a:defRPr sz="2478" b="1">
                <a:solidFill>
                  <a:srgbClr val="278766"/>
                </a:solidFill>
                <a:latin typeface="Arial"/>
                <a:ea typeface="Arial"/>
                <a:cs typeface="Arial"/>
              </a:defRPr>
            </a:lvl9pPr>
          </a:lstStyle>
          <a:p xmlns:a="http://schemas.openxmlformats.org/drawingml/2006/main">
            <a:pPr algn="l">
              <a:defRPr sz="2478" b="1">
                <a:solidFill>
                  <a:srgbClr val="278766"/>
                </a:solidFill>
                <a:latin typeface="Arial"/>
                <a:ea typeface="Arial"/>
                <a:cs typeface="Arial"/>
              </a:defRPr>
            </a:pPr>
            <a:r>
              <a:rPr sz="2478" b="1">
                <a:solidFill>
                  <a:srgbClr val="278766"/>
                </a:solidFill>
                <a:latin typeface="Arial"/>
                <a:ea typeface="Arial"/>
                <a:cs typeface="Arial"/>
              </a:rPr>
              <a:t>5G CORE</a:t>
            </a:r>
          </a:p>
        </p:txBody>
      </p:sp>
      <p:sp>
        <p:nvSpPr>
          <p:cNvPr id="8" name="f51">
            <a:extLst xmlns:a="http://schemas.openxmlformats.org/drawingml/2006/main">
              <a:ext uri="{FF2B5EF4-FFF2-40B4-BE49-F238E27FC236}">
                <a16:creationId xmlns:a16="http://schemas.microsoft.com/office/drawing/2014/main" id="{9FF42805-3588-4CE4-A4B0-30411C3600F5}"/>
              </a:ext>
            </a:extLst>
          </p:cNvPr>
          <p:cNvSpPr>
            <a:spLocks xmlns:a="http://schemas.openxmlformats.org/drawingml/2006/main" noGrp="1"/>
          </p:cNvSpPr>
          <p:nvPr/>
        </p:nvSpPr>
        <p:spPr>
          <a:xfrm xmlns:a="http://schemas.openxmlformats.org/drawingml/2006/main">
            <a:off x="5868924" y="341197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Arial"/>
                <a:ea typeface="Arial"/>
                <a:cs typeface="Arial"/>
              </a:defRPr>
            </a:defPPr>
            <a:lvl1pPr algn="l">
              <a:defRPr sz="1858" b="1">
                <a:solidFill>
                  <a:srgbClr val="278766"/>
                </a:solidFill>
                <a:latin typeface="Arial"/>
                <a:ea typeface="Arial"/>
                <a:cs typeface="Arial"/>
              </a:defRPr>
            </a:lvl1pPr>
            <a:lvl2pPr algn="l">
              <a:defRPr sz="1858" b="1">
                <a:solidFill>
                  <a:srgbClr val="278766"/>
                </a:solidFill>
                <a:latin typeface="Arial"/>
                <a:ea typeface="Arial"/>
                <a:cs typeface="Arial"/>
              </a:defRPr>
            </a:lvl2pPr>
            <a:lvl3pPr algn="l">
              <a:defRPr sz="1858" b="1">
                <a:solidFill>
                  <a:srgbClr val="278766"/>
                </a:solidFill>
                <a:latin typeface="Arial"/>
                <a:ea typeface="Arial"/>
                <a:cs typeface="Arial"/>
              </a:defRPr>
            </a:lvl3pPr>
            <a:lvl4pPr algn="l">
              <a:defRPr sz="1858" b="1">
                <a:solidFill>
                  <a:srgbClr val="278766"/>
                </a:solidFill>
                <a:latin typeface="Arial"/>
                <a:ea typeface="Arial"/>
                <a:cs typeface="Arial"/>
              </a:defRPr>
            </a:lvl4pPr>
            <a:lvl5pPr algn="l">
              <a:defRPr sz="1858" b="1">
                <a:solidFill>
                  <a:srgbClr val="278766"/>
                </a:solidFill>
                <a:latin typeface="Arial"/>
                <a:ea typeface="Arial"/>
                <a:cs typeface="Arial"/>
              </a:defRPr>
            </a:lvl5pPr>
            <a:lvl6pPr algn="l">
              <a:defRPr sz="1858" b="1">
                <a:solidFill>
                  <a:srgbClr val="278766"/>
                </a:solidFill>
                <a:latin typeface="Arial"/>
                <a:ea typeface="Arial"/>
                <a:cs typeface="Arial"/>
              </a:defRPr>
            </a:lvl6pPr>
            <a:lvl7pPr algn="l">
              <a:defRPr sz="1858" b="1">
                <a:solidFill>
                  <a:srgbClr val="278766"/>
                </a:solidFill>
                <a:latin typeface="Arial"/>
                <a:ea typeface="Arial"/>
                <a:cs typeface="Arial"/>
              </a:defRPr>
            </a:lvl7pPr>
            <a:lvl8pPr algn="l">
              <a:defRPr sz="1858" b="1">
                <a:solidFill>
                  <a:srgbClr val="278766"/>
                </a:solidFill>
                <a:latin typeface="Arial"/>
                <a:ea typeface="Arial"/>
                <a:cs typeface="Arial"/>
              </a:defRPr>
            </a:lvl8pPr>
            <a:lvl9pPr algn="l">
              <a:defRPr sz="1858" b="1">
                <a:solidFill>
                  <a:srgbClr val="278766"/>
                </a:solidFill>
                <a:latin typeface="Arial"/>
                <a:ea typeface="Arial"/>
                <a:cs typeface="Arial"/>
              </a:defRPr>
            </a:lvl9pPr>
          </a:lstStyle>
          <a:p xmlns:a="http://schemas.openxmlformats.org/drawingml/2006/main">
            <a:pPr algn="l">
              <a:defRPr sz="1858" b="1">
                <a:solidFill>
                  <a:srgbClr val="278766"/>
                </a:solidFill>
                <a:latin typeface="Arial"/>
                <a:ea typeface="Arial"/>
                <a:cs typeface="Arial"/>
              </a:defRPr>
            </a:pPr>
            <a:r>
              <a:rPr sz="1858" b="1">
                <a:solidFill>
                  <a:srgbClr val="278766"/>
                </a:solidFill>
                <a:latin typeface="Arial"/>
                <a:ea typeface="Arial"/>
                <a:cs typeface="Arial"/>
              </a:rPr>
              <a:t>CONTROL PLANE</a:t>
            </a:r>
          </a:p>
        </p:txBody>
      </p:sp>
      <p:sp>
        <p:nvSpPr>
          <p:cNvPr id="9" name="f52">
            <a:extLst xmlns:a="http://schemas.openxmlformats.org/drawingml/2006/main">
              <a:ext uri="{FF2B5EF4-FFF2-40B4-BE49-F238E27FC236}">
                <a16:creationId xmlns:a16="http://schemas.microsoft.com/office/drawing/2014/main" id="{411EAB08-B9F8-4130-80AF-34431FF645EE}"/>
              </a:ext>
            </a:extLst>
          </p:cNvPr>
          <p:cNvSpPr>
            <a:spLocks xmlns:a="http://schemas.openxmlformats.org/drawingml/2006/main" noGrp="1"/>
          </p:cNvSpPr>
          <p:nvPr/>
        </p:nvSpPr>
        <p:spPr>
          <a:xfrm xmlns:a="http://schemas.openxmlformats.org/drawingml/2006/main">
            <a:off x="5868924" y="713225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Arial"/>
                <a:ea typeface="Arial"/>
                <a:cs typeface="Arial"/>
              </a:defRPr>
            </a:defPPr>
            <a:lvl1pPr algn="l">
              <a:defRPr sz="1858" b="1">
                <a:solidFill>
                  <a:srgbClr val="7861AD"/>
                </a:solidFill>
                <a:latin typeface="Arial"/>
                <a:ea typeface="Arial"/>
                <a:cs typeface="Arial"/>
              </a:defRPr>
            </a:lvl1pPr>
            <a:lvl2pPr algn="l">
              <a:defRPr sz="1858" b="1">
                <a:solidFill>
                  <a:srgbClr val="7861AD"/>
                </a:solidFill>
                <a:latin typeface="Arial"/>
                <a:ea typeface="Arial"/>
                <a:cs typeface="Arial"/>
              </a:defRPr>
            </a:lvl2pPr>
            <a:lvl3pPr algn="l">
              <a:defRPr sz="1858" b="1">
                <a:solidFill>
                  <a:srgbClr val="7861AD"/>
                </a:solidFill>
                <a:latin typeface="Arial"/>
                <a:ea typeface="Arial"/>
                <a:cs typeface="Arial"/>
              </a:defRPr>
            </a:lvl3pPr>
            <a:lvl4pPr algn="l">
              <a:defRPr sz="1858" b="1">
                <a:solidFill>
                  <a:srgbClr val="7861AD"/>
                </a:solidFill>
                <a:latin typeface="Arial"/>
                <a:ea typeface="Arial"/>
                <a:cs typeface="Arial"/>
              </a:defRPr>
            </a:lvl4pPr>
            <a:lvl5pPr algn="l">
              <a:defRPr sz="1858" b="1">
                <a:solidFill>
                  <a:srgbClr val="7861AD"/>
                </a:solidFill>
                <a:latin typeface="Arial"/>
                <a:ea typeface="Arial"/>
                <a:cs typeface="Arial"/>
              </a:defRPr>
            </a:lvl5pPr>
            <a:lvl6pPr algn="l">
              <a:defRPr sz="1858" b="1">
                <a:solidFill>
                  <a:srgbClr val="7861AD"/>
                </a:solidFill>
                <a:latin typeface="Arial"/>
                <a:ea typeface="Arial"/>
                <a:cs typeface="Arial"/>
              </a:defRPr>
            </a:lvl6pPr>
            <a:lvl7pPr algn="l">
              <a:defRPr sz="1858" b="1">
                <a:solidFill>
                  <a:srgbClr val="7861AD"/>
                </a:solidFill>
                <a:latin typeface="Arial"/>
                <a:ea typeface="Arial"/>
                <a:cs typeface="Arial"/>
              </a:defRPr>
            </a:lvl7pPr>
            <a:lvl8pPr algn="l">
              <a:defRPr sz="1858" b="1">
                <a:solidFill>
                  <a:srgbClr val="7861AD"/>
                </a:solidFill>
                <a:latin typeface="Arial"/>
                <a:ea typeface="Arial"/>
                <a:cs typeface="Arial"/>
              </a:defRPr>
            </a:lvl8pPr>
            <a:lvl9pPr algn="l">
              <a:defRPr sz="1858" b="1">
                <a:solidFill>
                  <a:srgbClr val="7861AD"/>
                </a:solidFill>
                <a:latin typeface="Arial"/>
                <a:ea typeface="Arial"/>
                <a:cs typeface="Arial"/>
              </a:defRPr>
            </a:lvl9pPr>
          </a:lstStyle>
          <a:p xmlns:a="http://schemas.openxmlformats.org/drawingml/2006/main">
            <a:pPr algn="l">
              <a:defRPr sz="1858" b="1">
                <a:solidFill>
                  <a:srgbClr val="7861AD"/>
                </a:solidFill>
                <a:latin typeface="Arial"/>
                <a:ea typeface="Arial"/>
                <a:cs typeface="Arial"/>
              </a:defRPr>
            </a:pPr>
            <a:r>
              <a:rPr sz="1858" b="1">
                <a:solidFill>
                  <a:srgbClr val="7861AD"/>
                </a:solidFill>
                <a:latin typeface="Arial"/>
                <a:ea typeface="Arial"/>
                <a:cs typeface="Arial"/>
              </a:rPr>
              <a:t>USER PLANE</a:t>
            </a:r>
          </a:p>
        </p:txBody>
      </p:sp>
      <p:sp>
        <p:nvSpPr>
          <p:cNvPr id="10" name="f53">
            <a:extLst xmlns:a="http://schemas.openxmlformats.org/drawingml/2006/main">
              <a:ext uri="{FF2B5EF4-FFF2-40B4-BE49-F238E27FC236}">
                <a16:creationId xmlns:a16="http://schemas.microsoft.com/office/drawing/2014/main" id="{6F08BCC0-9B1E-4604-9824-F38904BC953D}"/>
              </a:ext>
            </a:extLst>
          </p:cNvPr>
          <p:cNvSpPr>
            <a:spLocks xmlns:a="http://schemas.openxmlformats.org/drawingml/2006/main" noGrp="1"/>
          </p:cNvSpPr>
          <p:nvPr/>
        </p:nvSpPr>
        <p:spPr>
          <a:xfrm xmlns:a="http://schemas.openxmlformats.org/drawingml/2006/main">
            <a:off x="6026789" y="410545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Arial"/>
                <a:ea typeface="Arial"/>
                <a:cs typeface="Arial"/>
              </a:defRPr>
            </a:defPPr>
            <a:lvl1pPr algn="l">
              <a:defRPr sz="2390" b="1">
                <a:solidFill>
                  <a:srgbClr val="278766"/>
                </a:solidFill>
                <a:latin typeface="Arial"/>
                <a:ea typeface="Arial"/>
                <a:cs typeface="Arial"/>
              </a:defRPr>
            </a:lvl1pPr>
            <a:lvl2pPr algn="l">
              <a:defRPr sz="2390" b="1">
                <a:solidFill>
                  <a:srgbClr val="278766"/>
                </a:solidFill>
                <a:latin typeface="Arial"/>
                <a:ea typeface="Arial"/>
                <a:cs typeface="Arial"/>
              </a:defRPr>
            </a:lvl2pPr>
            <a:lvl3pPr algn="l">
              <a:defRPr sz="2390" b="1">
                <a:solidFill>
                  <a:srgbClr val="278766"/>
                </a:solidFill>
                <a:latin typeface="Arial"/>
                <a:ea typeface="Arial"/>
                <a:cs typeface="Arial"/>
              </a:defRPr>
            </a:lvl3pPr>
            <a:lvl4pPr algn="l">
              <a:defRPr sz="2390" b="1">
                <a:solidFill>
                  <a:srgbClr val="278766"/>
                </a:solidFill>
                <a:latin typeface="Arial"/>
                <a:ea typeface="Arial"/>
                <a:cs typeface="Arial"/>
              </a:defRPr>
            </a:lvl4pPr>
            <a:lvl5pPr algn="l">
              <a:defRPr sz="2390" b="1">
                <a:solidFill>
                  <a:srgbClr val="278766"/>
                </a:solidFill>
                <a:latin typeface="Arial"/>
                <a:ea typeface="Arial"/>
                <a:cs typeface="Arial"/>
              </a:defRPr>
            </a:lvl5pPr>
            <a:lvl6pPr algn="l">
              <a:defRPr sz="2390" b="1">
                <a:solidFill>
                  <a:srgbClr val="278766"/>
                </a:solidFill>
                <a:latin typeface="Arial"/>
                <a:ea typeface="Arial"/>
                <a:cs typeface="Arial"/>
              </a:defRPr>
            </a:lvl6pPr>
            <a:lvl7pPr algn="l">
              <a:defRPr sz="2390" b="1">
                <a:solidFill>
                  <a:srgbClr val="278766"/>
                </a:solidFill>
                <a:latin typeface="Arial"/>
                <a:ea typeface="Arial"/>
                <a:cs typeface="Arial"/>
              </a:defRPr>
            </a:lvl7pPr>
            <a:lvl8pPr algn="l">
              <a:defRPr sz="2390" b="1">
                <a:solidFill>
                  <a:srgbClr val="278766"/>
                </a:solidFill>
                <a:latin typeface="Arial"/>
                <a:ea typeface="Arial"/>
                <a:cs typeface="Arial"/>
              </a:defRPr>
            </a:lvl8pPr>
            <a:lvl9pPr algn="l">
              <a:defRPr sz="2390" b="1">
                <a:solidFill>
                  <a:srgbClr val="278766"/>
                </a:solidFill>
                <a:latin typeface="Arial"/>
                <a:ea typeface="Arial"/>
                <a:cs typeface="Arial"/>
              </a:defRPr>
            </a:lvl9pPr>
          </a:lstStyle>
          <a:p xmlns:a="http://schemas.openxmlformats.org/drawingml/2006/main">
            <a:pPr algn="l">
              <a:defRPr sz="2390" b="1">
                <a:solidFill>
                  <a:srgbClr val="278766"/>
                </a:solidFill>
                <a:latin typeface="Arial"/>
                <a:ea typeface="Arial"/>
                <a:cs typeface="Arial"/>
              </a:defRPr>
            </a:pPr>
            <a:r>
              <a:rPr sz="2390" b="1">
                <a:solidFill>
                  <a:srgbClr val="278766"/>
                </a:solidFill>
                <a:latin typeface="Arial"/>
                <a:ea typeface="Arial"/>
                <a:cs typeface="Arial"/>
              </a:rPr>
              <a:t>AMF</a:t>
            </a:r>
          </a:p>
        </p:txBody>
      </p:sp>
      <p:sp>
        <p:nvSpPr>
          <p:cNvPr id="11" name="f54">
            <a:extLst xmlns:a="http://schemas.openxmlformats.org/drawingml/2006/main">
              <a:ext uri="{FF2B5EF4-FFF2-40B4-BE49-F238E27FC236}">
                <a16:creationId xmlns:a16="http://schemas.microsoft.com/office/drawing/2014/main" id="{1A934ECB-56AA-4C78-9D08-CF11D54FC036}"/>
              </a:ext>
            </a:extLst>
          </p:cNvPr>
          <p:cNvSpPr>
            <a:spLocks xmlns:a="http://schemas.openxmlformats.org/drawingml/2006/main" noGrp="1"/>
          </p:cNvSpPr>
          <p:nvPr/>
        </p:nvSpPr>
        <p:spPr>
          <a:xfrm xmlns:a="http://schemas.openxmlformats.org/drawingml/2006/main">
            <a:off x="7563770" y="410545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Arial"/>
                <a:ea typeface="Arial"/>
                <a:cs typeface="Arial"/>
              </a:defRPr>
            </a:defPPr>
            <a:lvl1pPr algn="l">
              <a:defRPr sz="2390" b="1">
                <a:solidFill>
                  <a:srgbClr val="278766"/>
                </a:solidFill>
                <a:latin typeface="Arial"/>
                <a:ea typeface="Arial"/>
                <a:cs typeface="Arial"/>
              </a:defRPr>
            </a:lvl1pPr>
            <a:lvl2pPr algn="l">
              <a:defRPr sz="2390" b="1">
                <a:solidFill>
                  <a:srgbClr val="278766"/>
                </a:solidFill>
                <a:latin typeface="Arial"/>
                <a:ea typeface="Arial"/>
                <a:cs typeface="Arial"/>
              </a:defRPr>
            </a:lvl2pPr>
            <a:lvl3pPr algn="l">
              <a:defRPr sz="2390" b="1">
                <a:solidFill>
                  <a:srgbClr val="278766"/>
                </a:solidFill>
                <a:latin typeface="Arial"/>
                <a:ea typeface="Arial"/>
                <a:cs typeface="Arial"/>
              </a:defRPr>
            </a:lvl3pPr>
            <a:lvl4pPr algn="l">
              <a:defRPr sz="2390" b="1">
                <a:solidFill>
                  <a:srgbClr val="278766"/>
                </a:solidFill>
                <a:latin typeface="Arial"/>
                <a:ea typeface="Arial"/>
                <a:cs typeface="Arial"/>
              </a:defRPr>
            </a:lvl4pPr>
            <a:lvl5pPr algn="l">
              <a:defRPr sz="2390" b="1">
                <a:solidFill>
                  <a:srgbClr val="278766"/>
                </a:solidFill>
                <a:latin typeface="Arial"/>
                <a:ea typeface="Arial"/>
                <a:cs typeface="Arial"/>
              </a:defRPr>
            </a:lvl5pPr>
            <a:lvl6pPr algn="l">
              <a:defRPr sz="2390" b="1">
                <a:solidFill>
                  <a:srgbClr val="278766"/>
                </a:solidFill>
                <a:latin typeface="Arial"/>
                <a:ea typeface="Arial"/>
                <a:cs typeface="Arial"/>
              </a:defRPr>
            </a:lvl6pPr>
            <a:lvl7pPr algn="l">
              <a:defRPr sz="2390" b="1">
                <a:solidFill>
                  <a:srgbClr val="278766"/>
                </a:solidFill>
                <a:latin typeface="Arial"/>
                <a:ea typeface="Arial"/>
                <a:cs typeface="Arial"/>
              </a:defRPr>
            </a:lvl7pPr>
            <a:lvl8pPr algn="l">
              <a:defRPr sz="2390" b="1">
                <a:solidFill>
                  <a:srgbClr val="278766"/>
                </a:solidFill>
                <a:latin typeface="Arial"/>
                <a:ea typeface="Arial"/>
                <a:cs typeface="Arial"/>
              </a:defRPr>
            </a:lvl8pPr>
            <a:lvl9pPr algn="l">
              <a:defRPr sz="2390" b="1">
                <a:solidFill>
                  <a:srgbClr val="278766"/>
                </a:solidFill>
                <a:latin typeface="Arial"/>
                <a:ea typeface="Arial"/>
                <a:cs typeface="Arial"/>
              </a:defRPr>
            </a:lvl9pPr>
          </a:lstStyle>
          <a:p xmlns:a="http://schemas.openxmlformats.org/drawingml/2006/main">
            <a:pPr algn="l">
              <a:defRPr sz="2390" b="1">
                <a:solidFill>
                  <a:srgbClr val="278766"/>
                </a:solidFill>
                <a:latin typeface="Arial"/>
                <a:ea typeface="Arial"/>
                <a:cs typeface="Arial"/>
              </a:defRPr>
            </a:pPr>
            <a:r>
              <a:rPr sz="2390" b="1">
                <a:solidFill>
                  <a:srgbClr val="278766"/>
                </a:solidFill>
                <a:latin typeface="Arial"/>
                <a:ea typeface="Arial"/>
                <a:cs typeface="Arial"/>
              </a:rPr>
              <a:t>SMF</a:t>
            </a:r>
          </a:p>
        </p:txBody>
      </p:sp>
      <p:sp>
        <p:nvSpPr>
          <p:cNvPr id="12" name="f55">
            <a:extLst xmlns:a="http://schemas.openxmlformats.org/drawingml/2006/main">
              <a:ext uri="{FF2B5EF4-FFF2-40B4-BE49-F238E27FC236}">
                <a16:creationId xmlns:a16="http://schemas.microsoft.com/office/drawing/2014/main" id="{F5ACEB8D-E859-4CFB-8E81-FBF4AC0DF766}"/>
              </a:ext>
            </a:extLst>
          </p:cNvPr>
          <p:cNvSpPr>
            <a:spLocks xmlns:a="http://schemas.openxmlformats.org/drawingml/2006/main" noGrp="1"/>
          </p:cNvSpPr>
          <p:nvPr/>
        </p:nvSpPr>
        <p:spPr>
          <a:xfrm xmlns:a="http://schemas.openxmlformats.org/drawingml/2006/main">
            <a:off x="9004087" y="410545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Arial"/>
                <a:ea typeface="Arial"/>
                <a:cs typeface="Arial"/>
              </a:defRPr>
            </a:defPPr>
            <a:lvl1pPr algn="l">
              <a:defRPr sz="2390" b="1">
                <a:solidFill>
                  <a:srgbClr val="278766"/>
                </a:solidFill>
                <a:latin typeface="Arial"/>
                <a:ea typeface="Arial"/>
                <a:cs typeface="Arial"/>
              </a:defRPr>
            </a:lvl1pPr>
            <a:lvl2pPr algn="l">
              <a:defRPr sz="2390" b="1">
                <a:solidFill>
                  <a:srgbClr val="278766"/>
                </a:solidFill>
                <a:latin typeface="Arial"/>
                <a:ea typeface="Arial"/>
                <a:cs typeface="Arial"/>
              </a:defRPr>
            </a:lvl2pPr>
            <a:lvl3pPr algn="l">
              <a:defRPr sz="2390" b="1">
                <a:solidFill>
                  <a:srgbClr val="278766"/>
                </a:solidFill>
                <a:latin typeface="Arial"/>
                <a:ea typeface="Arial"/>
                <a:cs typeface="Arial"/>
              </a:defRPr>
            </a:lvl3pPr>
            <a:lvl4pPr algn="l">
              <a:defRPr sz="2390" b="1">
                <a:solidFill>
                  <a:srgbClr val="278766"/>
                </a:solidFill>
                <a:latin typeface="Arial"/>
                <a:ea typeface="Arial"/>
                <a:cs typeface="Arial"/>
              </a:defRPr>
            </a:lvl4pPr>
            <a:lvl5pPr algn="l">
              <a:defRPr sz="2390" b="1">
                <a:solidFill>
                  <a:srgbClr val="278766"/>
                </a:solidFill>
                <a:latin typeface="Arial"/>
                <a:ea typeface="Arial"/>
                <a:cs typeface="Arial"/>
              </a:defRPr>
            </a:lvl5pPr>
            <a:lvl6pPr algn="l">
              <a:defRPr sz="2390" b="1">
                <a:solidFill>
                  <a:srgbClr val="278766"/>
                </a:solidFill>
                <a:latin typeface="Arial"/>
                <a:ea typeface="Arial"/>
                <a:cs typeface="Arial"/>
              </a:defRPr>
            </a:lvl6pPr>
            <a:lvl7pPr algn="l">
              <a:defRPr sz="2390" b="1">
                <a:solidFill>
                  <a:srgbClr val="278766"/>
                </a:solidFill>
                <a:latin typeface="Arial"/>
                <a:ea typeface="Arial"/>
                <a:cs typeface="Arial"/>
              </a:defRPr>
            </a:lvl7pPr>
            <a:lvl8pPr algn="l">
              <a:defRPr sz="2390" b="1">
                <a:solidFill>
                  <a:srgbClr val="278766"/>
                </a:solidFill>
                <a:latin typeface="Arial"/>
                <a:ea typeface="Arial"/>
                <a:cs typeface="Arial"/>
              </a:defRPr>
            </a:lvl8pPr>
            <a:lvl9pPr algn="l">
              <a:defRPr sz="2390" b="1">
                <a:solidFill>
                  <a:srgbClr val="278766"/>
                </a:solidFill>
                <a:latin typeface="Arial"/>
                <a:ea typeface="Arial"/>
                <a:cs typeface="Arial"/>
              </a:defRPr>
            </a:lvl9pPr>
          </a:lstStyle>
          <a:p xmlns:a="http://schemas.openxmlformats.org/drawingml/2006/main">
            <a:pPr algn="l">
              <a:defRPr sz="2390" b="1">
                <a:solidFill>
                  <a:srgbClr val="278766"/>
                </a:solidFill>
                <a:latin typeface="Arial"/>
                <a:ea typeface="Arial"/>
                <a:cs typeface="Arial"/>
              </a:defRPr>
            </a:pPr>
            <a:r>
              <a:rPr sz="2390" b="1">
                <a:solidFill>
                  <a:srgbClr val="278766"/>
                </a:solidFill>
                <a:latin typeface="Arial"/>
                <a:ea typeface="Arial"/>
                <a:cs typeface="Arial"/>
              </a:rPr>
              <a:t>AUSF</a:t>
            </a:r>
          </a:p>
        </p:txBody>
      </p:sp>
      <p:sp>
        <p:nvSpPr>
          <p:cNvPr id="13" name="f56">
            <a:extLst xmlns:a="http://schemas.openxmlformats.org/drawingml/2006/main">
              <a:ext uri="{FF2B5EF4-FFF2-40B4-BE49-F238E27FC236}">
                <a16:creationId xmlns:a16="http://schemas.microsoft.com/office/drawing/2014/main" id="{E82CA93B-77ED-4A49-B4FB-94AF788357B8}"/>
              </a:ext>
            </a:extLst>
          </p:cNvPr>
          <p:cNvSpPr>
            <a:spLocks xmlns:a="http://schemas.openxmlformats.org/drawingml/2006/main" noGrp="1"/>
          </p:cNvSpPr>
          <p:nvPr/>
        </p:nvSpPr>
        <p:spPr>
          <a:xfrm xmlns:a="http://schemas.openxmlformats.org/drawingml/2006/main">
            <a:off x="10595539" y="410545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Arial"/>
                <a:ea typeface="Arial"/>
                <a:cs typeface="Arial"/>
              </a:defRPr>
            </a:defPPr>
            <a:lvl1pPr algn="l">
              <a:defRPr sz="2390" b="1">
                <a:solidFill>
                  <a:srgbClr val="278766"/>
                </a:solidFill>
                <a:latin typeface="Arial"/>
                <a:ea typeface="Arial"/>
                <a:cs typeface="Arial"/>
              </a:defRPr>
            </a:lvl1pPr>
            <a:lvl2pPr algn="l">
              <a:defRPr sz="2390" b="1">
                <a:solidFill>
                  <a:srgbClr val="278766"/>
                </a:solidFill>
                <a:latin typeface="Arial"/>
                <a:ea typeface="Arial"/>
                <a:cs typeface="Arial"/>
              </a:defRPr>
            </a:lvl2pPr>
            <a:lvl3pPr algn="l">
              <a:defRPr sz="2390" b="1">
                <a:solidFill>
                  <a:srgbClr val="278766"/>
                </a:solidFill>
                <a:latin typeface="Arial"/>
                <a:ea typeface="Arial"/>
                <a:cs typeface="Arial"/>
              </a:defRPr>
            </a:lvl3pPr>
            <a:lvl4pPr algn="l">
              <a:defRPr sz="2390" b="1">
                <a:solidFill>
                  <a:srgbClr val="278766"/>
                </a:solidFill>
                <a:latin typeface="Arial"/>
                <a:ea typeface="Arial"/>
                <a:cs typeface="Arial"/>
              </a:defRPr>
            </a:lvl4pPr>
            <a:lvl5pPr algn="l">
              <a:defRPr sz="2390" b="1">
                <a:solidFill>
                  <a:srgbClr val="278766"/>
                </a:solidFill>
                <a:latin typeface="Arial"/>
                <a:ea typeface="Arial"/>
                <a:cs typeface="Arial"/>
              </a:defRPr>
            </a:lvl5pPr>
            <a:lvl6pPr algn="l">
              <a:defRPr sz="2390" b="1">
                <a:solidFill>
                  <a:srgbClr val="278766"/>
                </a:solidFill>
                <a:latin typeface="Arial"/>
                <a:ea typeface="Arial"/>
                <a:cs typeface="Arial"/>
              </a:defRPr>
            </a:lvl6pPr>
            <a:lvl7pPr algn="l">
              <a:defRPr sz="2390" b="1">
                <a:solidFill>
                  <a:srgbClr val="278766"/>
                </a:solidFill>
                <a:latin typeface="Arial"/>
                <a:ea typeface="Arial"/>
                <a:cs typeface="Arial"/>
              </a:defRPr>
            </a:lvl7pPr>
            <a:lvl8pPr algn="l">
              <a:defRPr sz="2390" b="1">
                <a:solidFill>
                  <a:srgbClr val="278766"/>
                </a:solidFill>
                <a:latin typeface="Arial"/>
                <a:ea typeface="Arial"/>
                <a:cs typeface="Arial"/>
              </a:defRPr>
            </a:lvl8pPr>
            <a:lvl9pPr algn="l">
              <a:defRPr sz="2390" b="1">
                <a:solidFill>
                  <a:srgbClr val="278766"/>
                </a:solidFill>
                <a:latin typeface="Arial"/>
                <a:ea typeface="Arial"/>
                <a:cs typeface="Arial"/>
              </a:defRPr>
            </a:lvl9pPr>
          </a:lstStyle>
          <a:p xmlns:a="http://schemas.openxmlformats.org/drawingml/2006/main">
            <a:pPr algn="l">
              <a:defRPr sz="2390" b="1">
                <a:solidFill>
                  <a:srgbClr val="278766"/>
                </a:solidFill>
                <a:latin typeface="Arial"/>
                <a:ea typeface="Arial"/>
                <a:cs typeface="Arial"/>
              </a:defRPr>
            </a:pPr>
            <a:r>
              <a:rPr sz="2390" b="1">
                <a:solidFill>
                  <a:srgbClr val="278766"/>
                </a:solidFill>
                <a:latin typeface="Arial"/>
                <a:ea typeface="Arial"/>
                <a:cs typeface="Arial"/>
              </a:rPr>
              <a:t>UDM</a:t>
            </a:r>
          </a:p>
        </p:txBody>
      </p:sp>
      <p:sp>
        <p:nvSpPr>
          <p:cNvPr id="14" name="f57">
            <a:extLst xmlns:a="http://schemas.openxmlformats.org/drawingml/2006/main">
              <a:ext uri="{FF2B5EF4-FFF2-40B4-BE49-F238E27FC236}">
                <a16:creationId xmlns:a16="http://schemas.microsoft.com/office/drawing/2014/main" id="{4EC9C149-2225-46A7-B7E5-F476545ED1CD}"/>
              </a:ext>
            </a:extLst>
          </p:cNvPr>
          <p:cNvSpPr>
            <a:spLocks xmlns:a="http://schemas.openxmlformats.org/drawingml/2006/main" noGrp="1"/>
          </p:cNvSpPr>
          <p:nvPr/>
        </p:nvSpPr>
        <p:spPr>
          <a:xfrm xmlns:a="http://schemas.openxmlformats.org/drawingml/2006/main">
            <a:off x="7573667" y="623545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Arial"/>
                <a:ea typeface="Arial"/>
                <a:cs typeface="Arial"/>
              </a:defRPr>
            </a:defPPr>
            <a:lvl1pPr algn="l">
              <a:defRPr sz="2478" b="1">
                <a:solidFill>
                  <a:srgbClr val="7861AD"/>
                </a:solidFill>
                <a:latin typeface="Arial"/>
                <a:ea typeface="Arial"/>
                <a:cs typeface="Arial"/>
              </a:defRPr>
            </a:lvl1pPr>
            <a:lvl2pPr algn="l">
              <a:defRPr sz="2478" b="1">
                <a:solidFill>
                  <a:srgbClr val="7861AD"/>
                </a:solidFill>
                <a:latin typeface="Arial"/>
                <a:ea typeface="Arial"/>
                <a:cs typeface="Arial"/>
              </a:defRPr>
            </a:lvl2pPr>
            <a:lvl3pPr algn="l">
              <a:defRPr sz="2478" b="1">
                <a:solidFill>
                  <a:srgbClr val="7861AD"/>
                </a:solidFill>
                <a:latin typeface="Arial"/>
                <a:ea typeface="Arial"/>
                <a:cs typeface="Arial"/>
              </a:defRPr>
            </a:lvl3pPr>
            <a:lvl4pPr algn="l">
              <a:defRPr sz="2478" b="1">
                <a:solidFill>
                  <a:srgbClr val="7861AD"/>
                </a:solidFill>
                <a:latin typeface="Arial"/>
                <a:ea typeface="Arial"/>
                <a:cs typeface="Arial"/>
              </a:defRPr>
            </a:lvl4pPr>
            <a:lvl5pPr algn="l">
              <a:defRPr sz="2478" b="1">
                <a:solidFill>
                  <a:srgbClr val="7861AD"/>
                </a:solidFill>
                <a:latin typeface="Arial"/>
                <a:ea typeface="Arial"/>
                <a:cs typeface="Arial"/>
              </a:defRPr>
            </a:lvl5pPr>
            <a:lvl6pPr algn="l">
              <a:defRPr sz="2478" b="1">
                <a:solidFill>
                  <a:srgbClr val="7861AD"/>
                </a:solidFill>
                <a:latin typeface="Arial"/>
                <a:ea typeface="Arial"/>
                <a:cs typeface="Arial"/>
              </a:defRPr>
            </a:lvl6pPr>
            <a:lvl7pPr algn="l">
              <a:defRPr sz="2478" b="1">
                <a:solidFill>
                  <a:srgbClr val="7861AD"/>
                </a:solidFill>
                <a:latin typeface="Arial"/>
                <a:ea typeface="Arial"/>
                <a:cs typeface="Arial"/>
              </a:defRPr>
            </a:lvl7pPr>
            <a:lvl8pPr algn="l">
              <a:defRPr sz="2478" b="1">
                <a:solidFill>
                  <a:srgbClr val="7861AD"/>
                </a:solidFill>
                <a:latin typeface="Arial"/>
                <a:ea typeface="Arial"/>
                <a:cs typeface="Arial"/>
              </a:defRPr>
            </a:lvl8pPr>
            <a:lvl9pPr algn="l">
              <a:defRPr sz="2478" b="1">
                <a:solidFill>
                  <a:srgbClr val="7861AD"/>
                </a:solidFill>
                <a:latin typeface="Arial"/>
                <a:ea typeface="Arial"/>
                <a:cs typeface="Arial"/>
              </a:defRPr>
            </a:lvl9pPr>
          </a:lstStyle>
          <a:p xmlns:a="http://schemas.openxmlformats.org/drawingml/2006/main">
            <a:pPr algn="l">
              <a:defRPr sz="2478" b="1">
                <a:solidFill>
                  <a:srgbClr val="7861AD"/>
                </a:solidFill>
                <a:latin typeface="Arial"/>
                <a:ea typeface="Arial"/>
                <a:cs typeface="Arial"/>
              </a:defRPr>
            </a:pPr>
            <a:r>
              <a:rPr sz="2478" b="1">
                <a:solidFill>
                  <a:srgbClr val="7861AD"/>
                </a:solidFill>
                <a:latin typeface="Arial"/>
                <a:ea typeface="Arial"/>
                <a:cs typeface="Arial"/>
              </a:rPr>
              <a:t>UPF</a:t>
            </a:r>
          </a:p>
        </p:txBody>
      </p:sp>
      <p:sp>
        <p:nvSpPr>
          <p:cNvPr id="15" name="f58">
            <a:extLst xmlns:a="http://schemas.openxmlformats.org/drawingml/2006/main">
              <a:ext uri="{FF2B5EF4-FFF2-40B4-BE49-F238E27FC236}">
                <a16:creationId xmlns:a16="http://schemas.microsoft.com/office/drawing/2014/main" id="{5E08B6D7-C735-4362-A95A-B1E3F4416F55}"/>
              </a:ext>
            </a:extLst>
          </p:cNvPr>
          <p:cNvSpPr>
            <a:spLocks xmlns:a="http://schemas.openxmlformats.org/drawingml/2006/main" noGrp="1"/>
          </p:cNvSpPr>
          <p:nvPr/>
        </p:nvSpPr>
        <p:spPr>
          <a:xfrm xmlns:a="http://schemas.openxmlformats.org/drawingml/2006/main">
            <a:off x="11398758" y="341748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Arial"/>
                <a:ea typeface="Arial"/>
                <a:cs typeface="Arial"/>
              </a:defRPr>
            </a:defPPr>
            <a:lvl1pPr algn="l">
              <a:defRPr sz="1593" b="0">
                <a:solidFill>
                  <a:srgbClr val="278766"/>
                </a:solidFill>
                <a:latin typeface="Arial"/>
                <a:ea typeface="Arial"/>
                <a:cs typeface="Arial"/>
              </a:defRPr>
            </a:lvl1pPr>
            <a:lvl2pPr algn="l">
              <a:defRPr sz="1593" b="0">
                <a:solidFill>
                  <a:srgbClr val="278766"/>
                </a:solidFill>
                <a:latin typeface="Arial"/>
                <a:ea typeface="Arial"/>
                <a:cs typeface="Arial"/>
              </a:defRPr>
            </a:lvl2pPr>
            <a:lvl3pPr algn="l">
              <a:defRPr sz="1593" b="0">
                <a:solidFill>
                  <a:srgbClr val="278766"/>
                </a:solidFill>
                <a:latin typeface="Arial"/>
                <a:ea typeface="Arial"/>
                <a:cs typeface="Arial"/>
              </a:defRPr>
            </a:lvl3pPr>
            <a:lvl4pPr algn="l">
              <a:defRPr sz="1593" b="0">
                <a:solidFill>
                  <a:srgbClr val="278766"/>
                </a:solidFill>
                <a:latin typeface="Arial"/>
                <a:ea typeface="Arial"/>
                <a:cs typeface="Arial"/>
              </a:defRPr>
            </a:lvl4pPr>
            <a:lvl5pPr algn="l">
              <a:defRPr sz="1593" b="0">
                <a:solidFill>
                  <a:srgbClr val="278766"/>
                </a:solidFill>
                <a:latin typeface="Arial"/>
                <a:ea typeface="Arial"/>
                <a:cs typeface="Arial"/>
              </a:defRPr>
            </a:lvl5pPr>
            <a:lvl6pPr algn="l">
              <a:defRPr sz="1593" b="0">
                <a:solidFill>
                  <a:srgbClr val="278766"/>
                </a:solidFill>
                <a:latin typeface="Arial"/>
                <a:ea typeface="Arial"/>
                <a:cs typeface="Arial"/>
              </a:defRPr>
            </a:lvl6pPr>
            <a:lvl7pPr algn="l">
              <a:defRPr sz="1593" b="0">
                <a:solidFill>
                  <a:srgbClr val="278766"/>
                </a:solidFill>
                <a:latin typeface="Arial"/>
                <a:ea typeface="Arial"/>
                <a:cs typeface="Arial"/>
              </a:defRPr>
            </a:lvl7pPr>
            <a:lvl8pPr algn="l">
              <a:defRPr sz="1593" b="0">
                <a:solidFill>
                  <a:srgbClr val="278766"/>
                </a:solidFill>
                <a:latin typeface="Arial"/>
                <a:ea typeface="Arial"/>
                <a:cs typeface="Arial"/>
              </a:defRPr>
            </a:lvl8pPr>
            <a:lvl9pPr algn="l">
              <a:defRPr sz="1593" b="0">
                <a:solidFill>
                  <a:srgbClr val="278766"/>
                </a:solidFill>
                <a:latin typeface="Arial"/>
                <a:ea typeface="Arial"/>
                <a:cs typeface="Arial"/>
              </a:defRPr>
            </a:lvl9pPr>
          </a:lstStyle>
          <a:p xmlns:a="http://schemas.openxmlformats.org/drawingml/2006/main">
            <a:pPr algn="l">
              <a:defRPr sz="1593" b="0">
                <a:solidFill>
                  <a:srgbClr val="278766"/>
                </a:solidFill>
                <a:latin typeface="Arial"/>
                <a:ea typeface="Arial"/>
                <a:cs typeface="Arial"/>
              </a:defRPr>
            </a:pPr>
            <a:r>
              <a:rPr sz="1593" b="0">
                <a:solidFill>
                  <a:srgbClr val="278766"/>
                </a:solidFill>
                <a:latin typeface="Arial"/>
                <a:ea typeface="Arial"/>
                <a:cs typeface="Arial"/>
              </a:rPr>
              <a:t>SBI</a:t>
            </a:r>
          </a:p>
        </p:txBody>
      </p:sp>
      <p:sp>
        <p:nvSpPr>
          <p:cNvPr id="16" name="f59">
            <a:extLst xmlns:a="http://schemas.openxmlformats.org/drawingml/2006/main">
              <a:ext uri="{FF2B5EF4-FFF2-40B4-BE49-F238E27FC236}">
                <a16:creationId xmlns:a16="http://schemas.microsoft.com/office/drawing/2014/main" id="{7D8E5A4C-0264-4254-8980-61DEF06E62F9}"/>
              </a:ext>
            </a:extLst>
          </p:cNvPr>
          <p:cNvSpPr>
            <a:spLocks xmlns:a="http://schemas.openxmlformats.org/drawingml/2006/main" noGrp="1"/>
          </p:cNvSpPr>
          <p:nvPr/>
        </p:nvSpPr>
        <p:spPr>
          <a:xfrm xmlns:a="http://schemas.openxmlformats.org/drawingml/2006/main">
            <a:off x="8139303" y="524401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Arial"/>
                <a:ea typeface="Arial"/>
                <a:cs typeface="Arial"/>
              </a:defRPr>
            </a:defPPr>
            <a:lvl1pPr algn="l">
              <a:defRPr sz="1858" b="1">
                <a:solidFill>
                  <a:srgbClr val="278766"/>
                </a:solidFill>
                <a:latin typeface="Arial"/>
                <a:ea typeface="Arial"/>
                <a:cs typeface="Arial"/>
              </a:defRPr>
            </a:lvl1pPr>
            <a:lvl2pPr algn="l">
              <a:defRPr sz="1858" b="1">
                <a:solidFill>
                  <a:srgbClr val="278766"/>
                </a:solidFill>
                <a:latin typeface="Arial"/>
                <a:ea typeface="Arial"/>
                <a:cs typeface="Arial"/>
              </a:defRPr>
            </a:lvl2pPr>
            <a:lvl3pPr algn="l">
              <a:defRPr sz="1858" b="1">
                <a:solidFill>
                  <a:srgbClr val="278766"/>
                </a:solidFill>
                <a:latin typeface="Arial"/>
                <a:ea typeface="Arial"/>
                <a:cs typeface="Arial"/>
              </a:defRPr>
            </a:lvl3pPr>
            <a:lvl4pPr algn="l">
              <a:defRPr sz="1858" b="1">
                <a:solidFill>
                  <a:srgbClr val="278766"/>
                </a:solidFill>
                <a:latin typeface="Arial"/>
                <a:ea typeface="Arial"/>
                <a:cs typeface="Arial"/>
              </a:defRPr>
            </a:lvl4pPr>
            <a:lvl5pPr algn="l">
              <a:defRPr sz="1858" b="1">
                <a:solidFill>
                  <a:srgbClr val="278766"/>
                </a:solidFill>
                <a:latin typeface="Arial"/>
                <a:ea typeface="Arial"/>
                <a:cs typeface="Arial"/>
              </a:defRPr>
            </a:lvl5pPr>
            <a:lvl6pPr algn="l">
              <a:defRPr sz="1858" b="1">
                <a:solidFill>
                  <a:srgbClr val="278766"/>
                </a:solidFill>
                <a:latin typeface="Arial"/>
                <a:ea typeface="Arial"/>
                <a:cs typeface="Arial"/>
              </a:defRPr>
            </a:lvl6pPr>
            <a:lvl7pPr algn="l">
              <a:defRPr sz="1858" b="1">
                <a:solidFill>
                  <a:srgbClr val="278766"/>
                </a:solidFill>
                <a:latin typeface="Arial"/>
                <a:ea typeface="Arial"/>
                <a:cs typeface="Arial"/>
              </a:defRPr>
            </a:lvl7pPr>
            <a:lvl8pPr algn="l">
              <a:defRPr sz="1858" b="1">
                <a:solidFill>
                  <a:srgbClr val="278766"/>
                </a:solidFill>
                <a:latin typeface="Arial"/>
                <a:ea typeface="Arial"/>
                <a:cs typeface="Arial"/>
              </a:defRPr>
            </a:lvl8pPr>
            <a:lvl9pPr algn="l">
              <a:defRPr sz="1858" b="1">
                <a:solidFill>
                  <a:srgbClr val="278766"/>
                </a:solidFill>
                <a:latin typeface="Arial"/>
                <a:ea typeface="Arial"/>
                <a:cs typeface="Arial"/>
              </a:defRPr>
            </a:lvl9pPr>
          </a:lstStyle>
          <a:p xmlns:a="http://schemas.openxmlformats.org/drawingml/2006/main">
            <a:pPr algn="l">
              <a:defRPr sz="1858" b="1">
                <a:solidFill>
                  <a:srgbClr val="278766"/>
                </a:solidFill>
                <a:latin typeface="Arial"/>
                <a:ea typeface="Arial"/>
                <a:cs typeface="Arial"/>
              </a:defRPr>
            </a:pPr>
            <a:r>
              <a:rPr sz="1858" b="1">
                <a:solidFill>
                  <a:srgbClr val="278766"/>
                </a:solidFill>
                <a:latin typeface="Arial"/>
                <a:ea typeface="Arial"/>
                <a:cs typeface="Arial"/>
              </a:rPr>
              <a:t>N4</a:t>
            </a:r>
          </a:p>
        </p:txBody>
      </p:sp>
      <p:sp>
        <p:nvSpPr>
          <p:cNvPr id="17" name="f60">
            <a:extLst xmlns:a="http://schemas.openxmlformats.org/drawingml/2006/main">
              <a:ext uri="{FF2B5EF4-FFF2-40B4-BE49-F238E27FC236}">
                <a16:creationId xmlns:a16="http://schemas.microsoft.com/office/drawing/2014/main" id="{B35975A0-0E73-4675-B695-D2C925C61EC3}"/>
              </a:ext>
            </a:extLst>
          </p:cNvPr>
          <p:cNvSpPr>
            <a:spLocks xmlns:a="http://schemas.openxmlformats.org/drawingml/2006/main" noGrp="1"/>
          </p:cNvSpPr>
          <p:nvPr/>
        </p:nvSpPr>
        <p:spPr>
          <a:xfrm xmlns:a="http://schemas.openxmlformats.org/drawingml/2006/main">
            <a:off x="2286420" y="706121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Arial"/>
                <a:ea typeface="Arial"/>
                <a:cs typeface="Arial"/>
              </a:defRPr>
            </a:defPPr>
            <a:lvl1pPr algn="l">
              <a:defRPr sz="2213" b="1">
                <a:solidFill>
                  <a:srgbClr val="1C2A40"/>
                </a:solidFill>
                <a:latin typeface="Arial"/>
                <a:ea typeface="Arial"/>
                <a:cs typeface="Arial"/>
              </a:defRPr>
            </a:lvl1pPr>
            <a:lvl2pPr algn="l">
              <a:defRPr sz="2213" b="1">
                <a:solidFill>
                  <a:srgbClr val="1C2A40"/>
                </a:solidFill>
                <a:latin typeface="Arial"/>
                <a:ea typeface="Arial"/>
                <a:cs typeface="Arial"/>
              </a:defRPr>
            </a:lvl2pPr>
            <a:lvl3pPr algn="l">
              <a:defRPr sz="2213" b="1">
                <a:solidFill>
                  <a:srgbClr val="1C2A40"/>
                </a:solidFill>
                <a:latin typeface="Arial"/>
                <a:ea typeface="Arial"/>
                <a:cs typeface="Arial"/>
              </a:defRPr>
            </a:lvl3pPr>
            <a:lvl4pPr algn="l">
              <a:defRPr sz="2213" b="1">
                <a:solidFill>
                  <a:srgbClr val="1C2A40"/>
                </a:solidFill>
                <a:latin typeface="Arial"/>
                <a:ea typeface="Arial"/>
                <a:cs typeface="Arial"/>
              </a:defRPr>
            </a:lvl4pPr>
            <a:lvl5pPr algn="l">
              <a:defRPr sz="2213" b="1">
                <a:solidFill>
                  <a:srgbClr val="1C2A40"/>
                </a:solidFill>
                <a:latin typeface="Arial"/>
                <a:ea typeface="Arial"/>
                <a:cs typeface="Arial"/>
              </a:defRPr>
            </a:lvl5pPr>
            <a:lvl6pPr algn="l">
              <a:defRPr sz="2213" b="1">
                <a:solidFill>
                  <a:srgbClr val="1C2A40"/>
                </a:solidFill>
                <a:latin typeface="Arial"/>
                <a:ea typeface="Arial"/>
                <a:cs typeface="Arial"/>
              </a:defRPr>
            </a:lvl6pPr>
            <a:lvl7pPr algn="l">
              <a:defRPr sz="2213" b="1">
                <a:solidFill>
                  <a:srgbClr val="1C2A40"/>
                </a:solidFill>
                <a:latin typeface="Arial"/>
                <a:ea typeface="Arial"/>
                <a:cs typeface="Arial"/>
              </a:defRPr>
            </a:lvl7pPr>
            <a:lvl8pPr algn="l">
              <a:defRPr sz="2213" b="1">
                <a:solidFill>
                  <a:srgbClr val="1C2A40"/>
                </a:solidFill>
                <a:latin typeface="Arial"/>
                <a:ea typeface="Arial"/>
                <a:cs typeface="Arial"/>
              </a:defRPr>
            </a:lvl8pPr>
            <a:lvl9pPr algn="l">
              <a:defRPr sz="2213" b="1">
                <a:solidFill>
                  <a:srgbClr val="1C2A40"/>
                </a:solidFill>
                <a:latin typeface="Arial"/>
                <a:ea typeface="Arial"/>
                <a:cs typeface="Arial"/>
              </a:defRPr>
            </a:lvl9pPr>
          </a:lstStyle>
          <a:p xmlns:a="http://schemas.openxmlformats.org/drawingml/2006/main">
            <a:pPr algn="l">
              <a:defRPr sz="2213" b="1">
                <a:solidFill>
                  <a:srgbClr val="1C2A40"/>
                </a:solidFill>
                <a:latin typeface="Arial"/>
                <a:ea typeface="Arial"/>
                <a:cs typeface="Arial"/>
              </a:defRPr>
            </a:pPr>
            <a:r>
              <a:rPr sz="2213" b="1">
                <a:solidFill>
                  <a:srgbClr val="1C2A40"/>
                </a:solidFill>
                <a:latin typeface="Arial"/>
                <a:ea typeface="Arial"/>
                <a:cs typeface="Arial"/>
              </a:rPr>
              <a:t>UE</a:t>
            </a:r>
          </a:p>
        </p:txBody>
      </p:sp>
      <p:sp>
        <p:nvSpPr>
          <p:cNvPr id="18" name="f61">
            <a:extLst xmlns:a="http://schemas.openxmlformats.org/drawingml/2006/main">
              <a:ext uri="{FF2B5EF4-FFF2-40B4-BE49-F238E27FC236}">
                <a16:creationId xmlns:a16="http://schemas.microsoft.com/office/drawing/2014/main" id="{DE788D6F-A820-4E4D-8FD0-83735BE74DAF}"/>
              </a:ext>
            </a:extLst>
          </p:cNvPr>
          <p:cNvSpPr>
            <a:spLocks xmlns:a="http://schemas.openxmlformats.org/drawingml/2006/main" noGrp="1"/>
          </p:cNvSpPr>
          <p:nvPr/>
        </p:nvSpPr>
        <p:spPr>
          <a:xfrm xmlns:a="http://schemas.openxmlformats.org/drawingml/2006/main">
            <a:off x="3753609" y="706121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Arial"/>
                <a:ea typeface="Arial"/>
                <a:cs typeface="Arial"/>
              </a:defRPr>
            </a:defPPr>
            <a:lvl1pPr algn="l">
              <a:defRPr sz="2213" b="1">
                <a:solidFill>
                  <a:srgbClr val="1C2A40"/>
                </a:solidFill>
                <a:latin typeface="Arial"/>
                <a:ea typeface="Arial"/>
                <a:cs typeface="Arial"/>
              </a:defRPr>
            </a:lvl1pPr>
            <a:lvl2pPr algn="l">
              <a:defRPr sz="2213" b="1">
                <a:solidFill>
                  <a:srgbClr val="1C2A40"/>
                </a:solidFill>
                <a:latin typeface="Arial"/>
                <a:ea typeface="Arial"/>
                <a:cs typeface="Arial"/>
              </a:defRPr>
            </a:lvl2pPr>
            <a:lvl3pPr algn="l">
              <a:defRPr sz="2213" b="1">
                <a:solidFill>
                  <a:srgbClr val="1C2A40"/>
                </a:solidFill>
                <a:latin typeface="Arial"/>
                <a:ea typeface="Arial"/>
                <a:cs typeface="Arial"/>
              </a:defRPr>
            </a:lvl3pPr>
            <a:lvl4pPr algn="l">
              <a:defRPr sz="2213" b="1">
                <a:solidFill>
                  <a:srgbClr val="1C2A40"/>
                </a:solidFill>
                <a:latin typeface="Arial"/>
                <a:ea typeface="Arial"/>
                <a:cs typeface="Arial"/>
              </a:defRPr>
            </a:lvl4pPr>
            <a:lvl5pPr algn="l">
              <a:defRPr sz="2213" b="1">
                <a:solidFill>
                  <a:srgbClr val="1C2A40"/>
                </a:solidFill>
                <a:latin typeface="Arial"/>
                <a:ea typeface="Arial"/>
                <a:cs typeface="Arial"/>
              </a:defRPr>
            </a:lvl5pPr>
            <a:lvl6pPr algn="l">
              <a:defRPr sz="2213" b="1">
                <a:solidFill>
                  <a:srgbClr val="1C2A40"/>
                </a:solidFill>
                <a:latin typeface="Arial"/>
                <a:ea typeface="Arial"/>
                <a:cs typeface="Arial"/>
              </a:defRPr>
            </a:lvl6pPr>
            <a:lvl7pPr algn="l">
              <a:defRPr sz="2213" b="1">
                <a:solidFill>
                  <a:srgbClr val="1C2A40"/>
                </a:solidFill>
                <a:latin typeface="Arial"/>
                <a:ea typeface="Arial"/>
                <a:cs typeface="Arial"/>
              </a:defRPr>
            </a:lvl7pPr>
            <a:lvl8pPr algn="l">
              <a:defRPr sz="2213" b="1">
                <a:solidFill>
                  <a:srgbClr val="1C2A40"/>
                </a:solidFill>
                <a:latin typeface="Arial"/>
                <a:ea typeface="Arial"/>
                <a:cs typeface="Arial"/>
              </a:defRPr>
            </a:lvl8pPr>
            <a:lvl9pPr algn="l">
              <a:defRPr sz="2213" b="1">
                <a:solidFill>
                  <a:srgbClr val="1C2A40"/>
                </a:solidFill>
                <a:latin typeface="Arial"/>
                <a:ea typeface="Arial"/>
                <a:cs typeface="Arial"/>
              </a:defRPr>
            </a:lvl9pPr>
          </a:lstStyle>
          <a:p xmlns:a="http://schemas.openxmlformats.org/drawingml/2006/main">
            <a:pPr algn="l">
              <a:defRPr sz="2213" b="1">
                <a:solidFill>
                  <a:srgbClr val="1C2A40"/>
                </a:solidFill>
                <a:latin typeface="Arial"/>
                <a:ea typeface="Arial"/>
                <a:cs typeface="Arial"/>
              </a:defRPr>
            </a:pPr>
            <a:r>
              <a:rPr sz="2213" b="1">
                <a:solidFill>
                  <a:srgbClr val="1C2A40"/>
                </a:solidFill>
                <a:latin typeface="Arial"/>
                <a:ea typeface="Arial"/>
                <a:cs typeface="Arial"/>
              </a:rPr>
              <a:t>gNB</a:t>
            </a:r>
          </a:p>
        </p:txBody>
      </p:sp>
      <p:sp>
        <p:nvSpPr>
          <p:cNvPr id="19" name="f62">
            <a:extLst xmlns:a="http://schemas.openxmlformats.org/drawingml/2006/main">
              <a:ext uri="{FF2B5EF4-FFF2-40B4-BE49-F238E27FC236}">
                <a16:creationId xmlns:a16="http://schemas.microsoft.com/office/drawing/2014/main" id="{0FCEE583-597D-4B0A-9369-2C47F50DE32E}"/>
              </a:ext>
            </a:extLst>
          </p:cNvPr>
          <p:cNvSpPr>
            <a:spLocks xmlns:a="http://schemas.openxmlformats.org/drawingml/2006/main" noGrp="1"/>
          </p:cNvSpPr>
          <p:nvPr/>
        </p:nvSpPr>
        <p:spPr>
          <a:xfrm xmlns:a="http://schemas.openxmlformats.org/drawingml/2006/main">
            <a:off x="5018946" y="495178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Arial"/>
                <a:ea typeface="Arial"/>
                <a:cs typeface="Arial"/>
              </a:defRPr>
            </a:defPPr>
            <a:lvl1pPr algn="l">
              <a:defRPr sz="1858" b="1">
                <a:solidFill>
                  <a:srgbClr val="278766"/>
                </a:solidFill>
                <a:latin typeface="Arial"/>
                <a:ea typeface="Arial"/>
                <a:cs typeface="Arial"/>
              </a:defRPr>
            </a:lvl1pPr>
            <a:lvl2pPr algn="l">
              <a:defRPr sz="1858" b="1">
                <a:solidFill>
                  <a:srgbClr val="278766"/>
                </a:solidFill>
                <a:latin typeface="Arial"/>
                <a:ea typeface="Arial"/>
                <a:cs typeface="Arial"/>
              </a:defRPr>
            </a:lvl2pPr>
            <a:lvl3pPr algn="l">
              <a:defRPr sz="1858" b="1">
                <a:solidFill>
                  <a:srgbClr val="278766"/>
                </a:solidFill>
                <a:latin typeface="Arial"/>
                <a:ea typeface="Arial"/>
                <a:cs typeface="Arial"/>
              </a:defRPr>
            </a:lvl3pPr>
            <a:lvl4pPr algn="l">
              <a:defRPr sz="1858" b="1">
                <a:solidFill>
                  <a:srgbClr val="278766"/>
                </a:solidFill>
                <a:latin typeface="Arial"/>
                <a:ea typeface="Arial"/>
                <a:cs typeface="Arial"/>
              </a:defRPr>
            </a:lvl4pPr>
            <a:lvl5pPr algn="l">
              <a:defRPr sz="1858" b="1">
                <a:solidFill>
                  <a:srgbClr val="278766"/>
                </a:solidFill>
                <a:latin typeface="Arial"/>
                <a:ea typeface="Arial"/>
                <a:cs typeface="Arial"/>
              </a:defRPr>
            </a:lvl5pPr>
            <a:lvl6pPr algn="l">
              <a:defRPr sz="1858" b="1">
                <a:solidFill>
                  <a:srgbClr val="278766"/>
                </a:solidFill>
                <a:latin typeface="Arial"/>
                <a:ea typeface="Arial"/>
                <a:cs typeface="Arial"/>
              </a:defRPr>
            </a:lvl6pPr>
            <a:lvl7pPr algn="l">
              <a:defRPr sz="1858" b="1">
                <a:solidFill>
                  <a:srgbClr val="278766"/>
                </a:solidFill>
                <a:latin typeface="Arial"/>
                <a:ea typeface="Arial"/>
                <a:cs typeface="Arial"/>
              </a:defRPr>
            </a:lvl7pPr>
            <a:lvl8pPr algn="l">
              <a:defRPr sz="1858" b="1">
                <a:solidFill>
                  <a:srgbClr val="278766"/>
                </a:solidFill>
                <a:latin typeface="Arial"/>
                <a:ea typeface="Arial"/>
                <a:cs typeface="Arial"/>
              </a:defRPr>
            </a:lvl8pPr>
            <a:lvl9pPr algn="l">
              <a:defRPr sz="1858" b="1">
                <a:solidFill>
                  <a:srgbClr val="278766"/>
                </a:solidFill>
                <a:latin typeface="Arial"/>
                <a:ea typeface="Arial"/>
                <a:cs typeface="Arial"/>
              </a:defRPr>
            </a:lvl9pPr>
          </a:lstStyle>
          <a:p xmlns:a="http://schemas.openxmlformats.org/drawingml/2006/main">
            <a:pPr algn="l">
              <a:defRPr sz="1858" b="1">
                <a:solidFill>
                  <a:srgbClr val="278766"/>
                </a:solidFill>
                <a:latin typeface="Arial"/>
                <a:ea typeface="Arial"/>
                <a:cs typeface="Arial"/>
              </a:defRPr>
            </a:pPr>
            <a:r>
              <a:rPr sz="1858" b="1">
                <a:solidFill>
                  <a:srgbClr val="278766"/>
                </a:solidFill>
                <a:latin typeface="Arial"/>
                <a:ea typeface="Arial"/>
                <a:cs typeface="Arial"/>
              </a:rPr>
              <a:t>N2</a:t>
            </a:r>
          </a:p>
        </p:txBody>
      </p:sp>
      <p:sp>
        <p:nvSpPr>
          <p:cNvPr id="20" name="f63">
            <a:extLst xmlns:a="http://schemas.openxmlformats.org/drawingml/2006/main">
              <a:ext uri="{FF2B5EF4-FFF2-40B4-BE49-F238E27FC236}">
                <a16:creationId xmlns:a16="http://schemas.microsoft.com/office/drawing/2014/main" id="{0E4CCAF4-73DD-47B9-9DFA-1892B67039E5}"/>
              </a:ext>
            </a:extLst>
          </p:cNvPr>
          <p:cNvSpPr>
            <a:spLocks xmlns:a="http://schemas.openxmlformats.org/drawingml/2006/main" noGrp="1"/>
          </p:cNvSpPr>
          <p:nvPr/>
        </p:nvSpPr>
        <p:spPr>
          <a:xfrm xmlns:a="http://schemas.openxmlformats.org/drawingml/2006/main">
            <a:off x="6206109" y="604201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Arial"/>
                <a:ea typeface="Arial"/>
                <a:cs typeface="Arial"/>
              </a:defRPr>
            </a:defPPr>
            <a:lvl1pPr algn="l">
              <a:defRPr sz="1858" b="1">
                <a:solidFill>
                  <a:srgbClr val="7861AD"/>
                </a:solidFill>
                <a:latin typeface="Arial"/>
                <a:ea typeface="Arial"/>
                <a:cs typeface="Arial"/>
              </a:defRPr>
            </a:lvl1pPr>
            <a:lvl2pPr algn="l">
              <a:defRPr sz="1858" b="1">
                <a:solidFill>
                  <a:srgbClr val="7861AD"/>
                </a:solidFill>
                <a:latin typeface="Arial"/>
                <a:ea typeface="Arial"/>
                <a:cs typeface="Arial"/>
              </a:defRPr>
            </a:lvl2pPr>
            <a:lvl3pPr algn="l">
              <a:defRPr sz="1858" b="1">
                <a:solidFill>
                  <a:srgbClr val="7861AD"/>
                </a:solidFill>
                <a:latin typeface="Arial"/>
                <a:ea typeface="Arial"/>
                <a:cs typeface="Arial"/>
              </a:defRPr>
            </a:lvl3pPr>
            <a:lvl4pPr algn="l">
              <a:defRPr sz="1858" b="1">
                <a:solidFill>
                  <a:srgbClr val="7861AD"/>
                </a:solidFill>
                <a:latin typeface="Arial"/>
                <a:ea typeface="Arial"/>
                <a:cs typeface="Arial"/>
              </a:defRPr>
            </a:lvl4pPr>
            <a:lvl5pPr algn="l">
              <a:defRPr sz="1858" b="1">
                <a:solidFill>
                  <a:srgbClr val="7861AD"/>
                </a:solidFill>
                <a:latin typeface="Arial"/>
                <a:ea typeface="Arial"/>
                <a:cs typeface="Arial"/>
              </a:defRPr>
            </a:lvl5pPr>
            <a:lvl6pPr algn="l">
              <a:defRPr sz="1858" b="1">
                <a:solidFill>
                  <a:srgbClr val="7861AD"/>
                </a:solidFill>
                <a:latin typeface="Arial"/>
                <a:ea typeface="Arial"/>
                <a:cs typeface="Arial"/>
              </a:defRPr>
            </a:lvl6pPr>
            <a:lvl7pPr algn="l">
              <a:defRPr sz="1858" b="1">
                <a:solidFill>
                  <a:srgbClr val="7861AD"/>
                </a:solidFill>
                <a:latin typeface="Arial"/>
                <a:ea typeface="Arial"/>
                <a:cs typeface="Arial"/>
              </a:defRPr>
            </a:lvl7pPr>
            <a:lvl8pPr algn="l">
              <a:defRPr sz="1858" b="1">
                <a:solidFill>
                  <a:srgbClr val="7861AD"/>
                </a:solidFill>
                <a:latin typeface="Arial"/>
                <a:ea typeface="Arial"/>
                <a:cs typeface="Arial"/>
              </a:defRPr>
            </a:lvl8pPr>
            <a:lvl9pPr algn="l">
              <a:defRPr sz="1858" b="1">
                <a:solidFill>
                  <a:srgbClr val="7861AD"/>
                </a:solidFill>
                <a:latin typeface="Arial"/>
                <a:ea typeface="Arial"/>
                <a:cs typeface="Arial"/>
              </a:defRPr>
            </a:lvl9pPr>
          </a:lstStyle>
          <a:p xmlns:a="http://schemas.openxmlformats.org/drawingml/2006/main">
            <a:pPr algn="l">
              <a:defRPr sz="1858" b="1">
                <a:solidFill>
                  <a:srgbClr val="7861AD"/>
                </a:solidFill>
                <a:latin typeface="Arial"/>
                <a:ea typeface="Arial"/>
                <a:cs typeface="Arial"/>
              </a:defRPr>
            </a:pPr>
            <a:r>
              <a:rPr sz="1858" b="1">
                <a:solidFill>
                  <a:srgbClr val="7861AD"/>
                </a:solidFill>
                <a:latin typeface="Arial"/>
                <a:ea typeface="Arial"/>
                <a:cs typeface="Arial"/>
              </a:rPr>
              <a:t>N3</a:t>
            </a:r>
          </a:p>
        </p:txBody>
      </p:sp>
      <p:sp>
        <p:nvSpPr>
          <p:cNvPr id="21" name="f64">
            <a:extLst xmlns:a="http://schemas.openxmlformats.org/drawingml/2006/main">
              <a:ext uri="{FF2B5EF4-FFF2-40B4-BE49-F238E27FC236}">
                <a16:creationId xmlns:a16="http://schemas.microsoft.com/office/drawing/2014/main" id="{5AAFAFD0-D881-4457-ADA6-48DBC34D7FF1}"/>
              </a:ext>
            </a:extLst>
          </p:cNvPr>
          <p:cNvSpPr>
            <a:spLocks xmlns:a="http://schemas.openxmlformats.org/drawingml/2006/main" noGrp="1"/>
          </p:cNvSpPr>
          <p:nvPr/>
        </p:nvSpPr>
        <p:spPr>
          <a:xfrm xmlns:a="http://schemas.openxmlformats.org/drawingml/2006/main">
            <a:off x="10544556" y="604201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Arial"/>
                <a:ea typeface="Arial"/>
                <a:cs typeface="Arial"/>
              </a:defRPr>
            </a:defPPr>
            <a:lvl1pPr algn="l">
              <a:defRPr sz="1858" b="1">
                <a:solidFill>
                  <a:srgbClr val="7861AD"/>
                </a:solidFill>
                <a:latin typeface="Arial"/>
                <a:ea typeface="Arial"/>
                <a:cs typeface="Arial"/>
              </a:defRPr>
            </a:lvl1pPr>
            <a:lvl2pPr algn="l">
              <a:defRPr sz="1858" b="1">
                <a:solidFill>
                  <a:srgbClr val="7861AD"/>
                </a:solidFill>
                <a:latin typeface="Arial"/>
                <a:ea typeface="Arial"/>
                <a:cs typeface="Arial"/>
              </a:defRPr>
            </a:lvl2pPr>
            <a:lvl3pPr algn="l">
              <a:defRPr sz="1858" b="1">
                <a:solidFill>
                  <a:srgbClr val="7861AD"/>
                </a:solidFill>
                <a:latin typeface="Arial"/>
                <a:ea typeface="Arial"/>
                <a:cs typeface="Arial"/>
              </a:defRPr>
            </a:lvl3pPr>
            <a:lvl4pPr algn="l">
              <a:defRPr sz="1858" b="1">
                <a:solidFill>
                  <a:srgbClr val="7861AD"/>
                </a:solidFill>
                <a:latin typeface="Arial"/>
                <a:ea typeface="Arial"/>
                <a:cs typeface="Arial"/>
              </a:defRPr>
            </a:lvl4pPr>
            <a:lvl5pPr algn="l">
              <a:defRPr sz="1858" b="1">
                <a:solidFill>
                  <a:srgbClr val="7861AD"/>
                </a:solidFill>
                <a:latin typeface="Arial"/>
                <a:ea typeface="Arial"/>
                <a:cs typeface="Arial"/>
              </a:defRPr>
            </a:lvl5pPr>
            <a:lvl6pPr algn="l">
              <a:defRPr sz="1858" b="1">
                <a:solidFill>
                  <a:srgbClr val="7861AD"/>
                </a:solidFill>
                <a:latin typeface="Arial"/>
                <a:ea typeface="Arial"/>
                <a:cs typeface="Arial"/>
              </a:defRPr>
            </a:lvl6pPr>
            <a:lvl7pPr algn="l">
              <a:defRPr sz="1858" b="1">
                <a:solidFill>
                  <a:srgbClr val="7861AD"/>
                </a:solidFill>
                <a:latin typeface="Arial"/>
                <a:ea typeface="Arial"/>
                <a:cs typeface="Arial"/>
              </a:defRPr>
            </a:lvl7pPr>
            <a:lvl8pPr algn="l">
              <a:defRPr sz="1858" b="1">
                <a:solidFill>
                  <a:srgbClr val="7861AD"/>
                </a:solidFill>
                <a:latin typeface="Arial"/>
                <a:ea typeface="Arial"/>
                <a:cs typeface="Arial"/>
              </a:defRPr>
            </a:lvl8pPr>
            <a:lvl9pPr algn="l">
              <a:defRPr sz="1858" b="1">
                <a:solidFill>
                  <a:srgbClr val="7861AD"/>
                </a:solidFill>
                <a:latin typeface="Arial"/>
                <a:ea typeface="Arial"/>
                <a:cs typeface="Arial"/>
              </a:defRPr>
            </a:lvl9pPr>
          </a:lstStyle>
          <a:p xmlns:a="http://schemas.openxmlformats.org/drawingml/2006/main">
            <a:pPr algn="l">
              <a:defRPr sz="1858" b="1">
                <a:solidFill>
                  <a:srgbClr val="7861AD"/>
                </a:solidFill>
                <a:latin typeface="Arial"/>
                <a:ea typeface="Arial"/>
                <a:cs typeface="Arial"/>
              </a:defRPr>
            </a:pPr>
            <a:r>
              <a:rPr sz="1858" b="1">
                <a:solidFill>
                  <a:srgbClr val="7861AD"/>
                </a:solidFill>
                <a:latin typeface="Arial"/>
                <a:ea typeface="Arial"/>
                <a:cs typeface="Arial"/>
              </a:rPr>
              <a:t>N6</a:t>
            </a:r>
          </a:p>
        </p:txBody>
      </p:sp>
      <p:sp>
        <p:nvSpPr>
          <p:cNvPr id="22" name="f65">
            <a:extLst xmlns:a="http://schemas.openxmlformats.org/drawingml/2006/main">
              <a:ext uri="{FF2B5EF4-FFF2-40B4-BE49-F238E27FC236}">
                <a16:creationId xmlns:a16="http://schemas.microsoft.com/office/drawing/2014/main" id="{C6D359DF-C806-4215-8B48-084A3595E8FC}"/>
              </a:ext>
            </a:extLst>
          </p:cNvPr>
          <p:cNvSpPr>
            <a:spLocks xmlns:a="http://schemas.openxmlformats.org/drawingml/2006/main" noGrp="1"/>
          </p:cNvSpPr>
          <p:nvPr/>
        </p:nvSpPr>
        <p:spPr>
          <a:xfrm xmlns:a="http://schemas.openxmlformats.org/drawingml/2006/main">
            <a:off x="12291670" y="706121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Arial"/>
                <a:ea typeface="Arial"/>
                <a:cs typeface="Arial"/>
              </a:defRPr>
            </a:defPPr>
            <a:lvl1pPr algn="l">
              <a:defRPr sz="2213" b="1">
                <a:solidFill>
                  <a:srgbClr val="1C2A40"/>
                </a:solidFill>
                <a:latin typeface="Arial"/>
                <a:ea typeface="Arial"/>
                <a:cs typeface="Arial"/>
              </a:defRPr>
            </a:lvl1pPr>
            <a:lvl2pPr algn="l">
              <a:defRPr sz="2213" b="1">
                <a:solidFill>
                  <a:srgbClr val="1C2A40"/>
                </a:solidFill>
                <a:latin typeface="Arial"/>
                <a:ea typeface="Arial"/>
                <a:cs typeface="Arial"/>
              </a:defRPr>
            </a:lvl2pPr>
            <a:lvl3pPr algn="l">
              <a:defRPr sz="2213" b="1">
                <a:solidFill>
                  <a:srgbClr val="1C2A40"/>
                </a:solidFill>
                <a:latin typeface="Arial"/>
                <a:ea typeface="Arial"/>
                <a:cs typeface="Arial"/>
              </a:defRPr>
            </a:lvl3pPr>
            <a:lvl4pPr algn="l">
              <a:defRPr sz="2213" b="1">
                <a:solidFill>
                  <a:srgbClr val="1C2A40"/>
                </a:solidFill>
                <a:latin typeface="Arial"/>
                <a:ea typeface="Arial"/>
                <a:cs typeface="Arial"/>
              </a:defRPr>
            </a:lvl4pPr>
            <a:lvl5pPr algn="l">
              <a:defRPr sz="2213" b="1">
                <a:solidFill>
                  <a:srgbClr val="1C2A40"/>
                </a:solidFill>
                <a:latin typeface="Arial"/>
                <a:ea typeface="Arial"/>
                <a:cs typeface="Arial"/>
              </a:defRPr>
            </a:lvl5pPr>
            <a:lvl6pPr algn="l">
              <a:defRPr sz="2213" b="1">
                <a:solidFill>
                  <a:srgbClr val="1C2A40"/>
                </a:solidFill>
                <a:latin typeface="Arial"/>
                <a:ea typeface="Arial"/>
                <a:cs typeface="Arial"/>
              </a:defRPr>
            </a:lvl6pPr>
            <a:lvl7pPr algn="l">
              <a:defRPr sz="2213" b="1">
                <a:solidFill>
                  <a:srgbClr val="1C2A40"/>
                </a:solidFill>
                <a:latin typeface="Arial"/>
                <a:ea typeface="Arial"/>
                <a:cs typeface="Arial"/>
              </a:defRPr>
            </a:lvl7pPr>
            <a:lvl8pPr algn="l">
              <a:defRPr sz="2213" b="1">
                <a:solidFill>
                  <a:srgbClr val="1C2A40"/>
                </a:solidFill>
                <a:latin typeface="Arial"/>
                <a:ea typeface="Arial"/>
                <a:cs typeface="Arial"/>
              </a:defRPr>
            </a:lvl8pPr>
            <a:lvl9pPr algn="l">
              <a:defRPr sz="2213" b="1">
                <a:solidFill>
                  <a:srgbClr val="1C2A40"/>
                </a:solidFill>
                <a:latin typeface="Arial"/>
                <a:ea typeface="Arial"/>
                <a:cs typeface="Arial"/>
              </a:defRPr>
            </a:lvl9pPr>
          </a:lstStyle>
          <a:p xmlns:a="http://schemas.openxmlformats.org/drawingml/2006/main">
            <a:pPr algn="l">
              <a:defRPr sz="2213" b="1">
                <a:solidFill>
                  <a:srgbClr val="1C2A40"/>
                </a:solidFill>
                <a:latin typeface="Arial"/>
                <a:ea typeface="Arial"/>
                <a:cs typeface="Arial"/>
              </a:defRPr>
            </a:pPr>
            <a:r>
              <a:rPr sz="2213" b="1">
                <a:solidFill>
                  <a:srgbClr val="1C2A40"/>
                </a:solidFill>
                <a:latin typeface="Arial"/>
                <a:ea typeface="Arial"/>
                <a:cs typeface="Arial"/>
              </a:rPr>
              <a:t>Internet</a:t>
            </a:r>
          </a:p>
        </p:txBody>
      </p:sp>
    </p:spTree>
    <p:extLst>
      <p:ext uri="{BB962C8B-B14F-4D97-AF65-F5344CB8AC3E}">
        <p14:creationId xmlns:p14="http://schemas.microsoft.com/office/powerpoint/2010/main" val="382457258"/>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53" name="f66">
            <a:extLst xmlns:a="http://schemas.openxmlformats.org/drawingml/2006/main">
              <a:ext uri="{FF2B5EF4-FFF2-40B4-BE49-F238E27FC236}">
                <a16:creationId xmlns:a16="http://schemas.microsoft.com/office/drawing/2014/main" id="{312A2E53-ADCA-44D7-9FDF-26F87BF58576}"/>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CONTRIBUTI DELLA TESI</a:t>
            </a:r>
          </a:p>
        </p:txBody>
      </p:sp>
      <p:sp>
        <p:nvSpPr>
          <p:cNvPr id="2" name="f67">
            <a:extLst xmlns:a="http://schemas.openxmlformats.org/drawingml/2006/main">
              <a:ext uri="{FF2B5EF4-FFF2-40B4-BE49-F238E27FC236}">
                <a16:creationId xmlns:a16="http://schemas.microsoft.com/office/drawing/2014/main" id="{C759C9C2-3F79-4FDA-91B1-815A6E0934BD}"/>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Arial"/>
                <a:ea typeface="Arial"/>
                <a:cs typeface="Arial"/>
              </a:defRPr>
            </a:defPPr>
            <a:lvl1pPr algn="r">
              <a:defRPr sz="1350" b="0">
                <a:solidFill>
                  <a:srgbClr val="52627B"/>
                </a:solidFill>
                <a:latin typeface="Arial"/>
                <a:ea typeface="Arial"/>
                <a:cs typeface="Arial"/>
              </a:defRPr>
            </a:lvl1pPr>
            <a:lvl2pPr algn="r">
              <a:defRPr sz="1350" b="0">
                <a:solidFill>
                  <a:srgbClr val="52627B"/>
                </a:solidFill>
                <a:latin typeface="Arial"/>
                <a:ea typeface="Arial"/>
                <a:cs typeface="Arial"/>
              </a:defRPr>
            </a:lvl2pPr>
            <a:lvl3pPr algn="r">
              <a:defRPr sz="1350" b="0">
                <a:solidFill>
                  <a:srgbClr val="52627B"/>
                </a:solidFill>
                <a:latin typeface="Arial"/>
                <a:ea typeface="Arial"/>
                <a:cs typeface="Arial"/>
              </a:defRPr>
            </a:lvl3pPr>
            <a:lvl4pPr algn="r">
              <a:defRPr sz="1350" b="0">
                <a:solidFill>
                  <a:srgbClr val="52627B"/>
                </a:solidFill>
                <a:latin typeface="Arial"/>
                <a:ea typeface="Arial"/>
                <a:cs typeface="Arial"/>
              </a:defRPr>
            </a:lvl4pPr>
            <a:lvl5pPr algn="r">
              <a:defRPr sz="1350" b="0">
                <a:solidFill>
                  <a:srgbClr val="52627B"/>
                </a:solidFill>
                <a:latin typeface="Arial"/>
                <a:ea typeface="Arial"/>
                <a:cs typeface="Arial"/>
              </a:defRPr>
            </a:lvl5pPr>
            <a:lvl6pPr algn="r">
              <a:defRPr sz="1350" b="0">
                <a:solidFill>
                  <a:srgbClr val="52627B"/>
                </a:solidFill>
                <a:latin typeface="Arial"/>
                <a:ea typeface="Arial"/>
                <a:cs typeface="Arial"/>
              </a:defRPr>
            </a:lvl6pPr>
            <a:lvl7pPr algn="r">
              <a:defRPr sz="1350" b="0">
                <a:solidFill>
                  <a:srgbClr val="52627B"/>
                </a:solidFill>
                <a:latin typeface="Arial"/>
                <a:ea typeface="Arial"/>
                <a:cs typeface="Arial"/>
              </a:defRPr>
            </a:lvl7pPr>
            <a:lvl8pPr algn="r">
              <a:defRPr sz="1350" b="0">
                <a:solidFill>
                  <a:srgbClr val="52627B"/>
                </a:solidFill>
                <a:latin typeface="Arial"/>
                <a:ea typeface="Arial"/>
                <a:cs typeface="Arial"/>
              </a:defRPr>
            </a:lvl8pPr>
            <a:lvl9pPr algn="r">
              <a:defRPr sz="1350" b="0">
                <a:solidFill>
                  <a:srgbClr val="52627B"/>
                </a:solidFill>
                <a:latin typeface="Arial"/>
                <a:ea typeface="Arial"/>
                <a:cs typeface="Arial"/>
              </a:defRPr>
            </a:lvl9pPr>
          </a:lstStyle>
          <a:p xmlns:a="http://schemas.openxmlformats.org/drawingml/2006/main">
            <a:pPr algn="r">
              <a:defRPr sz="1350" b="0">
                <a:solidFill>
                  <a:srgbClr val="52627B"/>
                </a:solidFill>
                <a:latin typeface="Arial"/>
                <a:ea typeface="Arial"/>
                <a:cs typeface="Arial"/>
              </a:defRPr>
            </a:pPr>
            <a:r>
              <a:rPr sz="1350" b="0">
                <a:solidFill>
                  <a:srgbClr val="52627B"/>
                </a:solidFill>
                <a:latin typeface="Arial"/>
                <a:ea typeface="Arial"/>
                <a:cs typeface="Arial"/>
              </a:rPr>
              <a:t>04 / 07</a:t>
            </a:r>
          </a:p>
        </p:txBody>
      </p:sp>
      <p:sp>
        <p:nvSpPr>
          <p:cNvPr id="3" name="f68">
            <a:extLst xmlns:a="http://schemas.openxmlformats.org/drawingml/2006/main">
              <a:ext uri="{FF2B5EF4-FFF2-40B4-BE49-F238E27FC236}">
                <a16:creationId xmlns:a16="http://schemas.microsoft.com/office/drawing/2014/main" id="{6F3A4EF3-4FD8-4B3E-AF07-A27A5A340FCF}"/>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Dagli SCAS al DSL</a:t>
            </a:r>
          </a:p>
        </p:txBody>
      </p:sp>
      <p:sp>
        <p:nvSpPr>
          <p:cNvPr id="4" name="f69">
            <a:extLst xmlns:a="http://schemas.openxmlformats.org/drawingml/2006/main">
              <a:ext uri="{FF2B5EF4-FFF2-40B4-BE49-F238E27FC236}">
                <a16:creationId xmlns:a16="http://schemas.microsoft.com/office/drawing/2014/main" id="{7A277C7F-75C1-4651-877F-9C2C157B7C71}"/>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Le SCAS descrivono i test di sicurezza in linguaggio naturale.</a:t>
            </a:r>
          </a:p>
        </p:txBody>
      </p:sp>
      <p:sp>
        <p:nvSpPr>
          <p:cNvPr id="7" name="f72">
            <a:extLst xmlns:a="http://schemas.openxmlformats.org/drawingml/2006/main">
              <a:ext uri="{FF2B5EF4-FFF2-40B4-BE49-F238E27FC236}">
                <a16:creationId xmlns:a16="http://schemas.microsoft.com/office/drawing/2014/main" id="{E55B521F-BF3E-40E0-8F32-38FBF58AB5F6}"/>
              </a:ext>
            </a:extLst>
          </p:cNvPr>
          <p:cNvSpPr>
            <a:spLocks xmlns:a="http://schemas.openxmlformats.org/drawingml/2006/main" noGrp="1"/>
          </p:cNvSpPr>
          <p:nvPr/>
        </p:nvSpPr>
        <p:spPr>
          <a:xfrm xmlns:a="http://schemas.openxmlformats.org/drawingml/2006/main">
            <a:off x="1066800" y="2647950"/>
            <a:ext cx="5905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182536"/>
                </a:solidFill>
                <a:latin typeface="Arial"/>
                <a:ea typeface="Arial"/>
                <a:cs typeface="Arial"/>
              </a:defRPr>
            </a:defPPr>
            <a:lvl1pPr algn="l">
              <a:defRPr sz="2400" b="1">
                <a:solidFill>
                  <a:srgbClr val="182536"/>
                </a:solidFill>
                <a:latin typeface="Arial"/>
                <a:ea typeface="Arial"/>
                <a:cs typeface="Arial"/>
              </a:defRPr>
            </a:lvl1pPr>
            <a:lvl2pPr algn="l">
              <a:defRPr sz="2400" b="1">
                <a:solidFill>
                  <a:srgbClr val="182536"/>
                </a:solidFill>
                <a:latin typeface="Arial"/>
                <a:ea typeface="Arial"/>
                <a:cs typeface="Arial"/>
              </a:defRPr>
            </a:lvl2pPr>
            <a:lvl3pPr algn="l">
              <a:defRPr sz="2400" b="1">
                <a:solidFill>
                  <a:srgbClr val="182536"/>
                </a:solidFill>
                <a:latin typeface="Arial"/>
                <a:ea typeface="Arial"/>
                <a:cs typeface="Arial"/>
              </a:defRPr>
            </a:lvl3pPr>
            <a:lvl4pPr algn="l">
              <a:defRPr sz="2400" b="1">
                <a:solidFill>
                  <a:srgbClr val="182536"/>
                </a:solidFill>
                <a:latin typeface="Arial"/>
                <a:ea typeface="Arial"/>
                <a:cs typeface="Arial"/>
              </a:defRPr>
            </a:lvl4pPr>
            <a:lvl5pPr algn="l">
              <a:defRPr sz="2400" b="1">
                <a:solidFill>
                  <a:srgbClr val="182536"/>
                </a:solidFill>
                <a:latin typeface="Arial"/>
                <a:ea typeface="Arial"/>
                <a:cs typeface="Arial"/>
              </a:defRPr>
            </a:lvl5pPr>
            <a:lvl6pPr algn="l">
              <a:defRPr sz="2400" b="1">
                <a:solidFill>
                  <a:srgbClr val="182536"/>
                </a:solidFill>
                <a:latin typeface="Arial"/>
                <a:ea typeface="Arial"/>
                <a:cs typeface="Arial"/>
              </a:defRPr>
            </a:lvl6pPr>
            <a:lvl7pPr algn="l">
              <a:defRPr sz="2400" b="1">
                <a:solidFill>
                  <a:srgbClr val="182536"/>
                </a:solidFill>
                <a:latin typeface="Arial"/>
                <a:ea typeface="Arial"/>
                <a:cs typeface="Arial"/>
              </a:defRPr>
            </a:lvl7pPr>
            <a:lvl8pPr algn="l">
              <a:defRPr sz="2400" b="1">
                <a:solidFill>
                  <a:srgbClr val="182536"/>
                </a:solidFill>
                <a:latin typeface="Arial"/>
                <a:ea typeface="Arial"/>
                <a:cs typeface="Arial"/>
              </a:defRPr>
            </a:lvl8pPr>
            <a:lvl9pPr algn="l">
              <a:defRPr sz="2400" b="1">
                <a:solidFill>
                  <a:srgbClr val="182536"/>
                </a:solidFill>
                <a:latin typeface="Arial"/>
                <a:ea typeface="Arial"/>
                <a:cs typeface="Arial"/>
              </a:defRPr>
            </a:lvl9pPr>
          </a:lstStyle>
          <a:p xmlns:a="http://schemas.openxmlformats.org/drawingml/2006/main">
            <a:pPr algn="l">
              <a:defRPr sz="2400" b="1">
                <a:solidFill>
                  <a:srgbClr val="182536"/>
                </a:solidFill>
                <a:latin typeface="Arial"/>
                <a:ea typeface="Arial"/>
                <a:cs typeface="Arial"/>
              </a:defRPr>
            </a:pPr>
            <a:r>
              <a:rPr sz="2400" b="1">
                <a:solidFill>
                  <a:srgbClr val="182536"/>
                </a:solidFill>
                <a:latin typeface="Arial"/>
                <a:ea typeface="Arial"/>
                <a:cs typeface="Arial"/>
              </a:rPr>
              <a:t>Specifiche SCAS</a:t>
            </a:r>
          </a:p>
        </p:txBody>
      </p:sp>
      <p:sp>
        <p:nvSpPr>
          <p:cNvPr id="8" name="f73">
            <a:extLst xmlns:a="http://schemas.openxmlformats.org/drawingml/2006/main">
              <a:ext uri="{FF2B5EF4-FFF2-40B4-BE49-F238E27FC236}">
                <a16:creationId xmlns:a16="http://schemas.microsoft.com/office/drawing/2014/main" id="{827F4E8A-BCE4-4527-A3D4-5303B7D012D2}"/>
              </a:ext>
            </a:extLst>
          </p:cNvPr>
          <p:cNvSpPr>
            <a:spLocks xmlns:a="http://schemas.openxmlformats.org/drawingml/2006/main" noGrp="1"/>
          </p:cNvSpPr>
          <p:nvPr/>
        </p:nvSpPr>
        <p:spPr>
          <a:xfrm xmlns:a="http://schemas.openxmlformats.org/drawingml/2006/main">
            <a:off x="1066800" y="3095625"/>
            <a:ext cx="6191250" cy="1400175"/>
          </a:xfrm>
          <a:prstGeom xmlns:a="http://schemas.openxmlformats.org/drawingml/2006/main" prst="roundRect">
            <a:avLst>
              <a:gd name="adj" fmla="val 10884"/>
            </a:avLst>
          </a:prstGeom>
          <a:solidFill xmlns:a="http://schemas.openxmlformats.org/drawingml/2006/main">
            <a:srgbClr val="FFFFFF"/>
          </a:solidFill>
          <a:ln xmlns:a="http://schemas.openxmlformats.org/drawingml/2006/main" w="17145">
            <a:solidFill>
              <a:srgbClr val="D9E3EF"/>
            </a:solidFill>
            <a:prstDash val="solid"/>
          </a:ln>
        </p:spPr>
      </p:sp>
      <p:sp>
        <p:nvSpPr>
          <p:cNvPr id="9" name="f74">
            <a:extLst xmlns:a="http://schemas.openxmlformats.org/drawingml/2006/main">
              <a:ext uri="{FF2B5EF4-FFF2-40B4-BE49-F238E27FC236}">
                <a16:creationId xmlns:a16="http://schemas.microsoft.com/office/drawing/2014/main" id="{B39358E4-5900-4E59-A281-46C6FD18615D}"/>
              </a:ext>
            </a:extLst>
          </p:cNvPr>
          <p:cNvSpPr>
            <a:spLocks xmlns:a="http://schemas.openxmlformats.org/drawingml/2006/main" noGrp="1"/>
          </p:cNvSpPr>
          <p:nvPr/>
        </p:nvSpPr>
        <p:spPr>
          <a:xfrm xmlns:a="http://schemas.openxmlformats.org/drawingml/2006/main">
            <a:off x="1276350" y="3257550"/>
            <a:ext cx="5810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Arial"/>
                <a:ea typeface="Arial"/>
                <a:cs typeface="Arial"/>
              </a:defRPr>
            </a:defPPr>
            <a:lvl1pPr algn="l">
              <a:defRPr sz="1725" b="1">
                <a:solidFill>
                  <a:srgbClr val="4264D0"/>
                </a:solidFill>
                <a:latin typeface="Arial"/>
                <a:ea typeface="Arial"/>
                <a:cs typeface="Arial"/>
              </a:defRPr>
            </a:lvl1pPr>
            <a:lvl2pPr algn="l">
              <a:defRPr sz="1725" b="1">
                <a:solidFill>
                  <a:srgbClr val="4264D0"/>
                </a:solidFill>
                <a:latin typeface="Arial"/>
                <a:ea typeface="Arial"/>
                <a:cs typeface="Arial"/>
              </a:defRPr>
            </a:lvl2pPr>
            <a:lvl3pPr algn="l">
              <a:defRPr sz="1725" b="1">
                <a:solidFill>
                  <a:srgbClr val="4264D0"/>
                </a:solidFill>
                <a:latin typeface="Arial"/>
                <a:ea typeface="Arial"/>
                <a:cs typeface="Arial"/>
              </a:defRPr>
            </a:lvl3pPr>
            <a:lvl4pPr algn="l">
              <a:defRPr sz="1725" b="1">
                <a:solidFill>
                  <a:srgbClr val="4264D0"/>
                </a:solidFill>
                <a:latin typeface="Arial"/>
                <a:ea typeface="Arial"/>
                <a:cs typeface="Arial"/>
              </a:defRPr>
            </a:lvl4pPr>
            <a:lvl5pPr algn="l">
              <a:defRPr sz="1725" b="1">
                <a:solidFill>
                  <a:srgbClr val="4264D0"/>
                </a:solidFill>
                <a:latin typeface="Arial"/>
                <a:ea typeface="Arial"/>
                <a:cs typeface="Arial"/>
              </a:defRPr>
            </a:lvl5pPr>
            <a:lvl6pPr algn="l">
              <a:defRPr sz="1725" b="1">
                <a:solidFill>
                  <a:srgbClr val="4264D0"/>
                </a:solidFill>
                <a:latin typeface="Arial"/>
                <a:ea typeface="Arial"/>
                <a:cs typeface="Arial"/>
              </a:defRPr>
            </a:lvl6pPr>
            <a:lvl7pPr algn="l">
              <a:defRPr sz="1725" b="1">
                <a:solidFill>
                  <a:srgbClr val="4264D0"/>
                </a:solidFill>
                <a:latin typeface="Arial"/>
                <a:ea typeface="Arial"/>
                <a:cs typeface="Arial"/>
              </a:defRPr>
            </a:lvl7pPr>
            <a:lvl8pPr algn="l">
              <a:defRPr sz="1725" b="1">
                <a:solidFill>
                  <a:srgbClr val="4264D0"/>
                </a:solidFill>
                <a:latin typeface="Arial"/>
                <a:ea typeface="Arial"/>
                <a:cs typeface="Arial"/>
              </a:defRPr>
            </a:lvl8pPr>
            <a:lvl9pPr algn="l">
              <a:defRPr sz="1725" b="1">
                <a:solidFill>
                  <a:srgbClr val="4264D0"/>
                </a:solidFill>
                <a:latin typeface="Arial"/>
                <a:ea typeface="Arial"/>
                <a:cs typeface="Arial"/>
              </a:defRPr>
            </a:lvl9pPr>
          </a:lstStyle>
          <a:p xmlns:a="http://schemas.openxmlformats.org/drawingml/2006/main">
            <a:pPr algn="l">
              <a:defRPr sz="1725" b="1">
                <a:solidFill>
                  <a:srgbClr val="4264D0"/>
                </a:solidFill>
                <a:latin typeface="Arial"/>
                <a:ea typeface="Arial"/>
                <a:cs typeface="Arial"/>
              </a:defRPr>
            </a:pPr>
            <a:r>
              <a:rPr sz="1725" b="1">
                <a:solidFill>
                  <a:srgbClr val="4264D0"/>
                </a:solidFill>
                <a:latin typeface="Arial"/>
                <a:ea typeface="Arial"/>
                <a:cs typeface="Arial"/>
              </a:rPr>
              <a:t>3GPP TS 33.512 · AMF · p. 9</a:t>
            </a:r>
          </a:p>
        </p:txBody>
      </p:sp>
      <p:pic>
        <p:nvPicPr>
          <p:cNvPr id="10" name="f75">
            <a:extLst xmlns:a="http://schemas.openxmlformats.org/drawingml/2006/main">
              <a:ext uri="{FF2B5EF4-FFF2-40B4-BE49-F238E27FC236}">
                <a16:creationId xmlns:a16="http://schemas.microsoft.com/office/drawing/2014/main" id="{9FB259DB-629E-49C8-963B-96BC9685059F}"/>
              </a:ext>
            </a:extLst>
          </p:cNvPr>
          <p:cNvPicPr>
            <a:picLocks xmlns:a="http://schemas.openxmlformats.org/drawingml/2006/main" noChangeAspect="1"/>
          </p:cNvPicPr>
          <p:nvPr/>
        </p:nvPicPr>
        <p:blipFill>
          <a:blip xmlns:r="http://schemas.openxmlformats.org/officeDocument/2006/relationships" xmlns:a="http://schemas.openxmlformats.org/drawingml/2006/main" r:embed="rIdV13100"/>
          <a:stretch xmlns:a="http://schemas.openxmlformats.org/drawingml/2006/main"/>
        </p:blipFill>
        <p:spPr>
          <a:xfrm xmlns:a="http://schemas.openxmlformats.org/drawingml/2006/main">
            <a:off x="1276350" y="3639730"/>
            <a:ext cx="5810250" cy="692966"/>
          </a:xfrm>
          <a:prstGeom xmlns:a="http://schemas.openxmlformats.org/drawingml/2006/main" prst="rect">
            <a:avLst/>
          </a:prstGeom>
        </p:spPr>
      </p:pic>
      <p:sp>
        <p:nvSpPr>
          <p:cNvPr id="11" name="f76">
            <a:extLst xmlns:a="http://schemas.openxmlformats.org/drawingml/2006/main">
              <a:ext uri="{FF2B5EF4-FFF2-40B4-BE49-F238E27FC236}">
                <a16:creationId xmlns:a16="http://schemas.microsoft.com/office/drawing/2014/main" id="{ABED128F-0675-464C-8830-F48915A389D9}"/>
              </a:ext>
            </a:extLst>
          </p:cNvPr>
          <p:cNvSpPr>
            <a:spLocks xmlns:a="http://schemas.openxmlformats.org/drawingml/2006/main" noGrp="1"/>
          </p:cNvSpPr>
          <p:nvPr/>
        </p:nvSpPr>
        <p:spPr>
          <a:xfrm xmlns:a="http://schemas.openxmlformats.org/drawingml/2006/main">
            <a:off x="1447800" y="4381500"/>
            <a:ext cx="6191250" cy="1400175"/>
          </a:xfrm>
          <a:prstGeom xmlns:a="http://schemas.openxmlformats.org/drawingml/2006/main" prst="roundRect">
            <a:avLst>
              <a:gd name="adj" fmla="val 10884"/>
            </a:avLst>
          </a:prstGeom>
          <a:solidFill xmlns:a="http://schemas.openxmlformats.org/drawingml/2006/main">
            <a:srgbClr val="FFFFFF"/>
          </a:solidFill>
          <a:ln xmlns:a="http://schemas.openxmlformats.org/drawingml/2006/main" w="17145">
            <a:solidFill>
              <a:srgbClr val="D9E3EF"/>
            </a:solidFill>
            <a:prstDash val="solid"/>
          </a:ln>
        </p:spPr>
      </p:sp>
      <p:sp>
        <p:nvSpPr>
          <p:cNvPr id="12" name="f77">
            <a:extLst xmlns:a="http://schemas.openxmlformats.org/drawingml/2006/main">
              <a:ext uri="{FF2B5EF4-FFF2-40B4-BE49-F238E27FC236}">
                <a16:creationId xmlns:a16="http://schemas.microsoft.com/office/drawing/2014/main" id="{688614C8-78F7-4236-9B2F-0DB20F01F75A}"/>
              </a:ext>
            </a:extLst>
          </p:cNvPr>
          <p:cNvSpPr>
            <a:spLocks xmlns:a="http://schemas.openxmlformats.org/drawingml/2006/main" noGrp="1"/>
          </p:cNvSpPr>
          <p:nvPr/>
        </p:nvSpPr>
        <p:spPr>
          <a:xfrm xmlns:a="http://schemas.openxmlformats.org/drawingml/2006/main">
            <a:off x="1657350" y="4543425"/>
            <a:ext cx="5810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Arial"/>
                <a:ea typeface="Arial"/>
                <a:cs typeface="Arial"/>
              </a:defRPr>
            </a:defPPr>
            <a:lvl1pPr algn="l">
              <a:defRPr sz="1725" b="1">
                <a:solidFill>
                  <a:srgbClr val="4264D0"/>
                </a:solidFill>
                <a:latin typeface="Arial"/>
                <a:ea typeface="Arial"/>
                <a:cs typeface="Arial"/>
              </a:defRPr>
            </a:lvl1pPr>
            <a:lvl2pPr algn="l">
              <a:defRPr sz="1725" b="1">
                <a:solidFill>
                  <a:srgbClr val="4264D0"/>
                </a:solidFill>
                <a:latin typeface="Arial"/>
                <a:ea typeface="Arial"/>
                <a:cs typeface="Arial"/>
              </a:defRPr>
            </a:lvl2pPr>
            <a:lvl3pPr algn="l">
              <a:defRPr sz="1725" b="1">
                <a:solidFill>
                  <a:srgbClr val="4264D0"/>
                </a:solidFill>
                <a:latin typeface="Arial"/>
                <a:ea typeface="Arial"/>
                <a:cs typeface="Arial"/>
              </a:defRPr>
            </a:lvl3pPr>
            <a:lvl4pPr algn="l">
              <a:defRPr sz="1725" b="1">
                <a:solidFill>
                  <a:srgbClr val="4264D0"/>
                </a:solidFill>
                <a:latin typeface="Arial"/>
                <a:ea typeface="Arial"/>
                <a:cs typeface="Arial"/>
              </a:defRPr>
            </a:lvl4pPr>
            <a:lvl5pPr algn="l">
              <a:defRPr sz="1725" b="1">
                <a:solidFill>
                  <a:srgbClr val="4264D0"/>
                </a:solidFill>
                <a:latin typeface="Arial"/>
                <a:ea typeface="Arial"/>
                <a:cs typeface="Arial"/>
              </a:defRPr>
            </a:lvl5pPr>
            <a:lvl6pPr algn="l">
              <a:defRPr sz="1725" b="1">
                <a:solidFill>
                  <a:srgbClr val="4264D0"/>
                </a:solidFill>
                <a:latin typeface="Arial"/>
                <a:ea typeface="Arial"/>
                <a:cs typeface="Arial"/>
              </a:defRPr>
            </a:lvl6pPr>
            <a:lvl7pPr algn="l">
              <a:defRPr sz="1725" b="1">
                <a:solidFill>
                  <a:srgbClr val="4264D0"/>
                </a:solidFill>
                <a:latin typeface="Arial"/>
                <a:ea typeface="Arial"/>
                <a:cs typeface="Arial"/>
              </a:defRPr>
            </a:lvl7pPr>
            <a:lvl8pPr algn="l">
              <a:defRPr sz="1725" b="1">
                <a:solidFill>
                  <a:srgbClr val="4264D0"/>
                </a:solidFill>
                <a:latin typeface="Arial"/>
                <a:ea typeface="Arial"/>
                <a:cs typeface="Arial"/>
              </a:defRPr>
            </a:lvl8pPr>
            <a:lvl9pPr algn="l">
              <a:defRPr sz="1725" b="1">
                <a:solidFill>
                  <a:srgbClr val="4264D0"/>
                </a:solidFill>
                <a:latin typeface="Arial"/>
                <a:ea typeface="Arial"/>
                <a:cs typeface="Arial"/>
              </a:defRPr>
            </a:lvl9pPr>
          </a:lstStyle>
          <a:p xmlns:a="http://schemas.openxmlformats.org/drawingml/2006/main">
            <a:pPr algn="l">
              <a:defRPr sz="1725" b="1">
                <a:solidFill>
                  <a:srgbClr val="4264D0"/>
                </a:solidFill>
                <a:latin typeface="Arial"/>
                <a:ea typeface="Arial"/>
                <a:cs typeface="Arial"/>
              </a:defRPr>
            </a:pPr>
            <a:r>
              <a:rPr sz="1725" b="1">
                <a:solidFill>
                  <a:srgbClr val="4264D0"/>
                </a:solidFill>
                <a:latin typeface="Arial"/>
                <a:ea typeface="Arial"/>
                <a:cs typeface="Arial"/>
              </a:rPr>
              <a:t>3GPP TS 33.518 · NRF · p. 8</a:t>
            </a:r>
          </a:p>
        </p:txBody>
      </p:sp>
      <p:pic>
        <p:nvPicPr>
          <p:cNvPr id="13" name="f78">
            <a:extLst xmlns:a="http://schemas.openxmlformats.org/drawingml/2006/main">
              <a:ext uri="{FF2B5EF4-FFF2-40B4-BE49-F238E27FC236}">
                <a16:creationId xmlns:a16="http://schemas.microsoft.com/office/drawing/2014/main" id="{68BDACC1-E028-4296-9539-1BABC276D964}"/>
              </a:ext>
            </a:extLst>
          </p:cNvPr>
          <p:cNvPicPr>
            <a:picLocks xmlns:a="http://schemas.openxmlformats.org/drawingml/2006/main" noChangeAspect="1"/>
          </p:cNvPicPr>
          <p:nvPr/>
        </p:nvPicPr>
        <p:blipFill>
          <a:blip xmlns:r="http://schemas.openxmlformats.org/officeDocument/2006/relationships" xmlns:a="http://schemas.openxmlformats.org/drawingml/2006/main" r:embed="rIdV13101"/>
          <a:stretch xmlns:a="http://schemas.openxmlformats.org/drawingml/2006/main"/>
        </p:blipFill>
        <p:spPr>
          <a:xfrm xmlns:a="http://schemas.openxmlformats.org/drawingml/2006/main">
            <a:off x="1859756" y="4914900"/>
            <a:ext cx="5405438" cy="714375"/>
          </a:xfrm>
          <a:prstGeom xmlns:a="http://schemas.openxmlformats.org/drawingml/2006/main" prst="rect">
            <a:avLst/>
          </a:prstGeom>
        </p:spPr>
      </p:pic>
      <p:sp>
        <p:nvSpPr>
          <p:cNvPr id="14" name="f79">
            <a:extLst xmlns:a="http://schemas.openxmlformats.org/drawingml/2006/main">
              <a:ext uri="{FF2B5EF4-FFF2-40B4-BE49-F238E27FC236}">
                <a16:creationId xmlns:a16="http://schemas.microsoft.com/office/drawing/2014/main" id="{419265D7-A007-493A-B979-8E3E20308E59}"/>
              </a:ext>
            </a:extLst>
          </p:cNvPr>
          <p:cNvSpPr>
            <a:spLocks xmlns:a="http://schemas.openxmlformats.org/drawingml/2006/main" noGrp="1"/>
          </p:cNvSpPr>
          <p:nvPr/>
        </p:nvSpPr>
        <p:spPr>
          <a:xfrm xmlns:a="http://schemas.openxmlformats.org/drawingml/2006/main">
            <a:off x="1828800" y="5667375"/>
            <a:ext cx="6191250" cy="1400175"/>
          </a:xfrm>
          <a:prstGeom xmlns:a="http://schemas.openxmlformats.org/drawingml/2006/main" prst="roundRect">
            <a:avLst>
              <a:gd name="adj" fmla="val 10884"/>
            </a:avLst>
          </a:prstGeom>
          <a:solidFill xmlns:a="http://schemas.openxmlformats.org/drawingml/2006/main">
            <a:srgbClr val="FFFFFF"/>
          </a:solidFill>
          <a:ln xmlns:a="http://schemas.openxmlformats.org/drawingml/2006/main" w="17145">
            <a:solidFill>
              <a:srgbClr val="D9E3EF"/>
            </a:solidFill>
            <a:prstDash val="solid"/>
          </a:ln>
        </p:spPr>
      </p:sp>
      <p:sp>
        <p:nvSpPr>
          <p:cNvPr id="15" name="f80">
            <a:extLst xmlns:a="http://schemas.openxmlformats.org/drawingml/2006/main">
              <a:ext uri="{FF2B5EF4-FFF2-40B4-BE49-F238E27FC236}">
                <a16:creationId xmlns:a16="http://schemas.microsoft.com/office/drawing/2014/main" id="{A255757F-8665-4CFF-8B61-896A31F7AA53}"/>
              </a:ext>
            </a:extLst>
          </p:cNvPr>
          <p:cNvSpPr>
            <a:spLocks xmlns:a="http://schemas.openxmlformats.org/drawingml/2006/main" noGrp="1"/>
          </p:cNvSpPr>
          <p:nvPr/>
        </p:nvSpPr>
        <p:spPr>
          <a:xfrm xmlns:a="http://schemas.openxmlformats.org/drawingml/2006/main">
            <a:off x="2038350" y="5829300"/>
            <a:ext cx="5810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Arial"/>
                <a:ea typeface="Arial"/>
                <a:cs typeface="Arial"/>
              </a:defRPr>
            </a:defPPr>
            <a:lvl1pPr algn="l">
              <a:defRPr sz="1725" b="1">
                <a:solidFill>
                  <a:srgbClr val="4264D0"/>
                </a:solidFill>
                <a:latin typeface="Arial"/>
                <a:ea typeface="Arial"/>
                <a:cs typeface="Arial"/>
              </a:defRPr>
            </a:lvl1pPr>
            <a:lvl2pPr algn="l">
              <a:defRPr sz="1725" b="1">
                <a:solidFill>
                  <a:srgbClr val="4264D0"/>
                </a:solidFill>
                <a:latin typeface="Arial"/>
                <a:ea typeface="Arial"/>
                <a:cs typeface="Arial"/>
              </a:defRPr>
            </a:lvl2pPr>
            <a:lvl3pPr algn="l">
              <a:defRPr sz="1725" b="1">
                <a:solidFill>
                  <a:srgbClr val="4264D0"/>
                </a:solidFill>
                <a:latin typeface="Arial"/>
                <a:ea typeface="Arial"/>
                <a:cs typeface="Arial"/>
              </a:defRPr>
            </a:lvl3pPr>
            <a:lvl4pPr algn="l">
              <a:defRPr sz="1725" b="1">
                <a:solidFill>
                  <a:srgbClr val="4264D0"/>
                </a:solidFill>
                <a:latin typeface="Arial"/>
                <a:ea typeface="Arial"/>
                <a:cs typeface="Arial"/>
              </a:defRPr>
            </a:lvl4pPr>
            <a:lvl5pPr algn="l">
              <a:defRPr sz="1725" b="1">
                <a:solidFill>
                  <a:srgbClr val="4264D0"/>
                </a:solidFill>
                <a:latin typeface="Arial"/>
                <a:ea typeface="Arial"/>
                <a:cs typeface="Arial"/>
              </a:defRPr>
            </a:lvl5pPr>
            <a:lvl6pPr algn="l">
              <a:defRPr sz="1725" b="1">
                <a:solidFill>
                  <a:srgbClr val="4264D0"/>
                </a:solidFill>
                <a:latin typeface="Arial"/>
                <a:ea typeface="Arial"/>
                <a:cs typeface="Arial"/>
              </a:defRPr>
            </a:lvl6pPr>
            <a:lvl7pPr algn="l">
              <a:defRPr sz="1725" b="1">
                <a:solidFill>
                  <a:srgbClr val="4264D0"/>
                </a:solidFill>
                <a:latin typeface="Arial"/>
                <a:ea typeface="Arial"/>
                <a:cs typeface="Arial"/>
              </a:defRPr>
            </a:lvl7pPr>
            <a:lvl8pPr algn="l">
              <a:defRPr sz="1725" b="1">
                <a:solidFill>
                  <a:srgbClr val="4264D0"/>
                </a:solidFill>
                <a:latin typeface="Arial"/>
                <a:ea typeface="Arial"/>
                <a:cs typeface="Arial"/>
              </a:defRPr>
            </a:lvl8pPr>
            <a:lvl9pPr algn="l">
              <a:defRPr sz="1725" b="1">
                <a:solidFill>
                  <a:srgbClr val="4264D0"/>
                </a:solidFill>
                <a:latin typeface="Arial"/>
                <a:ea typeface="Arial"/>
                <a:cs typeface="Arial"/>
              </a:defRPr>
            </a:lvl9pPr>
          </a:lstStyle>
          <a:p xmlns:a="http://schemas.openxmlformats.org/drawingml/2006/main">
            <a:pPr algn="l">
              <a:defRPr sz="1725" b="1">
                <a:solidFill>
                  <a:srgbClr val="4264D0"/>
                </a:solidFill>
                <a:latin typeface="Arial"/>
                <a:ea typeface="Arial"/>
                <a:cs typeface="Arial"/>
              </a:defRPr>
            </a:pPr>
            <a:r>
              <a:rPr sz="1725" b="1">
                <a:solidFill>
                  <a:srgbClr val="4264D0"/>
                </a:solidFill>
                <a:latin typeface="Arial"/>
                <a:ea typeface="Arial"/>
                <a:cs typeface="Arial"/>
              </a:rPr>
              <a:t>3GPP TS 33.514 · UDM · p. 8</a:t>
            </a:r>
          </a:p>
        </p:txBody>
      </p:sp>
      <p:pic>
        <p:nvPicPr>
          <p:cNvPr id="16" name="f81">
            <a:extLst xmlns:a="http://schemas.openxmlformats.org/drawingml/2006/main">
              <a:ext uri="{FF2B5EF4-FFF2-40B4-BE49-F238E27FC236}">
                <a16:creationId xmlns:a16="http://schemas.microsoft.com/office/drawing/2014/main" id="{2DB7893C-EBCC-4426-B99C-F3329D71ABA3}"/>
              </a:ext>
            </a:extLst>
          </p:cNvPr>
          <p:cNvPicPr>
            <a:picLocks xmlns:a="http://schemas.openxmlformats.org/drawingml/2006/main" noChangeAspect="1"/>
          </p:cNvPicPr>
          <p:nvPr/>
        </p:nvPicPr>
        <p:blipFill>
          <a:blip xmlns:r="http://schemas.openxmlformats.org/officeDocument/2006/relationships" xmlns:a="http://schemas.openxmlformats.org/drawingml/2006/main" r:embed="rIdV13102"/>
          <a:stretch xmlns:a="http://schemas.openxmlformats.org/drawingml/2006/main"/>
        </p:blipFill>
        <p:spPr>
          <a:xfrm xmlns:a="http://schemas.openxmlformats.org/drawingml/2006/main">
            <a:off x="2038350" y="6221761"/>
            <a:ext cx="5810250" cy="672403"/>
          </a:xfrm>
          <a:prstGeom xmlns:a="http://schemas.openxmlformats.org/drawingml/2006/main" prst="rect">
            <a:avLst/>
          </a:prstGeom>
        </p:spPr>
      </p:pic>
      <p:sp>
        <p:nvSpPr>
          <p:cNvPr id="17" name="f82">
            <a:extLst xmlns:a="http://schemas.openxmlformats.org/drawingml/2006/main">
              <a:ext uri="{FF2B5EF4-FFF2-40B4-BE49-F238E27FC236}">
                <a16:creationId xmlns:a16="http://schemas.microsoft.com/office/drawing/2014/main" id="{0E8BFAAF-A8CB-4139-ADB0-1F23D63FEAAA}"/>
              </a:ext>
            </a:extLst>
          </p:cNvPr>
          <p:cNvSpPr>
            <a:spLocks xmlns:a="http://schemas.openxmlformats.org/drawingml/2006/main" noGrp="1"/>
          </p:cNvSpPr>
          <p:nvPr/>
        </p:nvSpPr>
        <p:spPr>
          <a:xfrm xmlns:a="http://schemas.openxmlformats.org/drawingml/2006/main">
            <a:off x="8096250" y="4600575"/>
            <a:ext cx="381000" cy="1809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83">
            <a:extLst xmlns:a="http://schemas.openxmlformats.org/drawingml/2006/main">
              <a:ext uri="{FF2B5EF4-FFF2-40B4-BE49-F238E27FC236}">
                <a16:creationId xmlns:a16="http://schemas.microsoft.com/office/drawing/2014/main" id="{F02FE5A2-35B8-472E-A968-B4D113EF8DF2}"/>
              </a:ext>
            </a:extLst>
          </p:cNvPr>
          <p:cNvSpPr>
            <a:spLocks xmlns:a="http://schemas.openxmlformats.org/drawingml/2006/main" noGrp="1"/>
          </p:cNvSpPr>
          <p:nvPr/>
        </p:nvSpPr>
        <p:spPr>
          <a:xfrm xmlns:a="http://schemas.openxmlformats.org/drawingml/2006/main">
            <a:off x="8629650" y="2647950"/>
            <a:ext cx="55435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182536"/>
                </a:solidFill>
                <a:latin typeface="Arial"/>
                <a:ea typeface="Arial"/>
                <a:cs typeface="Arial"/>
              </a:defRPr>
            </a:defPPr>
            <a:lvl1pPr algn="l">
              <a:defRPr sz="2400" b="1">
                <a:solidFill>
                  <a:srgbClr val="182536"/>
                </a:solidFill>
                <a:latin typeface="Arial"/>
                <a:ea typeface="Arial"/>
                <a:cs typeface="Arial"/>
              </a:defRPr>
            </a:lvl1pPr>
            <a:lvl2pPr algn="l">
              <a:defRPr sz="2400" b="1">
                <a:solidFill>
                  <a:srgbClr val="182536"/>
                </a:solidFill>
                <a:latin typeface="Arial"/>
                <a:ea typeface="Arial"/>
                <a:cs typeface="Arial"/>
              </a:defRPr>
            </a:lvl2pPr>
            <a:lvl3pPr algn="l">
              <a:defRPr sz="2400" b="1">
                <a:solidFill>
                  <a:srgbClr val="182536"/>
                </a:solidFill>
                <a:latin typeface="Arial"/>
                <a:ea typeface="Arial"/>
                <a:cs typeface="Arial"/>
              </a:defRPr>
            </a:lvl3pPr>
            <a:lvl4pPr algn="l">
              <a:defRPr sz="2400" b="1">
                <a:solidFill>
                  <a:srgbClr val="182536"/>
                </a:solidFill>
                <a:latin typeface="Arial"/>
                <a:ea typeface="Arial"/>
                <a:cs typeface="Arial"/>
              </a:defRPr>
            </a:lvl4pPr>
            <a:lvl5pPr algn="l">
              <a:defRPr sz="2400" b="1">
                <a:solidFill>
                  <a:srgbClr val="182536"/>
                </a:solidFill>
                <a:latin typeface="Arial"/>
                <a:ea typeface="Arial"/>
                <a:cs typeface="Arial"/>
              </a:defRPr>
            </a:lvl5pPr>
            <a:lvl6pPr algn="l">
              <a:defRPr sz="2400" b="1">
                <a:solidFill>
                  <a:srgbClr val="182536"/>
                </a:solidFill>
                <a:latin typeface="Arial"/>
                <a:ea typeface="Arial"/>
                <a:cs typeface="Arial"/>
              </a:defRPr>
            </a:lvl6pPr>
            <a:lvl7pPr algn="l">
              <a:defRPr sz="2400" b="1">
                <a:solidFill>
                  <a:srgbClr val="182536"/>
                </a:solidFill>
                <a:latin typeface="Arial"/>
                <a:ea typeface="Arial"/>
                <a:cs typeface="Arial"/>
              </a:defRPr>
            </a:lvl7pPr>
            <a:lvl8pPr algn="l">
              <a:defRPr sz="2400" b="1">
                <a:solidFill>
                  <a:srgbClr val="182536"/>
                </a:solidFill>
                <a:latin typeface="Arial"/>
                <a:ea typeface="Arial"/>
                <a:cs typeface="Arial"/>
              </a:defRPr>
            </a:lvl8pPr>
            <a:lvl9pPr algn="l">
              <a:defRPr sz="2400" b="1">
                <a:solidFill>
                  <a:srgbClr val="182536"/>
                </a:solidFill>
                <a:latin typeface="Arial"/>
                <a:ea typeface="Arial"/>
                <a:cs typeface="Arial"/>
              </a:defRPr>
            </a:lvl9pPr>
          </a:lstStyle>
          <a:p xmlns:a="http://schemas.openxmlformats.org/drawingml/2006/main">
            <a:pPr algn="l">
              <a:defRPr sz="2400" b="1">
                <a:solidFill>
                  <a:srgbClr val="182536"/>
                </a:solidFill>
                <a:latin typeface="Arial"/>
                <a:ea typeface="Arial"/>
                <a:cs typeface="Arial"/>
              </a:defRPr>
            </a:pPr>
            <a:r>
              <a:rPr sz="2400" b="1">
                <a:solidFill>
                  <a:srgbClr val="182536"/>
                </a:solidFill>
                <a:latin typeface="Arial"/>
                <a:ea typeface="Arial"/>
                <a:cs typeface="Arial"/>
              </a:rPr>
              <a:t>Implementazione del test</a:t>
            </a:r>
          </a:p>
        </p:txBody>
      </p:sp>
      <p:sp>
        <p:nvSpPr>
          <p:cNvPr id="19" name="f84">
            <a:extLst xmlns:a="http://schemas.openxmlformats.org/drawingml/2006/main">
              <a:ext uri="{FF2B5EF4-FFF2-40B4-BE49-F238E27FC236}">
                <a16:creationId xmlns:a16="http://schemas.microsoft.com/office/drawing/2014/main" id="{6434E36C-1B37-4722-BD37-47443D9B9187}"/>
              </a:ext>
            </a:extLst>
          </p:cNvPr>
          <p:cNvSpPr>
            <a:spLocks xmlns:a="http://schemas.openxmlformats.org/drawingml/2006/main" noGrp="1"/>
          </p:cNvSpPr>
          <p:nvPr/>
        </p:nvSpPr>
        <p:spPr>
          <a:xfrm xmlns:a="http://schemas.openxmlformats.org/drawingml/2006/main">
            <a:off x="8629650" y="3619500"/>
            <a:ext cx="5543550" cy="16764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17145">
            <a:solidFill>
              <a:srgbClr val="D9E3EF"/>
            </a:solidFill>
            <a:prstDash val="solid"/>
          </a:ln>
        </p:spPr>
      </p:sp>
      <p:sp>
        <p:nvSpPr>
          <p:cNvPr id="20" name="f85">
            <a:extLst xmlns:a="http://schemas.openxmlformats.org/drawingml/2006/main">
              <a:ext uri="{FF2B5EF4-FFF2-40B4-BE49-F238E27FC236}">
                <a16:creationId xmlns:a16="http://schemas.microsoft.com/office/drawing/2014/main" id="{1B459A6B-CDAB-4C54-A634-D56600B614A6}"/>
              </a:ext>
            </a:extLst>
          </p:cNvPr>
          <p:cNvSpPr>
            <a:spLocks xmlns:a="http://schemas.openxmlformats.org/drawingml/2006/main" noGrp="1"/>
          </p:cNvSpPr>
          <p:nvPr/>
        </p:nvSpPr>
        <p:spPr>
          <a:xfrm xmlns:a="http://schemas.openxmlformats.org/drawingml/2006/main">
            <a:off x="8858250" y="4000500"/>
            <a:ext cx="5143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82536"/>
                </a:solidFill>
                <a:latin typeface="Courier New"/>
                <a:ea typeface="Courier New"/>
                <a:cs typeface="Courier New"/>
              </a:defRPr>
            </a:defPPr>
            <a:lvl1pPr algn="l">
              <a:defRPr sz="1950" b="0">
                <a:solidFill>
                  <a:srgbClr val="182536"/>
                </a:solidFill>
                <a:latin typeface="Courier New"/>
                <a:ea typeface="Courier New"/>
                <a:cs typeface="Courier New"/>
              </a:defRPr>
            </a:lvl1pPr>
            <a:lvl2pPr algn="l">
              <a:defRPr sz="1950" b="0">
                <a:solidFill>
                  <a:srgbClr val="182536"/>
                </a:solidFill>
                <a:latin typeface="Courier New"/>
                <a:ea typeface="Courier New"/>
                <a:cs typeface="Courier New"/>
              </a:defRPr>
            </a:lvl2pPr>
            <a:lvl3pPr algn="l">
              <a:defRPr sz="1950" b="0">
                <a:solidFill>
                  <a:srgbClr val="182536"/>
                </a:solidFill>
                <a:latin typeface="Courier New"/>
                <a:ea typeface="Courier New"/>
                <a:cs typeface="Courier New"/>
              </a:defRPr>
            </a:lvl3pPr>
            <a:lvl4pPr algn="l">
              <a:defRPr sz="1950" b="0">
                <a:solidFill>
                  <a:srgbClr val="182536"/>
                </a:solidFill>
                <a:latin typeface="Courier New"/>
                <a:ea typeface="Courier New"/>
                <a:cs typeface="Courier New"/>
              </a:defRPr>
            </a:lvl4pPr>
            <a:lvl5pPr algn="l">
              <a:defRPr sz="1950" b="0">
                <a:solidFill>
                  <a:srgbClr val="182536"/>
                </a:solidFill>
                <a:latin typeface="Courier New"/>
                <a:ea typeface="Courier New"/>
                <a:cs typeface="Courier New"/>
              </a:defRPr>
            </a:lvl5pPr>
            <a:lvl6pPr algn="l">
              <a:defRPr sz="1950" b="0">
                <a:solidFill>
                  <a:srgbClr val="182536"/>
                </a:solidFill>
                <a:latin typeface="Courier New"/>
                <a:ea typeface="Courier New"/>
                <a:cs typeface="Courier New"/>
              </a:defRPr>
            </a:lvl6pPr>
            <a:lvl7pPr algn="l">
              <a:defRPr sz="1950" b="0">
                <a:solidFill>
                  <a:srgbClr val="182536"/>
                </a:solidFill>
                <a:latin typeface="Courier New"/>
                <a:ea typeface="Courier New"/>
                <a:cs typeface="Courier New"/>
              </a:defRPr>
            </a:lvl7pPr>
            <a:lvl8pPr algn="l">
              <a:defRPr sz="1950" b="0">
                <a:solidFill>
                  <a:srgbClr val="182536"/>
                </a:solidFill>
                <a:latin typeface="Courier New"/>
                <a:ea typeface="Courier New"/>
                <a:cs typeface="Courier New"/>
              </a:defRPr>
            </a:lvl8pPr>
            <a:lvl9pPr algn="l">
              <a:defRPr sz="1950" b="0">
                <a:solidFill>
                  <a:srgbClr val="182536"/>
                </a:solidFill>
                <a:latin typeface="Courier New"/>
                <a:ea typeface="Courier New"/>
                <a:cs typeface="Courier New"/>
              </a:defRPr>
            </a:lvl9pPr>
          </a:lstStyle>
          <a:p xmlns:a="http://schemas.openxmlformats.org/drawingml/2006/main">
            <a:pPr algn="l">
              <a:defRPr sz="1950" b="0">
                <a:solidFill>
                  <a:srgbClr val="182536"/>
                </a:solidFill>
                <a:latin typeface="Courier New"/>
                <a:ea typeface="Courier New"/>
                <a:cs typeface="Courier New"/>
              </a:defRPr>
            </a:pPr>
            <a:r>
              <a:rPr sz="1950" b="0">
                <a:solidFill>
                  <a:srgbClr val="182536"/>
                </a:solidFill>
                <a:latin typeface="Courier New"/>
                <a:ea typeface="Courier New"/>
                <a:cs typeface="Courier New"/>
              </a:rPr>
              <a:t>request = cerca_richiesta()</a:t>
            </a:r>
          </a:p>
          <a:p xmlns:a="http://schemas.openxmlformats.org/drawingml/2006/main">
            <a:pPr algn="l">
              <a:defRPr sz="1950" b="0">
                <a:solidFill>
                  <a:srgbClr val="182536"/>
                </a:solidFill>
                <a:latin typeface="Courier New"/>
                <a:ea typeface="Courier New"/>
                <a:cs typeface="Courier New"/>
              </a:defRPr>
            </a:pPr>
            <a:r>
              <a:rPr sz="1950" b="0">
                <a:solidFill>
                  <a:srgbClr val="182536"/>
                </a:solidFill>
                <a:latin typeface="Courier New"/>
                <a:ea typeface="Courier New"/>
                <a:cs typeface="Courier New"/>
              </a:rPr>
              <a:t>response = cerca_risposta(request)</a:t>
            </a:r>
          </a:p>
          <a:p xmlns:a="http://schemas.openxmlformats.org/drawingml/2006/main">
            <a:pPr algn="l">
              <a:defRPr sz="1950" b="0">
                <a:solidFill>
                  <a:srgbClr val="182536"/>
                </a:solidFill>
                <a:latin typeface="Courier New"/>
                <a:ea typeface="Courier New"/>
                <a:cs typeface="Courier New"/>
              </a:defRPr>
            </a:pPr>
            <a:r>
              <a:rPr sz="1950" b="0">
                <a:solidFill>
                  <a:srgbClr val="182536"/>
                </a:solidFill>
                <a:latin typeface="Courier New"/>
                <a:ea typeface="Courier New"/>
                <a:cs typeface="Courier New"/>
              </a:rPr>
              <a:t>assert response.status == 403</a:t>
            </a:r>
          </a:p>
        </p:txBody>
      </p:sp>
      <p:sp>
        <p:nvSpPr>
          <p:cNvPr id="21" name="f86">
            <a:extLst xmlns:a="http://schemas.openxmlformats.org/drawingml/2006/main">
              <a:ext uri="{FF2B5EF4-FFF2-40B4-BE49-F238E27FC236}">
                <a16:creationId xmlns:a16="http://schemas.microsoft.com/office/drawing/2014/main" id="{64BE0E6B-D3E2-4ED5-9A5E-DFB2FEF7645B}"/>
              </a:ext>
            </a:extLst>
          </p:cNvPr>
          <p:cNvSpPr>
            <a:spLocks xmlns:a="http://schemas.openxmlformats.org/drawingml/2006/main" noGrp="1"/>
          </p:cNvSpPr>
          <p:nvPr/>
        </p:nvSpPr>
        <p:spPr>
          <a:xfrm xmlns:a="http://schemas.openxmlformats.org/drawingml/2006/main">
            <a:off x="8629650" y="5619750"/>
            <a:ext cx="5543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0">
                <a:solidFill>
                  <a:srgbClr val="52627B"/>
                </a:solidFill>
                <a:latin typeface="Arial"/>
                <a:ea typeface="Arial"/>
                <a:cs typeface="Arial"/>
              </a:defRPr>
            </a:defPPr>
            <a:lvl1pPr algn="ctr">
              <a:defRPr sz="1800" b="0">
                <a:solidFill>
                  <a:srgbClr val="52627B"/>
                </a:solidFill>
                <a:latin typeface="Arial"/>
                <a:ea typeface="Arial"/>
                <a:cs typeface="Arial"/>
              </a:defRPr>
            </a:lvl1pPr>
            <a:lvl2pPr algn="ctr">
              <a:defRPr sz="1800" b="0">
                <a:solidFill>
                  <a:srgbClr val="52627B"/>
                </a:solidFill>
                <a:latin typeface="Arial"/>
                <a:ea typeface="Arial"/>
                <a:cs typeface="Arial"/>
              </a:defRPr>
            </a:lvl2pPr>
            <a:lvl3pPr algn="ctr">
              <a:defRPr sz="1800" b="0">
                <a:solidFill>
                  <a:srgbClr val="52627B"/>
                </a:solidFill>
                <a:latin typeface="Arial"/>
                <a:ea typeface="Arial"/>
                <a:cs typeface="Arial"/>
              </a:defRPr>
            </a:lvl3pPr>
            <a:lvl4pPr algn="ctr">
              <a:defRPr sz="1800" b="0">
                <a:solidFill>
                  <a:srgbClr val="52627B"/>
                </a:solidFill>
                <a:latin typeface="Arial"/>
                <a:ea typeface="Arial"/>
                <a:cs typeface="Arial"/>
              </a:defRPr>
            </a:lvl4pPr>
            <a:lvl5pPr algn="ctr">
              <a:defRPr sz="1800" b="0">
                <a:solidFill>
                  <a:srgbClr val="52627B"/>
                </a:solidFill>
                <a:latin typeface="Arial"/>
                <a:ea typeface="Arial"/>
                <a:cs typeface="Arial"/>
              </a:defRPr>
            </a:lvl5pPr>
            <a:lvl6pPr algn="ctr">
              <a:defRPr sz="1800" b="0">
                <a:solidFill>
                  <a:srgbClr val="52627B"/>
                </a:solidFill>
                <a:latin typeface="Arial"/>
                <a:ea typeface="Arial"/>
                <a:cs typeface="Arial"/>
              </a:defRPr>
            </a:lvl6pPr>
            <a:lvl7pPr algn="ctr">
              <a:defRPr sz="1800" b="0">
                <a:solidFill>
                  <a:srgbClr val="52627B"/>
                </a:solidFill>
                <a:latin typeface="Arial"/>
                <a:ea typeface="Arial"/>
                <a:cs typeface="Arial"/>
              </a:defRPr>
            </a:lvl7pPr>
            <a:lvl8pPr algn="ctr">
              <a:defRPr sz="1800" b="0">
                <a:solidFill>
                  <a:srgbClr val="52627B"/>
                </a:solidFill>
                <a:latin typeface="Arial"/>
                <a:ea typeface="Arial"/>
                <a:cs typeface="Arial"/>
              </a:defRPr>
            </a:lvl8pPr>
            <a:lvl9pPr algn="ctr">
              <a:defRPr sz="1800" b="0">
                <a:solidFill>
                  <a:srgbClr val="52627B"/>
                </a:solidFill>
                <a:latin typeface="Arial"/>
                <a:ea typeface="Arial"/>
                <a:cs typeface="Arial"/>
              </a:defRPr>
            </a:lvl9pPr>
          </a:lstStyle>
          <a:p xmlns:a="http://schemas.openxmlformats.org/drawingml/2006/main">
            <a:pPr algn="ctr">
              <a:defRPr sz="1800" b="0">
                <a:solidFill>
                  <a:srgbClr val="52627B"/>
                </a:solidFill>
                <a:latin typeface="Arial"/>
                <a:ea typeface="Arial"/>
                <a:cs typeface="Arial"/>
              </a:defRPr>
            </a:pPr>
            <a:r>
              <a:rPr sz="1800" b="0">
                <a:solidFill>
                  <a:srgbClr val="52627B"/>
                </a:solidFill>
                <a:latin typeface="Arial"/>
                <a:ea typeface="Arial"/>
                <a:cs typeface="Arial"/>
              </a:rPr>
              <a:t>Pseudocodice illustrativo</a:t>
            </a:r>
          </a:p>
        </p:txBody>
      </p:sp>
      <p:sp>
        <p:nvSpPr>
          <p:cNvPr id="54" name="state-mask-1"/>
          <p:cNvSpPr/>
          <p:nvPr/>
        </p:nvSpPr>
        <p:spPr>
          <ns1:xfrm xmlns:ns1="http://schemas.openxmlformats.org/drawingml/2006/main">
            <ns1:off x="952500" y="1952625"/>
            <ns1:ext cx="13335000" cy="5810250"/>
          </ns1:xfrm>
          <ns2:prstGeom xmlns:ns2="http://schemas.openxmlformats.org/drawingml/2006/main" prst="rect">
            <ns2:avLst/>
          </ns2:prstGeom>
          <ns3:solidFill xmlns:ns3="http://schemas.openxmlformats.org/drawingml/2006/main">
            <ns3:srgbClr val="F3F6F9"/>
          </ns3:solidFill>
          <ns4:ln xmlns:ns4="http://schemas.openxmlformats.org/drawingml/2006/main" w="0">
            <ns4:noFill/>
          </ns4:ln>
        </p:spPr>
      </p:sp>
      <p:sp>
        <p:nvSpPr>
          <p:cNvPr id="5" name="f70">
            <a:extLst xmlns:a="http://schemas.openxmlformats.org/drawingml/2006/main">
              <a:ext uri="{FF2B5EF4-FFF2-40B4-BE49-F238E27FC236}">
                <a16:creationId xmlns:a16="http://schemas.microsoft.com/office/drawing/2014/main" id="{7B5E7FC7-10FC-4818-998D-5C94F6333871}"/>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Analizzando i test emergono due operazioni ricorrenti: selezione e verifica.</a:t>
            </a:r>
          </a:p>
        </p:txBody>
      </p:sp>
      <p:sp>
        <p:nvSpPr>
          <p:cNvPr id="22" name="f87">
            <a:extLst xmlns:a="http://schemas.openxmlformats.org/drawingml/2006/main">
              <a:ext uri="{FF2B5EF4-FFF2-40B4-BE49-F238E27FC236}">
                <a16:creationId xmlns:a16="http://schemas.microsoft.com/office/drawing/2014/main" id="{FC6EF413-4428-450B-BA62-58C27CEA10C8}"/>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Arial"/>
                <a:ea typeface="Arial"/>
                <a:cs typeface="Arial"/>
              </a:defRPr>
            </a:defPPr>
            <a:lvl1pPr algn="l">
              <a:defRPr sz="2700" b="1">
                <a:solidFill>
                  <a:srgbClr val="182536"/>
                </a:solidFill>
                <a:latin typeface="Arial"/>
                <a:ea typeface="Arial"/>
                <a:cs typeface="Arial"/>
              </a:defRPr>
            </a:lvl1pPr>
            <a:lvl2pPr algn="l">
              <a:defRPr sz="2700" b="1">
                <a:solidFill>
                  <a:srgbClr val="182536"/>
                </a:solidFill>
                <a:latin typeface="Arial"/>
                <a:ea typeface="Arial"/>
                <a:cs typeface="Arial"/>
              </a:defRPr>
            </a:lvl2pPr>
            <a:lvl3pPr algn="l">
              <a:defRPr sz="2700" b="1">
                <a:solidFill>
                  <a:srgbClr val="182536"/>
                </a:solidFill>
                <a:latin typeface="Arial"/>
                <a:ea typeface="Arial"/>
                <a:cs typeface="Arial"/>
              </a:defRPr>
            </a:lvl3pPr>
            <a:lvl4pPr algn="l">
              <a:defRPr sz="2700" b="1">
                <a:solidFill>
                  <a:srgbClr val="182536"/>
                </a:solidFill>
                <a:latin typeface="Arial"/>
                <a:ea typeface="Arial"/>
                <a:cs typeface="Arial"/>
              </a:defRPr>
            </a:lvl4pPr>
            <a:lvl5pPr algn="l">
              <a:defRPr sz="2700" b="1">
                <a:solidFill>
                  <a:srgbClr val="182536"/>
                </a:solidFill>
                <a:latin typeface="Arial"/>
                <a:ea typeface="Arial"/>
                <a:cs typeface="Arial"/>
              </a:defRPr>
            </a:lvl5pPr>
            <a:lvl6pPr algn="l">
              <a:defRPr sz="2700" b="1">
                <a:solidFill>
                  <a:srgbClr val="182536"/>
                </a:solidFill>
                <a:latin typeface="Arial"/>
                <a:ea typeface="Arial"/>
                <a:cs typeface="Arial"/>
              </a:defRPr>
            </a:lvl6pPr>
            <a:lvl7pPr algn="l">
              <a:defRPr sz="2700" b="1">
                <a:solidFill>
                  <a:srgbClr val="182536"/>
                </a:solidFill>
                <a:latin typeface="Arial"/>
                <a:ea typeface="Arial"/>
                <a:cs typeface="Arial"/>
              </a:defRPr>
            </a:lvl7pPr>
            <a:lvl8pPr algn="l">
              <a:defRPr sz="2700" b="1">
                <a:solidFill>
                  <a:srgbClr val="182536"/>
                </a:solidFill>
                <a:latin typeface="Arial"/>
                <a:ea typeface="Arial"/>
                <a:cs typeface="Arial"/>
              </a:defRPr>
            </a:lvl8pPr>
            <a:lvl9pPr algn="l">
              <a:defRPr sz="2700" b="1">
                <a:solidFill>
                  <a:srgbClr val="182536"/>
                </a:solidFill>
                <a:latin typeface="Arial"/>
                <a:ea typeface="Arial"/>
                <a:cs typeface="Arial"/>
              </a:defRPr>
            </a:lvl9pPr>
          </a:lstStyle>
          <a:p xmlns:a="http://schemas.openxmlformats.org/drawingml/2006/main">
            <a:pPr algn="l">
              <a:defRPr sz="2700" b="1">
                <a:solidFill>
                  <a:srgbClr val="182536"/>
                </a:solidFill>
                <a:latin typeface="Arial"/>
                <a:ea typeface="Arial"/>
                <a:cs typeface="Arial"/>
              </a:defRPr>
            </a:pPr>
            <a:r>
              <a:rPr sz="2700" b="1">
                <a:solidFill>
                  <a:srgbClr val="182536"/>
                </a:solidFill>
                <a:latin typeface="Arial"/>
                <a:ea typeface="Arial"/>
                <a:cs typeface="Arial"/>
              </a:rPr>
              <a:t>NRF Discovery Authorization</a:t>
            </a:r>
          </a:p>
        </p:txBody>
      </p:sp>
      <p:sp>
        <p:nvSpPr>
          <p:cNvPr id="23" name="f88">
            <a:extLst xmlns:a="http://schemas.openxmlformats.org/drawingml/2006/main">
              <a:ext uri="{FF2B5EF4-FFF2-40B4-BE49-F238E27FC236}">
                <a16:creationId xmlns:a16="http://schemas.microsoft.com/office/drawing/2014/main" id="{E9E582CC-9DAB-4740-AE77-9180C77362BC}"/>
              </a:ext>
            </a:extLst>
          </p:cNvPr>
          <p:cNvSpPr>
            <a:spLocks xmlns:a="http://schemas.openxmlformats.org/drawingml/2006/main" noGrp="1"/>
          </p:cNvSpPr>
          <p:nvPr/>
        </p:nvSpPr>
        <p:spPr>
          <a:xfrm xmlns:a="http://schemas.openxmlformats.org/drawingml/2006/main">
            <a:off x="1066800" y="3381375"/>
            <a:ext cx="7239000" cy="358140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17145">
            <a:solidFill>
              <a:srgbClr val="D9E3EF"/>
            </a:solidFill>
            <a:prstDash val="solid"/>
          </a:ln>
        </p:spPr>
      </p:sp>
      <p:sp>
        <p:nvSpPr>
          <p:cNvPr id="24" name="f89">
            <a:extLst xmlns:a="http://schemas.openxmlformats.org/drawingml/2006/main">
              <a:ext uri="{FF2B5EF4-FFF2-40B4-BE49-F238E27FC236}">
                <a16:creationId xmlns:a16="http://schemas.microsoft.com/office/drawing/2014/main" id="{0D8EE77A-496E-422D-9EF3-01BDEE4C3960}"/>
              </a:ext>
            </a:extLst>
          </p:cNvPr>
          <p:cNvSpPr>
            <a:spLocks xmlns:a="http://schemas.openxmlformats.org/drawingml/2006/main" noGrp="1"/>
          </p:cNvSpPr>
          <p:nvPr/>
        </p:nvSpPr>
        <p:spPr>
          <a:xfrm xmlns:a="http://schemas.openxmlformats.org/drawingml/2006/main">
            <a:off x="1295400" y="3581400"/>
            <a:ext cx="67818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52627B"/>
                </a:solidFill>
                <a:latin typeface="Courier New"/>
                <a:ea typeface="Courier New"/>
                <a:cs typeface="Courier New"/>
              </a:defRPr>
            </a:defPPr>
            <a:lvl1pPr algn="l">
              <a:defRPr sz="1800" b="0">
                <a:solidFill>
                  <a:srgbClr val="52627B"/>
                </a:solidFill>
                <a:latin typeface="Courier New"/>
                <a:ea typeface="Courier New"/>
                <a:cs typeface="Courier New"/>
              </a:defRPr>
            </a:lvl1pPr>
            <a:lvl2pPr algn="l">
              <a:defRPr sz="1800" b="0">
                <a:solidFill>
                  <a:srgbClr val="52627B"/>
                </a:solidFill>
                <a:latin typeface="Courier New"/>
                <a:ea typeface="Courier New"/>
                <a:cs typeface="Courier New"/>
              </a:defRPr>
            </a:lvl2pPr>
            <a:lvl3pPr algn="l">
              <a:defRPr sz="1800" b="0">
                <a:solidFill>
                  <a:srgbClr val="52627B"/>
                </a:solidFill>
                <a:latin typeface="Courier New"/>
                <a:ea typeface="Courier New"/>
                <a:cs typeface="Courier New"/>
              </a:defRPr>
            </a:lvl3pPr>
            <a:lvl4pPr algn="l">
              <a:defRPr sz="1800" b="0">
                <a:solidFill>
                  <a:srgbClr val="52627B"/>
                </a:solidFill>
                <a:latin typeface="Courier New"/>
                <a:ea typeface="Courier New"/>
                <a:cs typeface="Courier New"/>
              </a:defRPr>
            </a:lvl4pPr>
            <a:lvl5pPr algn="l">
              <a:defRPr sz="1800" b="0">
                <a:solidFill>
                  <a:srgbClr val="52627B"/>
                </a:solidFill>
                <a:latin typeface="Courier New"/>
                <a:ea typeface="Courier New"/>
                <a:cs typeface="Courier New"/>
              </a:defRPr>
            </a:lvl5pPr>
            <a:lvl6pPr algn="l">
              <a:defRPr sz="1800" b="0">
                <a:solidFill>
                  <a:srgbClr val="52627B"/>
                </a:solidFill>
                <a:latin typeface="Courier New"/>
                <a:ea typeface="Courier New"/>
                <a:cs typeface="Courier New"/>
              </a:defRPr>
            </a:lvl6pPr>
            <a:lvl7pPr algn="l">
              <a:defRPr sz="1800" b="0">
                <a:solidFill>
                  <a:srgbClr val="52627B"/>
                </a:solidFill>
                <a:latin typeface="Courier New"/>
                <a:ea typeface="Courier New"/>
                <a:cs typeface="Courier New"/>
              </a:defRPr>
            </a:lvl7pPr>
            <a:lvl8pPr algn="l">
              <a:defRPr sz="1800" b="0">
                <a:solidFill>
                  <a:srgbClr val="52627B"/>
                </a:solidFill>
                <a:latin typeface="Courier New"/>
                <a:ea typeface="Courier New"/>
                <a:cs typeface="Courier New"/>
              </a:defRPr>
            </a:lvl8pPr>
            <a:lvl9pPr algn="l">
              <a:defRPr sz="1800" b="0">
                <a:solidFill>
                  <a:srgbClr val="52627B"/>
                </a:solidFill>
                <a:latin typeface="Courier New"/>
                <a:ea typeface="Courier New"/>
                <a:cs typeface="Courier New"/>
              </a:defRPr>
            </a:lvl9pPr>
          </a:lstStyle>
          <a:p xmlns:a="http://schemas.openxmlformats.org/drawingml/2006/main">
            <a:pPr algn="l">
              <a:defRPr sz="1800" b="0">
                <a:solidFill>
                  <a:srgbClr val="52627B"/>
                </a:solidFill>
                <a:latin typeface="Courier New"/>
                <a:ea typeface="Courier New"/>
                <a:cs typeface="Courier New"/>
              </a:defRPr>
            </a:pPr>
            <a:r>
              <a:rPr sz="1800" b="0">
                <a:solidFill>
                  <a:srgbClr val="52627B"/>
                </a:solidFill>
                <a:latin typeface="Courier New"/>
                <a:ea typeface="Courier New"/>
                <a:cs typeface="Courier New"/>
              </a:rPr>
              <a:t>TC_DISC_AUTHORIZATION_SLICE_NRF</a:t>
            </a:r>
          </a:p>
        </p:txBody>
      </p:sp>
      <p:sp>
        <p:nvSpPr>
          <p:cNvPr id="25" name="f90">
            <a:extLst xmlns:a="http://schemas.openxmlformats.org/drawingml/2006/main">
              <a:ext uri="{FF2B5EF4-FFF2-40B4-BE49-F238E27FC236}">
                <a16:creationId xmlns:a16="http://schemas.microsoft.com/office/drawing/2014/main" id="{8A3FB5DF-C4A8-468A-971D-C38DF5A6A6A2}"/>
              </a:ext>
            </a:extLst>
          </p:cNvPr>
          <p:cNvSpPr>
            <a:spLocks xmlns:a="http://schemas.openxmlformats.org/drawingml/2006/main" noGrp="1"/>
          </p:cNvSpPr>
          <p:nvPr/>
        </p:nvSpPr>
        <p:spPr>
          <a:xfrm xmlns:a="http://schemas.openxmlformats.org/drawingml/2006/main">
            <a:off x="1219200" y="4067175"/>
            <a:ext cx="6934200" cy="790575"/>
          </a:xfrm>
          <a:prstGeom xmlns:a="http://schemas.openxmlformats.org/drawingml/2006/main" prst="roundRect">
            <a:avLst>
              <a:gd name="adj" fmla="val 10843"/>
            </a:avLst>
          </a:prstGeom>
          <a:solidFill xmlns:a="http://schemas.openxmlformats.org/drawingml/2006/main">
            <a:srgbClr val="F3F6F9"/>
          </a:solidFill>
          <a:ln xmlns:a="http://schemas.openxmlformats.org/drawingml/2006/main" w="17145">
            <a:solidFill>
              <a:srgbClr val="D9E3EF"/>
            </a:solidFill>
            <a:prstDash val="solid"/>
          </a:ln>
        </p:spPr>
      </p:sp>
      <p:sp>
        <p:nvSpPr>
          <p:cNvPr id="26" name="f91">
            <a:extLst xmlns:a="http://schemas.openxmlformats.org/drawingml/2006/main">
              <a:ext uri="{FF2B5EF4-FFF2-40B4-BE49-F238E27FC236}">
                <a16:creationId xmlns:a16="http://schemas.microsoft.com/office/drawing/2014/main" id="{314577F4-F061-4F66-844D-BCDDBE536735}"/>
              </a:ext>
            </a:extLst>
          </p:cNvPr>
          <p:cNvSpPr>
            <a:spLocks xmlns:a="http://schemas.openxmlformats.org/drawingml/2006/main" noGrp="1"/>
          </p:cNvSpPr>
          <p:nvPr/>
        </p:nvSpPr>
        <p:spPr>
          <a:xfrm xmlns:a="http://schemas.openxmlformats.org/drawingml/2006/main">
            <a:off x="1371600" y="4162425"/>
            <a:ext cx="6629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1">
                <a:solidFill>
                  <a:srgbClr val="182536"/>
                </a:solidFill>
                <a:latin typeface="Arial"/>
                <a:ea typeface="Arial"/>
                <a:cs typeface="Arial"/>
              </a:defRPr>
            </a:defPPr>
            <a:lvl1pPr algn="l">
              <a:defRPr sz="1875" b="1">
                <a:solidFill>
                  <a:srgbClr val="182536"/>
                </a:solidFill>
                <a:latin typeface="Arial"/>
                <a:ea typeface="Arial"/>
                <a:cs typeface="Arial"/>
              </a:defRPr>
            </a:lvl1pPr>
            <a:lvl2pPr algn="l">
              <a:defRPr sz="1875" b="1">
                <a:solidFill>
                  <a:srgbClr val="182536"/>
                </a:solidFill>
                <a:latin typeface="Arial"/>
                <a:ea typeface="Arial"/>
                <a:cs typeface="Arial"/>
              </a:defRPr>
            </a:lvl2pPr>
            <a:lvl3pPr algn="l">
              <a:defRPr sz="1875" b="1">
                <a:solidFill>
                  <a:srgbClr val="182536"/>
                </a:solidFill>
                <a:latin typeface="Arial"/>
                <a:ea typeface="Arial"/>
                <a:cs typeface="Arial"/>
              </a:defRPr>
            </a:lvl3pPr>
            <a:lvl4pPr algn="l">
              <a:defRPr sz="1875" b="1">
                <a:solidFill>
                  <a:srgbClr val="182536"/>
                </a:solidFill>
                <a:latin typeface="Arial"/>
                <a:ea typeface="Arial"/>
                <a:cs typeface="Arial"/>
              </a:defRPr>
            </a:lvl4pPr>
            <a:lvl5pPr algn="l">
              <a:defRPr sz="1875" b="1">
                <a:solidFill>
                  <a:srgbClr val="182536"/>
                </a:solidFill>
                <a:latin typeface="Arial"/>
                <a:ea typeface="Arial"/>
                <a:cs typeface="Arial"/>
              </a:defRPr>
            </a:lvl5pPr>
            <a:lvl6pPr algn="l">
              <a:defRPr sz="1875" b="1">
                <a:solidFill>
                  <a:srgbClr val="182536"/>
                </a:solidFill>
                <a:latin typeface="Arial"/>
                <a:ea typeface="Arial"/>
                <a:cs typeface="Arial"/>
              </a:defRPr>
            </a:lvl6pPr>
            <a:lvl7pPr algn="l">
              <a:defRPr sz="1875" b="1">
                <a:solidFill>
                  <a:srgbClr val="182536"/>
                </a:solidFill>
                <a:latin typeface="Arial"/>
                <a:ea typeface="Arial"/>
                <a:cs typeface="Arial"/>
              </a:defRPr>
            </a:lvl7pPr>
            <a:lvl8pPr algn="l">
              <a:defRPr sz="1875" b="1">
                <a:solidFill>
                  <a:srgbClr val="182536"/>
                </a:solidFill>
                <a:latin typeface="Arial"/>
                <a:ea typeface="Arial"/>
                <a:cs typeface="Arial"/>
              </a:defRPr>
            </a:lvl8pPr>
            <a:lvl9pPr algn="l">
              <a:defRPr sz="1875" b="1">
                <a:solidFill>
                  <a:srgbClr val="182536"/>
                </a:solidFill>
                <a:latin typeface="Arial"/>
                <a:ea typeface="Arial"/>
                <a:cs typeface="Arial"/>
              </a:defRPr>
            </a:lvl9pPr>
          </a:lstStyle>
          <a:p xmlns:a="http://schemas.openxmlformats.org/drawingml/2006/main">
            <a:pPr algn="l">
              <a:defRPr sz="1875" b="1">
                <a:solidFill>
                  <a:srgbClr val="182536"/>
                </a:solidFill>
                <a:latin typeface="Arial"/>
                <a:ea typeface="Arial"/>
                <a:cs typeface="Arial"/>
              </a:defRPr>
            </a:pPr>
            <a:r>
              <a:rPr sz="1875" b="1">
                <a:solidFill>
                  <a:srgbClr val="182536"/>
                </a:solidFill>
                <a:latin typeface="Arial"/>
                <a:ea typeface="Arial"/>
                <a:cs typeface="Arial"/>
              </a:rPr>
              <a:t>Purpose:</a:t>
            </a:r>
          </a:p>
        </p:txBody>
      </p:sp>
      <p:sp>
        <p:nvSpPr>
          <p:cNvPr id="27" name="f92">
            <a:extLst xmlns:a="http://schemas.openxmlformats.org/drawingml/2006/main">
              <a:ext uri="{FF2B5EF4-FFF2-40B4-BE49-F238E27FC236}">
                <a16:creationId xmlns:a16="http://schemas.microsoft.com/office/drawing/2014/main" id="{554F5F5B-52BC-47CD-A159-AB0FDBEFDBC0}"/>
              </a:ext>
            </a:extLst>
          </p:cNvPr>
          <p:cNvSpPr>
            <a:spLocks xmlns:a="http://schemas.openxmlformats.org/drawingml/2006/main" noGrp="1"/>
          </p:cNvSpPr>
          <p:nvPr/>
        </p:nvSpPr>
        <p:spPr>
          <a:xfrm xmlns:a="http://schemas.openxmlformats.org/drawingml/2006/main">
            <a:off x="1371600" y="4524375"/>
            <a:ext cx="66294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Reject discovery from an unauthorized network slice.</a:t>
            </a:r>
          </a:p>
        </p:txBody>
      </p:sp>
      <p:sp>
        <p:nvSpPr>
          <p:cNvPr id="28" name="f93">
            <a:extLst xmlns:a="http://schemas.openxmlformats.org/drawingml/2006/main">
              <a:ext uri="{FF2B5EF4-FFF2-40B4-BE49-F238E27FC236}">
                <a16:creationId xmlns:a16="http://schemas.microsoft.com/office/drawing/2014/main" id="{E87759A3-AA18-4EC8-B484-471627F09441}"/>
              </a:ext>
            </a:extLst>
          </p:cNvPr>
          <p:cNvSpPr>
            <a:spLocks xmlns:a="http://schemas.openxmlformats.org/drawingml/2006/main" noGrp="1"/>
          </p:cNvSpPr>
          <p:nvPr/>
        </p:nvSpPr>
        <p:spPr>
          <a:xfrm xmlns:a="http://schemas.openxmlformats.org/drawingml/2006/main">
            <a:off x="1219200" y="5057775"/>
            <a:ext cx="6934200" cy="790575"/>
          </a:xfrm>
          <a:prstGeom xmlns:a="http://schemas.openxmlformats.org/drawingml/2006/main" prst="roundRect">
            <a:avLst>
              <a:gd name="adj" fmla="val 10843"/>
            </a:avLst>
          </a:prstGeom>
          <a:solidFill xmlns:a="http://schemas.openxmlformats.org/drawingml/2006/main">
            <a:srgbClr val="F0F4FF"/>
          </a:solidFill>
          <a:ln xmlns:a="http://schemas.openxmlformats.org/drawingml/2006/main" w="17145">
            <a:solidFill>
              <a:srgbClr val="C7D5FA"/>
            </a:solidFill>
            <a:prstDash val="solid"/>
          </a:ln>
        </p:spPr>
      </p:sp>
      <p:sp>
        <p:nvSpPr>
          <p:cNvPr id="29" name="f94">
            <a:extLst xmlns:a="http://schemas.openxmlformats.org/drawingml/2006/main">
              <a:ext uri="{FF2B5EF4-FFF2-40B4-BE49-F238E27FC236}">
                <a16:creationId xmlns:a16="http://schemas.microsoft.com/office/drawing/2014/main" id="{C251F956-0BCA-4402-9A99-53F1B3DDBBFB}"/>
              </a:ext>
            </a:extLst>
          </p:cNvPr>
          <p:cNvSpPr>
            <a:spLocks xmlns:a="http://schemas.openxmlformats.org/drawingml/2006/main" noGrp="1"/>
          </p:cNvSpPr>
          <p:nvPr/>
        </p:nvSpPr>
        <p:spPr>
          <a:xfrm xmlns:a="http://schemas.openxmlformats.org/drawingml/2006/main">
            <a:off x="1371600" y="5153025"/>
            <a:ext cx="6629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1">
                <a:solidFill>
                  <a:srgbClr val="4264D0"/>
                </a:solidFill>
                <a:latin typeface="Arial"/>
                <a:ea typeface="Arial"/>
                <a:cs typeface="Arial"/>
              </a:defRPr>
            </a:defPPr>
            <a:lvl1pPr algn="l">
              <a:defRPr sz="1875" b="1">
                <a:solidFill>
                  <a:srgbClr val="4264D0"/>
                </a:solidFill>
                <a:latin typeface="Arial"/>
                <a:ea typeface="Arial"/>
                <a:cs typeface="Arial"/>
              </a:defRPr>
            </a:lvl1pPr>
            <a:lvl2pPr algn="l">
              <a:defRPr sz="1875" b="1">
                <a:solidFill>
                  <a:srgbClr val="4264D0"/>
                </a:solidFill>
                <a:latin typeface="Arial"/>
                <a:ea typeface="Arial"/>
                <a:cs typeface="Arial"/>
              </a:defRPr>
            </a:lvl2pPr>
            <a:lvl3pPr algn="l">
              <a:defRPr sz="1875" b="1">
                <a:solidFill>
                  <a:srgbClr val="4264D0"/>
                </a:solidFill>
                <a:latin typeface="Arial"/>
                <a:ea typeface="Arial"/>
                <a:cs typeface="Arial"/>
              </a:defRPr>
            </a:lvl3pPr>
            <a:lvl4pPr algn="l">
              <a:defRPr sz="1875" b="1">
                <a:solidFill>
                  <a:srgbClr val="4264D0"/>
                </a:solidFill>
                <a:latin typeface="Arial"/>
                <a:ea typeface="Arial"/>
                <a:cs typeface="Arial"/>
              </a:defRPr>
            </a:lvl4pPr>
            <a:lvl5pPr algn="l">
              <a:defRPr sz="1875" b="1">
                <a:solidFill>
                  <a:srgbClr val="4264D0"/>
                </a:solidFill>
                <a:latin typeface="Arial"/>
                <a:ea typeface="Arial"/>
                <a:cs typeface="Arial"/>
              </a:defRPr>
            </a:lvl5pPr>
            <a:lvl6pPr algn="l">
              <a:defRPr sz="1875" b="1">
                <a:solidFill>
                  <a:srgbClr val="4264D0"/>
                </a:solidFill>
                <a:latin typeface="Arial"/>
                <a:ea typeface="Arial"/>
                <a:cs typeface="Arial"/>
              </a:defRPr>
            </a:lvl6pPr>
            <a:lvl7pPr algn="l">
              <a:defRPr sz="1875" b="1">
                <a:solidFill>
                  <a:srgbClr val="4264D0"/>
                </a:solidFill>
                <a:latin typeface="Arial"/>
                <a:ea typeface="Arial"/>
                <a:cs typeface="Arial"/>
              </a:defRPr>
            </a:lvl7pPr>
            <a:lvl8pPr algn="l">
              <a:defRPr sz="1875" b="1">
                <a:solidFill>
                  <a:srgbClr val="4264D0"/>
                </a:solidFill>
                <a:latin typeface="Arial"/>
                <a:ea typeface="Arial"/>
                <a:cs typeface="Arial"/>
              </a:defRPr>
            </a:lvl8pPr>
            <a:lvl9pPr algn="l">
              <a:defRPr sz="1875" b="1">
                <a:solidFill>
                  <a:srgbClr val="4264D0"/>
                </a:solidFill>
                <a:latin typeface="Arial"/>
                <a:ea typeface="Arial"/>
                <a:cs typeface="Arial"/>
              </a:defRPr>
            </a:lvl9pPr>
          </a:lstStyle>
          <a:p xmlns:a="http://schemas.openxmlformats.org/drawingml/2006/main">
            <a:pPr algn="l">
              <a:defRPr sz="1875" b="1">
                <a:solidFill>
                  <a:srgbClr val="4264D0"/>
                </a:solidFill>
                <a:latin typeface="Arial"/>
                <a:ea typeface="Arial"/>
                <a:cs typeface="Arial"/>
              </a:defRPr>
            </a:pPr>
            <a:r>
              <a:rPr sz="1875" b="1">
                <a:solidFill>
                  <a:srgbClr val="4264D0"/>
                </a:solidFill>
                <a:latin typeface="Arial"/>
                <a:ea typeface="Arial"/>
                <a:cs typeface="Arial"/>
              </a:rPr>
              <a:t>Execution Steps:</a:t>
            </a:r>
          </a:p>
        </p:txBody>
      </p:sp>
      <p:sp>
        <p:nvSpPr>
          <p:cNvPr id="30" name="f95">
            <a:extLst xmlns:a="http://schemas.openxmlformats.org/drawingml/2006/main">
              <a:ext uri="{FF2B5EF4-FFF2-40B4-BE49-F238E27FC236}">
                <a16:creationId xmlns:a16="http://schemas.microsoft.com/office/drawing/2014/main" id="{5F458A64-DF33-4ED7-ADBD-29D35FBC7C8B}"/>
              </a:ext>
            </a:extLst>
          </p:cNvPr>
          <p:cNvSpPr>
            <a:spLocks xmlns:a="http://schemas.openxmlformats.org/drawingml/2006/main" noGrp="1"/>
          </p:cNvSpPr>
          <p:nvPr/>
        </p:nvSpPr>
        <p:spPr>
          <a:xfrm xmlns:a="http://schemas.openxmlformats.org/drawingml/2006/main">
            <a:off x="1371600" y="5514975"/>
            <a:ext cx="66294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4264D0"/>
                </a:solidFill>
                <a:latin typeface="Arial"/>
                <a:ea typeface="Arial"/>
                <a:cs typeface="Arial"/>
              </a:defRPr>
            </a:defPPr>
            <a:lvl1pPr algn="l">
              <a:defRPr sz="1875" b="0">
                <a:solidFill>
                  <a:srgbClr val="4264D0"/>
                </a:solidFill>
                <a:latin typeface="Arial"/>
                <a:ea typeface="Arial"/>
                <a:cs typeface="Arial"/>
              </a:defRPr>
            </a:lvl1pPr>
            <a:lvl2pPr algn="l">
              <a:defRPr sz="1875" b="0">
                <a:solidFill>
                  <a:srgbClr val="4264D0"/>
                </a:solidFill>
                <a:latin typeface="Arial"/>
                <a:ea typeface="Arial"/>
                <a:cs typeface="Arial"/>
              </a:defRPr>
            </a:lvl2pPr>
            <a:lvl3pPr algn="l">
              <a:defRPr sz="1875" b="0">
                <a:solidFill>
                  <a:srgbClr val="4264D0"/>
                </a:solidFill>
                <a:latin typeface="Arial"/>
                <a:ea typeface="Arial"/>
                <a:cs typeface="Arial"/>
              </a:defRPr>
            </a:lvl3pPr>
            <a:lvl4pPr algn="l">
              <a:defRPr sz="1875" b="0">
                <a:solidFill>
                  <a:srgbClr val="4264D0"/>
                </a:solidFill>
                <a:latin typeface="Arial"/>
                <a:ea typeface="Arial"/>
                <a:cs typeface="Arial"/>
              </a:defRPr>
            </a:lvl4pPr>
            <a:lvl5pPr algn="l">
              <a:defRPr sz="1875" b="0">
                <a:solidFill>
                  <a:srgbClr val="4264D0"/>
                </a:solidFill>
                <a:latin typeface="Arial"/>
                <a:ea typeface="Arial"/>
                <a:cs typeface="Arial"/>
              </a:defRPr>
            </a:lvl5pPr>
            <a:lvl6pPr algn="l">
              <a:defRPr sz="1875" b="0">
                <a:solidFill>
                  <a:srgbClr val="4264D0"/>
                </a:solidFill>
                <a:latin typeface="Arial"/>
                <a:ea typeface="Arial"/>
                <a:cs typeface="Arial"/>
              </a:defRPr>
            </a:lvl6pPr>
            <a:lvl7pPr algn="l">
              <a:defRPr sz="1875" b="0">
                <a:solidFill>
                  <a:srgbClr val="4264D0"/>
                </a:solidFill>
                <a:latin typeface="Arial"/>
                <a:ea typeface="Arial"/>
                <a:cs typeface="Arial"/>
              </a:defRPr>
            </a:lvl7pPr>
            <a:lvl8pPr algn="l">
              <a:defRPr sz="1875" b="0">
                <a:solidFill>
                  <a:srgbClr val="4264D0"/>
                </a:solidFill>
                <a:latin typeface="Arial"/>
                <a:ea typeface="Arial"/>
                <a:cs typeface="Arial"/>
              </a:defRPr>
            </a:lvl8pPr>
            <a:lvl9pPr algn="l">
              <a:defRPr sz="1875" b="0">
                <a:solidFill>
                  <a:srgbClr val="4264D0"/>
                </a:solidFill>
                <a:latin typeface="Arial"/>
                <a:ea typeface="Arial"/>
                <a:cs typeface="Arial"/>
              </a:defRPr>
            </a:lvl9pPr>
          </a:lstStyle>
          <a:p xmlns:a="http://schemas.openxmlformats.org/drawingml/2006/main">
            <a:pPr algn="l">
              <a:defRPr sz="1875" b="0">
                <a:solidFill>
                  <a:srgbClr val="4264D0"/>
                </a:solidFill>
                <a:latin typeface="Arial"/>
                <a:ea typeface="Arial"/>
                <a:cs typeface="Arial"/>
              </a:defRPr>
            </a:pPr>
            <a:r>
              <a:rPr sz="1875" b="0">
                <a:solidFill>
                  <a:srgbClr val="4264D0"/>
                </a:solidFill>
                <a:latin typeface="Arial"/>
                <a:ea typeface="Arial"/>
                <a:cs typeface="Arial"/>
              </a:rPr>
              <a:t>NF1 sends an NF discovery request targeting NF2.</a:t>
            </a:r>
          </a:p>
        </p:txBody>
      </p:sp>
      <p:sp>
        <p:nvSpPr>
          <p:cNvPr id="31" name="f96">
            <a:extLst xmlns:a="http://schemas.openxmlformats.org/drawingml/2006/main">
              <a:ext uri="{FF2B5EF4-FFF2-40B4-BE49-F238E27FC236}">
                <a16:creationId xmlns:a16="http://schemas.microsoft.com/office/drawing/2014/main" id="{6E8F9A79-4E12-4DEF-A906-47D127DAF2A0}"/>
              </a:ext>
            </a:extLst>
          </p:cNvPr>
          <p:cNvSpPr>
            <a:spLocks xmlns:a="http://schemas.openxmlformats.org/drawingml/2006/main" noGrp="1"/>
          </p:cNvSpPr>
          <p:nvPr/>
        </p:nvSpPr>
        <p:spPr>
          <a:xfrm xmlns:a="http://schemas.openxmlformats.org/drawingml/2006/main">
            <a:off x="1219200" y="6048375"/>
            <a:ext cx="6934200" cy="781050"/>
          </a:xfrm>
          <a:prstGeom xmlns:a="http://schemas.openxmlformats.org/drawingml/2006/main" prst="roundRect">
            <a:avLst>
              <a:gd name="adj" fmla="val 10976"/>
            </a:avLst>
          </a:prstGeom>
          <a:solidFill xmlns:a="http://schemas.openxmlformats.org/drawingml/2006/main">
            <a:srgbClr val="EEF8F3"/>
          </a:solidFill>
          <a:ln xmlns:a="http://schemas.openxmlformats.org/drawingml/2006/main" w="17145">
            <a:solidFill>
              <a:srgbClr val="B9DECF"/>
            </a:solidFill>
            <a:prstDash val="solid"/>
          </a:ln>
        </p:spPr>
      </p:sp>
      <p:sp>
        <p:nvSpPr>
          <p:cNvPr id="32" name="f97">
            <a:extLst xmlns:a="http://schemas.openxmlformats.org/drawingml/2006/main">
              <a:ext uri="{FF2B5EF4-FFF2-40B4-BE49-F238E27FC236}">
                <a16:creationId xmlns:a16="http://schemas.microsoft.com/office/drawing/2014/main" id="{A91F8CD6-ACCB-4263-AAE3-B86A74546AD2}"/>
              </a:ext>
            </a:extLst>
          </p:cNvPr>
          <p:cNvSpPr>
            <a:spLocks xmlns:a="http://schemas.openxmlformats.org/drawingml/2006/main" noGrp="1"/>
          </p:cNvSpPr>
          <p:nvPr/>
        </p:nvSpPr>
        <p:spPr>
          <a:xfrm xmlns:a="http://schemas.openxmlformats.org/drawingml/2006/main">
            <a:off x="1371600" y="6134100"/>
            <a:ext cx="6629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1">
                <a:solidFill>
                  <a:srgbClr val="278766"/>
                </a:solidFill>
                <a:latin typeface="Arial"/>
                <a:ea typeface="Arial"/>
                <a:cs typeface="Arial"/>
              </a:defRPr>
            </a:defPPr>
            <a:lvl1pPr algn="l">
              <a:defRPr sz="1875" b="1">
                <a:solidFill>
                  <a:srgbClr val="278766"/>
                </a:solidFill>
                <a:latin typeface="Arial"/>
                <a:ea typeface="Arial"/>
                <a:cs typeface="Arial"/>
              </a:defRPr>
            </a:lvl1pPr>
            <a:lvl2pPr algn="l">
              <a:defRPr sz="1875" b="1">
                <a:solidFill>
                  <a:srgbClr val="278766"/>
                </a:solidFill>
                <a:latin typeface="Arial"/>
                <a:ea typeface="Arial"/>
                <a:cs typeface="Arial"/>
              </a:defRPr>
            </a:lvl2pPr>
            <a:lvl3pPr algn="l">
              <a:defRPr sz="1875" b="1">
                <a:solidFill>
                  <a:srgbClr val="278766"/>
                </a:solidFill>
                <a:latin typeface="Arial"/>
                <a:ea typeface="Arial"/>
                <a:cs typeface="Arial"/>
              </a:defRPr>
            </a:lvl3pPr>
            <a:lvl4pPr algn="l">
              <a:defRPr sz="1875" b="1">
                <a:solidFill>
                  <a:srgbClr val="278766"/>
                </a:solidFill>
                <a:latin typeface="Arial"/>
                <a:ea typeface="Arial"/>
                <a:cs typeface="Arial"/>
              </a:defRPr>
            </a:lvl4pPr>
            <a:lvl5pPr algn="l">
              <a:defRPr sz="1875" b="1">
                <a:solidFill>
                  <a:srgbClr val="278766"/>
                </a:solidFill>
                <a:latin typeface="Arial"/>
                <a:ea typeface="Arial"/>
                <a:cs typeface="Arial"/>
              </a:defRPr>
            </a:lvl5pPr>
            <a:lvl6pPr algn="l">
              <a:defRPr sz="1875" b="1">
                <a:solidFill>
                  <a:srgbClr val="278766"/>
                </a:solidFill>
                <a:latin typeface="Arial"/>
                <a:ea typeface="Arial"/>
                <a:cs typeface="Arial"/>
              </a:defRPr>
            </a:lvl6pPr>
            <a:lvl7pPr algn="l">
              <a:defRPr sz="1875" b="1">
                <a:solidFill>
                  <a:srgbClr val="278766"/>
                </a:solidFill>
                <a:latin typeface="Arial"/>
                <a:ea typeface="Arial"/>
                <a:cs typeface="Arial"/>
              </a:defRPr>
            </a:lvl7pPr>
            <a:lvl8pPr algn="l">
              <a:defRPr sz="1875" b="1">
                <a:solidFill>
                  <a:srgbClr val="278766"/>
                </a:solidFill>
                <a:latin typeface="Arial"/>
                <a:ea typeface="Arial"/>
                <a:cs typeface="Arial"/>
              </a:defRPr>
            </a:lvl8pPr>
            <a:lvl9pPr algn="l">
              <a:defRPr sz="1875" b="1">
                <a:solidFill>
                  <a:srgbClr val="278766"/>
                </a:solidFill>
                <a:latin typeface="Arial"/>
                <a:ea typeface="Arial"/>
                <a:cs typeface="Arial"/>
              </a:defRPr>
            </a:lvl9pPr>
          </a:lstStyle>
          <a:p xmlns:a="http://schemas.openxmlformats.org/drawingml/2006/main">
            <a:pPr algn="l">
              <a:defRPr sz="1875" b="1">
                <a:solidFill>
                  <a:srgbClr val="278766"/>
                </a:solidFill>
                <a:latin typeface="Arial"/>
                <a:ea typeface="Arial"/>
                <a:cs typeface="Arial"/>
              </a:defRPr>
            </a:pPr>
            <a:r>
              <a:rPr sz="1875" b="1">
                <a:solidFill>
                  <a:srgbClr val="278766"/>
                </a:solidFill>
                <a:latin typeface="Arial"/>
                <a:ea typeface="Arial"/>
                <a:cs typeface="Arial"/>
              </a:rPr>
              <a:t>Expected Results:</a:t>
            </a:r>
          </a:p>
        </p:txBody>
      </p:sp>
      <p:sp>
        <p:nvSpPr>
          <p:cNvPr id="33" name="f98">
            <a:extLst xmlns:a="http://schemas.openxmlformats.org/drawingml/2006/main">
              <a:ext uri="{FF2B5EF4-FFF2-40B4-BE49-F238E27FC236}">
                <a16:creationId xmlns:a16="http://schemas.microsoft.com/office/drawing/2014/main" id="{1CB4E172-11A8-4408-982F-493C8782EEDE}"/>
              </a:ext>
            </a:extLst>
          </p:cNvPr>
          <p:cNvSpPr>
            <a:spLocks xmlns:a="http://schemas.openxmlformats.org/drawingml/2006/main" noGrp="1"/>
          </p:cNvSpPr>
          <p:nvPr/>
        </p:nvSpPr>
        <p:spPr>
          <a:xfrm xmlns:a="http://schemas.openxmlformats.org/drawingml/2006/main">
            <a:off x="1371600" y="6486525"/>
            <a:ext cx="66294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278766"/>
                </a:solidFill>
                <a:latin typeface="Arial"/>
                <a:ea typeface="Arial"/>
                <a:cs typeface="Arial"/>
              </a:defRPr>
            </a:defPPr>
            <a:lvl1pPr algn="l">
              <a:defRPr sz="1875" b="0">
                <a:solidFill>
                  <a:srgbClr val="278766"/>
                </a:solidFill>
                <a:latin typeface="Arial"/>
                <a:ea typeface="Arial"/>
                <a:cs typeface="Arial"/>
              </a:defRPr>
            </a:lvl1pPr>
            <a:lvl2pPr algn="l">
              <a:defRPr sz="1875" b="0">
                <a:solidFill>
                  <a:srgbClr val="278766"/>
                </a:solidFill>
                <a:latin typeface="Arial"/>
                <a:ea typeface="Arial"/>
                <a:cs typeface="Arial"/>
              </a:defRPr>
            </a:lvl2pPr>
            <a:lvl3pPr algn="l">
              <a:defRPr sz="1875" b="0">
                <a:solidFill>
                  <a:srgbClr val="278766"/>
                </a:solidFill>
                <a:latin typeface="Arial"/>
                <a:ea typeface="Arial"/>
                <a:cs typeface="Arial"/>
              </a:defRPr>
            </a:lvl3pPr>
            <a:lvl4pPr algn="l">
              <a:defRPr sz="1875" b="0">
                <a:solidFill>
                  <a:srgbClr val="278766"/>
                </a:solidFill>
                <a:latin typeface="Arial"/>
                <a:ea typeface="Arial"/>
                <a:cs typeface="Arial"/>
              </a:defRPr>
            </a:lvl4pPr>
            <a:lvl5pPr algn="l">
              <a:defRPr sz="1875" b="0">
                <a:solidFill>
                  <a:srgbClr val="278766"/>
                </a:solidFill>
                <a:latin typeface="Arial"/>
                <a:ea typeface="Arial"/>
                <a:cs typeface="Arial"/>
              </a:defRPr>
            </a:lvl5pPr>
            <a:lvl6pPr algn="l">
              <a:defRPr sz="1875" b="0">
                <a:solidFill>
                  <a:srgbClr val="278766"/>
                </a:solidFill>
                <a:latin typeface="Arial"/>
                <a:ea typeface="Arial"/>
                <a:cs typeface="Arial"/>
              </a:defRPr>
            </a:lvl6pPr>
            <a:lvl7pPr algn="l">
              <a:defRPr sz="1875" b="0">
                <a:solidFill>
                  <a:srgbClr val="278766"/>
                </a:solidFill>
                <a:latin typeface="Arial"/>
                <a:ea typeface="Arial"/>
                <a:cs typeface="Arial"/>
              </a:defRPr>
            </a:lvl7pPr>
            <a:lvl8pPr algn="l">
              <a:defRPr sz="1875" b="0">
                <a:solidFill>
                  <a:srgbClr val="278766"/>
                </a:solidFill>
                <a:latin typeface="Arial"/>
                <a:ea typeface="Arial"/>
                <a:cs typeface="Arial"/>
              </a:defRPr>
            </a:lvl8pPr>
            <a:lvl9pPr algn="l">
              <a:defRPr sz="1875" b="0">
                <a:solidFill>
                  <a:srgbClr val="278766"/>
                </a:solidFill>
                <a:latin typeface="Arial"/>
                <a:ea typeface="Arial"/>
                <a:cs typeface="Arial"/>
              </a:defRPr>
            </a:lvl9pPr>
          </a:lstStyle>
          <a:p xmlns:a="http://schemas.openxmlformats.org/drawingml/2006/main">
            <a:pPr algn="l">
              <a:defRPr sz="1875" b="0">
                <a:solidFill>
                  <a:srgbClr val="278766"/>
                </a:solidFill>
                <a:latin typeface="Arial"/>
                <a:ea typeface="Arial"/>
                <a:cs typeface="Arial"/>
              </a:defRPr>
            </a:pPr>
            <a:r>
              <a:rPr sz="1875" b="0">
                <a:solidFill>
                  <a:srgbClr val="278766"/>
                </a:solidFill>
                <a:latin typeface="Arial"/>
                <a:ea typeface="Arial"/>
                <a:cs typeface="Arial"/>
              </a:rPr>
              <a:t>The NRF returns a 403 Forbidden response.</a:t>
            </a:r>
          </a:p>
        </p:txBody>
      </p:sp>
      <p:sp>
        <p:nvSpPr>
          <p:cNvPr id="34" name="f99">
            <a:extLst xmlns:a="http://schemas.openxmlformats.org/drawingml/2006/main">
              <a:ext uri="{FF2B5EF4-FFF2-40B4-BE49-F238E27FC236}">
                <a16:creationId xmlns:a16="http://schemas.microsoft.com/office/drawing/2014/main" id="{15287C8B-0655-4499-BA75-B372E7EA76D8}"/>
              </a:ext>
            </a:extLst>
          </p:cNvPr>
          <p:cNvSpPr>
            <a:spLocks xmlns:a="http://schemas.openxmlformats.org/drawingml/2006/main" noGrp="1"/>
          </p:cNvSpPr>
          <p:nvPr/>
        </p:nvSpPr>
        <p:spPr>
          <a:xfrm xmlns:a="http://schemas.openxmlformats.org/drawingml/2006/main">
            <a:off x="8382000" y="5457825"/>
            <a:ext cx="666750" cy="95"/>
          </a:xfrm>
          <a:prstGeom xmlns:a="http://schemas.openxmlformats.org/drawingml/2006/main" prst="line">
            <a:avLst/>
          </a:prstGeom>
          <a:noFill xmlns:a="http://schemas.openxmlformats.org/drawingml/2006/main"/>
          <a:ln xmlns:a="http://schemas.openxmlformats.org/drawingml/2006/main" w="51435">
            <a:solidFill>
              <a:srgbClr val="4264D0"/>
            </a:solidFill>
            <a:prstDash val="solid"/>
          </a:ln>
        </p:spPr>
      </p:sp>
      <p:sp>
        <p:nvSpPr>
          <p:cNvPr id="35" name="f100">
            <a:extLst xmlns:a="http://schemas.openxmlformats.org/drawingml/2006/main">
              <a:ext uri="{FF2B5EF4-FFF2-40B4-BE49-F238E27FC236}">
                <a16:creationId xmlns:a16="http://schemas.microsoft.com/office/drawing/2014/main" id="{DB63C359-C68C-4EEB-8ED9-6099BF76D44E}"/>
              </a:ext>
            </a:extLst>
          </p:cNvPr>
          <p:cNvSpPr>
            <a:spLocks xmlns:a="http://schemas.openxmlformats.org/drawingml/2006/main" noGrp="1"/>
          </p:cNvSpPr>
          <p:nvPr/>
        </p:nvSpPr>
        <p:spPr>
          <a:xfrm xmlns:a="http://schemas.openxmlformats.org/drawingml/2006/main" flipV="1">
            <a:off x="9048750" y="4467225"/>
            <a:ext cx="95" cy="990600"/>
          </a:xfrm>
          <a:prstGeom xmlns:a="http://schemas.openxmlformats.org/drawingml/2006/main" prst="line">
            <a:avLst/>
          </a:prstGeom>
          <a:noFill xmlns:a="http://schemas.openxmlformats.org/drawingml/2006/main"/>
          <a:ln xmlns:a="http://schemas.openxmlformats.org/drawingml/2006/main" w="51435">
            <a:solidFill>
              <a:srgbClr val="4264D0"/>
            </a:solidFill>
            <a:prstDash val="solid"/>
          </a:ln>
        </p:spPr>
      </p:sp>
      <p:sp>
        <p:nvSpPr>
          <p:cNvPr id="36" name="f101">
            <a:extLst xmlns:a="http://schemas.openxmlformats.org/drawingml/2006/main">
              <a:ext uri="{FF2B5EF4-FFF2-40B4-BE49-F238E27FC236}">
                <a16:creationId xmlns:a16="http://schemas.microsoft.com/office/drawing/2014/main" id="{66C5D00A-88E9-47D6-93CA-D6ABAEE7B07D}"/>
              </a:ext>
            </a:extLst>
          </p:cNvPr>
          <p:cNvSpPr>
            <a:spLocks xmlns:a="http://schemas.openxmlformats.org/drawingml/2006/main" noGrp="1"/>
          </p:cNvSpPr>
          <p:nvPr/>
        </p:nvSpPr>
        <p:spPr>
          <a:xfrm xmlns:a="http://schemas.openxmlformats.org/drawingml/2006/main">
            <a:off x="9048750" y="4467225"/>
            <a:ext cx="571500" cy="95"/>
          </a:xfrm>
          <a:prstGeom xmlns:a="http://schemas.openxmlformats.org/drawingml/2006/main" prst="line">
            <a:avLst/>
          </a:prstGeom>
          <a:noFill xmlns:a="http://schemas.openxmlformats.org/drawingml/2006/main"/>
          <a:ln xmlns:a="http://schemas.openxmlformats.org/drawingml/2006/main" w="51435">
            <a:solidFill>
              <a:srgbClr val="4264D0"/>
            </a:solidFill>
            <a:prstDash val="solid"/>
          </a:ln>
        </p:spPr>
      </p:sp>
      <p:sp>
        <p:nvSpPr>
          <p:cNvPr id="37" name="f102">
            <a:extLst xmlns:a="http://schemas.openxmlformats.org/drawingml/2006/main">
              <a:ext uri="{FF2B5EF4-FFF2-40B4-BE49-F238E27FC236}">
                <a16:creationId xmlns:a16="http://schemas.microsoft.com/office/drawing/2014/main" id="{4F2BFD5C-05D1-4E8B-95D7-06DD2846834A}"/>
              </a:ext>
            </a:extLst>
          </p:cNvPr>
          <p:cNvSpPr>
            <a:spLocks xmlns:a="http://schemas.openxmlformats.org/drawingml/2006/main" noGrp="1"/>
          </p:cNvSpPr>
          <p:nvPr/>
        </p:nvSpPr>
        <p:spPr>
          <a:xfrm xmlns:a="http://schemas.openxmlformats.org/drawingml/2006/main">
            <a:off x="9620250" y="4381500"/>
            <a:ext cx="190500"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38" name="f103">
            <a:extLst xmlns:a="http://schemas.openxmlformats.org/drawingml/2006/main">
              <a:ext uri="{FF2B5EF4-FFF2-40B4-BE49-F238E27FC236}">
                <a16:creationId xmlns:a16="http://schemas.microsoft.com/office/drawing/2014/main" id="{C2D00320-1671-4FB0-B6A6-ACF5988B712B}"/>
              </a:ext>
            </a:extLst>
          </p:cNvPr>
          <p:cNvSpPr>
            <a:spLocks xmlns:a="http://schemas.openxmlformats.org/drawingml/2006/main" noGrp="1"/>
          </p:cNvSpPr>
          <p:nvPr/>
        </p:nvSpPr>
        <p:spPr>
          <a:xfrm xmlns:a="http://schemas.openxmlformats.org/drawingml/2006/main">
            <a:off x="8382000" y="6362700"/>
            <a:ext cx="1428750" cy="171450"/>
          </a:xfrm>
          <a:prstGeom xmlns:a="http://schemas.openxmlformats.org/drawingml/2006/main" prst="rightArrow">
            <a:avLst/>
          </a:prstGeom>
          <a:solidFill xmlns:a="http://schemas.openxmlformats.org/drawingml/2006/main">
            <a:srgbClr val="278766"/>
          </a:solidFill>
          <a:ln xmlns:a="http://schemas.openxmlformats.org/drawingml/2006/main" w="0">
            <a:noFill/>
            <a:prstDash val="solid"/>
          </a:ln>
        </p:spPr>
      </p:sp>
      <p:sp>
        <p:nvSpPr>
          <p:cNvPr id="39" name="f104">
            <a:extLst xmlns:a="http://schemas.openxmlformats.org/drawingml/2006/main">
              <a:ext uri="{FF2B5EF4-FFF2-40B4-BE49-F238E27FC236}">
                <a16:creationId xmlns:a16="http://schemas.microsoft.com/office/drawing/2014/main" id="{6FBF6968-3EF4-41F6-B1A4-1B40CE1EDC33}"/>
              </a:ext>
            </a:extLst>
          </p:cNvPr>
          <p:cNvSpPr>
            <a:spLocks xmlns:a="http://schemas.openxmlformats.org/drawingml/2006/main" noGrp="1"/>
          </p:cNvSpPr>
          <p:nvPr/>
        </p:nvSpPr>
        <p:spPr>
          <a:xfrm xmlns:a="http://schemas.openxmlformats.org/drawingml/2006/main">
            <a:off x="1066800" y="72390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Arial"/>
                <a:ea typeface="Arial"/>
                <a:cs typeface="Arial"/>
              </a:defRPr>
            </a:defPPr>
            <a:lvl1pPr algn="l">
              <a:defRPr sz="1725" b="0">
                <a:solidFill>
                  <a:srgbClr val="52627B"/>
                </a:solidFill>
                <a:latin typeface="Arial"/>
                <a:ea typeface="Arial"/>
                <a:cs typeface="Arial"/>
              </a:defRPr>
            </a:lvl1pPr>
            <a:lvl2pPr algn="l">
              <a:defRPr sz="1725" b="0">
                <a:solidFill>
                  <a:srgbClr val="52627B"/>
                </a:solidFill>
                <a:latin typeface="Arial"/>
                <a:ea typeface="Arial"/>
                <a:cs typeface="Arial"/>
              </a:defRPr>
            </a:lvl2pPr>
            <a:lvl3pPr algn="l">
              <a:defRPr sz="1725" b="0">
                <a:solidFill>
                  <a:srgbClr val="52627B"/>
                </a:solidFill>
                <a:latin typeface="Arial"/>
                <a:ea typeface="Arial"/>
                <a:cs typeface="Arial"/>
              </a:defRPr>
            </a:lvl3pPr>
            <a:lvl4pPr algn="l">
              <a:defRPr sz="1725" b="0">
                <a:solidFill>
                  <a:srgbClr val="52627B"/>
                </a:solidFill>
                <a:latin typeface="Arial"/>
                <a:ea typeface="Arial"/>
                <a:cs typeface="Arial"/>
              </a:defRPr>
            </a:lvl4pPr>
            <a:lvl5pPr algn="l">
              <a:defRPr sz="1725" b="0">
                <a:solidFill>
                  <a:srgbClr val="52627B"/>
                </a:solidFill>
                <a:latin typeface="Arial"/>
                <a:ea typeface="Arial"/>
                <a:cs typeface="Arial"/>
              </a:defRPr>
            </a:lvl5pPr>
            <a:lvl6pPr algn="l">
              <a:defRPr sz="1725" b="0">
                <a:solidFill>
                  <a:srgbClr val="52627B"/>
                </a:solidFill>
                <a:latin typeface="Arial"/>
                <a:ea typeface="Arial"/>
                <a:cs typeface="Arial"/>
              </a:defRPr>
            </a:lvl6pPr>
            <a:lvl7pPr algn="l">
              <a:defRPr sz="1725" b="0">
                <a:solidFill>
                  <a:srgbClr val="52627B"/>
                </a:solidFill>
                <a:latin typeface="Arial"/>
                <a:ea typeface="Arial"/>
                <a:cs typeface="Arial"/>
              </a:defRPr>
            </a:lvl7pPr>
            <a:lvl8pPr algn="l">
              <a:defRPr sz="1725" b="0">
                <a:solidFill>
                  <a:srgbClr val="52627B"/>
                </a:solidFill>
                <a:latin typeface="Arial"/>
                <a:ea typeface="Arial"/>
                <a:cs typeface="Arial"/>
              </a:defRPr>
            </a:lvl8pPr>
            <a:lvl9pPr algn="l">
              <a:defRPr sz="1725" b="0">
                <a:solidFill>
                  <a:srgbClr val="52627B"/>
                </a:solidFill>
                <a:latin typeface="Arial"/>
                <a:ea typeface="Arial"/>
                <a:cs typeface="Arial"/>
              </a:defRPr>
            </a:lvl9pPr>
          </a:lstStyle>
          <a:p xmlns:a="http://schemas.openxmlformats.org/drawingml/2006/main">
            <a:pPr algn="l">
              <a:defRPr sz="1725" b="0">
                <a:solidFill>
                  <a:srgbClr val="52627B"/>
                </a:solidFill>
                <a:latin typeface="Arial"/>
                <a:ea typeface="Arial"/>
                <a:cs typeface="Arial"/>
              </a:defRPr>
            </a:pPr>
            <a:r>
              <a:rPr sz="1725" b="0">
                <a:solidFill>
                  <a:srgbClr val="52627B"/>
                </a:solidFill>
                <a:latin typeface="Arial"/>
                <a:ea typeface="Arial"/>
                <a:cs typeface="Arial"/>
              </a:rPr>
              <a:t>Esempio semplificato riportato nella tesi · cap. 2</a:t>
            </a:r>
          </a:p>
        </p:txBody>
      </p:sp>
      <p:sp>
        <p:nvSpPr>
          <p:cNvPr id="55" name="state-mask-2"/>
          <p:cNvSpPr/>
          <p:nvPr/>
        </p:nvSpPr>
        <p:spPr>
          <ns1:xfrm xmlns:ns1="http://schemas.openxmlformats.org/drawingml/2006/main">
            <ns1:off x="952500" y="1952625"/>
            <ns1:ext cx="13335000" cy="5810250"/>
          </ns1:xfrm>
          <ns2:prstGeom xmlns:ns2="http://schemas.openxmlformats.org/drawingml/2006/main" prst="rect">
            <ns2:avLst/>
          </ns2:prstGeom>
          <ns3:solidFill xmlns:ns3="http://schemas.openxmlformats.org/drawingml/2006/main">
            <ns3:srgbClr val="F3F6F9"/>
          </ns3:solidFill>
          <ns4:ln xmlns:ns4="http://schemas.openxmlformats.org/drawingml/2006/main" w="0">
            <ns4:noFill/>
          </ns4:ln>
        </p:spPr>
      </p:sp>
      <p:sp>
        <p:nvSpPr>
          <p:cNvPr id="6" name="f71">
            <a:extLst xmlns:a="http://schemas.openxmlformats.org/drawingml/2006/main">
              <a:ext uri="{FF2B5EF4-FFF2-40B4-BE49-F238E27FC236}">
                <a16:creationId xmlns:a16="http://schemas.microsoft.com/office/drawing/2014/main" id="{A2D320B0-94F7-41C8-BA5F-45BE2B2F4C22}"/>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Il DSL permette di rappresentare queste operazioni attraverso regole riutilizzabili.</a:t>
            </a:r>
          </a:p>
        </p:txBody>
      </p:sp>
      <p:sp>
        <p:nvSpPr>
          <p:cNvPr id="40" name="f105">
            <a:extLst xmlns:a="http://schemas.openxmlformats.org/drawingml/2006/main">
              <a:ext uri="{FF2B5EF4-FFF2-40B4-BE49-F238E27FC236}">
                <a16:creationId xmlns:a16="http://schemas.microsoft.com/office/drawing/2014/main" id="{E1270B7A-17EC-4D0E-A523-AEFEC83CF612}"/>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Arial"/>
                <a:ea typeface="Arial"/>
                <a:cs typeface="Arial"/>
              </a:defRPr>
            </a:defPPr>
            <a:lvl1pPr algn="l">
              <a:defRPr sz="2700" b="1">
                <a:solidFill>
                  <a:srgbClr val="182536"/>
                </a:solidFill>
                <a:latin typeface="Arial"/>
                <a:ea typeface="Arial"/>
                <a:cs typeface="Arial"/>
              </a:defRPr>
            </a:lvl1pPr>
            <a:lvl2pPr algn="l">
              <a:defRPr sz="2700" b="1">
                <a:solidFill>
                  <a:srgbClr val="182536"/>
                </a:solidFill>
                <a:latin typeface="Arial"/>
                <a:ea typeface="Arial"/>
                <a:cs typeface="Arial"/>
              </a:defRPr>
            </a:lvl2pPr>
            <a:lvl3pPr algn="l">
              <a:defRPr sz="2700" b="1">
                <a:solidFill>
                  <a:srgbClr val="182536"/>
                </a:solidFill>
                <a:latin typeface="Arial"/>
                <a:ea typeface="Arial"/>
                <a:cs typeface="Arial"/>
              </a:defRPr>
            </a:lvl3pPr>
            <a:lvl4pPr algn="l">
              <a:defRPr sz="2700" b="1">
                <a:solidFill>
                  <a:srgbClr val="182536"/>
                </a:solidFill>
                <a:latin typeface="Arial"/>
                <a:ea typeface="Arial"/>
                <a:cs typeface="Arial"/>
              </a:defRPr>
            </a:lvl4pPr>
            <a:lvl5pPr algn="l">
              <a:defRPr sz="2700" b="1">
                <a:solidFill>
                  <a:srgbClr val="182536"/>
                </a:solidFill>
                <a:latin typeface="Arial"/>
                <a:ea typeface="Arial"/>
                <a:cs typeface="Arial"/>
              </a:defRPr>
            </a:lvl5pPr>
            <a:lvl6pPr algn="l">
              <a:defRPr sz="2700" b="1">
                <a:solidFill>
                  <a:srgbClr val="182536"/>
                </a:solidFill>
                <a:latin typeface="Arial"/>
                <a:ea typeface="Arial"/>
                <a:cs typeface="Arial"/>
              </a:defRPr>
            </a:lvl6pPr>
            <a:lvl7pPr algn="l">
              <a:defRPr sz="2700" b="1">
                <a:solidFill>
                  <a:srgbClr val="182536"/>
                </a:solidFill>
                <a:latin typeface="Arial"/>
                <a:ea typeface="Arial"/>
                <a:cs typeface="Arial"/>
              </a:defRPr>
            </a:lvl7pPr>
            <a:lvl8pPr algn="l">
              <a:defRPr sz="2700" b="1">
                <a:solidFill>
                  <a:srgbClr val="182536"/>
                </a:solidFill>
                <a:latin typeface="Arial"/>
                <a:ea typeface="Arial"/>
                <a:cs typeface="Arial"/>
              </a:defRPr>
            </a:lvl8pPr>
            <a:lvl9pPr algn="l">
              <a:defRPr sz="2700" b="1">
                <a:solidFill>
                  <a:srgbClr val="182536"/>
                </a:solidFill>
                <a:latin typeface="Arial"/>
                <a:ea typeface="Arial"/>
                <a:cs typeface="Arial"/>
              </a:defRPr>
            </a:lvl9pPr>
          </a:lstStyle>
          <a:p xmlns:a="http://schemas.openxmlformats.org/drawingml/2006/main">
            <a:pPr algn="l">
              <a:defRPr sz="2700" b="1">
                <a:solidFill>
                  <a:srgbClr val="182536"/>
                </a:solidFill>
                <a:latin typeface="Arial"/>
                <a:ea typeface="Arial"/>
                <a:cs typeface="Arial"/>
              </a:defRPr>
            </a:pPr>
            <a:r>
              <a:rPr sz="2700" b="1">
                <a:solidFill>
                  <a:srgbClr val="182536"/>
                </a:solidFill>
                <a:latin typeface="Arial"/>
                <a:ea typeface="Arial"/>
                <a:cs typeface="Arial"/>
              </a:rPr>
              <a:t>Rappresentazione della regola</a:t>
            </a:r>
          </a:p>
        </p:txBody>
      </p:sp>
      <p:sp>
        <p:nvSpPr>
          <p:cNvPr id="41" name="f106">
            <a:extLst xmlns:a="http://schemas.openxmlformats.org/drawingml/2006/main">
              <a:ext uri="{FF2B5EF4-FFF2-40B4-BE49-F238E27FC236}">
                <a16:creationId xmlns:a16="http://schemas.microsoft.com/office/drawing/2014/main" id="{CBBA29B5-315A-4E15-943B-05B89995BBE5}"/>
              </a:ext>
            </a:extLst>
          </p:cNvPr>
          <p:cNvSpPr>
            <a:spLocks xmlns:a="http://schemas.openxmlformats.org/drawingml/2006/main" noGrp="1"/>
          </p:cNvSpPr>
          <p:nvPr/>
        </p:nvSpPr>
        <p:spPr>
          <a:xfrm xmlns:a="http://schemas.openxmlformats.org/drawingml/2006/main">
            <a:off x="1066800" y="3381375"/>
            <a:ext cx="7239000" cy="358140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17145">
            <a:solidFill>
              <a:srgbClr val="D9E3EF"/>
            </a:solidFill>
            <a:prstDash val="solid"/>
          </a:ln>
        </p:spPr>
      </p:sp>
      <p:sp>
        <p:nvSpPr>
          <p:cNvPr id="42" name="f107">
            <a:extLst xmlns:a="http://schemas.openxmlformats.org/drawingml/2006/main">
              <a:ext uri="{FF2B5EF4-FFF2-40B4-BE49-F238E27FC236}">
                <a16:creationId xmlns:a16="http://schemas.microsoft.com/office/drawing/2014/main" id="{7E81543B-5AB9-427D-8037-9B473C445538}"/>
              </a:ext>
            </a:extLst>
          </p:cNvPr>
          <p:cNvSpPr>
            <a:spLocks xmlns:a="http://schemas.openxmlformats.org/drawingml/2006/main" noGrp="1"/>
          </p:cNvSpPr>
          <p:nvPr/>
        </p:nvSpPr>
        <p:spPr>
          <a:xfrm xmlns:a="http://schemas.openxmlformats.org/drawingml/2006/main">
            <a:off x="1295400" y="36385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Courier New"/>
                <a:ea typeface="Courier New"/>
                <a:cs typeface="Courier New"/>
              </a:defRPr>
            </a:defPPr>
            <a:lvl1pPr algn="l">
              <a:defRPr sz="2400" b="1">
                <a:solidFill>
                  <a:srgbClr val="4264D0"/>
                </a:solidFill>
                <a:latin typeface="Courier New"/>
                <a:ea typeface="Courier New"/>
                <a:cs typeface="Courier New"/>
              </a:defRPr>
            </a:lvl1pPr>
            <a:lvl2pPr algn="l">
              <a:defRPr sz="2400" b="1">
                <a:solidFill>
                  <a:srgbClr val="4264D0"/>
                </a:solidFill>
                <a:latin typeface="Courier New"/>
                <a:ea typeface="Courier New"/>
                <a:cs typeface="Courier New"/>
              </a:defRPr>
            </a:lvl2pPr>
            <a:lvl3pPr algn="l">
              <a:defRPr sz="2400" b="1">
                <a:solidFill>
                  <a:srgbClr val="4264D0"/>
                </a:solidFill>
                <a:latin typeface="Courier New"/>
                <a:ea typeface="Courier New"/>
                <a:cs typeface="Courier New"/>
              </a:defRPr>
            </a:lvl3pPr>
            <a:lvl4pPr algn="l">
              <a:defRPr sz="2400" b="1">
                <a:solidFill>
                  <a:srgbClr val="4264D0"/>
                </a:solidFill>
                <a:latin typeface="Courier New"/>
                <a:ea typeface="Courier New"/>
                <a:cs typeface="Courier New"/>
              </a:defRPr>
            </a:lvl4pPr>
            <a:lvl5pPr algn="l">
              <a:defRPr sz="2400" b="1">
                <a:solidFill>
                  <a:srgbClr val="4264D0"/>
                </a:solidFill>
                <a:latin typeface="Courier New"/>
                <a:ea typeface="Courier New"/>
                <a:cs typeface="Courier New"/>
              </a:defRPr>
            </a:lvl5pPr>
            <a:lvl6pPr algn="l">
              <a:defRPr sz="2400" b="1">
                <a:solidFill>
                  <a:srgbClr val="4264D0"/>
                </a:solidFill>
                <a:latin typeface="Courier New"/>
                <a:ea typeface="Courier New"/>
                <a:cs typeface="Courier New"/>
              </a:defRPr>
            </a:lvl6pPr>
            <a:lvl7pPr algn="l">
              <a:defRPr sz="2400" b="1">
                <a:solidFill>
                  <a:srgbClr val="4264D0"/>
                </a:solidFill>
                <a:latin typeface="Courier New"/>
                <a:ea typeface="Courier New"/>
                <a:cs typeface="Courier New"/>
              </a:defRPr>
            </a:lvl7pPr>
            <a:lvl8pPr algn="l">
              <a:defRPr sz="2400" b="1">
                <a:solidFill>
                  <a:srgbClr val="4264D0"/>
                </a:solidFill>
                <a:latin typeface="Courier New"/>
                <a:ea typeface="Courier New"/>
                <a:cs typeface="Courier New"/>
              </a:defRPr>
            </a:lvl8pPr>
            <a:lvl9pPr algn="l">
              <a:defRPr sz="2400" b="1">
                <a:solidFill>
                  <a:srgbClr val="4264D0"/>
                </a:solidFill>
                <a:latin typeface="Courier New"/>
                <a:ea typeface="Courier New"/>
                <a:cs typeface="Courier New"/>
              </a:defRPr>
            </a:lvl9pPr>
          </a:lstStyle>
          <a:p xmlns:a="http://schemas.openxmlformats.org/drawingml/2006/main">
            <a:pPr algn="l">
              <a:defRPr sz="2400" b="1">
                <a:solidFill>
                  <a:srgbClr val="4264D0"/>
                </a:solidFill>
                <a:latin typeface="Courier New"/>
                <a:ea typeface="Courier New"/>
                <a:cs typeface="Courier New"/>
              </a:defRPr>
            </a:pPr>
            <a:r>
              <a:rPr sz="2400" b="1">
                <a:solidFill>
                  <a:srgbClr val="4264D0"/>
                </a:solidFill>
                <a:latin typeface="Courier New"/>
                <a:ea typeface="Courier New"/>
                <a:cs typeface="Courier New"/>
              </a:rPr>
              <a:t>SEQUENCE {</a:t>
            </a:r>
          </a:p>
        </p:txBody>
      </p:sp>
      <p:sp>
        <p:nvSpPr>
          <p:cNvPr id="43" name="f108">
            <a:extLst xmlns:a="http://schemas.openxmlformats.org/drawingml/2006/main">
              <a:ext uri="{FF2B5EF4-FFF2-40B4-BE49-F238E27FC236}">
                <a16:creationId xmlns:a16="http://schemas.microsoft.com/office/drawing/2014/main" id="{86EB83C2-DB9F-4585-996B-6A92B21EED58}"/>
              </a:ext>
            </a:extLst>
          </p:cNvPr>
          <p:cNvSpPr>
            <a:spLocks xmlns:a="http://schemas.openxmlformats.org/drawingml/2006/main" noGrp="1"/>
          </p:cNvSpPr>
          <p:nvPr/>
        </p:nvSpPr>
        <p:spPr>
          <a:xfrm xmlns:a="http://schemas.openxmlformats.org/drawingml/2006/main">
            <a:off x="1295400" y="40671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Courier New"/>
                <a:ea typeface="Courier New"/>
                <a:cs typeface="Courier New"/>
              </a:defRPr>
            </a:defPPr>
            <a:lvl1pPr algn="l">
              <a:defRPr sz="2100" b="0">
                <a:solidFill>
                  <a:srgbClr val="182536"/>
                </a:solidFill>
                <a:latin typeface="Courier New"/>
                <a:ea typeface="Courier New"/>
                <a:cs typeface="Courier New"/>
              </a:defRPr>
            </a:lvl1pPr>
            <a:lvl2pPr algn="l">
              <a:defRPr sz="2100" b="0">
                <a:solidFill>
                  <a:srgbClr val="182536"/>
                </a:solidFill>
                <a:latin typeface="Courier New"/>
                <a:ea typeface="Courier New"/>
                <a:cs typeface="Courier New"/>
              </a:defRPr>
            </a:lvl2pPr>
            <a:lvl3pPr algn="l">
              <a:defRPr sz="2100" b="0">
                <a:solidFill>
                  <a:srgbClr val="182536"/>
                </a:solidFill>
                <a:latin typeface="Courier New"/>
                <a:ea typeface="Courier New"/>
                <a:cs typeface="Courier New"/>
              </a:defRPr>
            </a:lvl3pPr>
            <a:lvl4pPr algn="l">
              <a:defRPr sz="2100" b="0">
                <a:solidFill>
                  <a:srgbClr val="182536"/>
                </a:solidFill>
                <a:latin typeface="Courier New"/>
                <a:ea typeface="Courier New"/>
                <a:cs typeface="Courier New"/>
              </a:defRPr>
            </a:lvl4pPr>
            <a:lvl5pPr algn="l">
              <a:defRPr sz="2100" b="0">
                <a:solidFill>
                  <a:srgbClr val="182536"/>
                </a:solidFill>
                <a:latin typeface="Courier New"/>
                <a:ea typeface="Courier New"/>
                <a:cs typeface="Courier New"/>
              </a:defRPr>
            </a:lvl5pPr>
            <a:lvl6pPr algn="l">
              <a:defRPr sz="2100" b="0">
                <a:solidFill>
                  <a:srgbClr val="182536"/>
                </a:solidFill>
                <a:latin typeface="Courier New"/>
                <a:ea typeface="Courier New"/>
                <a:cs typeface="Courier New"/>
              </a:defRPr>
            </a:lvl6pPr>
            <a:lvl7pPr algn="l">
              <a:defRPr sz="2100" b="0">
                <a:solidFill>
                  <a:srgbClr val="182536"/>
                </a:solidFill>
                <a:latin typeface="Courier New"/>
                <a:ea typeface="Courier New"/>
                <a:cs typeface="Courier New"/>
              </a:defRPr>
            </a:lvl7pPr>
            <a:lvl8pPr algn="l">
              <a:defRPr sz="2100" b="0">
                <a:solidFill>
                  <a:srgbClr val="182536"/>
                </a:solidFill>
                <a:latin typeface="Courier New"/>
                <a:ea typeface="Courier New"/>
                <a:cs typeface="Courier New"/>
              </a:defRPr>
            </a:lvl8pPr>
            <a:lvl9pPr algn="l">
              <a:defRPr sz="2100" b="0">
                <a:solidFill>
                  <a:srgbClr val="182536"/>
                </a:solidFill>
                <a:latin typeface="Courier New"/>
                <a:ea typeface="Courier New"/>
                <a:cs typeface="Courier New"/>
              </a:defRPr>
            </a:lvl9pPr>
          </a:lstStyle>
          <a:p xmlns:a="http://schemas.openxmlformats.org/drawingml/2006/main">
            <a:pPr algn="l">
              <a:defRPr sz="2100" b="0">
                <a:solidFill>
                  <a:srgbClr val="182536"/>
                </a:solidFill>
                <a:latin typeface="Courier New"/>
                <a:ea typeface="Courier New"/>
                <a:cs typeface="Courier New"/>
              </a:defRPr>
            </a:pPr>
            <a:r>
              <a:rPr sz="2100" b="0">
                <a:solidFill>
                  <a:srgbClr val="182536"/>
                </a:solidFill>
                <a:latin typeface="Courier New"/>
                <a:ea typeface="Courier New"/>
                <a:cs typeface="Courier New"/>
              </a:rPr>
              <a:t>  nrf.discovery.request AS request</a:t>
            </a:r>
          </a:p>
          <a:p xmlns:a="http://schemas.openxmlformats.org/drawingml/2006/main">
            <a:pPr algn="l">
              <a:defRPr sz="2100" b="0">
                <a:solidFill>
                  <a:srgbClr val="182536"/>
                </a:solidFill>
                <a:latin typeface="Courier New"/>
                <a:ea typeface="Courier New"/>
                <a:cs typeface="Courier New"/>
              </a:defRPr>
            </a:pPr>
            <a:r>
              <a:rPr sz="2100" b="0">
                <a:solidFill>
                  <a:srgbClr val="182536"/>
                </a:solidFill>
                <a:latin typeface="Courier New"/>
                <a:ea typeface="Courier New"/>
                <a:cs typeface="Courier New"/>
              </a:rPr>
              <a:t>  nrf.discovery.response AS response</a:t>
            </a:r>
          </a:p>
        </p:txBody>
      </p:sp>
      <p:sp>
        <p:nvSpPr>
          <p:cNvPr id="44" name="f109">
            <a:extLst xmlns:a="http://schemas.openxmlformats.org/drawingml/2006/main">
              <a:ext uri="{FF2B5EF4-FFF2-40B4-BE49-F238E27FC236}">
                <a16:creationId xmlns:a16="http://schemas.microsoft.com/office/drawing/2014/main" id="{F22D2BB2-B8F2-4549-815B-F58E06608DB4}"/>
              </a:ext>
            </a:extLst>
          </p:cNvPr>
          <p:cNvSpPr>
            <a:spLocks xmlns:a="http://schemas.openxmlformats.org/drawingml/2006/main" noGrp="1"/>
          </p:cNvSpPr>
          <p:nvPr/>
        </p:nvSpPr>
        <p:spPr>
          <a:xfrm xmlns:a="http://schemas.openxmlformats.org/drawingml/2006/main">
            <a:off x="1295400" y="47815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Courier New"/>
                <a:ea typeface="Courier New"/>
                <a:cs typeface="Courier New"/>
              </a:defRPr>
            </a:defPPr>
            <a:lvl1pPr algn="l">
              <a:defRPr sz="2400" b="1">
                <a:solidFill>
                  <a:srgbClr val="4264D0"/>
                </a:solidFill>
                <a:latin typeface="Courier New"/>
                <a:ea typeface="Courier New"/>
                <a:cs typeface="Courier New"/>
              </a:defRPr>
            </a:lvl1pPr>
            <a:lvl2pPr algn="l">
              <a:defRPr sz="2400" b="1">
                <a:solidFill>
                  <a:srgbClr val="4264D0"/>
                </a:solidFill>
                <a:latin typeface="Courier New"/>
                <a:ea typeface="Courier New"/>
                <a:cs typeface="Courier New"/>
              </a:defRPr>
            </a:lvl2pPr>
            <a:lvl3pPr algn="l">
              <a:defRPr sz="2400" b="1">
                <a:solidFill>
                  <a:srgbClr val="4264D0"/>
                </a:solidFill>
                <a:latin typeface="Courier New"/>
                <a:ea typeface="Courier New"/>
                <a:cs typeface="Courier New"/>
              </a:defRPr>
            </a:lvl3pPr>
            <a:lvl4pPr algn="l">
              <a:defRPr sz="2400" b="1">
                <a:solidFill>
                  <a:srgbClr val="4264D0"/>
                </a:solidFill>
                <a:latin typeface="Courier New"/>
                <a:ea typeface="Courier New"/>
                <a:cs typeface="Courier New"/>
              </a:defRPr>
            </a:lvl4pPr>
            <a:lvl5pPr algn="l">
              <a:defRPr sz="2400" b="1">
                <a:solidFill>
                  <a:srgbClr val="4264D0"/>
                </a:solidFill>
                <a:latin typeface="Courier New"/>
                <a:ea typeface="Courier New"/>
                <a:cs typeface="Courier New"/>
              </a:defRPr>
            </a:lvl5pPr>
            <a:lvl6pPr algn="l">
              <a:defRPr sz="2400" b="1">
                <a:solidFill>
                  <a:srgbClr val="4264D0"/>
                </a:solidFill>
                <a:latin typeface="Courier New"/>
                <a:ea typeface="Courier New"/>
                <a:cs typeface="Courier New"/>
              </a:defRPr>
            </a:lvl6pPr>
            <a:lvl7pPr algn="l">
              <a:defRPr sz="2400" b="1">
                <a:solidFill>
                  <a:srgbClr val="4264D0"/>
                </a:solidFill>
                <a:latin typeface="Courier New"/>
                <a:ea typeface="Courier New"/>
                <a:cs typeface="Courier New"/>
              </a:defRPr>
            </a:lvl7pPr>
            <a:lvl8pPr algn="l">
              <a:defRPr sz="2400" b="1">
                <a:solidFill>
                  <a:srgbClr val="4264D0"/>
                </a:solidFill>
                <a:latin typeface="Courier New"/>
                <a:ea typeface="Courier New"/>
                <a:cs typeface="Courier New"/>
              </a:defRPr>
            </a:lvl8pPr>
            <a:lvl9pPr algn="l">
              <a:defRPr sz="2400" b="1">
                <a:solidFill>
                  <a:srgbClr val="4264D0"/>
                </a:solidFill>
                <a:latin typeface="Courier New"/>
                <a:ea typeface="Courier New"/>
                <a:cs typeface="Courier New"/>
              </a:defRPr>
            </a:lvl9pPr>
          </a:lstStyle>
          <a:p xmlns:a="http://schemas.openxmlformats.org/drawingml/2006/main">
            <a:pPr algn="l">
              <a:defRPr sz="2400" b="1">
                <a:solidFill>
                  <a:srgbClr val="4264D0"/>
                </a:solidFill>
                <a:latin typeface="Courier New"/>
                <a:ea typeface="Courier New"/>
                <a:cs typeface="Courier New"/>
              </a:defRPr>
            </a:pPr>
            <a:r>
              <a:rPr sz="2400" b="1">
                <a:solidFill>
                  <a:srgbClr val="4264D0"/>
                </a:solidFill>
                <a:latin typeface="Courier New"/>
                <a:ea typeface="Courier New"/>
                <a:cs typeface="Courier New"/>
              </a:rPr>
              <a:t>}</a:t>
            </a:r>
          </a:p>
        </p:txBody>
      </p:sp>
      <p:sp>
        <p:nvSpPr>
          <p:cNvPr id="45" name="f110">
            <a:extLst xmlns:a="http://schemas.openxmlformats.org/drawingml/2006/main">
              <a:ext uri="{FF2B5EF4-FFF2-40B4-BE49-F238E27FC236}">
                <a16:creationId xmlns:a16="http://schemas.microsoft.com/office/drawing/2014/main" id="{BA91BD4F-977E-4B4D-8B22-068D6184BC8D}"/>
              </a:ext>
            </a:extLst>
          </p:cNvPr>
          <p:cNvSpPr>
            <a:spLocks xmlns:a="http://schemas.openxmlformats.org/drawingml/2006/main" noGrp="1"/>
          </p:cNvSpPr>
          <p:nvPr/>
        </p:nvSpPr>
        <p:spPr>
          <a:xfrm xmlns:a="http://schemas.openxmlformats.org/drawingml/2006/main">
            <a:off x="1295400" y="62388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Courier New"/>
                <a:ea typeface="Courier New"/>
                <a:cs typeface="Courier New"/>
              </a:defRPr>
            </a:defPPr>
            <a:lvl1pPr algn="l">
              <a:defRPr sz="2250" b="1">
                <a:solidFill>
                  <a:srgbClr val="278766"/>
                </a:solidFill>
                <a:latin typeface="Courier New"/>
                <a:ea typeface="Courier New"/>
                <a:cs typeface="Courier New"/>
              </a:defRPr>
            </a:lvl1pPr>
            <a:lvl2pPr algn="l">
              <a:defRPr sz="2250" b="1">
                <a:solidFill>
                  <a:srgbClr val="278766"/>
                </a:solidFill>
                <a:latin typeface="Courier New"/>
                <a:ea typeface="Courier New"/>
                <a:cs typeface="Courier New"/>
              </a:defRPr>
            </a:lvl2pPr>
            <a:lvl3pPr algn="l">
              <a:defRPr sz="2250" b="1">
                <a:solidFill>
                  <a:srgbClr val="278766"/>
                </a:solidFill>
                <a:latin typeface="Courier New"/>
                <a:ea typeface="Courier New"/>
                <a:cs typeface="Courier New"/>
              </a:defRPr>
            </a:lvl3pPr>
            <a:lvl4pPr algn="l">
              <a:defRPr sz="2250" b="1">
                <a:solidFill>
                  <a:srgbClr val="278766"/>
                </a:solidFill>
                <a:latin typeface="Courier New"/>
                <a:ea typeface="Courier New"/>
                <a:cs typeface="Courier New"/>
              </a:defRPr>
            </a:lvl4pPr>
            <a:lvl5pPr algn="l">
              <a:defRPr sz="2250" b="1">
                <a:solidFill>
                  <a:srgbClr val="278766"/>
                </a:solidFill>
                <a:latin typeface="Courier New"/>
                <a:ea typeface="Courier New"/>
                <a:cs typeface="Courier New"/>
              </a:defRPr>
            </a:lvl5pPr>
            <a:lvl6pPr algn="l">
              <a:defRPr sz="2250" b="1">
                <a:solidFill>
                  <a:srgbClr val="278766"/>
                </a:solidFill>
                <a:latin typeface="Courier New"/>
                <a:ea typeface="Courier New"/>
                <a:cs typeface="Courier New"/>
              </a:defRPr>
            </a:lvl6pPr>
            <a:lvl7pPr algn="l">
              <a:defRPr sz="2250" b="1">
                <a:solidFill>
                  <a:srgbClr val="278766"/>
                </a:solidFill>
                <a:latin typeface="Courier New"/>
                <a:ea typeface="Courier New"/>
                <a:cs typeface="Courier New"/>
              </a:defRPr>
            </a:lvl7pPr>
            <a:lvl8pPr algn="l">
              <a:defRPr sz="2250" b="1">
                <a:solidFill>
                  <a:srgbClr val="278766"/>
                </a:solidFill>
                <a:latin typeface="Courier New"/>
                <a:ea typeface="Courier New"/>
                <a:cs typeface="Courier New"/>
              </a:defRPr>
            </a:lvl8pPr>
            <a:lvl9pPr algn="l">
              <a:defRPr sz="2250" b="1">
                <a:solidFill>
                  <a:srgbClr val="278766"/>
                </a:solidFill>
                <a:latin typeface="Courier New"/>
                <a:ea typeface="Courier New"/>
                <a:cs typeface="Courier New"/>
              </a:defRPr>
            </a:lvl9pPr>
          </a:lstStyle>
          <a:p xmlns:a="http://schemas.openxmlformats.org/drawingml/2006/main">
            <a:pPr algn="l">
              <a:defRPr sz="2250" b="1">
                <a:solidFill>
                  <a:srgbClr val="278766"/>
                </a:solidFill>
                <a:latin typeface="Courier New"/>
                <a:ea typeface="Courier New"/>
                <a:cs typeface="Courier New"/>
              </a:defRPr>
            </a:pPr>
            <a:r>
              <a:rPr sz="2250" b="1">
                <a:solidFill>
                  <a:srgbClr val="278766"/>
                </a:solidFill>
                <a:latin typeface="Courier New"/>
                <a:ea typeface="Courier New"/>
                <a:cs typeface="Courier New"/>
              </a:rPr>
              <a:t>REQUIRE response.status == 403</a:t>
            </a:r>
          </a:p>
        </p:txBody>
      </p:sp>
      <p:sp>
        <p:nvSpPr>
          <p:cNvPr id="46" name="f111">
            <a:extLst xmlns:a="http://schemas.openxmlformats.org/drawingml/2006/main">
              <a:ext uri="{FF2B5EF4-FFF2-40B4-BE49-F238E27FC236}">
                <a16:creationId xmlns:a16="http://schemas.microsoft.com/office/drawing/2014/main" id="{AE9F9E44-3CFF-450C-9249-AFE4F2A799E0}"/>
              </a:ext>
            </a:extLst>
          </p:cNvPr>
          <p:cNvSpPr>
            <a:spLocks xmlns:a="http://schemas.openxmlformats.org/drawingml/2006/main" noGrp="1"/>
          </p:cNvSpPr>
          <p:nvPr/>
        </p:nvSpPr>
        <p:spPr>
          <a:xfrm xmlns:a="http://schemas.openxmlformats.org/drawingml/2006/main">
            <a:off x="8382000" y="43815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47" name="f112">
            <a:extLst xmlns:a="http://schemas.openxmlformats.org/drawingml/2006/main">
              <a:ext uri="{FF2B5EF4-FFF2-40B4-BE49-F238E27FC236}">
                <a16:creationId xmlns:a16="http://schemas.microsoft.com/office/drawing/2014/main" id="{E3BCF998-B8F1-473E-B419-F985EAF29FBA}"/>
              </a:ext>
            </a:extLst>
          </p:cNvPr>
          <p:cNvSpPr>
            <a:spLocks xmlns:a="http://schemas.openxmlformats.org/drawingml/2006/main" noGrp="1"/>
          </p:cNvSpPr>
          <p:nvPr/>
        </p:nvSpPr>
        <p:spPr>
          <a:xfrm xmlns:a="http://schemas.openxmlformats.org/drawingml/2006/main">
            <a:off x="8382000" y="63627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48" name="f113">
            <a:extLst xmlns:a="http://schemas.openxmlformats.org/drawingml/2006/main">
              <a:ext uri="{FF2B5EF4-FFF2-40B4-BE49-F238E27FC236}">
                <a16:creationId xmlns:a16="http://schemas.microsoft.com/office/drawing/2014/main" id="{58EE7DC9-74BC-4AAA-8FE2-843101896751}"/>
              </a:ext>
            </a:extLst>
          </p:cNvPr>
          <p:cNvSpPr>
            <a:spLocks xmlns:a="http://schemas.openxmlformats.org/drawingml/2006/main" noGrp="1"/>
          </p:cNvSpPr>
          <p:nvPr/>
        </p:nvSpPr>
        <p:spPr>
          <a:xfrm xmlns:a="http://schemas.openxmlformats.org/drawingml/2006/main">
            <a:off x="1066800" y="72390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Arial"/>
                <a:ea typeface="Arial"/>
                <a:cs typeface="Arial"/>
              </a:defRPr>
            </a:defPPr>
            <a:lvl1pPr algn="l">
              <a:defRPr sz="1725" b="0">
                <a:solidFill>
                  <a:srgbClr val="52627B"/>
                </a:solidFill>
                <a:latin typeface="Arial"/>
                <a:ea typeface="Arial"/>
                <a:cs typeface="Arial"/>
              </a:defRPr>
            </a:lvl1pPr>
            <a:lvl2pPr algn="l">
              <a:defRPr sz="1725" b="0">
                <a:solidFill>
                  <a:srgbClr val="52627B"/>
                </a:solidFill>
                <a:latin typeface="Arial"/>
                <a:ea typeface="Arial"/>
                <a:cs typeface="Arial"/>
              </a:defRPr>
            </a:lvl2pPr>
            <a:lvl3pPr algn="l">
              <a:defRPr sz="1725" b="0">
                <a:solidFill>
                  <a:srgbClr val="52627B"/>
                </a:solidFill>
                <a:latin typeface="Arial"/>
                <a:ea typeface="Arial"/>
                <a:cs typeface="Arial"/>
              </a:defRPr>
            </a:lvl3pPr>
            <a:lvl4pPr algn="l">
              <a:defRPr sz="1725" b="0">
                <a:solidFill>
                  <a:srgbClr val="52627B"/>
                </a:solidFill>
                <a:latin typeface="Arial"/>
                <a:ea typeface="Arial"/>
                <a:cs typeface="Arial"/>
              </a:defRPr>
            </a:lvl4pPr>
            <a:lvl5pPr algn="l">
              <a:defRPr sz="1725" b="0">
                <a:solidFill>
                  <a:srgbClr val="52627B"/>
                </a:solidFill>
                <a:latin typeface="Arial"/>
                <a:ea typeface="Arial"/>
                <a:cs typeface="Arial"/>
              </a:defRPr>
            </a:lvl5pPr>
            <a:lvl6pPr algn="l">
              <a:defRPr sz="1725" b="0">
                <a:solidFill>
                  <a:srgbClr val="52627B"/>
                </a:solidFill>
                <a:latin typeface="Arial"/>
                <a:ea typeface="Arial"/>
                <a:cs typeface="Arial"/>
              </a:defRPr>
            </a:lvl6pPr>
            <a:lvl7pPr algn="l">
              <a:defRPr sz="1725" b="0">
                <a:solidFill>
                  <a:srgbClr val="52627B"/>
                </a:solidFill>
                <a:latin typeface="Arial"/>
                <a:ea typeface="Arial"/>
                <a:cs typeface="Arial"/>
              </a:defRPr>
            </a:lvl7pPr>
            <a:lvl8pPr algn="l">
              <a:defRPr sz="1725" b="0">
                <a:solidFill>
                  <a:srgbClr val="52627B"/>
                </a:solidFill>
                <a:latin typeface="Arial"/>
                <a:ea typeface="Arial"/>
                <a:cs typeface="Arial"/>
              </a:defRPr>
            </a:lvl8pPr>
            <a:lvl9pPr algn="l">
              <a:defRPr sz="1725" b="0">
                <a:solidFill>
                  <a:srgbClr val="52627B"/>
                </a:solidFill>
                <a:latin typeface="Arial"/>
                <a:ea typeface="Arial"/>
                <a:cs typeface="Arial"/>
              </a:defRPr>
            </a:lvl9pPr>
          </a:lstStyle>
          <a:p xmlns:a="http://schemas.openxmlformats.org/drawingml/2006/main">
            <a:pPr algn="l">
              <a:defRPr sz="1725" b="0">
                <a:solidFill>
                  <a:srgbClr val="52627B"/>
                </a:solidFill>
                <a:latin typeface="Arial"/>
                <a:ea typeface="Arial"/>
                <a:cs typeface="Arial"/>
              </a:defRPr>
            </a:pPr>
            <a:r>
              <a:rPr sz="1725" b="0">
                <a:solidFill>
                  <a:srgbClr val="52627B"/>
                </a:solidFill>
                <a:latin typeface="Arial"/>
                <a:ea typeface="Arial"/>
                <a:cs typeface="Arial"/>
              </a:rPr>
              <a:t>Sintassi reale del progetto</a:t>
            </a:r>
          </a:p>
        </p:txBody>
      </p:sp>
      <p:sp>
        <p:nvSpPr>
          <p:cNvPr id="49" name="f114">
            <a:extLst xmlns:a="http://schemas.openxmlformats.org/drawingml/2006/main">
              <a:ext uri="{FF2B5EF4-FFF2-40B4-BE49-F238E27FC236}">
                <a16:creationId xmlns:a16="http://schemas.microsoft.com/office/drawing/2014/main" id="{0A3C4A51-F798-4A97-81DF-F342A427D593}"/>
              </a:ext>
            </a:extLst>
          </p:cNvPr>
          <p:cNvSpPr>
            <a:spLocks xmlns:a="http://schemas.openxmlformats.org/drawingml/2006/main" noGrp="1"/>
          </p:cNvSpPr>
          <p:nvPr/>
        </p:nvSpPr>
        <p:spPr>
          <a:xfrm xmlns:a="http://schemas.openxmlformats.org/drawingml/2006/main">
            <a:off x="10001250" y="38576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50" name="f115">
            <a:extLst xmlns:a="http://schemas.openxmlformats.org/drawingml/2006/main">
              <a:ext uri="{FF2B5EF4-FFF2-40B4-BE49-F238E27FC236}">
                <a16:creationId xmlns:a16="http://schemas.microsoft.com/office/drawing/2014/main" id="{DDA12ED4-BB43-463D-9576-C4ACB41B9D25}"/>
              </a:ext>
            </a:extLst>
          </p:cNvPr>
          <p:cNvSpPr>
            <a:spLocks xmlns:a="http://schemas.openxmlformats.org/drawingml/2006/main" noGrp="1"/>
          </p:cNvSpPr>
          <p:nvPr/>
        </p:nvSpPr>
        <p:spPr>
          <a:xfrm xmlns:a="http://schemas.openxmlformats.org/drawingml/2006/main">
            <a:off x="10191750" y="41052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Arial"/>
                <a:ea typeface="Arial"/>
                <a:cs typeface="Arial"/>
              </a:defRPr>
            </a:defPPr>
            <a:lvl1pPr algn="ctr">
              <a:defRPr sz="2700" b="1">
                <a:solidFill>
                  <a:srgbClr val="4264D0"/>
                </a:solidFill>
                <a:latin typeface="Arial"/>
                <a:ea typeface="Arial"/>
                <a:cs typeface="Arial"/>
              </a:defRPr>
            </a:lvl1pPr>
            <a:lvl2pPr algn="ctr">
              <a:defRPr sz="2700" b="1">
                <a:solidFill>
                  <a:srgbClr val="4264D0"/>
                </a:solidFill>
                <a:latin typeface="Arial"/>
                <a:ea typeface="Arial"/>
                <a:cs typeface="Arial"/>
              </a:defRPr>
            </a:lvl2pPr>
            <a:lvl3pPr algn="ctr">
              <a:defRPr sz="2700" b="1">
                <a:solidFill>
                  <a:srgbClr val="4264D0"/>
                </a:solidFill>
                <a:latin typeface="Arial"/>
                <a:ea typeface="Arial"/>
                <a:cs typeface="Arial"/>
              </a:defRPr>
            </a:lvl3pPr>
            <a:lvl4pPr algn="ctr">
              <a:defRPr sz="2700" b="1">
                <a:solidFill>
                  <a:srgbClr val="4264D0"/>
                </a:solidFill>
                <a:latin typeface="Arial"/>
                <a:ea typeface="Arial"/>
                <a:cs typeface="Arial"/>
              </a:defRPr>
            </a:lvl4pPr>
            <a:lvl5pPr algn="ctr">
              <a:defRPr sz="2700" b="1">
                <a:solidFill>
                  <a:srgbClr val="4264D0"/>
                </a:solidFill>
                <a:latin typeface="Arial"/>
                <a:ea typeface="Arial"/>
                <a:cs typeface="Arial"/>
              </a:defRPr>
            </a:lvl5pPr>
            <a:lvl6pPr algn="ctr">
              <a:defRPr sz="2700" b="1">
                <a:solidFill>
                  <a:srgbClr val="4264D0"/>
                </a:solidFill>
                <a:latin typeface="Arial"/>
                <a:ea typeface="Arial"/>
                <a:cs typeface="Arial"/>
              </a:defRPr>
            </a:lvl6pPr>
            <a:lvl7pPr algn="ctr">
              <a:defRPr sz="2700" b="1">
                <a:solidFill>
                  <a:srgbClr val="4264D0"/>
                </a:solidFill>
                <a:latin typeface="Arial"/>
                <a:ea typeface="Arial"/>
                <a:cs typeface="Arial"/>
              </a:defRPr>
            </a:lvl7pPr>
            <a:lvl8pPr algn="ctr">
              <a:defRPr sz="2700" b="1">
                <a:solidFill>
                  <a:srgbClr val="4264D0"/>
                </a:solidFill>
                <a:latin typeface="Arial"/>
                <a:ea typeface="Arial"/>
                <a:cs typeface="Arial"/>
              </a:defRPr>
            </a:lvl8pPr>
            <a:lvl9pPr algn="ctr">
              <a:defRPr sz="2700" b="1">
                <a:solidFill>
                  <a:srgbClr val="4264D0"/>
                </a:solidFill>
                <a:latin typeface="Arial"/>
                <a:ea typeface="Arial"/>
                <a:cs typeface="Arial"/>
              </a:defRPr>
            </a:lvl9pPr>
          </a:lstStyle>
          <a:p xmlns:a="http://schemas.openxmlformats.org/drawingml/2006/main">
            <a:pPr algn="ctr">
              <a:defRPr sz="2700" b="1">
                <a:solidFill>
                  <a:srgbClr val="4264D0"/>
                </a:solidFill>
                <a:latin typeface="Arial"/>
                <a:ea typeface="Arial"/>
                <a:cs typeface="Arial"/>
              </a:defRPr>
            </a:pPr>
            <a:r>
              <a:rPr sz="2700" b="1">
                <a:solidFill>
                  <a:srgbClr val="4264D0"/>
                </a:solidFill>
                <a:latin typeface="Arial"/>
                <a:ea typeface="Arial"/>
                <a:cs typeface="Arial"/>
              </a:rPr>
              <a:t>Quali messaggi</a:t>
            </a:r>
          </a:p>
          <a:p xmlns:a="http://schemas.openxmlformats.org/drawingml/2006/main">
            <a:pPr algn="ctr">
              <a:defRPr sz="2700" b="1">
                <a:solidFill>
                  <a:srgbClr val="4264D0"/>
                </a:solidFill>
                <a:latin typeface="Arial"/>
                <a:ea typeface="Arial"/>
                <a:cs typeface="Arial"/>
              </a:defRPr>
            </a:pPr>
            <a:r>
              <a:rPr sz="2700" b="1">
                <a:solidFill>
                  <a:srgbClr val="4264D0"/>
                </a:solidFill>
                <a:latin typeface="Arial"/>
                <a:ea typeface="Arial"/>
                <a:cs typeface="Arial"/>
              </a:rPr>
              <a:t>cercare?</a:t>
            </a:r>
          </a:p>
        </p:txBody>
      </p:sp>
      <p:sp>
        <p:nvSpPr>
          <p:cNvPr id="51" name="f116">
            <a:extLst xmlns:a="http://schemas.openxmlformats.org/drawingml/2006/main">
              <a:ext uri="{FF2B5EF4-FFF2-40B4-BE49-F238E27FC236}">
                <a16:creationId xmlns:a16="http://schemas.microsoft.com/office/drawing/2014/main" id="{C5FCEF14-1437-4F70-B8D7-27CF8B6988A5}"/>
              </a:ext>
            </a:extLst>
          </p:cNvPr>
          <p:cNvSpPr>
            <a:spLocks xmlns:a="http://schemas.openxmlformats.org/drawingml/2006/main" noGrp="1"/>
          </p:cNvSpPr>
          <p:nvPr/>
        </p:nvSpPr>
        <p:spPr>
          <a:xfrm xmlns:a="http://schemas.openxmlformats.org/drawingml/2006/main">
            <a:off x="10001250" y="58388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52" name="f117">
            <a:extLst xmlns:a="http://schemas.openxmlformats.org/drawingml/2006/main">
              <a:ext uri="{FF2B5EF4-FFF2-40B4-BE49-F238E27FC236}">
                <a16:creationId xmlns:a16="http://schemas.microsoft.com/office/drawing/2014/main" id="{64EB2740-2C1F-43C0-91C1-6B63F174F427}"/>
              </a:ext>
            </a:extLst>
          </p:cNvPr>
          <p:cNvSpPr>
            <a:spLocks xmlns:a="http://schemas.openxmlformats.org/drawingml/2006/main" noGrp="1"/>
          </p:cNvSpPr>
          <p:nvPr/>
        </p:nvSpPr>
        <p:spPr>
          <a:xfrm xmlns:a="http://schemas.openxmlformats.org/drawingml/2006/main">
            <a:off x="10191750" y="60769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Arial"/>
                <a:ea typeface="Arial"/>
                <a:cs typeface="Arial"/>
              </a:defRPr>
            </a:defPPr>
            <a:lvl1pPr algn="ctr">
              <a:defRPr sz="2700" b="1">
                <a:solidFill>
                  <a:srgbClr val="278766"/>
                </a:solidFill>
                <a:latin typeface="Arial"/>
                <a:ea typeface="Arial"/>
                <a:cs typeface="Arial"/>
              </a:defRPr>
            </a:lvl1pPr>
            <a:lvl2pPr algn="ctr">
              <a:defRPr sz="2700" b="1">
                <a:solidFill>
                  <a:srgbClr val="278766"/>
                </a:solidFill>
                <a:latin typeface="Arial"/>
                <a:ea typeface="Arial"/>
                <a:cs typeface="Arial"/>
              </a:defRPr>
            </a:lvl2pPr>
            <a:lvl3pPr algn="ctr">
              <a:defRPr sz="2700" b="1">
                <a:solidFill>
                  <a:srgbClr val="278766"/>
                </a:solidFill>
                <a:latin typeface="Arial"/>
                <a:ea typeface="Arial"/>
                <a:cs typeface="Arial"/>
              </a:defRPr>
            </a:lvl3pPr>
            <a:lvl4pPr algn="ctr">
              <a:defRPr sz="2700" b="1">
                <a:solidFill>
                  <a:srgbClr val="278766"/>
                </a:solidFill>
                <a:latin typeface="Arial"/>
                <a:ea typeface="Arial"/>
                <a:cs typeface="Arial"/>
              </a:defRPr>
            </a:lvl4pPr>
            <a:lvl5pPr algn="ctr">
              <a:defRPr sz="2700" b="1">
                <a:solidFill>
                  <a:srgbClr val="278766"/>
                </a:solidFill>
                <a:latin typeface="Arial"/>
                <a:ea typeface="Arial"/>
                <a:cs typeface="Arial"/>
              </a:defRPr>
            </a:lvl5pPr>
            <a:lvl6pPr algn="ctr">
              <a:defRPr sz="2700" b="1">
                <a:solidFill>
                  <a:srgbClr val="278766"/>
                </a:solidFill>
                <a:latin typeface="Arial"/>
                <a:ea typeface="Arial"/>
                <a:cs typeface="Arial"/>
              </a:defRPr>
            </a:lvl6pPr>
            <a:lvl7pPr algn="ctr">
              <a:defRPr sz="2700" b="1">
                <a:solidFill>
                  <a:srgbClr val="278766"/>
                </a:solidFill>
                <a:latin typeface="Arial"/>
                <a:ea typeface="Arial"/>
                <a:cs typeface="Arial"/>
              </a:defRPr>
            </a:lvl7pPr>
            <a:lvl8pPr algn="ctr">
              <a:defRPr sz="2700" b="1">
                <a:solidFill>
                  <a:srgbClr val="278766"/>
                </a:solidFill>
                <a:latin typeface="Arial"/>
                <a:ea typeface="Arial"/>
                <a:cs typeface="Arial"/>
              </a:defRPr>
            </a:lvl8pPr>
            <a:lvl9pPr algn="ctr">
              <a:defRPr sz="2700" b="1">
                <a:solidFill>
                  <a:srgbClr val="278766"/>
                </a:solidFill>
                <a:latin typeface="Arial"/>
                <a:ea typeface="Arial"/>
                <a:cs typeface="Arial"/>
              </a:defRPr>
            </a:lvl9pPr>
          </a:lstStyle>
          <a:p xmlns:a="http://schemas.openxmlformats.org/drawingml/2006/main">
            <a:pPr algn="ctr">
              <a:defRPr sz="2700" b="1">
                <a:solidFill>
                  <a:srgbClr val="278766"/>
                </a:solidFill>
                <a:latin typeface="Arial"/>
                <a:ea typeface="Arial"/>
                <a:cs typeface="Arial"/>
              </a:defRPr>
            </a:pPr>
            <a:r>
              <a:rPr sz="2700" b="1">
                <a:solidFill>
                  <a:srgbClr val="278766"/>
                </a:solidFill>
                <a:latin typeface="Arial"/>
                <a:ea typeface="Arial"/>
                <a:cs typeface="Arial"/>
              </a:rPr>
              <a:t>Quali criteri</a:t>
            </a:r>
          </a:p>
          <a:p xmlns:a="http://schemas.openxmlformats.org/drawingml/2006/main">
            <a:pPr algn="ctr">
              <a:defRPr sz="2700" b="1">
                <a:solidFill>
                  <a:srgbClr val="278766"/>
                </a:solidFill>
                <a:latin typeface="Arial"/>
                <a:ea typeface="Arial"/>
                <a:cs typeface="Arial"/>
              </a:defRPr>
            </a:pPr>
            <a:r>
              <a:rPr sz="2700" b="1">
                <a:solidFill>
                  <a:srgbClr val="278766"/>
                </a:solidFill>
                <a:latin typeface="Arial"/>
                <a:ea typeface="Arial"/>
                <a:cs typeface="Arial"/>
              </a:rPr>
              <a:t>verificare?</a:t>
            </a:r>
          </a:p>
        </p:txBody>
      </p:sp>
    </p:spTree>
    <p:extLst>
      <p:ext uri="{BB962C8B-B14F-4D97-AF65-F5344CB8AC3E}">
        <p14:creationId xmlns:p14="http://schemas.microsoft.com/office/powerpoint/2010/main" val="1981823958"/>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1" nodeType="clickEffect">
                                  <p:stCondLst>
                                    <p:cond delay="0"/>
                                  </p:stCondLst>
                                  <p:childTnLst>
                                    <p:animEffect transition="out" filter="fade">
                                      <p:cBhvr>
                                        <p:cTn id="6" dur="350" fill="hold"/>
                                        <p:tgtEl>
                                          <p:spTgt spid="4"/>
                                        </p:tgtEl>
                                      </p:cBhvr>
                                    </p:animEffect>
                                    <p:set>
                                      <p:cBhvr>
                                        <p:cTn id="7" dur="1" fill="hold">
                                          <p:stCondLst>
                                            <p:cond delay="350"/>
                                          </p:stCondLst>
                                        </p:cTn>
                                        <p:tgtEl>
                                          <p:spTgt spid="4"/>
                                        </p:tgtEl>
                                        <p:attrNameLst>
                                          <p:attrName>style.visibility</p:attrName>
                                        </p:attrNameLst>
                                      </p:cBhvr>
                                      <p:to>
                                        <p:strVal val="hidden"/>
                                      </p:to>
                                    </p:set>
                                  </p:childTnLst>
                                </p:cTn>
                              </p:par>
                              <p:par>
                                <p:cTn id="8" presetID="10" presetClass="exit" presetSubtype="0" fill="hold" grpId="1" nodeType="withEffect">
                                  <p:stCondLst>
                                    <p:cond delay="0"/>
                                  </p:stCondLst>
                                  <p:childTnLst>
                                    <p:animEffect transition="out" filter="fade">
                                      <p:cBhvr>
                                        <p:cTn id="9" dur="350" fill="hold"/>
                                        <p:tgtEl>
                                          <p:spTgt spid="7"/>
                                        </p:tgtEl>
                                      </p:cBhvr>
                                    </p:animEffect>
                                    <p:set>
                                      <p:cBhvr>
                                        <p:cTn id="10" dur="1" fill="hold">
                                          <p:stCondLst>
                                            <p:cond delay="350"/>
                                          </p:stCondLst>
                                        </p:cTn>
                                        <p:tgtEl>
                                          <p:spTgt spid="7"/>
                                        </p:tgtEl>
                                        <p:attrNameLst>
                                          <p:attrName>style.visibility</p:attrName>
                                        </p:attrNameLst>
                                      </p:cBhvr>
                                      <p:to>
                                        <p:strVal val="hidden"/>
                                      </p:to>
                                    </p:set>
                                  </p:childTnLst>
                                </p:cTn>
                              </p:par>
                              <p:par>
                                <p:cTn id="11" presetID="10" presetClass="exit" presetSubtype="0" fill="hold" grpId="1" nodeType="withEffect">
                                  <p:stCondLst>
                                    <p:cond delay="0"/>
                                  </p:stCondLst>
                                  <p:childTnLst>
                                    <p:animEffect transition="out" filter="fade">
                                      <p:cBhvr>
                                        <p:cTn id="12" dur="350" fill="hold"/>
                                        <p:tgtEl>
                                          <p:spTgt spid="8"/>
                                        </p:tgtEl>
                                      </p:cBhvr>
                                    </p:animEffect>
                                    <p:set>
                                      <p:cBhvr>
                                        <p:cTn id="13" dur="1" fill="hold">
                                          <p:stCondLst>
                                            <p:cond delay="350"/>
                                          </p:stCondLst>
                                        </p:cTn>
                                        <p:tgtEl>
                                          <p:spTgt spid="8"/>
                                        </p:tgtEl>
                                        <p:attrNameLst>
                                          <p:attrName>style.visibility</p:attrName>
                                        </p:attrNameLst>
                                      </p:cBhvr>
                                      <p:to>
                                        <p:strVal val="hidden"/>
                                      </p:to>
                                    </p:set>
                                  </p:childTnLst>
                                </p:cTn>
                              </p:par>
                              <p:par>
                                <p:cTn id="14" presetID="10" presetClass="exit" presetSubtype="0" fill="hold" grpId="1" nodeType="withEffect">
                                  <p:stCondLst>
                                    <p:cond delay="0"/>
                                  </p:stCondLst>
                                  <p:childTnLst>
                                    <p:animEffect transition="out" filter="fade">
                                      <p:cBhvr>
                                        <p:cTn id="15" dur="350" fill="hold"/>
                                        <p:tgtEl>
                                          <p:spTgt spid="9"/>
                                        </p:tgtEl>
                                      </p:cBhvr>
                                    </p:animEffect>
                                    <p:set>
                                      <p:cBhvr>
                                        <p:cTn id="16" dur="1" fill="hold">
                                          <p:stCondLst>
                                            <p:cond delay="350"/>
                                          </p:stCondLst>
                                        </p:cTn>
                                        <p:tgtEl>
                                          <p:spTgt spid="9"/>
                                        </p:tgtEl>
                                        <p:attrNameLst>
                                          <p:attrName>style.visibility</p:attrName>
                                        </p:attrNameLst>
                                      </p:cBhvr>
                                      <p:to>
                                        <p:strVal val="hidden"/>
                                      </p:to>
                                    </p:set>
                                  </p:childTnLst>
                                </p:cTn>
                              </p:par>
                              <p:par>
                                <p:cTn id="17" presetID="10" presetClass="exit" presetSubtype="0" fill="hold" grpId="1" nodeType="withEffect">
                                  <p:stCondLst>
                                    <p:cond delay="0"/>
                                  </p:stCondLst>
                                  <p:childTnLst>
                                    <p:animEffect transition="out" filter="fade">
                                      <p:cBhvr>
                                        <p:cTn id="18" dur="350" fill="hold"/>
                                        <p:tgtEl>
                                          <p:spTgt spid="10"/>
                                        </p:tgtEl>
                                      </p:cBhvr>
                                    </p:animEffect>
                                    <p:set>
                                      <p:cBhvr>
                                        <p:cTn id="19" dur="1" fill="hold">
                                          <p:stCondLst>
                                            <p:cond delay="350"/>
                                          </p:stCondLst>
                                        </p:cTn>
                                        <p:tgtEl>
                                          <p:spTgt spid="10"/>
                                        </p:tgtEl>
                                        <p:attrNameLst>
                                          <p:attrName>style.visibility</p:attrName>
                                        </p:attrNameLst>
                                      </p:cBhvr>
                                      <p:to>
                                        <p:strVal val="hidden"/>
                                      </p:to>
                                    </p:set>
                                  </p:childTnLst>
                                </p:cTn>
                              </p:par>
                              <p:par>
                                <p:cTn id="20" presetID="10" presetClass="exit" presetSubtype="0" fill="hold" grpId="1" nodeType="withEffect">
                                  <p:stCondLst>
                                    <p:cond delay="0"/>
                                  </p:stCondLst>
                                  <p:childTnLst>
                                    <p:animEffect transition="out" filter="fade">
                                      <p:cBhvr>
                                        <p:cTn id="21" dur="350" fill="hold"/>
                                        <p:tgtEl>
                                          <p:spTgt spid="11"/>
                                        </p:tgtEl>
                                      </p:cBhvr>
                                    </p:animEffect>
                                    <p:set>
                                      <p:cBhvr>
                                        <p:cTn id="22" dur="1" fill="hold">
                                          <p:stCondLst>
                                            <p:cond delay="350"/>
                                          </p:stCondLst>
                                        </p:cTn>
                                        <p:tgtEl>
                                          <p:spTgt spid="11"/>
                                        </p:tgtEl>
                                        <p:attrNameLst>
                                          <p:attrName>style.visibility</p:attrName>
                                        </p:attrNameLst>
                                      </p:cBhvr>
                                      <p:to>
                                        <p:strVal val="hidden"/>
                                      </p:to>
                                    </p:set>
                                  </p:childTnLst>
                                </p:cTn>
                              </p:par>
                              <p:par>
                                <p:cTn id="23" presetID="10" presetClass="exit" presetSubtype="0" fill="hold" grpId="1" nodeType="withEffect">
                                  <p:stCondLst>
                                    <p:cond delay="0"/>
                                  </p:stCondLst>
                                  <p:childTnLst>
                                    <p:animEffect transition="out" filter="fade">
                                      <p:cBhvr>
                                        <p:cTn id="24" dur="350" fill="hold"/>
                                        <p:tgtEl>
                                          <p:spTgt spid="12"/>
                                        </p:tgtEl>
                                      </p:cBhvr>
                                    </p:animEffect>
                                    <p:set>
                                      <p:cBhvr>
                                        <p:cTn id="25" dur="1" fill="hold">
                                          <p:stCondLst>
                                            <p:cond delay="350"/>
                                          </p:stCondLst>
                                        </p:cTn>
                                        <p:tgtEl>
                                          <p:spTgt spid="12"/>
                                        </p:tgtEl>
                                        <p:attrNameLst>
                                          <p:attrName>style.visibility</p:attrName>
                                        </p:attrNameLst>
                                      </p:cBhvr>
                                      <p:to>
                                        <p:strVal val="hidden"/>
                                      </p:to>
                                    </p:set>
                                  </p:childTnLst>
                                </p:cTn>
                              </p:par>
                              <p:par>
                                <p:cTn id="26" presetID="10" presetClass="exit" presetSubtype="0" fill="hold" grpId="1" nodeType="withEffect">
                                  <p:stCondLst>
                                    <p:cond delay="0"/>
                                  </p:stCondLst>
                                  <p:childTnLst>
                                    <p:animEffect transition="out" filter="fade">
                                      <p:cBhvr>
                                        <p:cTn id="27" dur="350" fill="hold"/>
                                        <p:tgtEl>
                                          <p:spTgt spid="13"/>
                                        </p:tgtEl>
                                      </p:cBhvr>
                                    </p:animEffect>
                                    <p:set>
                                      <p:cBhvr>
                                        <p:cTn id="28" dur="1" fill="hold">
                                          <p:stCondLst>
                                            <p:cond delay="350"/>
                                          </p:stCondLst>
                                        </p:cTn>
                                        <p:tgtEl>
                                          <p:spTgt spid="13"/>
                                        </p:tgtEl>
                                        <p:attrNameLst>
                                          <p:attrName>style.visibility</p:attrName>
                                        </p:attrNameLst>
                                      </p:cBhvr>
                                      <p:to>
                                        <p:strVal val="hidden"/>
                                      </p:to>
                                    </p:set>
                                  </p:childTnLst>
                                </p:cTn>
                              </p:par>
                              <p:par>
                                <p:cTn id="29" presetID="10" presetClass="exit" presetSubtype="0" fill="hold" grpId="1" nodeType="withEffect">
                                  <p:stCondLst>
                                    <p:cond delay="0"/>
                                  </p:stCondLst>
                                  <p:childTnLst>
                                    <p:animEffect transition="out" filter="fade">
                                      <p:cBhvr>
                                        <p:cTn id="30" dur="350" fill="hold"/>
                                        <p:tgtEl>
                                          <p:spTgt spid="14"/>
                                        </p:tgtEl>
                                      </p:cBhvr>
                                    </p:animEffect>
                                    <p:set>
                                      <p:cBhvr>
                                        <p:cTn id="31" dur="1" fill="hold">
                                          <p:stCondLst>
                                            <p:cond delay="350"/>
                                          </p:stCondLst>
                                        </p:cTn>
                                        <p:tgtEl>
                                          <p:spTgt spid="14"/>
                                        </p:tgtEl>
                                        <p:attrNameLst>
                                          <p:attrName>style.visibility</p:attrName>
                                        </p:attrNameLst>
                                      </p:cBhvr>
                                      <p:to>
                                        <p:strVal val="hidden"/>
                                      </p:to>
                                    </p:set>
                                  </p:childTnLst>
                                </p:cTn>
                              </p:par>
                              <p:par>
                                <p:cTn id="32" presetID="10" presetClass="exit" presetSubtype="0" fill="hold" grpId="1" nodeType="withEffect">
                                  <p:stCondLst>
                                    <p:cond delay="0"/>
                                  </p:stCondLst>
                                  <p:childTnLst>
                                    <p:animEffect transition="out" filter="fade">
                                      <p:cBhvr>
                                        <p:cTn id="33" dur="350" fill="hold"/>
                                        <p:tgtEl>
                                          <p:spTgt spid="15"/>
                                        </p:tgtEl>
                                      </p:cBhvr>
                                    </p:animEffect>
                                    <p:set>
                                      <p:cBhvr>
                                        <p:cTn id="34" dur="1" fill="hold">
                                          <p:stCondLst>
                                            <p:cond delay="350"/>
                                          </p:stCondLst>
                                        </p:cTn>
                                        <p:tgtEl>
                                          <p:spTgt spid="15"/>
                                        </p:tgtEl>
                                        <p:attrNameLst>
                                          <p:attrName>style.visibility</p:attrName>
                                        </p:attrNameLst>
                                      </p:cBhvr>
                                      <p:to>
                                        <p:strVal val="hidden"/>
                                      </p:to>
                                    </p:set>
                                  </p:childTnLst>
                                </p:cTn>
                              </p:par>
                              <p:par>
                                <p:cTn id="35" presetID="10" presetClass="exit" presetSubtype="0" fill="hold" grpId="1" nodeType="withEffect">
                                  <p:stCondLst>
                                    <p:cond delay="0"/>
                                  </p:stCondLst>
                                  <p:childTnLst>
                                    <p:animEffect transition="out" filter="fade">
                                      <p:cBhvr>
                                        <p:cTn id="36" dur="350" fill="hold"/>
                                        <p:tgtEl>
                                          <p:spTgt spid="16"/>
                                        </p:tgtEl>
                                      </p:cBhvr>
                                    </p:animEffect>
                                    <p:set>
                                      <p:cBhvr>
                                        <p:cTn id="37" dur="1" fill="hold">
                                          <p:stCondLst>
                                            <p:cond delay="350"/>
                                          </p:stCondLst>
                                        </p:cTn>
                                        <p:tgtEl>
                                          <p:spTgt spid="16"/>
                                        </p:tgtEl>
                                        <p:attrNameLst>
                                          <p:attrName>style.visibility</p:attrName>
                                        </p:attrNameLst>
                                      </p:cBhvr>
                                      <p:to>
                                        <p:strVal val="hidden"/>
                                      </p:to>
                                    </p:set>
                                  </p:childTnLst>
                                </p:cTn>
                              </p:par>
                              <p:par>
                                <p:cTn id="38" presetID="10" presetClass="exit" presetSubtype="0" fill="hold" grpId="1" nodeType="withEffect">
                                  <p:stCondLst>
                                    <p:cond delay="0"/>
                                  </p:stCondLst>
                                  <p:childTnLst>
                                    <p:animEffect transition="out" filter="fade">
                                      <p:cBhvr>
                                        <p:cTn id="39" dur="350" fill="hold"/>
                                        <p:tgtEl>
                                          <p:spTgt spid="17"/>
                                        </p:tgtEl>
                                      </p:cBhvr>
                                    </p:animEffect>
                                    <p:set>
                                      <p:cBhvr>
                                        <p:cTn id="40" dur="1" fill="hold">
                                          <p:stCondLst>
                                            <p:cond delay="350"/>
                                          </p:stCondLst>
                                        </p:cTn>
                                        <p:tgtEl>
                                          <p:spTgt spid="17"/>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350" fill="hold"/>
                                        <p:tgtEl>
                                          <p:spTgt spid="18"/>
                                        </p:tgtEl>
                                      </p:cBhvr>
                                    </p:animEffect>
                                    <p:set>
                                      <p:cBhvr>
                                        <p:cTn id="43" dur="1" fill="hold">
                                          <p:stCondLst>
                                            <p:cond delay="350"/>
                                          </p:stCondLst>
                                        </p:cTn>
                                        <p:tgtEl>
                                          <p:spTgt spid="18"/>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350" fill="hold"/>
                                        <p:tgtEl>
                                          <p:spTgt spid="19"/>
                                        </p:tgtEl>
                                      </p:cBhvr>
                                    </p:animEffect>
                                    <p:set>
                                      <p:cBhvr>
                                        <p:cTn id="46" dur="1" fill="hold">
                                          <p:stCondLst>
                                            <p:cond delay="350"/>
                                          </p:stCondLst>
                                        </p:cTn>
                                        <p:tgtEl>
                                          <p:spTgt spid="19"/>
                                        </p:tgtEl>
                                        <p:attrNameLst>
                                          <p:attrName>style.visibility</p:attrName>
                                        </p:attrNameLst>
                                      </p:cBhvr>
                                      <p:to>
                                        <p:strVal val="hidden"/>
                                      </p:to>
                                    </p:set>
                                  </p:childTnLst>
                                </p:cTn>
                              </p:par>
                              <p:par>
                                <p:cTn id="47" presetID="10" presetClass="exit" presetSubtype="0" fill="hold" grpId="1" nodeType="withEffect">
                                  <p:stCondLst>
                                    <p:cond delay="0"/>
                                  </p:stCondLst>
                                  <p:childTnLst>
                                    <p:animEffect transition="out" filter="fade">
                                      <p:cBhvr>
                                        <p:cTn id="48" dur="350" fill="hold"/>
                                        <p:tgtEl>
                                          <p:spTgt spid="20"/>
                                        </p:tgtEl>
                                      </p:cBhvr>
                                    </p:animEffect>
                                    <p:set>
                                      <p:cBhvr>
                                        <p:cTn id="49" dur="1" fill="hold">
                                          <p:stCondLst>
                                            <p:cond delay="350"/>
                                          </p:stCondLst>
                                        </p:cTn>
                                        <p:tgtEl>
                                          <p:spTgt spid="20"/>
                                        </p:tgtEl>
                                        <p:attrNameLst>
                                          <p:attrName>style.visibility</p:attrName>
                                        </p:attrNameLst>
                                      </p:cBhvr>
                                      <p:to>
                                        <p:strVal val="hidden"/>
                                      </p:to>
                                    </p:set>
                                  </p:childTnLst>
                                </p:cTn>
                              </p:par>
                              <p:par>
                                <p:cTn id="50" presetID="10" presetClass="exit" presetSubtype="0" fill="hold" grpId="1" nodeType="withEffect">
                                  <p:stCondLst>
                                    <p:cond delay="0"/>
                                  </p:stCondLst>
                                  <p:childTnLst>
                                    <p:animEffect transition="out" filter="fade">
                                      <p:cBhvr>
                                        <p:cTn id="51" dur="350" fill="hold"/>
                                        <p:tgtEl>
                                          <p:spTgt spid="21"/>
                                        </p:tgtEl>
                                      </p:cBhvr>
                                    </p:animEffect>
                                    <p:set>
                                      <p:cBhvr>
                                        <p:cTn id="52" dur="1" fill="hold">
                                          <p:stCondLst>
                                            <p:cond delay="350"/>
                                          </p:stCondLst>
                                        </p:cTn>
                                        <p:tgtEl>
                                          <p:spTgt spid="21"/>
                                        </p:tgtEl>
                                        <p:attrNameLst>
                                          <p:attrName>style.visibility</p:attrName>
                                        </p:attrNameLst>
                                      </p:cBhvr>
                                      <p:to>
                                        <p:strVal val="hidden"/>
                                      </p:to>
                                    </p:set>
                                  </p:childTnLst>
                                </p:cTn>
                              </p:par>
                              <p:par>
                                <p:cTn id="53" presetID="10" presetClass="entr" presetSubtype="0" fill="hold" grpId="1" nodeType="withEffect">
                                  <p:stCondLst>
                                    <p:cond delay="0"/>
                                  </p:stCondLst>
                                  <p:childTnLst>
                                    <p:animEffect transition="in" filter="fade">
                                      <p:cBhvr>
                                        <p:cTn id="54" dur="350" fill="hold"/>
                                        <p:tgtEl>
                                          <p:spTgt spid="54"/>
                                        </p:tgtEl>
                                      </p:cBhvr>
                                    </p:animEffect>
                                    <p:set>
                                      <p:cBhvr>
                                        <p:cTn id="55" dur="1" fill="hold">
                                          <p:stCondLst>
                                            <p:cond delay="0"/>
                                          </p:stCondLst>
                                        </p:cTn>
                                        <p:tgtEl>
                                          <p:spTgt spid="54"/>
                                        </p:tgtEl>
                                        <p:attrNameLst>
                                          <p:attrName>style.visibility</p:attrName>
                                        </p:attrNameLst>
                                      </p:cBhvr>
                                      <p:to>
                                        <p:strVal val="visible"/>
                                      </p:to>
                                    </p:set>
                                  </p:childTnLst>
                                </p:cTn>
                              </p:par>
                              <p:par>
                                <p:cTn id="56" presetID="10" presetClass="entr" presetSubtype="0" fill="hold" grpId="1" nodeType="withEffect">
                                  <p:stCondLst>
                                    <p:cond delay="0"/>
                                  </p:stCondLst>
                                  <p:childTnLst>
                                    <p:animEffect transition="in" filter="fade">
                                      <p:cBhvr>
                                        <p:cTn id="57" dur="350" fill="hold"/>
                                        <p:tgtEl>
                                          <p:spTgt spid="5"/>
                                        </p:tgtEl>
                                      </p:cBhvr>
                                    </p:animEffect>
                                    <p:set>
                                      <p:cBhvr>
                                        <p:cTn id="58" dur="1" fill="hold">
                                          <p:stCondLst>
                                            <p:cond delay="0"/>
                                          </p:stCondLst>
                                        </p:cTn>
                                        <p:tgtEl>
                                          <p:spTgt spid="5"/>
                                        </p:tgtEl>
                                        <p:attrNameLst>
                                          <p:attrName>style.visibility</p:attrName>
                                        </p:attrNameLst>
                                      </p:cBhvr>
                                      <p:to>
                                        <p:strVal val="visible"/>
                                      </p:to>
                                    </p:set>
                                  </p:childTnLst>
                                </p:cTn>
                              </p:par>
                              <p:par>
                                <p:cTn id="59" presetID="10" presetClass="entr" presetSubtype="0" fill="hold" grpId="1" nodeType="withEffect">
                                  <p:stCondLst>
                                    <p:cond delay="0"/>
                                  </p:stCondLst>
                                  <p:childTnLst>
                                    <p:animEffect transition="in" filter="fade">
                                      <p:cBhvr>
                                        <p:cTn id="60" dur="350" fill="hold"/>
                                        <p:tgtEl>
                                          <p:spTgt spid="22"/>
                                        </p:tgtEl>
                                      </p:cBhvr>
                                    </p:animEffect>
                                    <p:set>
                                      <p:cBhvr>
                                        <p:cTn id="61" dur="1" fill="hold">
                                          <p:stCondLst>
                                            <p:cond delay="0"/>
                                          </p:stCondLst>
                                        </p:cTn>
                                        <p:tgtEl>
                                          <p:spTgt spid="22"/>
                                        </p:tgtEl>
                                        <p:attrNameLst>
                                          <p:attrName>style.visibility</p:attrName>
                                        </p:attrNameLst>
                                      </p:cBhvr>
                                      <p:to>
                                        <p:strVal val="visible"/>
                                      </p:to>
                                    </p:set>
                                  </p:childTnLst>
                                </p:cTn>
                              </p:par>
                              <p:par>
                                <p:cTn id="62" presetID="10" presetClass="entr" presetSubtype="0" fill="hold" grpId="1" nodeType="withEffect">
                                  <p:stCondLst>
                                    <p:cond delay="0"/>
                                  </p:stCondLst>
                                  <p:childTnLst>
                                    <p:animEffect transition="in" filter="fade">
                                      <p:cBhvr>
                                        <p:cTn id="63" dur="350" fill="hold"/>
                                        <p:tgtEl>
                                          <p:spTgt spid="23"/>
                                        </p:tgtEl>
                                      </p:cBhvr>
                                    </p:animEffect>
                                    <p:set>
                                      <p:cBhvr>
                                        <p:cTn id="64" dur="1" fill="hold">
                                          <p:stCondLst>
                                            <p:cond delay="0"/>
                                          </p:stCondLst>
                                        </p:cTn>
                                        <p:tgtEl>
                                          <p:spTgt spid="23"/>
                                        </p:tgtEl>
                                        <p:attrNameLst>
                                          <p:attrName>style.visibility</p:attrName>
                                        </p:attrNameLst>
                                      </p:cBhvr>
                                      <p:to>
                                        <p:strVal val="visible"/>
                                      </p:to>
                                    </p:set>
                                  </p:childTnLst>
                                </p:cTn>
                              </p:par>
                              <p:par>
                                <p:cTn id="65" presetID="10" presetClass="entr" presetSubtype="0" fill="hold" grpId="1" nodeType="withEffect">
                                  <p:stCondLst>
                                    <p:cond delay="0"/>
                                  </p:stCondLst>
                                  <p:childTnLst>
                                    <p:animEffect transition="in" filter="fade">
                                      <p:cBhvr>
                                        <p:cTn id="66" dur="350" fill="hold"/>
                                        <p:tgtEl>
                                          <p:spTgt spid="24"/>
                                        </p:tgtEl>
                                      </p:cBhvr>
                                    </p:animEffect>
                                    <p:set>
                                      <p:cBhvr>
                                        <p:cTn id="67" dur="1" fill="hold">
                                          <p:stCondLst>
                                            <p:cond delay="0"/>
                                          </p:stCondLst>
                                        </p:cTn>
                                        <p:tgtEl>
                                          <p:spTgt spid="24"/>
                                        </p:tgtEl>
                                        <p:attrNameLst>
                                          <p:attrName>style.visibility</p:attrName>
                                        </p:attrNameLst>
                                      </p:cBhvr>
                                      <p:to>
                                        <p:strVal val="visible"/>
                                      </p:to>
                                    </p:set>
                                  </p:childTnLst>
                                </p:cTn>
                              </p:par>
                              <p:par>
                                <p:cTn id="68" presetID="10" presetClass="entr" presetSubtype="0" fill="hold" grpId="1" nodeType="withEffect">
                                  <p:stCondLst>
                                    <p:cond delay="0"/>
                                  </p:stCondLst>
                                  <p:childTnLst>
                                    <p:animEffect transition="in" filter="fade">
                                      <p:cBhvr>
                                        <p:cTn id="69" dur="350" fill="hold"/>
                                        <p:tgtEl>
                                          <p:spTgt spid="25"/>
                                        </p:tgtEl>
                                      </p:cBhvr>
                                    </p:animEffect>
                                    <p:set>
                                      <p:cBhvr>
                                        <p:cTn id="70" dur="1" fill="hold">
                                          <p:stCondLst>
                                            <p:cond delay="0"/>
                                          </p:stCondLst>
                                        </p:cTn>
                                        <p:tgtEl>
                                          <p:spTgt spid="25"/>
                                        </p:tgtEl>
                                        <p:attrNameLst>
                                          <p:attrName>style.visibility</p:attrName>
                                        </p:attrNameLst>
                                      </p:cBhvr>
                                      <p:to>
                                        <p:strVal val="visible"/>
                                      </p:to>
                                    </p:set>
                                  </p:childTnLst>
                                </p:cTn>
                              </p:par>
                              <p:par>
                                <p:cTn id="71" presetID="10" presetClass="entr" presetSubtype="0" fill="hold" grpId="1" nodeType="withEffect">
                                  <p:stCondLst>
                                    <p:cond delay="0"/>
                                  </p:stCondLst>
                                  <p:childTnLst>
                                    <p:animEffect transition="in" filter="fade">
                                      <p:cBhvr>
                                        <p:cTn id="72" dur="350" fill="hold"/>
                                        <p:tgtEl>
                                          <p:spTgt spid="26"/>
                                        </p:tgtEl>
                                      </p:cBhvr>
                                    </p:animEffect>
                                    <p:set>
                                      <p:cBhvr>
                                        <p:cTn id="73" dur="1" fill="hold">
                                          <p:stCondLst>
                                            <p:cond delay="0"/>
                                          </p:stCondLst>
                                        </p:cTn>
                                        <p:tgtEl>
                                          <p:spTgt spid="26"/>
                                        </p:tgtEl>
                                        <p:attrNameLst>
                                          <p:attrName>style.visibility</p:attrName>
                                        </p:attrNameLst>
                                      </p:cBhvr>
                                      <p:to>
                                        <p:strVal val="visible"/>
                                      </p:to>
                                    </p:set>
                                  </p:childTnLst>
                                </p:cTn>
                              </p:par>
                              <p:par>
                                <p:cTn id="74" presetID="10" presetClass="entr" presetSubtype="0" fill="hold" grpId="1" nodeType="withEffect">
                                  <p:stCondLst>
                                    <p:cond delay="0"/>
                                  </p:stCondLst>
                                  <p:childTnLst>
                                    <p:animEffect transition="in" filter="fade">
                                      <p:cBhvr>
                                        <p:cTn id="75" dur="350" fill="hold"/>
                                        <p:tgtEl>
                                          <p:spTgt spid="27"/>
                                        </p:tgtEl>
                                      </p:cBhvr>
                                    </p:animEffect>
                                    <p:set>
                                      <p:cBhvr>
                                        <p:cTn id="76" dur="1" fill="hold">
                                          <p:stCondLst>
                                            <p:cond delay="0"/>
                                          </p:stCondLst>
                                        </p:cTn>
                                        <p:tgtEl>
                                          <p:spTgt spid="27"/>
                                        </p:tgtEl>
                                        <p:attrNameLst>
                                          <p:attrName>style.visibility</p:attrName>
                                        </p:attrNameLst>
                                      </p:cBhvr>
                                      <p:to>
                                        <p:strVal val="visible"/>
                                      </p:to>
                                    </p:set>
                                  </p:childTnLst>
                                </p:cTn>
                              </p:par>
                              <p:par>
                                <p:cTn id="77" presetID="10" presetClass="entr" presetSubtype="0" fill="hold" grpId="1" nodeType="withEffect">
                                  <p:stCondLst>
                                    <p:cond delay="0"/>
                                  </p:stCondLst>
                                  <p:childTnLst>
                                    <p:animEffect transition="in" filter="fade">
                                      <p:cBhvr>
                                        <p:cTn id="78" dur="350" fill="hold"/>
                                        <p:tgtEl>
                                          <p:spTgt spid="28"/>
                                        </p:tgtEl>
                                      </p:cBhvr>
                                    </p:animEffect>
                                    <p:set>
                                      <p:cBhvr>
                                        <p:cTn id="79" dur="1" fill="hold">
                                          <p:stCondLst>
                                            <p:cond delay="0"/>
                                          </p:stCondLst>
                                        </p:cTn>
                                        <p:tgtEl>
                                          <p:spTgt spid="28"/>
                                        </p:tgtEl>
                                        <p:attrNameLst>
                                          <p:attrName>style.visibility</p:attrName>
                                        </p:attrNameLst>
                                      </p:cBhvr>
                                      <p:to>
                                        <p:strVal val="visible"/>
                                      </p:to>
                                    </p:set>
                                  </p:childTnLst>
                                </p:cTn>
                              </p:par>
                              <p:par>
                                <p:cTn id="80" presetID="10" presetClass="entr" presetSubtype="0" fill="hold" grpId="1" nodeType="withEffect">
                                  <p:stCondLst>
                                    <p:cond delay="0"/>
                                  </p:stCondLst>
                                  <p:childTnLst>
                                    <p:animEffect transition="in" filter="fade">
                                      <p:cBhvr>
                                        <p:cTn id="81" dur="350" fill="hold"/>
                                        <p:tgtEl>
                                          <p:spTgt spid="29"/>
                                        </p:tgtEl>
                                      </p:cBhvr>
                                    </p:animEffect>
                                    <p:set>
                                      <p:cBhvr>
                                        <p:cTn id="82" dur="1" fill="hold">
                                          <p:stCondLst>
                                            <p:cond delay="0"/>
                                          </p:stCondLst>
                                        </p:cTn>
                                        <p:tgtEl>
                                          <p:spTgt spid="29"/>
                                        </p:tgtEl>
                                        <p:attrNameLst>
                                          <p:attrName>style.visibility</p:attrName>
                                        </p:attrNameLst>
                                      </p:cBhvr>
                                      <p:to>
                                        <p:strVal val="visible"/>
                                      </p:to>
                                    </p:set>
                                  </p:childTnLst>
                                </p:cTn>
                              </p:par>
                              <p:par>
                                <p:cTn id="83" presetID="10" presetClass="entr" presetSubtype="0" fill="hold" grpId="1" nodeType="withEffect">
                                  <p:stCondLst>
                                    <p:cond delay="0"/>
                                  </p:stCondLst>
                                  <p:childTnLst>
                                    <p:animEffect transition="in" filter="fade">
                                      <p:cBhvr>
                                        <p:cTn id="84" dur="350" fill="hold"/>
                                        <p:tgtEl>
                                          <p:spTgt spid="30"/>
                                        </p:tgtEl>
                                      </p:cBhvr>
                                    </p:animEffect>
                                    <p:set>
                                      <p:cBhvr>
                                        <p:cTn id="85" dur="1" fill="hold">
                                          <p:stCondLst>
                                            <p:cond delay="0"/>
                                          </p:stCondLst>
                                        </p:cTn>
                                        <p:tgtEl>
                                          <p:spTgt spid="30"/>
                                        </p:tgtEl>
                                        <p:attrNameLst>
                                          <p:attrName>style.visibility</p:attrName>
                                        </p:attrNameLst>
                                      </p:cBhvr>
                                      <p:to>
                                        <p:strVal val="visible"/>
                                      </p:to>
                                    </p:set>
                                  </p:childTnLst>
                                </p:cTn>
                              </p:par>
                              <p:par>
                                <p:cTn id="86" presetID="10" presetClass="entr" presetSubtype="0" fill="hold" grpId="1" nodeType="withEffect">
                                  <p:stCondLst>
                                    <p:cond delay="0"/>
                                  </p:stCondLst>
                                  <p:childTnLst>
                                    <p:animEffect transition="in" filter="fade">
                                      <p:cBhvr>
                                        <p:cTn id="87" dur="350" fill="hold"/>
                                        <p:tgtEl>
                                          <p:spTgt spid="31"/>
                                        </p:tgtEl>
                                      </p:cBhvr>
                                    </p:animEffect>
                                    <p:set>
                                      <p:cBhvr>
                                        <p:cTn id="88" dur="1" fill="hold">
                                          <p:stCondLst>
                                            <p:cond delay="0"/>
                                          </p:stCondLst>
                                        </p:cTn>
                                        <p:tgtEl>
                                          <p:spTgt spid="31"/>
                                        </p:tgtEl>
                                        <p:attrNameLst>
                                          <p:attrName>style.visibility</p:attrName>
                                        </p:attrNameLst>
                                      </p:cBhvr>
                                      <p:to>
                                        <p:strVal val="visible"/>
                                      </p:to>
                                    </p:set>
                                  </p:childTnLst>
                                </p:cTn>
                              </p:par>
                              <p:par>
                                <p:cTn id="89" presetID="10" presetClass="entr" presetSubtype="0" fill="hold" grpId="1" nodeType="withEffect">
                                  <p:stCondLst>
                                    <p:cond delay="0"/>
                                  </p:stCondLst>
                                  <p:childTnLst>
                                    <p:animEffect transition="in" filter="fade">
                                      <p:cBhvr>
                                        <p:cTn id="90" dur="350" fill="hold"/>
                                        <p:tgtEl>
                                          <p:spTgt spid="32"/>
                                        </p:tgtEl>
                                      </p:cBhvr>
                                    </p:animEffect>
                                    <p:set>
                                      <p:cBhvr>
                                        <p:cTn id="91" dur="1" fill="hold">
                                          <p:stCondLst>
                                            <p:cond delay="0"/>
                                          </p:stCondLst>
                                        </p:cTn>
                                        <p:tgtEl>
                                          <p:spTgt spid="32"/>
                                        </p:tgtEl>
                                        <p:attrNameLst>
                                          <p:attrName>style.visibility</p:attrName>
                                        </p:attrNameLst>
                                      </p:cBhvr>
                                      <p:to>
                                        <p:strVal val="visible"/>
                                      </p:to>
                                    </p:set>
                                  </p:childTnLst>
                                </p:cTn>
                              </p:par>
                              <p:par>
                                <p:cTn id="92" presetID="10" presetClass="entr" presetSubtype="0" fill="hold" grpId="1" nodeType="withEffect">
                                  <p:stCondLst>
                                    <p:cond delay="0"/>
                                  </p:stCondLst>
                                  <p:childTnLst>
                                    <p:animEffect transition="in" filter="fade">
                                      <p:cBhvr>
                                        <p:cTn id="93" dur="350" fill="hold"/>
                                        <p:tgtEl>
                                          <p:spTgt spid="33"/>
                                        </p:tgtEl>
                                      </p:cBhvr>
                                    </p:animEffect>
                                    <p:set>
                                      <p:cBhvr>
                                        <p:cTn id="94" dur="1" fill="hold">
                                          <p:stCondLst>
                                            <p:cond delay="0"/>
                                          </p:stCondLst>
                                        </p:cTn>
                                        <p:tgtEl>
                                          <p:spTgt spid="33"/>
                                        </p:tgtEl>
                                        <p:attrNameLst>
                                          <p:attrName>style.visibility</p:attrName>
                                        </p:attrNameLst>
                                      </p:cBhvr>
                                      <p:to>
                                        <p:strVal val="visible"/>
                                      </p:to>
                                    </p:set>
                                  </p:childTnLst>
                                </p:cTn>
                              </p:par>
                              <p:par>
                                <p:cTn id="95" presetID="10" presetClass="entr" presetSubtype="0" fill="hold" grpId="1" nodeType="withEffect">
                                  <p:stCondLst>
                                    <p:cond delay="0"/>
                                  </p:stCondLst>
                                  <p:childTnLst>
                                    <p:animEffect transition="in" filter="fade">
                                      <p:cBhvr>
                                        <p:cTn id="96" dur="350" fill="hold"/>
                                        <p:tgtEl>
                                          <p:spTgt spid="34"/>
                                        </p:tgtEl>
                                      </p:cBhvr>
                                    </p:animEffect>
                                    <p:set>
                                      <p:cBhvr>
                                        <p:cTn id="97" dur="1" fill="hold">
                                          <p:stCondLst>
                                            <p:cond delay="0"/>
                                          </p:stCondLst>
                                        </p:cTn>
                                        <p:tgtEl>
                                          <p:spTgt spid="34"/>
                                        </p:tgtEl>
                                        <p:attrNameLst>
                                          <p:attrName>style.visibility</p:attrName>
                                        </p:attrNameLst>
                                      </p:cBhvr>
                                      <p:to>
                                        <p:strVal val="visible"/>
                                      </p:to>
                                    </p:set>
                                  </p:childTnLst>
                                </p:cTn>
                              </p:par>
                              <p:par>
                                <p:cTn id="98" presetID="10" presetClass="entr" presetSubtype="0" fill="hold" grpId="1" nodeType="withEffect">
                                  <p:stCondLst>
                                    <p:cond delay="0"/>
                                  </p:stCondLst>
                                  <p:childTnLst>
                                    <p:animEffect transition="in" filter="fade">
                                      <p:cBhvr>
                                        <p:cTn id="99" dur="350" fill="hold"/>
                                        <p:tgtEl>
                                          <p:spTgt spid="35"/>
                                        </p:tgtEl>
                                      </p:cBhvr>
                                    </p:animEffect>
                                    <p:set>
                                      <p:cBhvr>
                                        <p:cTn id="100" dur="1" fill="hold">
                                          <p:stCondLst>
                                            <p:cond delay="0"/>
                                          </p:stCondLst>
                                        </p:cTn>
                                        <p:tgtEl>
                                          <p:spTgt spid="35"/>
                                        </p:tgtEl>
                                        <p:attrNameLst>
                                          <p:attrName>style.visibility</p:attrName>
                                        </p:attrNameLst>
                                      </p:cBhvr>
                                      <p:to>
                                        <p:strVal val="visible"/>
                                      </p:to>
                                    </p:set>
                                  </p:childTnLst>
                                </p:cTn>
                              </p:par>
                              <p:par>
                                <p:cTn id="101" presetID="10" presetClass="entr" presetSubtype="0" fill="hold" grpId="1" nodeType="withEffect">
                                  <p:stCondLst>
                                    <p:cond delay="0"/>
                                  </p:stCondLst>
                                  <p:childTnLst>
                                    <p:animEffect transition="in" filter="fade">
                                      <p:cBhvr>
                                        <p:cTn id="102" dur="350" fill="hold"/>
                                        <p:tgtEl>
                                          <p:spTgt spid="36"/>
                                        </p:tgtEl>
                                      </p:cBhvr>
                                    </p:animEffect>
                                    <p:set>
                                      <p:cBhvr>
                                        <p:cTn id="103" dur="1" fill="hold">
                                          <p:stCondLst>
                                            <p:cond delay="0"/>
                                          </p:stCondLst>
                                        </p:cTn>
                                        <p:tgtEl>
                                          <p:spTgt spid="36"/>
                                        </p:tgtEl>
                                        <p:attrNameLst>
                                          <p:attrName>style.visibility</p:attrName>
                                        </p:attrNameLst>
                                      </p:cBhvr>
                                      <p:to>
                                        <p:strVal val="visible"/>
                                      </p:to>
                                    </p:set>
                                  </p:childTnLst>
                                </p:cTn>
                              </p:par>
                              <p:par>
                                <p:cTn id="104" presetID="10" presetClass="entr" presetSubtype="0" fill="hold" grpId="1" nodeType="withEffect">
                                  <p:stCondLst>
                                    <p:cond delay="0"/>
                                  </p:stCondLst>
                                  <p:childTnLst>
                                    <p:animEffect transition="in" filter="fade">
                                      <p:cBhvr>
                                        <p:cTn id="105" dur="350" fill="hold"/>
                                        <p:tgtEl>
                                          <p:spTgt spid="37"/>
                                        </p:tgtEl>
                                      </p:cBhvr>
                                    </p:animEffect>
                                    <p:set>
                                      <p:cBhvr>
                                        <p:cTn id="106" dur="1" fill="hold">
                                          <p:stCondLst>
                                            <p:cond delay="0"/>
                                          </p:stCondLst>
                                        </p:cTn>
                                        <p:tgtEl>
                                          <p:spTgt spid="37"/>
                                        </p:tgtEl>
                                        <p:attrNameLst>
                                          <p:attrName>style.visibility</p:attrName>
                                        </p:attrNameLst>
                                      </p:cBhvr>
                                      <p:to>
                                        <p:strVal val="visible"/>
                                      </p:to>
                                    </p:set>
                                  </p:childTnLst>
                                </p:cTn>
                              </p:par>
                              <p:par>
                                <p:cTn id="107" presetID="10" presetClass="entr" presetSubtype="0" fill="hold" grpId="1" nodeType="withEffect">
                                  <p:stCondLst>
                                    <p:cond delay="0"/>
                                  </p:stCondLst>
                                  <p:childTnLst>
                                    <p:animEffect transition="in" filter="fade">
                                      <p:cBhvr>
                                        <p:cTn id="108" dur="350" fill="hold"/>
                                        <p:tgtEl>
                                          <p:spTgt spid="38"/>
                                        </p:tgtEl>
                                      </p:cBhvr>
                                    </p:animEffect>
                                    <p:set>
                                      <p:cBhvr>
                                        <p:cTn id="109" dur="1" fill="hold">
                                          <p:stCondLst>
                                            <p:cond delay="0"/>
                                          </p:stCondLst>
                                        </p:cTn>
                                        <p:tgtEl>
                                          <p:spTgt spid="38"/>
                                        </p:tgtEl>
                                        <p:attrNameLst>
                                          <p:attrName>style.visibility</p:attrName>
                                        </p:attrNameLst>
                                      </p:cBhvr>
                                      <p:to>
                                        <p:strVal val="visible"/>
                                      </p:to>
                                    </p:set>
                                  </p:childTnLst>
                                </p:cTn>
                              </p:par>
                              <p:par>
                                <p:cTn id="110" presetID="10" presetClass="entr" presetSubtype="0" fill="hold" grpId="1" nodeType="withEffect">
                                  <p:stCondLst>
                                    <p:cond delay="0"/>
                                  </p:stCondLst>
                                  <p:childTnLst>
                                    <p:animEffect transition="in" filter="fade">
                                      <p:cBhvr>
                                        <p:cTn id="111" dur="350" fill="hold"/>
                                        <p:tgtEl>
                                          <p:spTgt spid="39"/>
                                        </p:tgtEl>
                                      </p:cBhvr>
                                    </p:animEffect>
                                    <p:set>
                                      <p:cBhvr>
                                        <p:cTn id="112" dur="1" fill="hold">
                                          <p:stCondLst>
                                            <p:cond delay="0"/>
                                          </p:stCondLst>
                                        </p:cTn>
                                        <p:tgtEl>
                                          <p:spTgt spid="39"/>
                                        </p:tgtEl>
                                        <p:attrNameLst>
                                          <p:attrName>style.visibility</p:attrName>
                                        </p:attrNameLst>
                                      </p:cBhvr>
                                      <p:to>
                                        <p:strVal val="visible"/>
                                      </p:to>
                                    </p:set>
                                  </p:childTnLst>
                                </p:cTn>
                              </p:par>
                              <p:par>
                                <p:cTn id="113" presetID="10" presetClass="entr" presetSubtype="0" fill="hold" grpId="1" nodeType="withEffect">
                                  <p:stCondLst>
                                    <p:cond delay="0"/>
                                  </p:stCondLst>
                                  <p:childTnLst>
                                    <p:animEffect transition="in" filter="fade">
                                      <p:cBhvr>
                                        <p:cTn id="114" dur="350" fill="hold"/>
                                        <p:tgtEl>
                                          <p:spTgt spid="49"/>
                                        </p:tgtEl>
                                      </p:cBhvr>
                                    </p:animEffect>
                                    <p:set>
                                      <p:cBhvr>
                                        <p:cTn id="115" dur="1" fill="hold">
                                          <p:stCondLst>
                                            <p:cond delay="0"/>
                                          </p:stCondLst>
                                        </p:cTn>
                                        <p:tgtEl>
                                          <p:spTgt spid="49"/>
                                        </p:tgtEl>
                                        <p:attrNameLst>
                                          <p:attrName>style.visibility</p:attrName>
                                        </p:attrNameLst>
                                      </p:cBhvr>
                                      <p:to>
                                        <p:strVal val="visible"/>
                                      </p:to>
                                    </p:set>
                                  </p:childTnLst>
                                </p:cTn>
                              </p:par>
                              <p:par>
                                <p:cTn id="116" presetID="10" presetClass="entr" presetSubtype="0" fill="hold" grpId="1" nodeType="withEffect">
                                  <p:stCondLst>
                                    <p:cond delay="0"/>
                                  </p:stCondLst>
                                  <p:childTnLst>
                                    <p:animEffect transition="in" filter="fade">
                                      <p:cBhvr>
                                        <p:cTn id="117" dur="350" fill="hold"/>
                                        <p:tgtEl>
                                          <p:spTgt spid="50"/>
                                        </p:tgtEl>
                                      </p:cBhvr>
                                    </p:animEffect>
                                    <p:set>
                                      <p:cBhvr>
                                        <p:cTn id="118" dur="1" fill="hold">
                                          <p:stCondLst>
                                            <p:cond delay="0"/>
                                          </p:stCondLst>
                                        </p:cTn>
                                        <p:tgtEl>
                                          <p:spTgt spid="50"/>
                                        </p:tgtEl>
                                        <p:attrNameLst>
                                          <p:attrName>style.visibility</p:attrName>
                                        </p:attrNameLst>
                                      </p:cBhvr>
                                      <p:to>
                                        <p:strVal val="visible"/>
                                      </p:to>
                                    </p:set>
                                  </p:childTnLst>
                                </p:cTn>
                              </p:par>
                              <p:par>
                                <p:cTn id="119" presetID="10" presetClass="entr" presetSubtype="0" fill="hold" grpId="1" nodeType="withEffect">
                                  <p:stCondLst>
                                    <p:cond delay="0"/>
                                  </p:stCondLst>
                                  <p:childTnLst>
                                    <p:animEffect transition="in" filter="fade">
                                      <p:cBhvr>
                                        <p:cTn id="120" dur="350" fill="hold"/>
                                        <p:tgtEl>
                                          <p:spTgt spid="51"/>
                                        </p:tgtEl>
                                      </p:cBhvr>
                                    </p:animEffect>
                                    <p:set>
                                      <p:cBhvr>
                                        <p:cTn id="121" dur="1" fill="hold">
                                          <p:stCondLst>
                                            <p:cond delay="0"/>
                                          </p:stCondLst>
                                        </p:cTn>
                                        <p:tgtEl>
                                          <p:spTgt spid="51"/>
                                        </p:tgtEl>
                                        <p:attrNameLst>
                                          <p:attrName>style.visibility</p:attrName>
                                        </p:attrNameLst>
                                      </p:cBhvr>
                                      <p:to>
                                        <p:strVal val="visible"/>
                                      </p:to>
                                    </p:set>
                                  </p:childTnLst>
                                </p:cTn>
                              </p:par>
                              <p:par>
                                <p:cTn id="122" presetID="10" presetClass="entr" presetSubtype="0" fill="hold" grpId="1" nodeType="withEffect">
                                  <p:stCondLst>
                                    <p:cond delay="0"/>
                                  </p:stCondLst>
                                  <p:childTnLst>
                                    <p:animEffect transition="in" filter="fade">
                                      <p:cBhvr>
                                        <p:cTn id="123" dur="350" fill="hold"/>
                                        <p:tgtEl>
                                          <p:spTgt spid="52"/>
                                        </p:tgtEl>
                                      </p:cBhvr>
                                    </p:animEffect>
                                    <p:set>
                                      <p:cBhvr>
                                        <p:cTn id="124" dur="1" fill="hold">
                                          <p:stCondLst>
                                            <p:cond delay="0"/>
                                          </p:stCondLst>
                                        </p:cTn>
                                        <p:tgtEl>
                                          <p:spTgt spid="52"/>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0" presetClass="exit" presetSubtype="0" fill="hold" grpId="2" nodeType="clickEffect">
                                  <p:stCondLst>
                                    <p:cond delay="0"/>
                                  </p:stCondLst>
                                  <p:childTnLst>
                                    <p:animEffect transition="out" filter="fade">
                                      <p:cBhvr>
                                        <p:cTn id="128" dur="350" fill="hold"/>
                                        <p:tgtEl>
                                          <p:spTgt spid="54"/>
                                        </p:tgtEl>
                                      </p:cBhvr>
                                    </p:animEffect>
                                    <p:set>
                                      <p:cBhvr>
                                        <p:cTn id="129" dur="1" fill="hold">
                                          <p:stCondLst>
                                            <p:cond delay="350"/>
                                          </p:stCondLst>
                                        </p:cTn>
                                        <p:tgtEl>
                                          <p:spTgt spid="54"/>
                                        </p:tgtEl>
                                        <p:attrNameLst>
                                          <p:attrName>style.visibility</p:attrName>
                                        </p:attrNameLst>
                                      </p:cBhvr>
                                      <p:to>
                                        <p:strVal val="hidden"/>
                                      </p:to>
                                    </p:set>
                                  </p:childTnLst>
                                </p:cTn>
                              </p:par>
                              <p:par>
                                <p:cTn id="130" presetID="10" presetClass="exit" presetSubtype="0" fill="hold" grpId="2" nodeType="withEffect">
                                  <p:stCondLst>
                                    <p:cond delay="0"/>
                                  </p:stCondLst>
                                  <p:childTnLst>
                                    <p:animEffect transition="out" filter="fade">
                                      <p:cBhvr>
                                        <p:cTn id="131" dur="350" fill="hold"/>
                                        <p:tgtEl>
                                          <p:spTgt spid="5"/>
                                        </p:tgtEl>
                                      </p:cBhvr>
                                    </p:animEffect>
                                    <p:set>
                                      <p:cBhvr>
                                        <p:cTn id="132" dur="1" fill="hold">
                                          <p:stCondLst>
                                            <p:cond delay="350"/>
                                          </p:stCondLst>
                                        </p:cTn>
                                        <p:tgtEl>
                                          <p:spTgt spid="5"/>
                                        </p:tgtEl>
                                        <p:attrNameLst>
                                          <p:attrName>style.visibility</p:attrName>
                                        </p:attrNameLst>
                                      </p:cBhvr>
                                      <p:to>
                                        <p:strVal val="hidden"/>
                                      </p:to>
                                    </p:set>
                                  </p:childTnLst>
                                </p:cTn>
                              </p:par>
                              <p:par>
                                <p:cTn id="133" presetID="10" presetClass="exit" presetSubtype="0" fill="hold" grpId="2" nodeType="withEffect">
                                  <p:stCondLst>
                                    <p:cond delay="0"/>
                                  </p:stCondLst>
                                  <p:childTnLst>
                                    <p:animEffect transition="out" filter="fade">
                                      <p:cBhvr>
                                        <p:cTn id="134" dur="350" fill="hold"/>
                                        <p:tgtEl>
                                          <p:spTgt spid="22"/>
                                        </p:tgtEl>
                                      </p:cBhvr>
                                    </p:animEffect>
                                    <p:set>
                                      <p:cBhvr>
                                        <p:cTn id="135" dur="1" fill="hold">
                                          <p:stCondLst>
                                            <p:cond delay="350"/>
                                          </p:stCondLst>
                                        </p:cTn>
                                        <p:tgtEl>
                                          <p:spTgt spid="22"/>
                                        </p:tgtEl>
                                        <p:attrNameLst>
                                          <p:attrName>style.visibility</p:attrName>
                                        </p:attrNameLst>
                                      </p:cBhvr>
                                      <p:to>
                                        <p:strVal val="hidden"/>
                                      </p:to>
                                    </p:set>
                                  </p:childTnLst>
                                </p:cTn>
                              </p:par>
                              <p:par>
                                <p:cTn id="136" presetID="10" presetClass="exit" presetSubtype="0" fill="hold" grpId="2" nodeType="withEffect">
                                  <p:stCondLst>
                                    <p:cond delay="0"/>
                                  </p:stCondLst>
                                  <p:childTnLst>
                                    <p:animEffect transition="out" filter="fade">
                                      <p:cBhvr>
                                        <p:cTn id="137" dur="350" fill="hold"/>
                                        <p:tgtEl>
                                          <p:spTgt spid="23"/>
                                        </p:tgtEl>
                                      </p:cBhvr>
                                    </p:animEffect>
                                    <p:set>
                                      <p:cBhvr>
                                        <p:cTn id="138" dur="1" fill="hold">
                                          <p:stCondLst>
                                            <p:cond delay="350"/>
                                          </p:stCondLst>
                                        </p:cTn>
                                        <p:tgtEl>
                                          <p:spTgt spid="23"/>
                                        </p:tgtEl>
                                        <p:attrNameLst>
                                          <p:attrName>style.visibility</p:attrName>
                                        </p:attrNameLst>
                                      </p:cBhvr>
                                      <p:to>
                                        <p:strVal val="hidden"/>
                                      </p:to>
                                    </p:set>
                                  </p:childTnLst>
                                </p:cTn>
                              </p:par>
                              <p:par>
                                <p:cTn id="139" presetID="10" presetClass="exit" presetSubtype="0" fill="hold" grpId="2" nodeType="withEffect">
                                  <p:stCondLst>
                                    <p:cond delay="0"/>
                                  </p:stCondLst>
                                  <p:childTnLst>
                                    <p:animEffect transition="out" filter="fade">
                                      <p:cBhvr>
                                        <p:cTn id="140" dur="350" fill="hold"/>
                                        <p:tgtEl>
                                          <p:spTgt spid="24"/>
                                        </p:tgtEl>
                                      </p:cBhvr>
                                    </p:animEffect>
                                    <p:set>
                                      <p:cBhvr>
                                        <p:cTn id="141" dur="1" fill="hold">
                                          <p:stCondLst>
                                            <p:cond delay="350"/>
                                          </p:stCondLst>
                                        </p:cTn>
                                        <p:tgtEl>
                                          <p:spTgt spid="24"/>
                                        </p:tgtEl>
                                        <p:attrNameLst>
                                          <p:attrName>style.visibility</p:attrName>
                                        </p:attrNameLst>
                                      </p:cBhvr>
                                      <p:to>
                                        <p:strVal val="hidden"/>
                                      </p:to>
                                    </p:set>
                                  </p:childTnLst>
                                </p:cTn>
                              </p:par>
                              <p:par>
                                <p:cTn id="142" presetID="10" presetClass="exit" presetSubtype="0" fill="hold" grpId="2" nodeType="withEffect">
                                  <p:stCondLst>
                                    <p:cond delay="0"/>
                                  </p:stCondLst>
                                  <p:childTnLst>
                                    <p:animEffect transition="out" filter="fade">
                                      <p:cBhvr>
                                        <p:cTn id="143" dur="350" fill="hold"/>
                                        <p:tgtEl>
                                          <p:spTgt spid="25"/>
                                        </p:tgtEl>
                                      </p:cBhvr>
                                    </p:animEffect>
                                    <p:set>
                                      <p:cBhvr>
                                        <p:cTn id="144" dur="1" fill="hold">
                                          <p:stCondLst>
                                            <p:cond delay="350"/>
                                          </p:stCondLst>
                                        </p:cTn>
                                        <p:tgtEl>
                                          <p:spTgt spid="25"/>
                                        </p:tgtEl>
                                        <p:attrNameLst>
                                          <p:attrName>style.visibility</p:attrName>
                                        </p:attrNameLst>
                                      </p:cBhvr>
                                      <p:to>
                                        <p:strVal val="hidden"/>
                                      </p:to>
                                    </p:set>
                                  </p:childTnLst>
                                </p:cTn>
                              </p:par>
                              <p:par>
                                <p:cTn id="145" presetID="10" presetClass="exit" presetSubtype="0" fill="hold" grpId="2" nodeType="withEffect">
                                  <p:stCondLst>
                                    <p:cond delay="0"/>
                                  </p:stCondLst>
                                  <p:childTnLst>
                                    <p:animEffect transition="out" filter="fade">
                                      <p:cBhvr>
                                        <p:cTn id="146" dur="350" fill="hold"/>
                                        <p:tgtEl>
                                          <p:spTgt spid="26"/>
                                        </p:tgtEl>
                                      </p:cBhvr>
                                    </p:animEffect>
                                    <p:set>
                                      <p:cBhvr>
                                        <p:cTn id="147" dur="1" fill="hold">
                                          <p:stCondLst>
                                            <p:cond delay="350"/>
                                          </p:stCondLst>
                                        </p:cTn>
                                        <p:tgtEl>
                                          <p:spTgt spid="26"/>
                                        </p:tgtEl>
                                        <p:attrNameLst>
                                          <p:attrName>style.visibility</p:attrName>
                                        </p:attrNameLst>
                                      </p:cBhvr>
                                      <p:to>
                                        <p:strVal val="hidden"/>
                                      </p:to>
                                    </p:set>
                                  </p:childTnLst>
                                </p:cTn>
                              </p:par>
                              <p:par>
                                <p:cTn id="148" presetID="10" presetClass="exit" presetSubtype="0" fill="hold" grpId="2" nodeType="withEffect">
                                  <p:stCondLst>
                                    <p:cond delay="0"/>
                                  </p:stCondLst>
                                  <p:childTnLst>
                                    <p:animEffect transition="out" filter="fade">
                                      <p:cBhvr>
                                        <p:cTn id="149" dur="350" fill="hold"/>
                                        <p:tgtEl>
                                          <p:spTgt spid="27"/>
                                        </p:tgtEl>
                                      </p:cBhvr>
                                    </p:animEffect>
                                    <p:set>
                                      <p:cBhvr>
                                        <p:cTn id="150" dur="1" fill="hold">
                                          <p:stCondLst>
                                            <p:cond delay="350"/>
                                          </p:stCondLst>
                                        </p:cTn>
                                        <p:tgtEl>
                                          <p:spTgt spid="27"/>
                                        </p:tgtEl>
                                        <p:attrNameLst>
                                          <p:attrName>style.visibility</p:attrName>
                                        </p:attrNameLst>
                                      </p:cBhvr>
                                      <p:to>
                                        <p:strVal val="hidden"/>
                                      </p:to>
                                    </p:set>
                                  </p:childTnLst>
                                </p:cTn>
                              </p:par>
                              <p:par>
                                <p:cTn id="151" presetID="10" presetClass="exit" presetSubtype="0" fill="hold" grpId="2" nodeType="withEffect">
                                  <p:stCondLst>
                                    <p:cond delay="0"/>
                                  </p:stCondLst>
                                  <p:childTnLst>
                                    <p:animEffect transition="out" filter="fade">
                                      <p:cBhvr>
                                        <p:cTn id="152" dur="350" fill="hold"/>
                                        <p:tgtEl>
                                          <p:spTgt spid="28"/>
                                        </p:tgtEl>
                                      </p:cBhvr>
                                    </p:animEffect>
                                    <p:set>
                                      <p:cBhvr>
                                        <p:cTn id="153" dur="1" fill="hold">
                                          <p:stCondLst>
                                            <p:cond delay="350"/>
                                          </p:stCondLst>
                                        </p:cTn>
                                        <p:tgtEl>
                                          <p:spTgt spid="28"/>
                                        </p:tgtEl>
                                        <p:attrNameLst>
                                          <p:attrName>style.visibility</p:attrName>
                                        </p:attrNameLst>
                                      </p:cBhvr>
                                      <p:to>
                                        <p:strVal val="hidden"/>
                                      </p:to>
                                    </p:set>
                                  </p:childTnLst>
                                </p:cTn>
                              </p:par>
                              <p:par>
                                <p:cTn id="154" presetID="10" presetClass="exit" presetSubtype="0" fill="hold" grpId="2" nodeType="withEffect">
                                  <p:stCondLst>
                                    <p:cond delay="0"/>
                                  </p:stCondLst>
                                  <p:childTnLst>
                                    <p:animEffect transition="out" filter="fade">
                                      <p:cBhvr>
                                        <p:cTn id="155" dur="350" fill="hold"/>
                                        <p:tgtEl>
                                          <p:spTgt spid="29"/>
                                        </p:tgtEl>
                                      </p:cBhvr>
                                    </p:animEffect>
                                    <p:set>
                                      <p:cBhvr>
                                        <p:cTn id="156" dur="1" fill="hold">
                                          <p:stCondLst>
                                            <p:cond delay="350"/>
                                          </p:stCondLst>
                                        </p:cTn>
                                        <p:tgtEl>
                                          <p:spTgt spid="29"/>
                                        </p:tgtEl>
                                        <p:attrNameLst>
                                          <p:attrName>style.visibility</p:attrName>
                                        </p:attrNameLst>
                                      </p:cBhvr>
                                      <p:to>
                                        <p:strVal val="hidden"/>
                                      </p:to>
                                    </p:set>
                                  </p:childTnLst>
                                </p:cTn>
                              </p:par>
                              <p:par>
                                <p:cTn id="157" presetID="10" presetClass="exit" presetSubtype="0" fill="hold" grpId="2" nodeType="withEffect">
                                  <p:stCondLst>
                                    <p:cond delay="0"/>
                                  </p:stCondLst>
                                  <p:childTnLst>
                                    <p:animEffect transition="out" filter="fade">
                                      <p:cBhvr>
                                        <p:cTn id="158" dur="350" fill="hold"/>
                                        <p:tgtEl>
                                          <p:spTgt spid="30"/>
                                        </p:tgtEl>
                                      </p:cBhvr>
                                    </p:animEffect>
                                    <p:set>
                                      <p:cBhvr>
                                        <p:cTn id="159" dur="1" fill="hold">
                                          <p:stCondLst>
                                            <p:cond delay="350"/>
                                          </p:stCondLst>
                                        </p:cTn>
                                        <p:tgtEl>
                                          <p:spTgt spid="30"/>
                                        </p:tgtEl>
                                        <p:attrNameLst>
                                          <p:attrName>style.visibility</p:attrName>
                                        </p:attrNameLst>
                                      </p:cBhvr>
                                      <p:to>
                                        <p:strVal val="hidden"/>
                                      </p:to>
                                    </p:set>
                                  </p:childTnLst>
                                </p:cTn>
                              </p:par>
                              <p:par>
                                <p:cTn id="160" presetID="10" presetClass="exit" presetSubtype="0" fill="hold" grpId="2" nodeType="withEffect">
                                  <p:stCondLst>
                                    <p:cond delay="0"/>
                                  </p:stCondLst>
                                  <p:childTnLst>
                                    <p:animEffect transition="out" filter="fade">
                                      <p:cBhvr>
                                        <p:cTn id="161" dur="350" fill="hold"/>
                                        <p:tgtEl>
                                          <p:spTgt spid="31"/>
                                        </p:tgtEl>
                                      </p:cBhvr>
                                    </p:animEffect>
                                    <p:set>
                                      <p:cBhvr>
                                        <p:cTn id="162" dur="1" fill="hold">
                                          <p:stCondLst>
                                            <p:cond delay="350"/>
                                          </p:stCondLst>
                                        </p:cTn>
                                        <p:tgtEl>
                                          <p:spTgt spid="31"/>
                                        </p:tgtEl>
                                        <p:attrNameLst>
                                          <p:attrName>style.visibility</p:attrName>
                                        </p:attrNameLst>
                                      </p:cBhvr>
                                      <p:to>
                                        <p:strVal val="hidden"/>
                                      </p:to>
                                    </p:set>
                                  </p:childTnLst>
                                </p:cTn>
                              </p:par>
                              <p:par>
                                <p:cTn id="163" presetID="10" presetClass="exit" presetSubtype="0" fill="hold" grpId="2" nodeType="withEffect">
                                  <p:stCondLst>
                                    <p:cond delay="0"/>
                                  </p:stCondLst>
                                  <p:childTnLst>
                                    <p:animEffect transition="out" filter="fade">
                                      <p:cBhvr>
                                        <p:cTn id="164" dur="350" fill="hold"/>
                                        <p:tgtEl>
                                          <p:spTgt spid="32"/>
                                        </p:tgtEl>
                                      </p:cBhvr>
                                    </p:animEffect>
                                    <p:set>
                                      <p:cBhvr>
                                        <p:cTn id="165" dur="1" fill="hold">
                                          <p:stCondLst>
                                            <p:cond delay="350"/>
                                          </p:stCondLst>
                                        </p:cTn>
                                        <p:tgtEl>
                                          <p:spTgt spid="32"/>
                                        </p:tgtEl>
                                        <p:attrNameLst>
                                          <p:attrName>style.visibility</p:attrName>
                                        </p:attrNameLst>
                                      </p:cBhvr>
                                      <p:to>
                                        <p:strVal val="hidden"/>
                                      </p:to>
                                    </p:set>
                                  </p:childTnLst>
                                </p:cTn>
                              </p:par>
                              <p:par>
                                <p:cTn id="166" presetID="10" presetClass="exit" presetSubtype="0" fill="hold" grpId="2" nodeType="withEffect">
                                  <p:stCondLst>
                                    <p:cond delay="0"/>
                                  </p:stCondLst>
                                  <p:childTnLst>
                                    <p:animEffect transition="out" filter="fade">
                                      <p:cBhvr>
                                        <p:cTn id="167" dur="350" fill="hold"/>
                                        <p:tgtEl>
                                          <p:spTgt spid="33"/>
                                        </p:tgtEl>
                                      </p:cBhvr>
                                    </p:animEffect>
                                    <p:set>
                                      <p:cBhvr>
                                        <p:cTn id="168" dur="1" fill="hold">
                                          <p:stCondLst>
                                            <p:cond delay="350"/>
                                          </p:stCondLst>
                                        </p:cTn>
                                        <p:tgtEl>
                                          <p:spTgt spid="33"/>
                                        </p:tgtEl>
                                        <p:attrNameLst>
                                          <p:attrName>style.visibility</p:attrName>
                                        </p:attrNameLst>
                                      </p:cBhvr>
                                      <p:to>
                                        <p:strVal val="hidden"/>
                                      </p:to>
                                    </p:set>
                                  </p:childTnLst>
                                </p:cTn>
                              </p:par>
                              <p:par>
                                <p:cTn id="169" presetID="10" presetClass="exit" presetSubtype="0" fill="hold" grpId="2" nodeType="withEffect">
                                  <p:stCondLst>
                                    <p:cond delay="0"/>
                                  </p:stCondLst>
                                  <p:childTnLst>
                                    <p:animEffect transition="out" filter="fade">
                                      <p:cBhvr>
                                        <p:cTn id="170" dur="350" fill="hold"/>
                                        <p:tgtEl>
                                          <p:spTgt spid="34"/>
                                        </p:tgtEl>
                                      </p:cBhvr>
                                    </p:animEffect>
                                    <p:set>
                                      <p:cBhvr>
                                        <p:cTn id="171" dur="1" fill="hold">
                                          <p:stCondLst>
                                            <p:cond delay="350"/>
                                          </p:stCondLst>
                                        </p:cTn>
                                        <p:tgtEl>
                                          <p:spTgt spid="34"/>
                                        </p:tgtEl>
                                        <p:attrNameLst>
                                          <p:attrName>style.visibility</p:attrName>
                                        </p:attrNameLst>
                                      </p:cBhvr>
                                      <p:to>
                                        <p:strVal val="hidden"/>
                                      </p:to>
                                    </p:set>
                                  </p:childTnLst>
                                </p:cTn>
                              </p:par>
                              <p:par>
                                <p:cTn id="172" presetID="10" presetClass="exit" presetSubtype="0" fill="hold" grpId="2" nodeType="withEffect">
                                  <p:stCondLst>
                                    <p:cond delay="0"/>
                                  </p:stCondLst>
                                  <p:childTnLst>
                                    <p:animEffect transition="out" filter="fade">
                                      <p:cBhvr>
                                        <p:cTn id="173" dur="350" fill="hold"/>
                                        <p:tgtEl>
                                          <p:spTgt spid="35"/>
                                        </p:tgtEl>
                                      </p:cBhvr>
                                    </p:animEffect>
                                    <p:set>
                                      <p:cBhvr>
                                        <p:cTn id="174" dur="1" fill="hold">
                                          <p:stCondLst>
                                            <p:cond delay="350"/>
                                          </p:stCondLst>
                                        </p:cTn>
                                        <p:tgtEl>
                                          <p:spTgt spid="35"/>
                                        </p:tgtEl>
                                        <p:attrNameLst>
                                          <p:attrName>style.visibility</p:attrName>
                                        </p:attrNameLst>
                                      </p:cBhvr>
                                      <p:to>
                                        <p:strVal val="hidden"/>
                                      </p:to>
                                    </p:set>
                                  </p:childTnLst>
                                </p:cTn>
                              </p:par>
                              <p:par>
                                <p:cTn id="175" presetID="10" presetClass="exit" presetSubtype="0" fill="hold" grpId="2" nodeType="withEffect">
                                  <p:stCondLst>
                                    <p:cond delay="0"/>
                                  </p:stCondLst>
                                  <p:childTnLst>
                                    <p:animEffect transition="out" filter="fade">
                                      <p:cBhvr>
                                        <p:cTn id="176" dur="350" fill="hold"/>
                                        <p:tgtEl>
                                          <p:spTgt spid="36"/>
                                        </p:tgtEl>
                                      </p:cBhvr>
                                    </p:animEffect>
                                    <p:set>
                                      <p:cBhvr>
                                        <p:cTn id="177" dur="1" fill="hold">
                                          <p:stCondLst>
                                            <p:cond delay="350"/>
                                          </p:stCondLst>
                                        </p:cTn>
                                        <p:tgtEl>
                                          <p:spTgt spid="36"/>
                                        </p:tgtEl>
                                        <p:attrNameLst>
                                          <p:attrName>style.visibility</p:attrName>
                                        </p:attrNameLst>
                                      </p:cBhvr>
                                      <p:to>
                                        <p:strVal val="hidden"/>
                                      </p:to>
                                    </p:set>
                                  </p:childTnLst>
                                </p:cTn>
                              </p:par>
                              <p:par>
                                <p:cTn id="178" presetID="10" presetClass="exit" presetSubtype="0" fill="hold" grpId="2" nodeType="withEffect">
                                  <p:stCondLst>
                                    <p:cond delay="0"/>
                                  </p:stCondLst>
                                  <p:childTnLst>
                                    <p:animEffect transition="out" filter="fade">
                                      <p:cBhvr>
                                        <p:cTn id="179" dur="350" fill="hold"/>
                                        <p:tgtEl>
                                          <p:spTgt spid="37"/>
                                        </p:tgtEl>
                                      </p:cBhvr>
                                    </p:animEffect>
                                    <p:set>
                                      <p:cBhvr>
                                        <p:cTn id="180" dur="1" fill="hold">
                                          <p:stCondLst>
                                            <p:cond delay="350"/>
                                          </p:stCondLst>
                                        </p:cTn>
                                        <p:tgtEl>
                                          <p:spTgt spid="37"/>
                                        </p:tgtEl>
                                        <p:attrNameLst>
                                          <p:attrName>style.visibility</p:attrName>
                                        </p:attrNameLst>
                                      </p:cBhvr>
                                      <p:to>
                                        <p:strVal val="hidden"/>
                                      </p:to>
                                    </p:set>
                                  </p:childTnLst>
                                </p:cTn>
                              </p:par>
                              <p:par>
                                <p:cTn id="181" presetID="10" presetClass="exit" presetSubtype="0" fill="hold" grpId="2" nodeType="withEffect">
                                  <p:stCondLst>
                                    <p:cond delay="0"/>
                                  </p:stCondLst>
                                  <p:childTnLst>
                                    <p:animEffect transition="out" filter="fade">
                                      <p:cBhvr>
                                        <p:cTn id="182" dur="350" fill="hold"/>
                                        <p:tgtEl>
                                          <p:spTgt spid="38"/>
                                        </p:tgtEl>
                                      </p:cBhvr>
                                    </p:animEffect>
                                    <p:set>
                                      <p:cBhvr>
                                        <p:cTn id="183" dur="1" fill="hold">
                                          <p:stCondLst>
                                            <p:cond delay="350"/>
                                          </p:stCondLst>
                                        </p:cTn>
                                        <p:tgtEl>
                                          <p:spTgt spid="38"/>
                                        </p:tgtEl>
                                        <p:attrNameLst>
                                          <p:attrName>style.visibility</p:attrName>
                                        </p:attrNameLst>
                                      </p:cBhvr>
                                      <p:to>
                                        <p:strVal val="hidden"/>
                                      </p:to>
                                    </p:set>
                                  </p:childTnLst>
                                </p:cTn>
                              </p:par>
                              <p:par>
                                <p:cTn id="184" presetID="10" presetClass="exit" presetSubtype="0" fill="hold" grpId="2" nodeType="withEffect">
                                  <p:stCondLst>
                                    <p:cond delay="0"/>
                                  </p:stCondLst>
                                  <p:childTnLst>
                                    <p:animEffect transition="out" filter="fade">
                                      <p:cBhvr>
                                        <p:cTn id="185" dur="350" fill="hold"/>
                                        <p:tgtEl>
                                          <p:spTgt spid="39"/>
                                        </p:tgtEl>
                                      </p:cBhvr>
                                    </p:animEffect>
                                    <p:set>
                                      <p:cBhvr>
                                        <p:cTn id="186" dur="1" fill="hold">
                                          <p:stCondLst>
                                            <p:cond delay="350"/>
                                          </p:stCondLst>
                                        </p:cTn>
                                        <p:tgtEl>
                                          <p:spTgt spid="39"/>
                                        </p:tgtEl>
                                        <p:attrNameLst>
                                          <p:attrName>style.visibility</p:attrName>
                                        </p:attrNameLst>
                                      </p:cBhvr>
                                      <p:to>
                                        <p:strVal val="hidden"/>
                                      </p:to>
                                    </p:set>
                                  </p:childTnLst>
                                </p:cTn>
                              </p:par>
                              <p:par>
                                <p:cTn id="187" presetID="10" presetClass="entr" presetSubtype="0" fill="hold" grpId="2" nodeType="withEffect">
                                  <p:stCondLst>
                                    <p:cond delay="0"/>
                                  </p:stCondLst>
                                  <p:childTnLst>
                                    <p:animEffect transition="in" filter="fade">
                                      <p:cBhvr>
                                        <p:cTn id="188" dur="350" fill="hold"/>
                                        <p:tgtEl>
                                          <p:spTgt spid="55"/>
                                        </p:tgtEl>
                                      </p:cBhvr>
                                    </p:animEffect>
                                    <p:set>
                                      <p:cBhvr>
                                        <p:cTn id="189" dur="1" fill="hold">
                                          <p:stCondLst>
                                            <p:cond delay="0"/>
                                          </p:stCondLst>
                                        </p:cTn>
                                        <p:tgtEl>
                                          <p:spTgt spid="55"/>
                                        </p:tgtEl>
                                        <p:attrNameLst>
                                          <p:attrName>style.visibility</p:attrName>
                                        </p:attrNameLst>
                                      </p:cBhvr>
                                      <p:to>
                                        <p:strVal val="visible"/>
                                      </p:to>
                                    </p:set>
                                  </p:childTnLst>
                                </p:cTn>
                              </p:par>
                              <p:par>
                                <p:cTn id="190" presetID="10" presetClass="entr" presetSubtype="0" fill="hold" grpId="2" nodeType="withEffect">
                                  <p:stCondLst>
                                    <p:cond delay="0"/>
                                  </p:stCondLst>
                                  <p:childTnLst>
                                    <p:animEffect transition="in" filter="fade">
                                      <p:cBhvr>
                                        <p:cTn id="191" dur="350" fill="hold"/>
                                        <p:tgtEl>
                                          <p:spTgt spid="6"/>
                                        </p:tgtEl>
                                      </p:cBhvr>
                                    </p:animEffect>
                                    <p:set>
                                      <p:cBhvr>
                                        <p:cTn id="192" dur="1" fill="hold">
                                          <p:stCondLst>
                                            <p:cond delay="0"/>
                                          </p:stCondLst>
                                        </p:cTn>
                                        <p:tgtEl>
                                          <p:spTgt spid="6"/>
                                        </p:tgtEl>
                                        <p:attrNameLst>
                                          <p:attrName>style.visibility</p:attrName>
                                        </p:attrNameLst>
                                      </p:cBhvr>
                                      <p:to>
                                        <p:strVal val="visible"/>
                                      </p:to>
                                    </p:set>
                                  </p:childTnLst>
                                </p:cTn>
                              </p:par>
                              <p:par>
                                <p:cTn id="193" presetID="10" presetClass="entr" presetSubtype="0" fill="hold" grpId="2" nodeType="withEffect">
                                  <p:stCondLst>
                                    <p:cond delay="0"/>
                                  </p:stCondLst>
                                  <p:childTnLst>
                                    <p:animEffect transition="in" filter="fade">
                                      <p:cBhvr>
                                        <p:cTn id="194" dur="350" fill="hold"/>
                                        <p:tgtEl>
                                          <p:spTgt spid="40"/>
                                        </p:tgtEl>
                                      </p:cBhvr>
                                    </p:animEffect>
                                    <p:set>
                                      <p:cBhvr>
                                        <p:cTn id="195" dur="1" fill="hold">
                                          <p:stCondLst>
                                            <p:cond delay="0"/>
                                          </p:stCondLst>
                                        </p:cTn>
                                        <p:tgtEl>
                                          <p:spTgt spid="40"/>
                                        </p:tgtEl>
                                        <p:attrNameLst>
                                          <p:attrName>style.visibility</p:attrName>
                                        </p:attrNameLst>
                                      </p:cBhvr>
                                      <p:to>
                                        <p:strVal val="visible"/>
                                      </p:to>
                                    </p:set>
                                  </p:childTnLst>
                                </p:cTn>
                              </p:par>
                              <p:par>
                                <p:cTn id="196" presetID="10" presetClass="entr" presetSubtype="0" fill="hold" grpId="2" nodeType="withEffect">
                                  <p:stCondLst>
                                    <p:cond delay="0"/>
                                  </p:stCondLst>
                                  <p:childTnLst>
                                    <p:animEffect transition="in" filter="fade">
                                      <p:cBhvr>
                                        <p:cTn id="197" dur="350" fill="hold"/>
                                        <p:tgtEl>
                                          <p:spTgt spid="41"/>
                                        </p:tgtEl>
                                      </p:cBhvr>
                                    </p:animEffect>
                                    <p:set>
                                      <p:cBhvr>
                                        <p:cTn id="198" dur="1" fill="hold">
                                          <p:stCondLst>
                                            <p:cond delay="0"/>
                                          </p:stCondLst>
                                        </p:cTn>
                                        <p:tgtEl>
                                          <p:spTgt spid="41"/>
                                        </p:tgtEl>
                                        <p:attrNameLst>
                                          <p:attrName>style.visibility</p:attrName>
                                        </p:attrNameLst>
                                      </p:cBhvr>
                                      <p:to>
                                        <p:strVal val="visible"/>
                                      </p:to>
                                    </p:set>
                                  </p:childTnLst>
                                </p:cTn>
                              </p:par>
                              <p:par>
                                <p:cTn id="199" presetID="10" presetClass="entr" presetSubtype="0" fill="hold" grpId="2" nodeType="withEffect">
                                  <p:stCondLst>
                                    <p:cond delay="0"/>
                                  </p:stCondLst>
                                  <p:childTnLst>
                                    <p:animEffect transition="in" filter="fade">
                                      <p:cBhvr>
                                        <p:cTn id="200" dur="350" fill="hold"/>
                                        <p:tgtEl>
                                          <p:spTgt spid="42"/>
                                        </p:tgtEl>
                                      </p:cBhvr>
                                    </p:animEffect>
                                    <p:set>
                                      <p:cBhvr>
                                        <p:cTn id="201" dur="1" fill="hold">
                                          <p:stCondLst>
                                            <p:cond delay="0"/>
                                          </p:stCondLst>
                                        </p:cTn>
                                        <p:tgtEl>
                                          <p:spTgt spid="42"/>
                                        </p:tgtEl>
                                        <p:attrNameLst>
                                          <p:attrName>style.visibility</p:attrName>
                                        </p:attrNameLst>
                                      </p:cBhvr>
                                      <p:to>
                                        <p:strVal val="visible"/>
                                      </p:to>
                                    </p:set>
                                  </p:childTnLst>
                                </p:cTn>
                              </p:par>
                              <p:par>
                                <p:cTn id="202" presetID="10" presetClass="entr" presetSubtype="0" fill="hold" grpId="2" nodeType="withEffect">
                                  <p:stCondLst>
                                    <p:cond delay="0"/>
                                  </p:stCondLst>
                                  <p:childTnLst>
                                    <p:animEffect transition="in" filter="fade">
                                      <p:cBhvr>
                                        <p:cTn id="203" dur="350" fill="hold"/>
                                        <p:tgtEl>
                                          <p:spTgt spid="43"/>
                                        </p:tgtEl>
                                      </p:cBhvr>
                                    </p:animEffect>
                                    <p:set>
                                      <p:cBhvr>
                                        <p:cTn id="204" dur="1" fill="hold">
                                          <p:stCondLst>
                                            <p:cond delay="0"/>
                                          </p:stCondLst>
                                        </p:cTn>
                                        <p:tgtEl>
                                          <p:spTgt spid="43"/>
                                        </p:tgtEl>
                                        <p:attrNameLst>
                                          <p:attrName>style.visibility</p:attrName>
                                        </p:attrNameLst>
                                      </p:cBhvr>
                                      <p:to>
                                        <p:strVal val="visible"/>
                                      </p:to>
                                    </p:set>
                                  </p:childTnLst>
                                </p:cTn>
                              </p:par>
                              <p:par>
                                <p:cTn id="205" presetID="10" presetClass="entr" presetSubtype="0" fill="hold" grpId="2" nodeType="withEffect">
                                  <p:stCondLst>
                                    <p:cond delay="0"/>
                                  </p:stCondLst>
                                  <p:childTnLst>
                                    <p:animEffect transition="in" filter="fade">
                                      <p:cBhvr>
                                        <p:cTn id="206" dur="350" fill="hold"/>
                                        <p:tgtEl>
                                          <p:spTgt spid="44"/>
                                        </p:tgtEl>
                                      </p:cBhvr>
                                    </p:animEffect>
                                    <p:set>
                                      <p:cBhvr>
                                        <p:cTn id="207" dur="1" fill="hold">
                                          <p:stCondLst>
                                            <p:cond delay="0"/>
                                          </p:stCondLst>
                                        </p:cTn>
                                        <p:tgtEl>
                                          <p:spTgt spid="44"/>
                                        </p:tgtEl>
                                        <p:attrNameLst>
                                          <p:attrName>style.visibility</p:attrName>
                                        </p:attrNameLst>
                                      </p:cBhvr>
                                      <p:to>
                                        <p:strVal val="visible"/>
                                      </p:to>
                                    </p:set>
                                  </p:childTnLst>
                                </p:cTn>
                              </p:par>
                              <p:par>
                                <p:cTn id="208" presetID="10" presetClass="entr" presetSubtype="0" fill="hold" grpId="2" nodeType="withEffect">
                                  <p:stCondLst>
                                    <p:cond delay="0"/>
                                  </p:stCondLst>
                                  <p:childTnLst>
                                    <p:animEffect transition="in" filter="fade">
                                      <p:cBhvr>
                                        <p:cTn id="209" dur="350" fill="hold"/>
                                        <p:tgtEl>
                                          <p:spTgt spid="45"/>
                                        </p:tgtEl>
                                      </p:cBhvr>
                                    </p:animEffect>
                                    <p:set>
                                      <p:cBhvr>
                                        <p:cTn id="210" dur="1" fill="hold">
                                          <p:stCondLst>
                                            <p:cond delay="0"/>
                                          </p:stCondLst>
                                        </p:cTn>
                                        <p:tgtEl>
                                          <p:spTgt spid="45"/>
                                        </p:tgtEl>
                                        <p:attrNameLst>
                                          <p:attrName>style.visibility</p:attrName>
                                        </p:attrNameLst>
                                      </p:cBhvr>
                                      <p:to>
                                        <p:strVal val="visible"/>
                                      </p:to>
                                    </p:set>
                                  </p:childTnLst>
                                </p:cTn>
                              </p:par>
                              <p:par>
                                <p:cTn id="211" presetID="10" presetClass="entr" presetSubtype="0" fill="hold" grpId="2" nodeType="withEffect">
                                  <p:stCondLst>
                                    <p:cond delay="0"/>
                                  </p:stCondLst>
                                  <p:childTnLst>
                                    <p:animEffect transition="in" filter="fade">
                                      <p:cBhvr>
                                        <p:cTn id="212" dur="350" fill="hold"/>
                                        <p:tgtEl>
                                          <p:spTgt spid="46"/>
                                        </p:tgtEl>
                                      </p:cBhvr>
                                    </p:animEffect>
                                    <p:set>
                                      <p:cBhvr>
                                        <p:cTn id="213" dur="1" fill="hold">
                                          <p:stCondLst>
                                            <p:cond delay="0"/>
                                          </p:stCondLst>
                                        </p:cTn>
                                        <p:tgtEl>
                                          <p:spTgt spid="46"/>
                                        </p:tgtEl>
                                        <p:attrNameLst>
                                          <p:attrName>style.visibility</p:attrName>
                                        </p:attrNameLst>
                                      </p:cBhvr>
                                      <p:to>
                                        <p:strVal val="visible"/>
                                      </p:to>
                                    </p:set>
                                  </p:childTnLst>
                                </p:cTn>
                              </p:par>
                              <p:par>
                                <p:cTn id="214" presetID="10" presetClass="entr" presetSubtype="0" fill="hold" grpId="2" nodeType="withEffect">
                                  <p:stCondLst>
                                    <p:cond delay="0"/>
                                  </p:stCondLst>
                                  <p:childTnLst>
                                    <p:animEffect transition="in" filter="fade">
                                      <p:cBhvr>
                                        <p:cTn id="215" dur="350" fill="hold"/>
                                        <p:tgtEl>
                                          <p:spTgt spid="47"/>
                                        </p:tgtEl>
                                      </p:cBhvr>
                                    </p:animEffect>
                                    <p:set>
                                      <p:cBhvr>
                                        <p:cTn id="216" dur="1" fill="hold">
                                          <p:stCondLst>
                                            <p:cond delay="0"/>
                                          </p:stCondLst>
                                        </p:cTn>
                                        <p:tgtEl>
                                          <p:spTgt spid="47"/>
                                        </p:tgtEl>
                                        <p:attrNameLst>
                                          <p:attrName>style.visibility</p:attrName>
                                        </p:attrNameLst>
                                      </p:cBhvr>
                                      <p:to>
                                        <p:strVal val="visible"/>
                                      </p:to>
                                    </p:set>
                                  </p:childTnLst>
                                </p:cTn>
                              </p:par>
                              <p:par>
                                <p:cTn id="217" presetID="10" presetClass="entr" presetSubtype="0" fill="hold" grpId="2" nodeType="withEffect">
                                  <p:stCondLst>
                                    <p:cond delay="0"/>
                                  </p:stCondLst>
                                  <p:childTnLst>
                                    <p:animEffect transition="in" filter="fade">
                                      <p:cBhvr>
                                        <p:cTn id="218" dur="350" fill="hold"/>
                                        <p:tgtEl>
                                          <p:spTgt spid="48"/>
                                        </p:tgtEl>
                                      </p:cBhvr>
                                    </p:animEffect>
                                    <p:set>
                                      <p:cBhvr>
                                        <p:cTn id="219"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17727C81-12DF-4032-8B63-80D7830D9C6A}"/>
              </a:ext>
            </a:extLst>
          </p:cNvPr>
          <p:cNvPicPr>
            <a:picLocks xmlns:a="http://schemas.openxmlformats.org/drawingml/2006/main" noChangeAspect="1"/>
          </p:cNvPicPr>
          <p:nvPr/>
        </p:nvPicPr>
        <p:blipFill>
          <a:blip xmlns:r="http://schemas.openxmlformats.org/officeDocument/2006/relationships" xmlns:a="http://schemas.openxmlformats.org/drawingml/2006/main" r:embed="R155686fbcecd4b65"/>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9">
            <a:extLst xmlns:a="http://schemas.openxmlformats.org/drawingml/2006/main">
              <a:ext uri="{FF2B5EF4-FFF2-40B4-BE49-F238E27FC236}">
                <a16:creationId xmlns:a16="http://schemas.microsoft.com/office/drawing/2014/main" id="{ACDC2D8F-2150-4304-9A67-23115AE4A6FC}"/>
              </a:ext>
            </a:extLst>
          </p:cNvPr>
          <p:cNvSpPr>
            <a:spLocks xmlns:a="http://schemas.openxmlformats.org/drawingml/2006/main" noGrp="1"/>
          </p:cNvSpPr>
          <p:nvPr/>
        </p:nvSpPr>
        <p:spPr>
          <a:xfrm xmlns:a="http://schemas.openxmlformats.org/drawingml/2006/main">
            <a:off x="1066800" y="718185"/>
            <a:ext cx="2385417"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CONTRIBUTI DELLA TESI</a:t>
            </a:r>
          </a:p>
        </p:txBody>
      </p:sp>
      <p:sp>
        <p:nvSpPr>
          <p:cNvPr id="3" name="f120">
            <a:extLst xmlns:a="http://schemas.openxmlformats.org/drawingml/2006/main">
              <a:ext uri="{FF2B5EF4-FFF2-40B4-BE49-F238E27FC236}">
                <a16:creationId xmlns:a16="http://schemas.microsoft.com/office/drawing/2014/main" id="{BD28AB83-CE7A-4FBE-BA3C-07F791CABBB4}"/>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Arial"/>
                <a:ea typeface="Arial"/>
                <a:cs typeface="Arial"/>
              </a:defRPr>
            </a:defPPr>
            <a:lvl1pPr algn="l">
              <a:defRPr sz="1350" b="0">
                <a:solidFill>
                  <a:srgbClr val="52627B"/>
                </a:solidFill>
                <a:latin typeface="Arial"/>
                <a:ea typeface="Arial"/>
                <a:cs typeface="Arial"/>
              </a:defRPr>
            </a:lvl1pPr>
            <a:lvl2pPr algn="l">
              <a:defRPr sz="1350" b="0">
                <a:solidFill>
                  <a:srgbClr val="52627B"/>
                </a:solidFill>
                <a:latin typeface="Arial"/>
                <a:ea typeface="Arial"/>
                <a:cs typeface="Arial"/>
              </a:defRPr>
            </a:lvl2pPr>
            <a:lvl3pPr algn="l">
              <a:defRPr sz="1350" b="0">
                <a:solidFill>
                  <a:srgbClr val="52627B"/>
                </a:solidFill>
                <a:latin typeface="Arial"/>
                <a:ea typeface="Arial"/>
                <a:cs typeface="Arial"/>
              </a:defRPr>
            </a:lvl3pPr>
            <a:lvl4pPr algn="l">
              <a:defRPr sz="1350" b="0">
                <a:solidFill>
                  <a:srgbClr val="52627B"/>
                </a:solidFill>
                <a:latin typeface="Arial"/>
                <a:ea typeface="Arial"/>
                <a:cs typeface="Arial"/>
              </a:defRPr>
            </a:lvl4pPr>
            <a:lvl5pPr algn="l">
              <a:defRPr sz="1350" b="0">
                <a:solidFill>
                  <a:srgbClr val="52627B"/>
                </a:solidFill>
                <a:latin typeface="Arial"/>
                <a:ea typeface="Arial"/>
                <a:cs typeface="Arial"/>
              </a:defRPr>
            </a:lvl5pPr>
            <a:lvl6pPr algn="l">
              <a:defRPr sz="1350" b="0">
                <a:solidFill>
                  <a:srgbClr val="52627B"/>
                </a:solidFill>
                <a:latin typeface="Arial"/>
                <a:ea typeface="Arial"/>
                <a:cs typeface="Arial"/>
              </a:defRPr>
            </a:lvl6pPr>
            <a:lvl7pPr algn="l">
              <a:defRPr sz="1350" b="0">
                <a:solidFill>
                  <a:srgbClr val="52627B"/>
                </a:solidFill>
                <a:latin typeface="Arial"/>
                <a:ea typeface="Arial"/>
                <a:cs typeface="Arial"/>
              </a:defRPr>
            </a:lvl7pPr>
            <a:lvl8pPr algn="l">
              <a:defRPr sz="1350" b="0">
                <a:solidFill>
                  <a:srgbClr val="52627B"/>
                </a:solidFill>
                <a:latin typeface="Arial"/>
                <a:ea typeface="Arial"/>
                <a:cs typeface="Arial"/>
              </a:defRPr>
            </a:lvl8pPr>
            <a:lvl9pPr algn="l">
              <a:defRPr sz="1350" b="0">
                <a:solidFill>
                  <a:srgbClr val="52627B"/>
                </a:solidFill>
                <a:latin typeface="Arial"/>
                <a:ea typeface="Arial"/>
                <a:cs typeface="Arial"/>
              </a:defRPr>
            </a:lvl9pPr>
          </a:lstStyle>
          <a:p xmlns:a="http://schemas.openxmlformats.org/drawingml/2006/main">
            <a:pPr algn="l">
              <a:defRPr sz="1350" b="0">
                <a:solidFill>
                  <a:srgbClr val="52627B"/>
                </a:solidFill>
                <a:latin typeface="Arial"/>
                <a:ea typeface="Arial"/>
                <a:cs typeface="Arial"/>
              </a:defRPr>
            </a:pPr>
            <a:r>
              <a:rPr sz="1350" b="0">
                <a:solidFill>
                  <a:srgbClr val="52627B"/>
                </a:solidFill>
                <a:latin typeface="Arial"/>
                <a:ea typeface="Arial"/>
                <a:cs typeface="Arial"/>
              </a:rPr>
              <a:t>05 / 07</a:t>
            </a:r>
          </a:p>
        </p:txBody>
      </p:sp>
      <p:sp>
        <p:nvSpPr>
          <p:cNvPr id="4" name="f121">
            <a:extLst xmlns:a="http://schemas.openxmlformats.org/drawingml/2006/main">
              <a:ext uri="{FF2B5EF4-FFF2-40B4-BE49-F238E27FC236}">
                <a16:creationId xmlns:a16="http://schemas.microsoft.com/office/drawing/2014/main" id="{6BEBC79C-4519-4562-A743-B1A7C0130BAB}"/>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Architettura proposta</a:t>
            </a:r>
          </a:p>
        </p:txBody>
      </p:sp>
      <p:sp>
        <p:nvSpPr>
          <p:cNvPr id="5" name="f122">
            <a:extLst xmlns:a="http://schemas.openxmlformats.org/drawingml/2006/main">
              <a:ext uri="{FF2B5EF4-FFF2-40B4-BE49-F238E27FC236}">
                <a16:creationId xmlns:a16="http://schemas.microsoft.com/office/drawing/2014/main" id="{CBE175BE-9CD9-4520-A08A-47D382F43CCF}"/>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Arial"/>
                <a:ea typeface="Arial"/>
                <a:cs typeface="Arial"/>
              </a:defRPr>
            </a:defPPr>
            <a:lvl1pPr algn="l">
              <a:defRPr sz="2250" b="1">
                <a:solidFill>
                  <a:srgbClr val="182536"/>
                </a:solidFill>
                <a:latin typeface="Arial"/>
                <a:ea typeface="Arial"/>
                <a:cs typeface="Arial"/>
              </a:defRPr>
            </a:lvl1pPr>
            <a:lvl2pPr algn="l">
              <a:defRPr sz="2250" b="1">
                <a:solidFill>
                  <a:srgbClr val="182536"/>
                </a:solidFill>
                <a:latin typeface="Arial"/>
                <a:ea typeface="Arial"/>
                <a:cs typeface="Arial"/>
              </a:defRPr>
            </a:lvl2pPr>
            <a:lvl3pPr algn="l">
              <a:defRPr sz="2250" b="1">
                <a:solidFill>
                  <a:srgbClr val="182536"/>
                </a:solidFill>
                <a:latin typeface="Arial"/>
                <a:ea typeface="Arial"/>
                <a:cs typeface="Arial"/>
              </a:defRPr>
            </a:lvl3pPr>
            <a:lvl4pPr algn="l">
              <a:defRPr sz="2250" b="1">
                <a:solidFill>
                  <a:srgbClr val="182536"/>
                </a:solidFill>
                <a:latin typeface="Arial"/>
                <a:ea typeface="Arial"/>
                <a:cs typeface="Arial"/>
              </a:defRPr>
            </a:lvl4pPr>
            <a:lvl5pPr algn="l">
              <a:defRPr sz="2250" b="1">
                <a:solidFill>
                  <a:srgbClr val="182536"/>
                </a:solidFill>
                <a:latin typeface="Arial"/>
                <a:ea typeface="Arial"/>
                <a:cs typeface="Arial"/>
              </a:defRPr>
            </a:lvl5pPr>
            <a:lvl6pPr algn="l">
              <a:defRPr sz="2250" b="1">
                <a:solidFill>
                  <a:srgbClr val="182536"/>
                </a:solidFill>
                <a:latin typeface="Arial"/>
                <a:ea typeface="Arial"/>
                <a:cs typeface="Arial"/>
              </a:defRPr>
            </a:lvl6pPr>
            <a:lvl7pPr algn="l">
              <a:defRPr sz="2250" b="1">
                <a:solidFill>
                  <a:srgbClr val="182536"/>
                </a:solidFill>
                <a:latin typeface="Arial"/>
                <a:ea typeface="Arial"/>
                <a:cs typeface="Arial"/>
              </a:defRPr>
            </a:lvl7pPr>
            <a:lvl8pPr algn="l">
              <a:defRPr sz="2250" b="1">
                <a:solidFill>
                  <a:srgbClr val="182536"/>
                </a:solidFill>
                <a:latin typeface="Arial"/>
                <a:ea typeface="Arial"/>
                <a:cs typeface="Arial"/>
              </a:defRPr>
            </a:lvl8pPr>
            <a:lvl9pPr algn="l">
              <a:defRPr sz="2250" b="1">
                <a:solidFill>
                  <a:srgbClr val="182536"/>
                </a:solidFill>
                <a:latin typeface="Arial"/>
                <a:ea typeface="Arial"/>
                <a:cs typeface="Arial"/>
              </a:defRPr>
            </a:lvl9pPr>
          </a:lstStyle>
          <a:p xmlns:a="http://schemas.openxmlformats.org/drawingml/2006/main">
            <a:pPr algn="l">
              <a:defRPr sz="2250" b="1">
                <a:solidFill>
                  <a:srgbClr val="182536"/>
                </a:solidFill>
                <a:latin typeface="Arial"/>
                <a:ea typeface="Arial"/>
                <a:cs typeface="Arial"/>
              </a:defRPr>
            </a:pPr>
            <a:r>
              <a:rPr sz="2250" b="1">
                <a:solidFill>
                  <a:srgbClr val="182536"/>
                </a:solidFill>
                <a:latin typeface="Arial"/>
                <a:ea typeface="Arial"/>
                <a:cs typeface="Arial"/>
              </a:rPr>
              <a:t>PCAP</a:t>
            </a:r>
          </a:p>
        </p:txBody>
      </p:sp>
      <p:sp>
        <p:nvSpPr>
          <p:cNvPr id="6" name="f123">
            <a:extLst xmlns:a="http://schemas.openxmlformats.org/drawingml/2006/main">
              <a:ext uri="{FF2B5EF4-FFF2-40B4-BE49-F238E27FC236}">
                <a16:creationId xmlns:a16="http://schemas.microsoft.com/office/drawing/2014/main" id="{7BE6DE5F-4F0C-4976-84C1-A8972E9D440C}"/>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Arial"/>
                <a:ea typeface="Arial"/>
                <a:cs typeface="Arial"/>
              </a:defRPr>
            </a:defPPr>
            <a:lvl1pPr algn="l">
              <a:defRPr sz="1575" b="1">
                <a:solidFill>
                  <a:srgbClr val="278766"/>
                </a:solidFill>
                <a:latin typeface="Arial"/>
                <a:ea typeface="Arial"/>
                <a:cs typeface="Arial"/>
              </a:defRPr>
            </a:lvl1pPr>
            <a:lvl2pPr algn="l">
              <a:defRPr sz="1575" b="1">
                <a:solidFill>
                  <a:srgbClr val="278766"/>
                </a:solidFill>
                <a:latin typeface="Arial"/>
                <a:ea typeface="Arial"/>
                <a:cs typeface="Arial"/>
              </a:defRPr>
            </a:lvl2pPr>
            <a:lvl3pPr algn="l">
              <a:defRPr sz="1575" b="1">
                <a:solidFill>
                  <a:srgbClr val="278766"/>
                </a:solidFill>
                <a:latin typeface="Arial"/>
                <a:ea typeface="Arial"/>
                <a:cs typeface="Arial"/>
              </a:defRPr>
            </a:lvl3pPr>
            <a:lvl4pPr algn="l">
              <a:defRPr sz="1575" b="1">
                <a:solidFill>
                  <a:srgbClr val="278766"/>
                </a:solidFill>
                <a:latin typeface="Arial"/>
                <a:ea typeface="Arial"/>
                <a:cs typeface="Arial"/>
              </a:defRPr>
            </a:lvl4pPr>
            <a:lvl5pPr algn="l">
              <a:defRPr sz="1575" b="1">
                <a:solidFill>
                  <a:srgbClr val="278766"/>
                </a:solidFill>
                <a:latin typeface="Arial"/>
                <a:ea typeface="Arial"/>
                <a:cs typeface="Arial"/>
              </a:defRPr>
            </a:lvl5pPr>
            <a:lvl6pPr algn="l">
              <a:defRPr sz="1575" b="1">
                <a:solidFill>
                  <a:srgbClr val="278766"/>
                </a:solidFill>
                <a:latin typeface="Arial"/>
                <a:ea typeface="Arial"/>
                <a:cs typeface="Arial"/>
              </a:defRPr>
            </a:lvl6pPr>
            <a:lvl7pPr algn="l">
              <a:defRPr sz="1575" b="1">
                <a:solidFill>
                  <a:srgbClr val="278766"/>
                </a:solidFill>
                <a:latin typeface="Arial"/>
                <a:ea typeface="Arial"/>
                <a:cs typeface="Arial"/>
              </a:defRPr>
            </a:lvl7pPr>
            <a:lvl8pPr algn="l">
              <a:defRPr sz="1575" b="1">
                <a:solidFill>
                  <a:srgbClr val="278766"/>
                </a:solidFill>
                <a:latin typeface="Arial"/>
                <a:ea typeface="Arial"/>
                <a:cs typeface="Arial"/>
              </a:defRPr>
            </a:lvl8pPr>
            <a:lvl9pPr algn="l">
              <a:defRPr sz="1575" b="1">
                <a:solidFill>
                  <a:srgbClr val="278766"/>
                </a:solidFill>
                <a:latin typeface="Arial"/>
                <a:ea typeface="Arial"/>
                <a:cs typeface="Arial"/>
              </a:defRPr>
            </a:lvl9pPr>
          </a:lstStyle>
          <a:p xmlns:a="http://schemas.openxmlformats.org/drawingml/2006/main">
            <a:pPr algn="l">
              <a:defRPr sz="1575" b="1">
                <a:solidFill>
                  <a:srgbClr val="278766"/>
                </a:solidFill>
                <a:latin typeface="Arial"/>
                <a:ea typeface="Arial"/>
                <a:cs typeface="Arial"/>
              </a:defRPr>
            </a:pPr>
            <a:r>
              <a:rPr sz="1575" b="1">
                <a:solidFill>
                  <a:srgbClr val="278766"/>
                </a:solidFill>
                <a:latin typeface="Arial"/>
                <a:ea typeface="Arial"/>
                <a:cs typeface="Arial"/>
              </a:rPr>
              <a:t>PIPELINE DI VERIFICA</a:t>
            </a:r>
          </a:p>
        </p:txBody>
      </p:sp>
      <p:sp>
        <p:nvSpPr>
          <p:cNvPr id="7" name="f124">
            <a:extLst xmlns:a="http://schemas.openxmlformats.org/drawingml/2006/main">
              <a:ext uri="{FF2B5EF4-FFF2-40B4-BE49-F238E27FC236}">
                <a16:creationId xmlns:a16="http://schemas.microsoft.com/office/drawing/2014/main" id="{C7F57453-DBED-4E00-A34A-196265D05EC1}"/>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Estrazione</a:t>
            </a:r>
          </a:p>
        </p:txBody>
      </p:sp>
      <p:sp>
        <p:nvSpPr>
          <p:cNvPr id="8" name="f125">
            <a:extLst xmlns:a="http://schemas.openxmlformats.org/drawingml/2006/main">
              <a:ext uri="{FF2B5EF4-FFF2-40B4-BE49-F238E27FC236}">
                <a16:creationId xmlns:a16="http://schemas.microsoft.com/office/drawing/2014/main" id="{2E617DDE-DB62-4C5C-AE52-46EE4BCF1726}"/>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Normalizzazione per protocollo</a:t>
            </a:r>
          </a:p>
        </p:txBody>
      </p:sp>
      <p:sp>
        <p:nvSpPr>
          <p:cNvPr id="9" name="f126">
            <a:extLst xmlns:a="http://schemas.openxmlformats.org/drawingml/2006/main">
              <a:ext uri="{FF2B5EF4-FFF2-40B4-BE49-F238E27FC236}">
                <a16:creationId xmlns:a16="http://schemas.microsoft.com/office/drawing/2014/main" id="{F81327E1-5183-4B5F-9AA7-2AF209747A75}"/>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Resolver semantico</a:t>
            </a:r>
          </a:p>
        </p:txBody>
      </p:sp>
      <p:sp>
        <p:nvSpPr>
          <p:cNvPr id="10" name="f127">
            <a:extLst xmlns:a="http://schemas.openxmlformats.org/drawingml/2006/main">
              <a:ext uri="{FF2B5EF4-FFF2-40B4-BE49-F238E27FC236}">
                <a16:creationId xmlns:a16="http://schemas.microsoft.com/office/drawing/2014/main" id="{CF8F7D91-2524-49A4-A4DF-BA85DEF31634}"/>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Selezione delle evidenze</a:t>
            </a:r>
          </a:p>
        </p:txBody>
      </p:sp>
      <p:sp>
        <p:nvSpPr>
          <p:cNvPr id="11" name="f128">
            <a:extLst xmlns:a="http://schemas.openxmlformats.org/drawingml/2006/main">
              <a:ext uri="{FF2B5EF4-FFF2-40B4-BE49-F238E27FC236}">
                <a16:creationId xmlns:a16="http://schemas.microsoft.com/office/drawing/2014/main" id="{2E022BCF-567A-4914-9886-220D7179C021}"/>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Verifica statica / temporale</a:t>
            </a:r>
          </a:p>
        </p:txBody>
      </p:sp>
      <p:sp>
        <p:nvSpPr>
          <p:cNvPr id="12" name="f129">
            <a:extLst xmlns:a="http://schemas.openxmlformats.org/drawingml/2006/main">
              <a:ext uri="{FF2B5EF4-FFF2-40B4-BE49-F238E27FC236}">
                <a16:creationId xmlns:a16="http://schemas.microsoft.com/office/drawing/2014/main" id="{CDF3392D-E213-4583-AF94-2B681E0B0742}"/>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Arial"/>
                <a:ea typeface="Arial"/>
                <a:cs typeface="Arial"/>
              </a:defRPr>
            </a:defPPr>
            <a:lvl1pPr algn="l">
              <a:defRPr sz="1875" b="0">
                <a:solidFill>
                  <a:srgbClr val="182536"/>
                </a:solidFill>
                <a:latin typeface="Arial"/>
                <a:ea typeface="Arial"/>
                <a:cs typeface="Arial"/>
              </a:defRPr>
            </a:lvl1pPr>
            <a:lvl2pPr algn="l">
              <a:defRPr sz="1875" b="0">
                <a:solidFill>
                  <a:srgbClr val="182536"/>
                </a:solidFill>
                <a:latin typeface="Arial"/>
                <a:ea typeface="Arial"/>
                <a:cs typeface="Arial"/>
              </a:defRPr>
            </a:lvl2pPr>
            <a:lvl3pPr algn="l">
              <a:defRPr sz="1875" b="0">
                <a:solidFill>
                  <a:srgbClr val="182536"/>
                </a:solidFill>
                <a:latin typeface="Arial"/>
                <a:ea typeface="Arial"/>
                <a:cs typeface="Arial"/>
              </a:defRPr>
            </a:lvl3pPr>
            <a:lvl4pPr algn="l">
              <a:defRPr sz="1875" b="0">
                <a:solidFill>
                  <a:srgbClr val="182536"/>
                </a:solidFill>
                <a:latin typeface="Arial"/>
                <a:ea typeface="Arial"/>
                <a:cs typeface="Arial"/>
              </a:defRPr>
            </a:lvl4pPr>
            <a:lvl5pPr algn="l">
              <a:defRPr sz="1875" b="0">
                <a:solidFill>
                  <a:srgbClr val="182536"/>
                </a:solidFill>
                <a:latin typeface="Arial"/>
                <a:ea typeface="Arial"/>
                <a:cs typeface="Arial"/>
              </a:defRPr>
            </a:lvl5pPr>
            <a:lvl6pPr algn="l">
              <a:defRPr sz="1875" b="0">
                <a:solidFill>
                  <a:srgbClr val="182536"/>
                </a:solidFill>
                <a:latin typeface="Arial"/>
                <a:ea typeface="Arial"/>
                <a:cs typeface="Arial"/>
              </a:defRPr>
            </a:lvl6pPr>
            <a:lvl7pPr algn="l">
              <a:defRPr sz="1875" b="0">
                <a:solidFill>
                  <a:srgbClr val="182536"/>
                </a:solidFill>
                <a:latin typeface="Arial"/>
                <a:ea typeface="Arial"/>
                <a:cs typeface="Arial"/>
              </a:defRPr>
            </a:lvl7pPr>
            <a:lvl8pPr algn="l">
              <a:defRPr sz="1875" b="0">
                <a:solidFill>
                  <a:srgbClr val="182536"/>
                </a:solidFill>
                <a:latin typeface="Arial"/>
                <a:ea typeface="Arial"/>
                <a:cs typeface="Arial"/>
              </a:defRPr>
            </a:lvl8pPr>
            <a:lvl9pPr algn="l">
              <a:defRPr sz="1875" b="0">
                <a:solidFill>
                  <a:srgbClr val="182536"/>
                </a:solidFill>
                <a:latin typeface="Arial"/>
                <a:ea typeface="Arial"/>
                <a:cs typeface="Arial"/>
              </a:defRPr>
            </a:lvl9pPr>
          </a:lstStyle>
          <a:p xmlns:a="http://schemas.openxmlformats.org/drawingml/2006/main">
            <a:pPr algn="l">
              <a:defRPr sz="1875" b="0">
                <a:solidFill>
                  <a:srgbClr val="182536"/>
                </a:solidFill>
                <a:latin typeface="Arial"/>
                <a:ea typeface="Arial"/>
                <a:cs typeface="Arial"/>
              </a:defRPr>
            </a:pPr>
            <a:r>
              <a:rPr sz="1875" b="0">
                <a:solidFill>
                  <a:srgbClr val="182536"/>
                </a:solidFill>
                <a:latin typeface="Arial"/>
                <a:ea typeface="Arial"/>
                <a:cs typeface="Arial"/>
              </a:rPr>
              <a:t>Generazione del report</a:t>
            </a:r>
          </a:p>
        </p:txBody>
      </p:sp>
      <p:sp>
        <p:nvSpPr>
          <p:cNvPr id="13" name="f130">
            <a:extLst xmlns:a="http://schemas.openxmlformats.org/drawingml/2006/main">
              <a:ext uri="{FF2B5EF4-FFF2-40B4-BE49-F238E27FC236}">
                <a16:creationId xmlns:a16="http://schemas.microsoft.com/office/drawing/2014/main" id="{14AD9C07-8E6D-4167-AEDC-067AC6D14928}"/>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Arial"/>
                <a:ea typeface="Arial"/>
                <a:cs typeface="Arial"/>
              </a:defRPr>
            </a:defPPr>
            <a:lvl1pPr algn="l">
              <a:defRPr sz="2700" b="1">
                <a:solidFill>
                  <a:srgbClr val="4264D0"/>
                </a:solidFill>
                <a:latin typeface="Arial"/>
                <a:ea typeface="Arial"/>
                <a:cs typeface="Arial"/>
              </a:defRPr>
            </a:lvl1pPr>
            <a:lvl2pPr algn="l">
              <a:defRPr sz="2700" b="1">
                <a:solidFill>
                  <a:srgbClr val="4264D0"/>
                </a:solidFill>
                <a:latin typeface="Arial"/>
                <a:ea typeface="Arial"/>
                <a:cs typeface="Arial"/>
              </a:defRPr>
            </a:lvl2pPr>
            <a:lvl3pPr algn="l">
              <a:defRPr sz="2700" b="1">
                <a:solidFill>
                  <a:srgbClr val="4264D0"/>
                </a:solidFill>
                <a:latin typeface="Arial"/>
                <a:ea typeface="Arial"/>
                <a:cs typeface="Arial"/>
              </a:defRPr>
            </a:lvl3pPr>
            <a:lvl4pPr algn="l">
              <a:defRPr sz="2700" b="1">
                <a:solidFill>
                  <a:srgbClr val="4264D0"/>
                </a:solidFill>
                <a:latin typeface="Arial"/>
                <a:ea typeface="Arial"/>
                <a:cs typeface="Arial"/>
              </a:defRPr>
            </a:lvl4pPr>
            <a:lvl5pPr algn="l">
              <a:defRPr sz="2700" b="1">
                <a:solidFill>
                  <a:srgbClr val="4264D0"/>
                </a:solidFill>
                <a:latin typeface="Arial"/>
                <a:ea typeface="Arial"/>
                <a:cs typeface="Arial"/>
              </a:defRPr>
            </a:lvl5pPr>
            <a:lvl6pPr algn="l">
              <a:defRPr sz="2700" b="1">
                <a:solidFill>
                  <a:srgbClr val="4264D0"/>
                </a:solidFill>
                <a:latin typeface="Arial"/>
                <a:ea typeface="Arial"/>
                <a:cs typeface="Arial"/>
              </a:defRPr>
            </a:lvl6pPr>
            <a:lvl7pPr algn="l">
              <a:defRPr sz="2700" b="1">
                <a:solidFill>
                  <a:srgbClr val="4264D0"/>
                </a:solidFill>
                <a:latin typeface="Arial"/>
                <a:ea typeface="Arial"/>
                <a:cs typeface="Arial"/>
              </a:defRPr>
            </a:lvl7pPr>
            <a:lvl8pPr algn="l">
              <a:defRPr sz="2700" b="1">
                <a:solidFill>
                  <a:srgbClr val="4264D0"/>
                </a:solidFill>
                <a:latin typeface="Arial"/>
                <a:ea typeface="Arial"/>
                <a:cs typeface="Arial"/>
              </a:defRPr>
            </a:lvl8pPr>
            <a:lvl9pPr algn="l">
              <a:defRPr sz="2700" b="1">
                <a:solidFill>
                  <a:srgbClr val="4264D0"/>
                </a:solidFill>
                <a:latin typeface="Arial"/>
                <a:ea typeface="Arial"/>
                <a:cs typeface="Arial"/>
              </a:defRPr>
            </a:lvl9pPr>
          </a:lstStyle>
          <a:p xmlns:a="http://schemas.openxmlformats.org/drawingml/2006/main">
            <a:pPr algn="l">
              <a:defRPr sz="2700" b="1">
                <a:solidFill>
                  <a:srgbClr val="4264D0"/>
                </a:solidFill>
                <a:latin typeface="Arial"/>
                <a:ea typeface="Arial"/>
                <a:cs typeface="Arial"/>
              </a:defRPr>
            </a:pPr>
            <a:r>
              <a:rPr sz="2700" b="1">
                <a:solidFill>
                  <a:srgbClr val="4264D0"/>
                </a:solidFill>
                <a:latin typeface="Arial"/>
                <a:ea typeface="Arial"/>
                <a:cs typeface="Arial"/>
              </a:rPr>
              <a:t>DSL</a:t>
            </a:r>
          </a:p>
        </p:txBody>
      </p:sp>
      <p:sp>
        <p:nvSpPr>
          <p:cNvPr id="14" name="f131">
            <a:extLst xmlns:a="http://schemas.openxmlformats.org/drawingml/2006/main">
              <a:ext uri="{FF2B5EF4-FFF2-40B4-BE49-F238E27FC236}">
                <a16:creationId xmlns:a16="http://schemas.microsoft.com/office/drawing/2014/main" id="{7F4FB262-0538-45C1-80F4-1264D9ECB912}"/>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Arial"/>
                <a:ea typeface="Arial"/>
                <a:cs typeface="Arial"/>
              </a:defRPr>
            </a:defPPr>
            <a:lvl1pPr algn="l">
              <a:defRPr sz="2250" b="1">
                <a:solidFill>
                  <a:srgbClr val="4264D0"/>
                </a:solidFill>
                <a:latin typeface="Arial"/>
                <a:ea typeface="Arial"/>
                <a:cs typeface="Arial"/>
              </a:defRPr>
            </a:lvl1pPr>
            <a:lvl2pPr algn="l">
              <a:defRPr sz="2250" b="1">
                <a:solidFill>
                  <a:srgbClr val="4264D0"/>
                </a:solidFill>
                <a:latin typeface="Arial"/>
                <a:ea typeface="Arial"/>
                <a:cs typeface="Arial"/>
              </a:defRPr>
            </a:lvl2pPr>
            <a:lvl3pPr algn="l">
              <a:defRPr sz="2250" b="1">
                <a:solidFill>
                  <a:srgbClr val="4264D0"/>
                </a:solidFill>
                <a:latin typeface="Arial"/>
                <a:ea typeface="Arial"/>
                <a:cs typeface="Arial"/>
              </a:defRPr>
            </a:lvl3pPr>
            <a:lvl4pPr algn="l">
              <a:defRPr sz="2250" b="1">
                <a:solidFill>
                  <a:srgbClr val="4264D0"/>
                </a:solidFill>
                <a:latin typeface="Arial"/>
                <a:ea typeface="Arial"/>
                <a:cs typeface="Arial"/>
              </a:defRPr>
            </a:lvl4pPr>
            <a:lvl5pPr algn="l">
              <a:defRPr sz="2250" b="1">
                <a:solidFill>
                  <a:srgbClr val="4264D0"/>
                </a:solidFill>
                <a:latin typeface="Arial"/>
                <a:ea typeface="Arial"/>
                <a:cs typeface="Arial"/>
              </a:defRPr>
            </a:lvl5pPr>
            <a:lvl6pPr algn="l">
              <a:defRPr sz="2250" b="1">
                <a:solidFill>
                  <a:srgbClr val="4264D0"/>
                </a:solidFill>
                <a:latin typeface="Arial"/>
                <a:ea typeface="Arial"/>
                <a:cs typeface="Arial"/>
              </a:defRPr>
            </a:lvl6pPr>
            <a:lvl7pPr algn="l">
              <a:defRPr sz="2250" b="1">
                <a:solidFill>
                  <a:srgbClr val="4264D0"/>
                </a:solidFill>
                <a:latin typeface="Arial"/>
                <a:ea typeface="Arial"/>
                <a:cs typeface="Arial"/>
              </a:defRPr>
            </a:lvl7pPr>
            <a:lvl8pPr algn="l">
              <a:defRPr sz="2250" b="1">
                <a:solidFill>
                  <a:srgbClr val="4264D0"/>
                </a:solidFill>
                <a:latin typeface="Arial"/>
                <a:ea typeface="Arial"/>
                <a:cs typeface="Arial"/>
              </a:defRPr>
            </a:lvl8pPr>
            <a:lvl9pPr algn="l">
              <a:defRPr sz="2250" b="1">
                <a:solidFill>
                  <a:srgbClr val="4264D0"/>
                </a:solidFill>
                <a:latin typeface="Arial"/>
                <a:ea typeface="Arial"/>
                <a:cs typeface="Arial"/>
              </a:defRPr>
            </a:lvl9pPr>
          </a:lstStyle>
          <a:p xmlns:a="http://schemas.openxmlformats.org/drawingml/2006/main">
            <a:pPr algn="l">
              <a:defRPr sz="2250" b="1">
                <a:solidFill>
                  <a:srgbClr val="4264D0"/>
                </a:solidFill>
                <a:latin typeface="Arial"/>
                <a:ea typeface="Arial"/>
                <a:cs typeface="Arial"/>
              </a:defRPr>
            </a:pPr>
            <a:r>
              <a:rPr sz="2250" b="1">
                <a:solidFill>
                  <a:srgbClr val="4264D0"/>
                </a:solidFill>
                <a:latin typeface="Arial"/>
                <a:ea typeface="Arial"/>
                <a:cs typeface="Arial"/>
              </a:rPr>
              <a:t>REPORT + VERDETTO</a:t>
            </a:r>
          </a:p>
        </p:txBody>
      </p:sp>
    </p:spTree>
    <p:extLst>
      <p:ext uri="{BB962C8B-B14F-4D97-AF65-F5344CB8AC3E}">
        <p14:creationId xmlns:p14="http://schemas.microsoft.com/office/powerpoint/2010/main" val="308923364"/>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2">
            <a:extLst xmlns:a="http://schemas.openxmlformats.org/drawingml/2006/main">
              <a:ext uri="{FF2B5EF4-FFF2-40B4-BE49-F238E27FC236}">
                <a16:creationId xmlns:a16="http://schemas.microsoft.com/office/drawing/2014/main" id="{3C327F76-1DF6-4B2C-BAE8-EC66702C6655}"/>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VALUTAZIONE</a:t>
            </a:r>
          </a:p>
        </p:txBody>
      </p:sp>
      <p:sp>
        <p:nvSpPr>
          <p:cNvPr id="2" name="f133">
            <a:extLst xmlns:a="http://schemas.openxmlformats.org/drawingml/2006/main">
              <a:ext uri="{FF2B5EF4-FFF2-40B4-BE49-F238E27FC236}">
                <a16:creationId xmlns:a16="http://schemas.microsoft.com/office/drawing/2014/main" id="{04BDE209-10E7-4F56-A01E-F83C25C78287}"/>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Arial"/>
                <a:ea typeface="Arial"/>
                <a:cs typeface="Arial"/>
              </a:defRPr>
            </a:defPPr>
            <a:lvl1pPr algn="r">
              <a:defRPr sz="1350" b="0">
                <a:solidFill>
                  <a:srgbClr val="52627B"/>
                </a:solidFill>
                <a:latin typeface="Arial"/>
                <a:ea typeface="Arial"/>
                <a:cs typeface="Arial"/>
              </a:defRPr>
            </a:lvl1pPr>
            <a:lvl2pPr algn="r">
              <a:defRPr sz="1350" b="0">
                <a:solidFill>
                  <a:srgbClr val="52627B"/>
                </a:solidFill>
                <a:latin typeface="Arial"/>
                <a:ea typeface="Arial"/>
                <a:cs typeface="Arial"/>
              </a:defRPr>
            </a:lvl2pPr>
            <a:lvl3pPr algn="r">
              <a:defRPr sz="1350" b="0">
                <a:solidFill>
                  <a:srgbClr val="52627B"/>
                </a:solidFill>
                <a:latin typeface="Arial"/>
                <a:ea typeface="Arial"/>
                <a:cs typeface="Arial"/>
              </a:defRPr>
            </a:lvl3pPr>
            <a:lvl4pPr algn="r">
              <a:defRPr sz="1350" b="0">
                <a:solidFill>
                  <a:srgbClr val="52627B"/>
                </a:solidFill>
                <a:latin typeface="Arial"/>
                <a:ea typeface="Arial"/>
                <a:cs typeface="Arial"/>
              </a:defRPr>
            </a:lvl4pPr>
            <a:lvl5pPr algn="r">
              <a:defRPr sz="1350" b="0">
                <a:solidFill>
                  <a:srgbClr val="52627B"/>
                </a:solidFill>
                <a:latin typeface="Arial"/>
                <a:ea typeface="Arial"/>
                <a:cs typeface="Arial"/>
              </a:defRPr>
            </a:lvl5pPr>
            <a:lvl6pPr algn="r">
              <a:defRPr sz="1350" b="0">
                <a:solidFill>
                  <a:srgbClr val="52627B"/>
                </a:solidFill>
                <a:latin typeface="Arial"/>
                <a:ea typeface="Arial"/>
                <a:cs typeface="Arial"/>
              </a:defRPr>
            </a:lvl6pPr>
            <a:lvl7pPr algn="r">
              <a:defRPr sz="1350" b="0">
                <a:solidFill>
                  <a:srgbClr val="52627B"/>
                </a:solidFill>
                <a:latin typeface="Arial"/>
                <a:ea typeface="Arial"/>
                <a:cs typeface="Arial"/>
              </a:defRPr>
            </a:lvl7pPr>
            <a:lvl8pPr algn="r">
              <a:defRPr sz="1350" b="0">
                <a:solidFill>
                  <a:srgbClr val="52627B"/>
                </a:solidFill>
                <a:latin typeface="Arial"/>
                <a:ea typeface="Arial"/>
                <a:cs typeface="Arial"/>
              </a:defRPr>
            </a:lvl8pPr>
            <a:lvl9pPr algn="r">
              <a:defRPr sz="1350" b="0">
                <a:solidFill>
                  <a:srgbClr val="52627B"/>
                </a:solidFill>
                <a:latin typeface="Arial"/>
                <a:ea typeface="Arial"/>
                <a:cs typeface="Arial"/>
              </a:defRPr>
            </a:lvl9pPr>
          </a:lstStyle>
          <a:p xmlns:a="http://schemas.openxmlformats.org/drawingml/2006/main">
            <a:pPr algn="r">
              <a:defRPr sz="1350" b="0">
                <a:solidFill>
                  <a:srgbClr val="52627B"/>
                </a:solidFill>
                <a:latin typeface="Arial"/>
                <a:ea typeface="Arial"/>
                <a:cs typeface="Arial"/>
              </a:defRPr>
            </a:pPr>
            <a:r>
              <a:rPr sz="1350" b="0">
                <a:solidFill>
                  <a:srgbClr val="52627B"/>
                </a:solidFill>
                <a:latin typeface="Arial"/>
                <a:ea typeface="Arial"/>
                <a:cs typeface="Arial"/>
              </a:rPr>
              <a:t>06 / 07</a:t>
            </a:r>
          </a:p>
        </p:txBody>
      </p:sp>
      <p:sp>
        <p:nvSpPr>
          <p:cNvPr id="3" name="f134">
            <a:extLst xmlns:a="http://schemas.openxmlformats.org/drawingml/2006/main">
              <a:ext uri="{FF2B5EF4-FFF2-40B4-BE49-F238E27FC236}">
                <a16:creationId xmlns:a16="http://schemas.microsoft.com/office/drawing/2014/main" id="{3BD40488-02A2-46BA-881A-ACD57C8B0AFE}"/>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Risultati dei test baseline</a:t>
            </a:r>
          </a:p>
        </p:txBody>
      </p:sp>
      <p:sp>
        <p:nvSpPr>
          <p:cNvPr id="4" name="f135">
            <a:extLst xmlns:a="http://schemas.openxmlformats.org/drawingml/2006/main">
              <a:ext uri="{FF2B5EF4-FFF2-40B4-BE49-F238E27FC236}">
                <a16:creationId xmlns:a16="http://schemas.microsoft.com/office/drawing/2014/main" id="{55E3868C-103D-4C86-A2BD-5C2BED6ACD2D}"/>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16 catture di rete, con risultati ottenuti coerenti con quelli attesi.</a:t>
            </a:r>
          </a:p>
        </p:txBody>
      </p:sp>
      <p:graphicFrame>
        <p:nvGraphicFramePr>
          <p:cNvPr id="5" name="">
            <a:extLst xmlns:a="http://schemas.openxmlformats.org/drawingml/2006/main">
              <a:ext uri="{FF2B5EF4-FFF2-40B4-BE49-F238E27FC236}">
                <a16:creationId xmlns:a16="http://schemas.microsoft.com/office/drawing/2014/main" id="{599EDAC5-B0A4-4BCE-AD21-1FBFA61992D3}"/>
              </a:ext>
            </a:extLst>
          </p:cNvPr>
          <p:cNvGraphicFramePr/>
          <p:nvPr/>
        </p:nvGraphicFramePr>
        <p:xfrm>
          <a:off xmlns:a="http://schemas.openxmlformats.org/drawingml/2006/main" x="1066800" y="26193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Arial"/>
                          <a:ea typeface="Arial"/>
                          <a:cs typeface="Arial"/>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Arial"/>
                          <a:ea typeface="Arial"/>
                          <a:cs typeface="Arial"/>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Arial"/>
                          <a:ea typeface="Arial"/>
                          <a:cs typeface="Arial"/>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Arial"/>
                          <a:ea typeface="Arial"/>
                          <a:cs typeface="Arial"/>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Arial"/>
                          <a:ea typeface="Arial"/>
                          <a:cs typeface="Arial"/>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Arial"/>
                          <a:ea typeface="Arial"/>
                          <a:cs typeface="Arial"/>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Arial"/>
                          <a:ea typeface="Arial"/>
                          <a:cs typeface="Arial"/>
                        </a:rPr>
                        <a:t>UDM Resynchronization +</a:t>
                      </a:r>
                    </a:p>
                    <a:p>
                      <a:pPr algn="l"/>
                      <a:r>
                        <a:rPr sz="1875" b="0">
                          <a:solidFill>
                            <a:srgbClr val="182536"/>
                          </a:solidFill>
                          <a:latin typeface="Arial"/>
                          <a:ea typeface="Arial"/>
                          <a:cs typeface="Arial"/>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Arial"/>
                          <a:ea typeface="Arial"/>
                          <a:cs typeface="Arial"/>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Arial"/>
                          <a:ea typeface="Arial"/>
                          <a:cs typeface="Arial"/>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Arial"/>
                          <a:ea typeface="Arial"/>
                          <a:cs typeface="Arial"/>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Arial"/>
                          <a:ea typeface="Arial"/>
                          <a:cs typeface="Arial"/>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Arial"/>
                          <a:ea typeface="Arial"/>
                          <a:cs typeface="Arial"/>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Arial"/>
                          <a:ea typeface="Arial"/>
                          <a:cs typeface="Arial"/>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Arial"/>
                          <a:ea typeface="Arial"/>
                          <a:cs typeface="Arial"/>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Arial"/>
                          <a:ea typeface="Arial"/>
                          <a:cs typeface="Arial"/>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Arial"/>
                          <a:ea typeface="Arial"/>
                          <a:cs typeface="Arial"/>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Arial"/>
                          <a:ea typeface="Arial"/>
                          <a:cs typeface="Arial"/>
                        </a:rPr>
                        <a:t>1 PASS</a:t>
                      </a:r>
                      <a:r>
                        <a:rPr sz="1725" b="1">
                          <a:solidFill>
                            <a:srgbClr val="182536"/>
                          </a:solidFill>
                          <a:latin typeface="Arial"/>
                          <a:ea typeface="Arial"/>
                          <a:cs typeface="Arial"/>
                        </a:rPr>
                        <a:t> +</a:t>
                      </a:r>
                    </a:p>
                    <a:p>
                      <a:pPr algn="ctr"/>
                      <a:r>
                        <a:rPr sz="1725" b="1">
                          <a:solidFill>
                            <a:srgbClr val="9D7139"/>
                          </a:solidFill>
                          <a:latin typeface="Arial"/>
                          <a:ea typeface="Arial"/>
                          <a:cs typeface="Arial"/>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Arial"/>
                          <a:ea typeface="Arial"/>
                          <a:cs typeface="Arial"/>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7">
            <a:extLst xmlns:a="http://schemas.openxmlformats.org/drawingml/2006/main">
              <a:ext uri="{FF2B5EF4-FFF2-40B4-BE49-F238E27FC236}">
                <a16:creationId xmlns:a16="http://schemas.microsoft.com/office/drawing/2014/main" id="{4E8ECAA4-92C0-4962-8748-C48070E17113}"/>
              </a:ext>
            </a:extLst>
          </p:cNvPr>
          <p:cNvSpPr>
            <a:spLocks xmlns:a="http://schemas.openxmlformats.org/drawingml/2006/main" noGrp="1"/>
          </p:cNvSpPr>
          <p:nvPr/>
        </p:nvSpPr>
        <p:spPr>
          <a:xfrm xmlns:a="http://schemas.openxmlformats.org/drawingml/2006/main">
            <a:off x="11049000" y="28956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8">
            <a:extLst xmlns:a="http://schemas.openxmlformats.org/drawingml/2006/main">
              <a:ext uri="{FF2B5EF4-FFF2-40B4-BE49-F238E27FC236}">
                <a16:creationId xmlns:a16="http://schemas.microsoft.com/office/drawing/2014/main" id="{DD1DDF96-FA31-4B98-B403-AA0D051E2161}"/>
              </a:ext>
            </a:extLst>
          </p:cNvPr>
          <p:cNvSpPr>
            <a:spLocks xmlns:a="http://schemas.openxmlformats.org/drawingml/2006/main" noGrp="1"/>
          </p:cNvSpPr>
          <p:nvPr/>
        </p:nvSpPr>
        <p:spPr>
          <a:xfrm xmlns:a="http://schemas.openxmlformats.org/drawingml/2006/main">
            <a:off x="11220450" y="34099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Arial"/>
                <a:ea typeface="Arial"/>
                <a:cs typeface="Arial"/>
              </a:defRPr>
            </a:defPPr>
            <a:lvl1pPr algn="ctr">
              <a:defRPr sz="5850" b="1">
                <a:solidFill>
                  <a:srgbClr val="278766"/>
                </a:solidFill>
                <a:latin typeface="Arial"/>
                <a:ea typeface="Arial"/>
                <a:cs typeface="Arial"/>
              </a:defRPr>
            </a:lvl1pPr>
            <a:lvl2pPr algn="ctr">
              <a:defRPr sz="5850" b="1">
                <a:solidFill>
                  <a:srgbClr val="278766"/>
                </a:solidFill>
                <a:latin typeface="Arial"/>
                <a:ea typeface="Arial"/>
                <a:cs typeface="Arial"/>
              </a:defRPr>
            </a:lvl2pPr>
            <a:lvl3pPr algn="ctr">
              <a:defRPr sz="5850" b="1">
                <a:solidFill>
                  <a:srgbClr val="278766"/>
                </a:solidFill>
                <a:latin typeface="Arial"/>
                <a:ea typeface="Arial"/>
                <a:cs typeface="Arial"/>
              </a:defRPr>
            </a:lvl3pPr>
            <a:lvl4pPr algn="ctr">
              <a:defRPr sz="5850" b="1">
                <a:solidFill>
                  <a:srgbClr val="278766"/>
                </a:solidFill>
                <a:latin typeface="Arial"/>
                <a:ea typeface="Arial"/>
                <a:cs typeface="Arial"/>
              </a:defRPr>
            </a:lvl4pPr>
            <a:lvl5pPr algn="ctr">
              <a:defRPr sz="5850" b="1">
                <a:solidFill>
                  <a:srgbClr val="278766"/>
                </a:solidFill>
                <a:latin typeface="Arial"/>
                <a:ea typeface="Arial"/>
                <a:cs typeface="Arial"/>
              </a:defRPr>
            </a:lvl5pPr>
            <a:lvl6pPr algn="ctr">
              <a:defRPr sz="5850" b="1">
                <a:solidFill>
                  <a:srgbClr val="278766"/>
                </a:solidFill>
                <a:latin typeface="Arial"/>
                <a:ea typeface="Arial"/>
                <a:cs typeface="Arial"/>
              </a:defRPr>
            </a:lvl6pPr>
            <a:lvl7pPr algn="ctr">
              <a:defRPr sz="5850" b="1">
                <a:solidFill>
                  <a:srgbClr val="278766"/>
                </a:solidFill>
                <a:latin typeface="Arial"/>
                <a:ea typeface="Arial"/>
                <a:cs typeface="Arial"/>
              </a:defRPr>
            </a:lvl7pPr>
            <a:lvl8pPr algn="ctr">
              <a:defRPr sz="5850" b="1">
                <a:solidFill>
                  <a:srgbClr val="278766"/>
                </a:solidFill>
                <a:latin typeface="Arial"/>
                <a:ea typeface="Arial"/>
                <a:cs typeface="Arial"/>
              </a:defRPr>
            </a:lvl8pPr>
            <a:lvl9pPr algn="ctr">
              <a:defRPr sz="5850" b="1">
                <a:solidFill>
                  <a:srgbClr val="278766"/>
                </a:solidFill>
                <a:latin typeface="Arial"/>
                <a:ea typeface="Arial"/>
                <a:cs typeface="Arial"/>
              </a:defRPr>
            </a:lvl9pPr>
          </a:lstStyle>
          <a:p xmlns:a="http://schemas.openxmlformats.org/drawingml/2006/main">
            <a:pPr algn="ctr">
              <a:defRPr sz="5850" b="1">
                <a:solidFill>
                  <a:srgbClr val="278766"/>
                </a:solidFill>
                <a:latin typeface="Arial"/>
                <a:ea typeface="Arial"/>
                <a:cs typeface="Arial"/>
              </a:defRPr>
            </a:pPr>
            <a:r>
              <a:rPr sz="5850" b="1">
                <a:solidFill>
                  <a:srgbClr val="278766"/>
                </a:solidFill>
                <a:latin typeface="Arial"/>
                <a:ea typeface="Arial"/>
                <a:cs typeface="Arial"/>
              </a:rPr>
              <a:t>16/16</a:t>
            </a:r>
          </a:p>
        </p:txBody>
      </p:sp>
      <p:sp>
        <p:nvSpPr>
          <p:cNvPr id="8" name="f139">
            <a:extLst xmlns:a="http://schemas.openxmlformats.org/drawingml/2006/main">
              <a:ext uri="{FF2B5EF4-FFF2-40B4-BE49-F238E27FC236}">
                <a16:creationId xmlns:a16="http://schemas.microsoft.com/office/drawing/2014/main" id="{8925AF10-A27D-4B4E-AAA4-84CEF3DD52C0}"/>
              </a:ext>
            </a:extLst>
          </p:cNvPr>
          <p:cNvSpPr>
            <a:spLocks xmlns:a="http://schemas.openxmlformats.org/drawingml/2006/main" noGrp="1"/>
          </p:cNvSpPr>
          <p:nvPr/>
        </p:nvSpPr>
        <p:spPr>
          <a:xfrm xmlns:a="http://schemas.openxmlformats.org/drawingml/2006/main">
            <a:off x="11220450" y="44196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Arial"/>
                <a:ea typeface="Arial"/>
                <a:cs typeface="Arial"/>
              </a:defRPr>
            </a:defPPr>
            <a:lvl1pPr algn="ctr">
              <a:defRPr sz="2175" b="1">
                <a:solidFill>
                  <a:srgbClr val="278766"/>
                </a:solidFill>
                <a:latin typeface="Arial"/>
                <a:ea typeface="Arial"/>
                <a:cs typeface="Arial"/>
              </a:defRPr>
            </a:lvl1pPr>
            <a:lvl2pPr algn="ctr">
              <a:defRPr sz="2175" b="1">
                <a:solidFill>
                  <a:srgbClr val="278766"/>
                </a:solidFill>
                <a:latin typeface="Arial"/>
                <a:ea typeface="Arial"/>
                <a:cs typeface="Arial"/>
              </a:defRPr>
            </a:lvl2pPr>
            <a:lvl3pPr algn="ctr">
              <a:defRPr sz="2175" b="1">
                <a:solidFill>
                  <a:srgbClr val="278766"/>
                </a:solidFill>
                <a:latin typeface="Arial"/>
                <a:ea typeface="Arial"/>
                <a:cs typeface="Arial"/>
              </a:defRPr>
            </a:lvl3pPr>
            <a:lvl4pPr algn="ctr">
              <a:defRPr sz="2175" b="1">
                <a:solidFill>
                  <a:srgbClr val="278766"/>
                </a:solidFill>
                <a:latin typeface="Arial"/>
                <a:ea typeface="Arial"/>
                <a:cs typeface="Arial"/>
              </a:defRPr>
            </a:lvl4pPr>
            <a:lvl5pPr algn="ctr">
              <a:defRPr sz="2175" b="1">
                <a:solidFill>
                  <a:srgbClr val="278766"/>
                </a:solidFill>
                <a:latin typeface="Arial"/>
                <a:ea typeface="Arial"/>
                <a:cs typeface="Arial"/>
              </a:defRPr>
            </a:lvl5pPr>
            <a:lvl6pPr algn="ctr">
              <a:defRPr sz="2175" b="1">
                <a:solidFill>
                  <a:srgbClr val="278766"/>
                </a:solidFill>
                <a:latin typeface="Arial"/>
                <a:ea typeface="Arial"/>
                <a:cs typeface="Arial"/>
              </a:defRPr>
            </a:lvl6pPr>
            <a:lvl7pPr algn="ctr">
              <a:defRPr sz="2175" b="1">
                <a:solidFill>
                  <a:srgbClr val="278766"/>
                </a:solidFill>
                <a:latin typeface="Arial"/>
                <a:ea typeface="Arial"/>
                <a:cs typeface="Arial"/>
              </a:defRPr>
            </a:lvl7pPr>
            <a:lvl8pPr algn="ctr">
              <a:defRPr sz="2175" b="1">
                <a:solidFill>
                  <a:srgbClr val="278766"/>
                </a:solidFill>
                <a:latin typeface="Arial"/>
                <a:ea typeface="Arial"/>
                <a:cs typeface="Arial"/>
              </a:defRPr>
            </a:lvl8pPr>
            <a:lvl9pPr algn="ctr">
              <a:defRPr sz="2175" b="1">
                <a:solidFill>
                  <a:srgbClr val="278766"/>
                </a:solidFill>
                <a:latin typeface="Arial"/>
                <a:ea typeface="Arial"/>
                <a:cs typeface="Arial"/>
              </a:defRPr>
            </a:lvl9pPr>
          </a:lstStyle>
          <a:p xmlns:a="http://schemas.openxmlformats.org/drawingml/2006/main">
            <a:pPr algn="ctr">
              <a:defRPr sz="2175" b="1">
                <a:solidFill>
                  <a:srgbClr val="278766"/>
                </a:solidFill>
                <a:latin typeface="Arial"/>
                <a:ea typeface="Arial"/>
                <a:cs typeface="Arial"/>
              </a:defRPr>
            </a:pPr>
            <a:r>
              <a:rPr sz="2175" b="1">
                <a:solidFill>
                  <a:srgbClr val="278766"/>
                </a:solidFill>
                <a:latin typeface="Arial"/>
                <a:ea typeface="Arial"/>
                <a:cs typeface="Arial"/>
              </a:rPr>
              <a:t>verdetti attesi</a:t>
            </a:r>
          </a:p>
        </p:txBody>
      </p:sp>
      <p:sp>
        <p:nvSpPr>
          <p:cNvPr id="9" name="f140">
            <a:extLst xmlns:a="http://schemas.openxmlformats.org/drawingml/2006/main">
              <a:ext uri="{FF2B5EF4-FFF2-40B4-BE49-F238E27FC236}">
                <a16:creationId xmlns:a16="http://schemas.microsoft.com/office/drawing/2014/main" id="{CBA63465-F630-473C-8C37-340A993DB60D}"/>
              </a:ext>
            </a:extLst>
          </p:cNvPr>
          <p:cNvSpPr>
            <a:spLocks xmlns:a="http://schemas.openxmlformats.org/drawingml/2006/main" noGrp="1"/>
          </p:cNvSpPr>
          <p:nvPr/>
        </p:nvSpPr>
        <p:spPr>
          <a:xfrm xmlns:a="http://schemas.openxmlformats.org/drawingml/2006/main">
            <a:off x="11258550" y="54673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Arial"/>
                <a:ea typeface="Arial"/>
                <a:cs typeface="Arial"/>
              </a:defRPr>
            </a:defPPr>
            <a:lvl1pPr algn="l">
              <a:defRPr sz="2250" b="1">
                <a:solidFill>
                  <a:srgbClr val="278766"/>
                </a:solidFill>
                <a:latin typeface="Arial"/>
                <a:ea typeface="Arial"/>
                <a:cs typeface="Arial"/>
              </a:defRPr>
            </a:lvl1pPr>
            <a:lvl2pPr algn="l">
              <a:defRPr sz="2250" b="1">
                <a:solidFill>
                  <a:srgbClr val="278766"/>
                </a:solidFill>
                <a:latin typeface="Arial"/>
                <a:ea typeface="Arial"/>
                <a:cs typeface="Arial"/>
              </a:defRPr>
            </a:lvl2pPr>
            <a:lvl3pPr algn="l">
              <a:defRPr sz="2250" b="1">
                <a:solidFill>
                  <a:srgbClr val="278766"/>
                </a:solidFill>
                <a:latin typeface="Arial"/>
                <a:ea typeface="Arial"/>
                <a:cs typeface="Arial"/>
              </a:defRPr>
            </a:lvl3pPr>
            <a:lvl4pPr algn="l">
              <a:defRPr sz="2250" b="1">
                <a:solidFill>
                  <a:srgbClr val="278766"/>
                </a:solidFill>
                <a:latin typeface="Arial"/>
                <a:ea typeface="Arial"/>
                <a:cs typeface="Arial"/>
              </a:defRPr>
            </a:lvl4pPr>
            <a:lvl5pPr algn="l">
              <a:defRPr sz="2250" b="1">
                <a:solidFill>
                  <a:srgbClr val="278766"/>
                </a:solidFill>
                <a:latin typeface="Arial"/>
                <a:ea typeface="Arial"/>
                <a:cs typeface="Arial"/>
              </a:defRPr>
            </a:lvl5pPr>
            <a:lvl6pPr algn="l">
              <a:defRPr sz="2250" b="1">
                <a:solidFill>
                  <a:srgbClr val="278766"/>
                </a:solidFill>
                <a:latin typeface="Arial"/>
                <a:ea typeface="Arial"/>
                <a:cs typeface="Arial"/>
              </a:defRPr>
            </a:lvl6pPr>
            <a:lvl7pPr algn="l">
              <a:defRPr sz="2250" b="1">
                <a:solidFill>
                  <a:srgbClr val="278766"/>
                </a:solidFill>
                <a:latin typeface="Arial"/>
                <a:ea typeface="Arial"/>
                <a:cs typeface="Arial"/>
              </a:defRPr>
            </a:lvl7pPr>
            <a:lvl8pPr algn="l">
              <a:defRPr sz="2250" b="1">
                <a:solidFill>
                  <a:srgbClr val="278766"/>
                </a:solidFill>
                <a:latin typeface="Arial"/>
                <a:ea typeface="Arial"/>
                <a:cs typeface="Arial"/>
              </a:defRPr>
            </a:lvl8pPr>
            <a:lvl9pPr algn="l">
              <a:defRPr sz="2250" b="1">
                <a:solidFill>
                  <a:srgbClr val="278766"/>
                </a:solidFill>
                <a:latin typeface="Arial"/>
                <a:ea typeface="Arial"/>
                <a:cs typeface="Arial"/>
              </a:defRPr>
            </a:lvl9pPr>
          </a:lstStyle>
          <a:p xmlns:a="http://schemas.openxmlformats.org/drawingml/2006/main">
            <a:pPr algn="l">
              <a:defRPr sz="2250" b="1">
                <a:solidFill>
                  <a:srgbClr val="278766"/>
                </a:solidFill>
                <a:latin typeface="Arial"/>
                <a:ea typeface="Arial"/>
                <a:cs typeface="Arial"/>
              </a:defRPr>
            </a:pPr>
            <a:r>
              <a:rPr sz="2250" b="1">
                <a:solidFill>
                  <a:srgbClr val="278766"/>
                </a:solidFill>
                <a:latin typeface="Arial"/>
                <a:ea typeface="Arial"/>
                <a:cs typeface="Arial"/>
              </a:rPr>
              <a:t>12 PASS</a:t>
            </a:r>
          </a:p>
        </p:txBody>
      </p:sp>
      <p:sp>
        <p:nvSpPr>
          <p:cNvPr id="10" name="f141">
            <a:extLst xmlns:a="http://schemas.openxmlformats.org/drawingml/2006/main">
              <a:ext uri="{FF2B5EF4-FFF2-40B4-BE49-F238E27FC236}">
                <a16:creationId xmlns:a16="http://schemas.microsoft.com/office/drawing/2014/main" id="{AB11A6BA-6100-48A2-AFFA-FFBB27B026FC}"/>
              </a:ext>
            </a:extLst>
          </p:cNvPr>
          <p:cNvSpPr>
            <a:spLocks xmlns:a="http://schemas.openxmlformats.org/drawingml/2006/main" noGrp="1"/>
          </p:cNvSpPr>
          <p:nvPr/>
        </p:nvSpPr>
        <p:spPr>
          <a:xfrm xmlns:a="http://schemas.openxmlformats.org/drawingml/2006/main">
            <a:off x="11258550" y="59912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Arial"/>
                <a:ea typeface="Arial"/>
                <a:cs typeface="Arial"/>
              </a:defRPr>
            </a:defPPr>
            <a:lvl1pPr algn="l">
              <a:defRPr sz="2250" b="1">
                <a:solidFill>
                  <a:srgbClr val="B64B56"/>
                </a:solidFill>
                <a:latin typeface="Arial"/>
                <a:ea typeface="Arial"/>
                <a:cs typeface="Arial"/>
              </a:defRPr>
            </a:lvl1pPr>
            <a:lvl2pPr algn="l">
              <a:defRPr sz="2250" b="1">
                <a:solidFill>
                  <a:srgbClr val="B64B56"/>
                </a:solidFill>
                <a:latin typeface="Arial"/>
                <a:ea typeface="Arial"/>
                <a:cs typeface="Arial"/>
              </a:defRPr>
            </a:lvl2pPr>
            <a:lvl3pPr algn="l">
              <a:defRPr sz="2250" b="1">
                <a:solidFill>
                  <a:srgbClr val="B64B56"/>
                </a:solidFill>
                <a:latin typeface="Arial"/>
                <a:ea typeface="Arial"/>
                <a:cs typeface="Arial"/>
              </a:defRPr>
            </a:lvl3pPr>
            <a:lvl4pPr algn="l">
              <a:defRPr sz="2250" b="1">
                <a:solidFill>
                  <a:srgbClr val="B64B56"/>
                </a:solidFill>
                <a:latin typeface="Arial"/>
                <a:ea typeface="Arial"/>
                <a:cs typeface="Arial"/>
              </a:defRPr>
            </a:lvl4pPr>
            <a:lvl5pPr algn="l">
              <a:defRPr sz="2250" b="1">
                <a:solidFill>
                  <a:srgbClr val="B64B56"/>
                </a:solidFill>
                <a:latin typeface="Arial"/>
                <a:ea typeface="Arial"/>
                <a:cs typeface="Arial"/>
              </a:defRPr>
            </a:lvl5pPr>
            <a:lvl6pPr algn="l">
              <a:defRPr sz="2250" b="1">
                <a:solidFill>
                  <a:srgbClr val="B64B56"/>
                </a:solidFill>
                <a:latin typeface="Arial"/>
                <a:ea typeface="Arial"/>
                <a:cs typeface="Arial"/>
              </a:defRPr>
            </a:lvl6pPr>
            <a:lvl7pPr algn="l">
              <a:defRPr sz="2250" b="1">
                <a:solidFill>
                  <a:srgbClr val="B64B56"/>
                </a:solidFill>
                <a:latin typeface="Arial"/>
                <a:ea typeface="Arial"/>
                <a:cs typeface="Arial"/>
              </a:defRPr>
            </a:lvl7pPr>
            <a:lvl8pPr algn="l">
              <a:defRPr sz="2250" b="1">
                <a:solidFill>
                  <a:srgbClr val="B64B56"/>
                </a:solidFill>
                <a:latin typeface="Arial"/>
                <a:ea typeface="Arial"/>
                <a:cs typeface="Arial"/>
              </a:defRPr>
            </a:lvl8pPr>
            <a:lvl9pPr algn="l">
              <a:defRPr sz="2250" b="1">
                <a:solidFill>
                  <a:srgbClr val="B64B56"/>
                </a:solidFill>
                <a:latin typeface="Arial"/>
                <a:ea typeface="Arial"/>
                <a:cs typeface="Arial"/>
              </a:defRPr>
            </a:lvl9pPr>
          </a:lstStyle>
          <a:p xmlns:a="http://schemas.openxmlformats.org/drawingml/2006/main">
            <a:pPr algn="l">
              <a:defRPr sz="2250" b="1">
                <a:solidFill>
                  <a:srgbClr val="B64B56"/>
                </a:solidFill>
                <a:latin typeface="Arial"/>
                <a:ea typeface="Arial"/>
                <a:cs typeface="Arial"/>
              </a:defRPr>
            </a:pPr>
            <a:r>
              <a:rPr sz="2250" b="1">
                <a:solidFill>
                  <a:srgbClr val="B64B56"/>
                </a:solidFill>
                <a:latin typeface="Arial"/>
                <a:ea typeface="Arial"/>
                <a:cs typeface="Arial"/>
              </a:rPr>
              <a:t>1 FAIL</a:t>
            </a:r>
          </a:p>
        </p:txBody>
      </p:sp>
      <p:sp>
        <p:nvSpPr>
          <p:cNvPr id="11" name="f142">
            <a:extLst xmlns:a="http://schemas.openxmlformats.org/drawingml/2006/main">
              <a:ext uri="{FF2B5EF4-FFF2-40B4-BE49-F238E27FC236}">
                <a16:creationId xmlns:a16="http://schemas.microsoft.com/office/drawing/2014/main" id="{6E5DAECD-DCB7-4F25-A275-86AE11249E47}"/>
              </a:ext>
            </a:extLst>
          </p:cNvPr>
          <p:cNvSpPr>
            <a:spLocks xmlns:a="http://schemas.openxmlformats.org/drawingml/2006/main" noGrp="1"/>
          </p:cNvSpPr>
          <p:nvPr/>
        </p:nvSpPr>
        <p:spPr>
          <a:xfrm xmlns:a="http://schemas.openxmlformats.org/drawingml/2006/main">
            <a:off x="11258550" y="65151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Arial"/>
                <a:ea typeface="Arial"/>
                <a:cs typeface="Arial"/>
              </a:defRPr>
            </a:defPPr>
            <a:lvl1pPr algn="l">
              <a:defRPr sz="1950" b="1">
                <a:solidFill>
                  <a:srgbClr val="9D7139"/>
                </a:solidFill>
                <a:latin typeface="Arial"/>
                <a:ea typeface="Arial"/>
                <a:cs typeface="Arial"/>
              </a:defRPr>
            </a:lvl1pPr>
            <a:lvl2pPr algn="l">
              <a:defRPr sz="1950" b="1">
                <a:solidFill>
                  <a:srgbClr val="9D7139"/>
                </a:solidFill>
                <a:latin typeface="Arial"/>
                <a:ea typeface="Arial"/>
                <a:cs typeface="Arial"/>
              </a:defRPr>
            </a:lvl2pPr>
            <a:lvl3pPr algn="l">
              <a:defRPr sz="1950" b="1">
                <a:solidFill>
                  <a:srgbClr val="9D7139"/>
                </a:solidFill>
                <a:latin typeface="Arial"/>
                <a:ea typeface="Arial"/>
                <a:cs typeface="Arial"/>
              </a:defRPr>
            </a:lvl3pPr>
            <a:lvl4pPr algn="l">
              <a:defRPr sz="1950" b="1">
                <a:solidFill>
                  <a:srgbClr val="9D7139"/>
                </a:solidFill>
                <a:latin typeface="Arial"/>
                <a:ea typeface="Arial"/>
                <a:cs typeface="Arial"/>
              </a:defRPr>
            </a:lvl4pPr>
            <a:lvl5pPr algn="l">
              <a:defRPr sz="1950" b="1">
                <a:solidFill>
                  <a:srgbClr val="9D7139"/>
                </a:solidFill>
                <a:latin typeface="Arial"/>
                <a:ea typeface="Arial"/>
                <a:cs typeface="Arial"/>
              </a:defRPr>
            </a:lvl5pPr>
            <a:lvl6pPr algn="l">
              <a:defRPr sz="1950" b="1">
                <a:solidFill>
                  <a:srgbClr val="9D7139"/>
                </a:solidFill>
                <a:latin typeface="Arial"/>
                <a:ea typeface="Arial"/>
                <a:cs typeface="Arial"/>
              </a:defRPr>
            </a:lvl6pPr>
            <a:lvl7pPr algn="l">
              <a:defRPr sz="1950" b="1">
                <a:solidFill>
                  <a:srgbClr val="9D7139"/>
                </a:solidFill>
                <a:latin typeface="Arial"/>
                <a:ea typeface="Arial"/>
                <a:cs typeface="Arial"/>
              </a:defRPr>
            </a:lvl7pPr>
            <a:lvl8pPr algn="l">
              <a:defRPr sz="1950" b="1">
                <a:solidFill>
                  <a:srgbClr val="9D7139"/>
                </a:solidFill>
                <a:latin typeface="Arial"/>
                <a:ea typeface="Arial"/>
                <a:cs typeface="Arial"/>
              </a:defRPr>
            </a:lvl8pPr>
            <a:lvl9pPr algn="l">
              <a:defRPr sz="1950" b="1">
                <a:solidFill>
                  <a:srgbClr val="9D7139"/>
                </a:solidFill>
                <a:latin typeface="Arial"/>
                <a:ea typeface="Arial"/>
                <a:cs typeface="Arial"/>
              </a:defRPr>
            </a:lvl9pPr>
          </a:lstStyle>
          <a:p xmlns:a="http://schemas.openxmlformats.org/drawingml/2006/main">
            <a:pPr algn="l">
              <a:defRPr sz="1950" b="1">
                <a:solidFill>
                  <a:srgbClr val="9D7139"/>
                </a:solidFill>
                <a:latin typeface="Arial"/>
                <a:ea typeface="Arial"/>
                <a:cs typeface="Arial"/>
              </a:defRPr>
            </a:pPr>
            <a:r>
              <a:rPr sz="1950" b="1">
                <a:solidFill>
                  <a:srgbClr val="9D7139"/>
                </a:solidFill>
                <a:latin typeface="Arial"/>
                <a:ea typeface="Arial"/>
                <a:cs typeface="Arial"/>
              </a:rPr>
              <a:t>3 INCONCLUSIVE</a:t>
            </a:r>
          </a:p>
        </p:txBody>
      </p:sp>
      <p:sp>
        <p:nvSpPr>
          <p:cNvPr id="12" name="f143">
            <a:extLst xmlns:a="http://schemas.openxmlformats.org/drawingml/2006/main">
              <a:ext uri="{FF2B5EF4-FFF2-40B4-BE49-F238E27FC236}">
                <a16:creationId xmlns:a16="http://schemas.microsoft.com/office/drawing/2014/main" id="{142387E4-37F5-4C50-80D8-13C4F58E3CF0}"/>
              </a:ext>
            </a:extLst>
          </p:cNvPr>
          <p:cNvSpPr>
            <a:spLocks xmlns:a="http://schemas.openxmlformats.org/drawingml/2006/main" noGrp="1"/>
          </p:cNvSpPr>
          <p:nvPr/>
        </p:nvSpPr>
        <p:spPr>
          <a:xfrm xmlns:a="http://schemas.openxmlformats.org/drawingml/2006/main">
            <a:off x="1066800" y="7077075"/>
            <a:ext cx="942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Arial"/>
                <a:ea typeface="Arial"/>
                <a:cs typeface="Arial"/>
              </a:defRPr>
            </a:defPPr>
            <a:lvl1pPr algn="ctr">
              <a:defRPr sz="1575" b="0">
                <a:solidFill>
                  <a:srgbClr val="52627B"/>
                </a:solidFill>
                <a:latin typeface="Arial"/>
                <a:ea typeface="Arial"/>
                <a:cs typeface="Arial"/>
              </a:defRPr>
            </a:lvl1pPr>
            <a:lvl2pPr algn="ctr">
              <a:defRPr sz="1575" b="0">
                <a:solidFill>
                  <a:srgbClr val="52627B"/>
                </a:solidFill>
                <a:latin typeface="Arial"/>
                <a:ea typeface="Arial"/>
                <a:cs typeface="Arial"/>
              </a:defRPr>
            </a:lvl2pPr>
            <a:lvl3pPr algn="ctr">
              <a:defRPr sz="1575" b="0">
                <a:solidFill>
                  <a:srgbClr val="52627B"/>
                </a:solidFill>
                <a:latin typeface="Arial"/>
                <a:ea typeface="Arial"/>
                <a:cs typeface="Arial"/>
              </a:defRPr>
            </a:lvl3pPr>
            <a:lvl4pPr algn="ctr">
              <a:defRPr sz="1575" b="0">
                <a:solidFill>
                  <a:srgbClr val="52627B"/>
                </a:solidFill>
                <a:latin typeface="Arial"/>
                <a:ea typeface="Arial"/>
                <a:cs typeface="Arial"/>
              </a:defRPr>
            </a:lvl4pPr>
            <a:lvl5pPr algn="ctr">
              <a:defRPr sz="1575" b="0">
                <a:solidFill>
                  <a:srgbClr val="52627B"/>
                </a:solidFill>
                <a:latin typeface="Arial"/>
                <a:ea typeface="Arial"/>
                <a:cs typeface="Arial"/>
              </a:defRPr>
            </a:lvl5pPr>
            <a:lvl6pPr algn="ctr">
              <a:defRPr sz="1575" b="0">
                <a:solidFill>
                  <a:srgbClr val="52627B"/>
                </a:solidFill>
                <a:latin typeface="Arial"/>
                <a:ea typeface="Arial"/>
                <a:cs typeface="Arial"/>
              </a:defRPr>
            </a:lvl6pPr>
            <a:lvl7pPr algn="ctr">
              <a:defRPr sz="1575" b="0">
                <a:solidFill>
                  <a:srgbClr val="52627B"/>
                </a:solidFill>
                <a:latin typeface="Arial"/>
                <a:ea typeface="Arial"/>
                <a:cs typeface="Arial"/>
              </a:defRPr>
            </a:lvl7pPr>
            <a:lvl8pPr algn="ctr">
              <a:defRPr sz="1575" b="0">
                <a:solidFill>
                  <a:srgbClr val="52627B"/>
                </a:solidFill>
                <a:latin typeface="Arial"/>
                <a:ea typeface="Arial"/>
                <a:cs typeface="Arial"/>
              </a:defRPr>
            </a:lvl8pPr>
            <a:lvl9pPr algn="ctr">
              <a:defRPr sz="1575" b="0">
                <a:solidFill>
                  <a:srgbClr val="52627B"/>
                </a:solidFill>
                <a:latin typeface="Arial"/>
                <a:ea typeface="Arial"/>
                <a:cs typeface="Arial"/>
              </a:defRPr>
            </a:lvl9pPr>
          </a:lstStyle>
          <a:p xmlns:a="http://schemas.openxmlformats.org/drawingml/2006/main">
            <a:pPr algn="ctr">
              <a:defRPr sz="1575" b="0">
                <a:solidFill>
                  <a:srgbClr val="52627B"/>
                </a:solidFill>
                <a:latin typeface="Arial"/>
                <a:ea typeface="Arial"/>
                <a:cs typeface="Arial"/>
              </a:defRPr>
            </a:pPr>
            <a:r>
              <a:rPr sz="1575" b="0">
                <a:solidFill>
                  <a:srgbClr val="52627B"/>
                </a:solidFill>
                <a:latin typeface="Arial"/>
                <a:ea typeface="Arial"/>
                <a:cs typeface="Arial"/>
              </a:rPr>
              <a:t>Tutte le catture sono state ottenute tramite lo strumento esterno SCASDK.</a:t>
            </a:r>
          </a:p>
        </p:txBody>
      </p:sp>
    </p:spTree>
    <p:extLst>
      <p:ext uri="{BB962C8B-B14F-4D97-AF65-F5344CB8AC3E}">
        <p14:creationId xmlns:p14="http://schemas.microsoft.com/office/powerpoint/2010/main" val="557509514"/>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49" name="f144">
            <a:extLst xmlns:a="http://schemas.openxmlformats.org/drawingml/2006/main">
              <a:ext uri="{FF2B5EF4-FFF2-40B4-BE49-F238E27FC236}">
                <a16:creationId xmlns:a16="http://schemas.microsoft.com/office/drawing/2014/main" id="{1DDDF487-2240-452D-B61B-A2775F0C8F31}"/>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Arial"/>
                <a:ea typeface="Arial"/>
                <a:cs typeface="Arial"/>
              </a:defRPr>
            </a:defPPr>
            <a:lvl1pPr algn="l">
              <a:defRPr sz="1500" b="0">
                <a:solidFill>
                  <a:srgbClr val="52627B"/>
                </a:solidFill>
                <a:latin typeface="Arial"/>
                <a:ea typeface="Arial"/>
                <a:cs typeface="Arial"/>
              </a:defRPr>
            </a:lvl1pPr>
            <a:lvl2pPr algn="l">
              <a:defRPr sz="1500" b="0">
                <a:solidFill>
                  <a:srgbClr val="52627B"/>
                </a:solidFill>
                <a:latin typeface="Arial"/>
                <a:ea typeface="Arial"/>
                <a:cs typeface="Arial"/>
              </a:defRPr>
            </a:lvl2pPr>
            <a:lvl3pPr algn="l">
              <a:defRPr sz="1500" b="0">
                <a:solidFill>
                  <a:srgbClr val="52627B"/>
                </a:solidFill>
                <a:latin typeface="Arial"/>
                <a:ea typeface="Arial"/>
                <a:cs typeface="Arial"/>
              </a:defRPr>
            </a:lvl3pPr>
            <a:lvl4pPr algn="l">
              <a:defRPr sz="1500" b="0">
                <a:solidFill>
                  <a:srgbClr val="52627B"/>
                </a:solidFill>
                <a:latin typeface="Arial"/>
                <a:ea typeface="Arial"/>
                <a:cs typeface="Arial"/>
              </a:defRPr>
            </a:lvl4pPr>
            <a:lvl5pPr algn="l">
              <a:defRPr sz="1500" b="0">
                <a:solidFill>
                  <a:srgbClr val="52627B"/>
                </a:solidFill>
                <a:latin typeface="Arial"/>
                <a:ea typeface="Arial"/>
                <a:cs typeface="Arial"/>
              </a:defRPr>
            </a:lvl5pPr>
            <a:lvl6pPr algn="l">
              <a:defRPr sz="1500" b="0">
                <a:solidFill>
                  <a:srgbClr val="52627B"/>
                </a:solidFill>
                <a:latin typeface="Arial"/>
                <a:ea typeface="Arial"/>
                <a:cs typeface="Arial"/>
              </a:defRPr>
            </a:lvl6pPr>
            <a:lvl7pPr algn="l">
              <a:defRPr sz="1500" b="0">
                <a:solidFill>
                  <a:srgbClr val="52627B"/>
                </a:solidFill>
                <a:latin typeface="Arial"/>
                <a:ea typeface="Arial"/>
                <a:cs typeface="Arial"/>
              </a:defRPr>
            </a:lvl7pPr>
            <a:lvl8pPr algn="l">
              <a:defRPr sz="1500" b="0">
                <a:solidFill>
                  <a:srgbClr val="52627B"/>
                </a:solidFill>
                <a:latin typeface="Arial"/>
                <a:ea typeface="Arial"/>
                <a:cs typeface="Arial"/>
              </a:defRPr>
            </a:lvl8pPr>
            <a:lvl9pPr algn="l">
              <a:defRPr sz="1500" b="0">
                <a:solidFill>
                  <a:srgbClr val="52627B"/>
                </a:solidFill>
                <a:latin typeface="Arial"/>
                <a:ea typeface="Arial"/>
                <a:cs typeface="Arial"/>
              </a:defRPr>
            </a:lvl9pPr>
          </a:lstStyle>
          <a:p xmlns:a="http://schemas.openxmlformats.org/drawingml/2006/main">
            <a:pPr algn="l">
              <a:defRPr sz="1500" b="0">
                <a:solidFill>
                  <a:srgbClr val="52627B"/>
                </a:solidFill>
                <a:latin typeface="Arial"/>
                <a:ea typeface="Arial"/>
                <a:cs typeface="Arial"/>
              </a:defRPr>
            </a:pPr>
            <a:r>
              <a:rPr sz="1500" b="0">
                <a:solidFill>
                  <a:srgbClr val="52627B"/>
                </a:solidFill>
                <a:latin typeface="Arial"/>
                <a:ea typeface="Arial"/>
                <a:cs typeface="Arial"/>
              </a:rPr>
              <a:t>VALUTAZIONE</a:t>
            </a:r>
          </a:p>
        </p:txBody>
      </p:sp>
      <p:sp>
        <p:nvSpPr>
          <p:cNvPr id="2" name="f145">
            <a:extLst xmlns:a="http://schemas.openxmlformats.org/drawingml/2006/main">
              <a:ext uri="{FF2B5EF4-FFF2-40B4-BE49-F238E27FC236}">
                <a16:creationId xmlns:a16="http://schemas.microsoft.com/office/drawing/2014/main" id="{AFA9F55E-E6E1-4D8D-BADA-103EC1F974F9}"/>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Arial"/>
                <a:ea typeface="Arial"/>
                <a:cs typeface="Arial"/>
              </a:defRPr>
            </a:defPPr>
            <a:lvl1pPr algn="r">
              <a:defRPr sz="1350" b="0">
                <a:solidFill>
                  <a:srgbClr val="52627B"/>
                </a:solidFill>
                <a:latin typeface="Arial"/>
                <a:ea typeface="Arial"/>
                <a:cs typeface="Arial"/>
              </a:defRPr>
            </a:lvl1pPr>
            <a:lvl2pPr algn="r">
              <a:defRPr sz="1350" b="0">
                <a:solidFill>
                  <a:srgbClr val="52627B"/>
                </a:solidFill>
                <a:latin typeface="Arial"/>
                <a:ea typeface="Arial"/>
                <a:cs typeface="Arial"/>
              </a:defRPr>
            </a:lvl2pPr>
            <a:lvl3pPr algn="r">
              <a:defRPr sz="1350" b="0">
                <a:solidFill>
                  <a:srgbClr val="52627B"/>
                </a:solidFill>
                <a:latin typeface="Arial"/>
                <a:ea typeface="Arial"/>
                <a:cs typeface="Arial"/>
              </a:defRPr>
            </a:lvl3pPr>
            <a:lvl4pPr algn="r">
              <a:defRPr sz="1350" b="0">
                <a:solidFill>
                  <a:srgbClr val="52627B"/>
                </a:solidFill>
                <a:latin typeface="Arial"/>
                <a:ea typeface="Arial"/>
                <a:cs typeface="Arial"/>
              </a:defRPr>
            </a:lvl4pPr>
            <a:lvl5pPr algn="r">
              <a:defRPr sz="1350" b="0">
                <a:solidFill>
                  <a:srgbClr val="52627B"/>
                </a:solidFill>
                <a:latin typeface="Arial"/>
                <a:ea typeface="Arial"/>
                <a:cs typeface="Arial"/>
              </a:defRPr>
            </a:lvl5pPr>
            <a:lvl6pPr algn="r">
              <a:defRPr sz="1350" b="0">
                <a:solidFill>
                  <a:srgbClr val="52627B"/>
                </a:solidFill>
                <a:latin typeface="Arial"/>
                <a:ea typeface="Arial"/>
                <a:cs typeface="Arial"/>
              </a:defRPr>
            </a:lvl6pPr>
            <a:lvl7pPr algn="r">
              <a:defRPr sz="1350" b="0">
                <a:solidFill>
                  <a:srgbClr val="52627B"/>
                </a:solidFill>
                <a:latin typeface="Arial"/>
                <a:ea typeface="Arial"/>
                <a:cs typeface="Arial"/>
              </a:defRPr>
            </a:lvl7pPr>
            <a:lvl8pPr algn="r">
              <a:defRPr sz="1350" b="0">
                <a:solidFill>
                  <a:srgbClr val="52627B"/>
                </a:solidFill>
                <a:latin typeface="Arial"/>
                <a:ea typeface="Arial"/>
                <a:cs typeface="Arial"/>
              </a:defRPr>
            </a:lvl8pPr>
            <a:lvl9pPr algn="r">
              <a:defRPr sz="1350" b="0">
                <a:solidFill>
                  <a:srgbClr val="52627B"/>
                </a:solidFill>
                <a:latin typeface="Arial"/>
                <a:ea typeface="Arial"/>
                <a:cs typeface="Arial"/>
              </a:defRPr>
            </a:lvl9pPr>
          </a:lstStyle>
          <a:p xmlns:a="http://schemas.openxmlformats.org/drawingml/2006/main">
            <a:pPr algn="r">
              <a:defRPr sz="1350" b="0">
                <a:solidFill>
                  <a:srgbClr val="52627B"/>
                </a:solidFill>
                <a:latin typeface="Arial"/>
                <a:ea typeface="Arial"/>
                <a:cs typeface="Arial"/>
              </a:defRPr>
            </a:pPr>
            <a:r>
              <a:rPr sz="1350" b="0">
                <a:solidFill>
                  <a:srgbClr val="52627B"/>
                </a:solidFill>
                <a:latin typeface="Arial"/>
                <a:ea typeface="Arial"/>
                <a:cs typeface="Arial"/>
              </a:rPr>
              <a:t>07 / 07</a:t>
            </a:r>
          </a:p>
        </p:txBody>
      </p:sp>
      <p:sp>
        <p:nvSpPr>
          <p:cNvPr id="3" name="f146">
            <a:extLst xmlns:a="http://schemas.openxmlformats.org/drawingml/2006/main">
              <a:ext uri="{FF2B5EF4-FFF2-40B4-BE49-F238E27FC236}">
                <a16:creationId xmlns:a16="http://schemas.microsoft.com/office/drawing/2014/main" id="{89C89C12-B965-46E7-A9F2-3925BFF74009}"/>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Arial"/>
                <a:ea typeface="Arial"/>
                <a:cs typeface="Arial"/>
              </a:defRPr>
            </a:defPPr>
            <a:lvl1pPr algn="l">
              <a:defRPr sz="4050" b="1">
                <a:solidFill>
                  <a:srgbClr val="182536"/>
                </a:solidFill>
                <a:latin typeface="Arial"/>
                <a:ea typeface="Arial"/>
                <a:cs typeface="Arial"/>
              </a:defRPr>
            </a:lvl1pPr>
            <a:lvl2pPr algn="l">
              <a:defRPr sz="4050" b="1">
                <a:solidFill>
                  <a:srgbClr val="182536"/>
                </a:solidFill>
                <a:latin typeface="Arial"/>
                <a:ea typeface="Arial"/>
                <a:cs typeface="Arial"/>
              </a:defRPr>
            </a:lvl2pPr>
            <a:lvl3pPr algn="l">
              <a:defRPr sz="4050" b="1">
                <a:solidFill>
                  <a:srgbClr val="182536"/>
                </a:solidFill>
                <a:latin typeface="Arial"/>
                <a:ea typeface="Arial"/>
                <a:cs typeface="Arial"/>
              </a:defRPr>
            </a:lvl3pPr>
            <a:lvl4pPr algn="l">
              <a:defRPr sz="4050" b="1">
                <a:solidFill>
                  <a:srgbClr val="182536"/>
                </a:solidFill>
                <a:latin typeface="Arial"/>
                <a:ea typeface="Arial"/>
                <a:cs typeface="Arial"/>
              </a:defRPr>
            </a:lvl4pPr>
            <a:lvl5pPr algn="l">
              <a:defRPr sz="4050" b="1">
                <a:solidFill>
                  <a:srgbClr val="182536"/>
                </a:solidFill>
                <a:latin typeface="Arial"/>
                <a:ea typeface="Arial"/>
                <a:cs typeface="Arial"/>
              </a:defRPr>
            </a:lvl5pPr>
            <a:lvl6pPr algn="l">
              <a:defRPr sz="4050" b="1">
                <a:solidFill>
                  <a:srgbClr val="182536"/>
                </a:solidFill>
                <a:latin typeface="Arial"/>
                <a:ea typeface="Arial"/>
                <a:cs typeface="Arial"/>
              </a:defRPr>
            </a:lvl6pPr>
            <a:lvl7pPr algn="l">
              <a:defRPr sz="4050" b="1">
                <a:solidFill>
                  <a:srgbClr val="182536"/>
                </a:solidFill>
                <a:latin typeface="Arial"/>
                <a:ea typeface="Arial"/>
                <a:cs typeface="Arial"/>
              </a:defRPr>
            </a:lvl7pPr>
            <a:lvl8pPr algn="l">
              <a:defRPr sz="4050" b="1">
                <a:solidFill>
                  <a:srgbClr val="182536"/>
                </a:solidFill>
                <a:latin typeface="Arial"/>
                <a:ea typeface="Arial"/>
                <a:cs typeface="Arial"/>
              </a:defRPr>
            </a:lvl8pPr>
            <a:lvl9pPr algn="l">
              <a:defRPr sz="4050" b="1">
                <a:solidFill>
                  <a:srgbClr val="182536"/>
                </a:solidFill>
                <a:latin typeface="Arial"/>
                <a:ea typeface="Arial"/>
                <a:cs typeface="Arial"/>
              </a:defRPr>
            </a:lvl9pPr>
          </a:lstStyle>
          <a:p xmlns:a="http://schemas.openxmlformats.org/drawingml/2006/main">
            <a:pPr algn="l">
              <a:defRPr sz="4050" b="1">
                <a:solidFill>
                  <a:srgbClr val="182536"/>
                </a:solidFill>
                <a:latin typeface="Arial"/>
                <a:ea typeface="Arial"/>
                <a:cs typeface="Arial"/>
              </a:defRPr>
            </a:pPr>
            <a:r>
              <a:rPr sz="4050" b="1">
                <a:solidFill>
                  <a:srgbClr val="182536"/>
                </a:solidFill>
                <a:latin typeface="Arial"/>
                <a:ea typeface="Arial"/>
                <a:cs typeface="Arial"/>
              </a:rPr>
              <a:t>Mutation testing</a:t>
            </a:r>
          </a:p>
        </p:txBody>
      </p:sp>
      <p:sp>
        <p:nvSpPr>
          <p:cNvPr id="4" name="f147">
            <a:extLst xmlns:a="http://schemas.openxmlformats.org/drawingml/2006/main">
              <a:ext uri="{FF2B5EF4-FFF2-40B4-BE49-F238E27FC236}">
                <a16:creationId xmlns:a16="http://schemas.microsoft.com/office/drawing/2014/main" id="{8E96D920-3FC0-489C-9337-34D1D91D4B6B}"/>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Arial"/>
                <a:ea typeface="Arial"/>
                <a:cs typeface="Arial"/>
              </a:defRPr>
            </a:defPPr>
            <a:lvl1pPr algn="l">
              <a:defRPr sz="2025" b="0">
                <a:solidFill>
                  <a:srgbClr val="52627B"/>
                </a:solidFill>
                <a:latin typeface="Arial"/>
                <a:ea typeface="Arial"/>
                <a:cs typeface="Arial"/>
              </a:defRPr>
            </a:lvl1pPr>
            <a:lvl2pPr algn="l">
              <a:defRPr sz="2025" b="0">
                <a:solidFill>
                  <a:srgbClr val="52627B"/>
                </a:solidFill>
                <a:latin typeface="Arial"/>
                <a:ea typeface="Arial"/>
                <a:cs typeface="Arial"/>
              </a:defRPr>
            </a:lvl2pPr>
            <a:lvl3pPr algn="l">
              <a:defRPr sz="2025" b="0">
                <a:solidFill>
                  <a:srgbClr val="52627B"/>
                </a:solidFill>
                <a:latin typeface="Arial"/>
                <a:ea typeface="Arial"/>
                <a:cs typeface="Arial"/>
              </a:defRPr>
            </a:lvl3pPr>
            <a:lvl4pPr algn="l">
              <a:defRPr sz="2025" b="0">
                <a:solidFill>
                  <a:srgbClr val="52627B"/>
                </a:solidFill>
                <a:latin typeface="Arial"/>
                <a:ea typeface="Arial"/>
                <a:cs typeface="Arial"/>
              </a:defRPr>
            </a:lvl4pPr>
            <a:lvl5pPr algn="l">
              <a:defRPr sz="2025" b="0">
                <a:solidFill>
                  <a:srgbClr val="52627B"/>
                </a:solidFill>
                <a:latin typeface="Arial"/>
                <a:ea typeface="Arial"/>
                <a:cs typeface="Arial"/>
              </a:defRPr>
            </a:lvl5pPr>
            <a:lvl6pPr algn="l">
              <a:defRPr sz="2025" b="0">
                <a:solidFill>
                  <a:srgbClr val="52627B"/>
                </a:solidFill>
                <a:latin typeface="Arial"/>
                <a:ea typeface="Arial"/>
                <a:cs typeface="Arial"/>
              </a:defRPr>
            </a:lvl6pPr>
            <a:lvl7pPr algn="l">
              <a:defRPr sz="2025" b="0">
                <a:solidFill>
                  <a:srgbClr val="52627B"/>
                </a:solidFill>
                <a:latin typeface="Arial"/>
                <a:ea typeface="Arial"/>
                <a:cs typeface="Arial"/>
              </a:defRPr>
            </a:lvl7pPr>
            <a:lvl8pPr algn="l">
              <a:defRPr sz="2025" b="0">
                <a:solidFill>
                  <a:srgbClr val="52627B"/>
                </a:solidFill>
                <a:latin typeface="Arial"/>
                <a:ea typeface="Arial"/>
                <a:cs typeface="Arial"/>
              </a:defRPr>
            </a:lvl8pPr>
            <a:lvl9pPr algn="l">
              <a:defRPr sz="2025" b="0">
                <a:solidFill>
                  <a:srgbClr val="52627B"/>
                </a:solidFill>
                <a:latin typeface="Arial"/>
                <a:ea typeface="Arial"/>
                <a:cs typeface="Arial"/>
              </a:defRPr>
            </a:lvl9pPr>
          </a:lstStyle>
          <a:p xmlns:a="http://schemas.openxmlformats.org/drawingml/2006/main">
            <a:pPr algn="l">
              <a:defRPr sz="2025" b="0">
                <a:solidFill>
                  <a:srgbClr val="52627B"/>
                </a:solidFill>
                <a:latin typeface="Arial"/>
                <a:ea typeface="Arial"/>
                <a:cs typeface="Arial"/>
              </a:defRPr>
            </a:pPr>
            <a:r>
              <a:rPr sz="2025" b="0">
                <a:solidFill>
                  <a:srgbClr val="52627B"/>
                </a:solidFill>
                <a:latin typeface="Arial"/>
                <a:ea typeface="Arial"/>
                <a:cs typeface="Arial"/>
              </a:rPr>
              <a:t>Mutazioni controllate sul PCAP originale e verifica mediante la stessa pipeline e le stesse regole DSL.</a:t>
            </a:r>
          </a:p>
        </p:txBody>
      </p:sp>
      <p:sp>
        <p:nvSpPr>
          <p:cNvPr id="50" name="dim_f148">
            <a:extLst xmlns:a="http://schemas.openxmlformats.org/drawingml/2006/main">
              <a:ext uri="{FF2B5EF4-FFF2-40B4-BE49-F238E27FC236}">
                <a16:creationId xmlns:a16="http://schemas.microsoft.com/office/drawing/2014/main" id="{26586A5C-9C2C-4E52-AEDD-8F92C8E40361}"/>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5" name="f148">
            <a:extLst xmlns:a="http://schemas.openxmlformats.org/drawingml/2006/main">
              <a:ext uri="{FF2B5EF4-FFF2-40B4-BE49-F238E27FC236}">
                <a16:creationId xmlns:a16="http://schemas.microsoft.com/office/drawing/2014/main" id="{26586A5C-9C2C-4E52-AEDD-8F92C8E40361}"/>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0:effectLst xmlns:ns0="http://schemas.openxmlformats.org/drawingml/2006/main">
            <ns0:outerShdw blurRad="57150" dist="38100" dir="5400000" algn="ctr" rotWithShape="0">
              <ns0:srgbClr val="182536">
                <ns0:alpha val="10000"/>
              </ns0:srgbClr>
            </ns0:outerShdw>
          </ns0:effectLst>
        </p:spPr>
      </p:sp>
      <p:sp>
        <p:nvSpPr>
          <p:cNvPr id="51" name="phaseC_f148">
            <a:extLst xmlns:a="http://schemas.openxmlformats.org/drawingml/2006/main">
              <a:ext uri="{FF2B5EF4-FFF2-40B4-BE49-F238E27FC236}">
                <a16:creationId xmlns:a16="http://schemas.microsoft.com/office/drawing/2014/main" id="{26586A5C-9C2C-4E52-AEDD-8F92C8E40361}"/>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0:effectLst xmlns:ns0="http://schemas.openxmlformats.org/drawingml/2006/main">
            <ns0:outerShdw blurRad="57150" dist="38100" dir="5400000" algn="ctr" rotWithShape="0">
              <ns0:srgbClr val="182536">
                <ns0:alpha val="10000"/>
              </ns0:srgbClr>
            </ns0:outerShdw>
          </ns0:effectLst>
        </p:spPr>
      </p:sp>
      <p:sp>
        <p:nvSpPr>
          <p:cNvPr id="52" name="dim_f149">
            <a:extLst xmlns:a="http://schemas.openxmlformats.org/drawingml/2006/main">
              <a:ext uri="{FF2B5EF4-FFF2-40B4-BE49-F238E27FC236}">
                <a16:creationId xmlns:a16="http://schemas.microsoft.com/office/drawing/2014/main" id="{4553D562-E450-4CBF-AB0A-841DD2B1FDE8}"/>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C7D2EF"/>
                </a:solidFill>
                <a:latin typeface="Arial"/>
                <a:ea typeface="Arial"/>
                <a:cs typeface="Arial"/>
              </a:defRPr>
            </a:defPPr>
            <a:lvl1pPr algn="ctr">
              <a:defRPr sz="2250" b="1">
                <a:solidFill>
                  <a:srgbClr val="C7D2EF"/>
                </a:solidFill>
                <a:latin typeface="Arial"/>
                <a:ea typeface="Arial"/>
                <a:cs typeface="Arial"/>
              </a:defRPr>
            </a:lvl1pPr>
            <a:lvl2pPr algn="ctr">
              <a:defRPr sz="2250" b="1">
                <a:solidFill>
                  <a:srgbClr val="C7D2EF"/>
                </a:solidFill>
                <a:latin typeface="Arial"/>
                <a:ea typeface="Arial"/>
                <a:cs typeface="Arial"/>
              </a:defRPr>
            </a:lvl2pPr>
            <a:lvl3pPr algn="ctr">
              <a:defRPr sz="2250" b="1">
                <a:solidFill>
                  <a:srgbClr val="C7D2EF"/>
                </a:solidFill>
                <a:latin typeface="Arial"/>
                <a:ea typeface="Arial"/>
                <a:cs typeface="Arial"/>
              </a:defRPr>
            </a:lvl3pPr>
            <a:lvl4pPr algn="ctr">
              <a:defRPr sz="2250" b="1">
                <a:solidFill>
                  <a:srgbClr val="C7D2EF"/>
                </a:solidFill>
                <a:latin typeface="Arial"/>
                <a:ea typeface="Arial"/>
                <a:cs typeface="Arial"/>
              </a:defRPr>
            </a:lvl4pPr>
            <a:lvl5pPr algn="ctr">
              <a:defRPr sz="2250" b="1">
                <a:solidFill>
                  <a:srgbClr val="C7D2EF"/>
                </a:solidFill>
                <a:latin typeface="Arial"/>
                <a:ea typeface="Arial"/>
                <a:cs typeface="Arial"/>
              </a:defRPr>
            </a:lvl5pPr>
            <a:lvl6pPr algn="ctr">
              <a:defRPr sz="2250" b="1">
                <a:solidFill>
                  <a:srgbClr val="C7D2EF"/>
                </a:solidFill>
                <a:latin typeface="Arial"/>
                <a:ea typeface="Arial"/>
                <a:cs typeface="Arial"/>
              </a:defRPr>
            </a:lvl6pPr>
            <a:lvl7pPr algn="ctr">
              <a:defRPr sz="2250" b="1">
                <a:solidFill>
                  <a:srgbClr val="C7D2EF"/>
                </a:solidFill>
                <a:latin typeface="Arial"/>
                <a:ea typeface="Arial"/>
                <a:cs typeface="Arial"/>
              </a:defRPr>
            </a:lvl7pPr>
            <a:lvl8pPr algn="ctr">
              <a:defRPr sz="2250" b="1">
                <a:solidFill>
                  <a:srgbClr val="C7D2EF"/>
                </a:solidFill>
                <a:latin typeface="Arial"/>
                <a:ea typeface="Arial"/>
                <a:cs typeface="Arial"/>
              </a:defRPr>
            </a:lvl8pPr>
            <a:lvl9pPr algn="ctr">
              <a:defRPr sz="2250" b="1">
                <a:solidFill>
                  <a:srgbClr val="C7D2EF"/>
                </a:solidFill>
                <a:latin typeface="Arial"/>
                <a:ea typeface="Arial"/>
                <a:cs typeface="Arial"/>
              </a:defRPr>
            </a:lvl9pPr>
          </a:lstStyle>
          <a:p xmlns:a="http://schemas.openxmlformats.org/drawingml/2006/main">
            <a:pPr algn="ctr">
              <a:defRPr sz="2250" b="1">
                <a:solidFill>
                  <a:srgbClr val="C7D2EF"/>
                </a:solidFill>
                <a:latin typeface="Arial"/>
                <a:ea typeface="Arial"/>
                <a:cs typeface="Arial"/>
              </a:defRPr>
            </a:pPr>
            <a:r>
              <a:rPr sz="2250" b="1">
                <a:solidFill>
                  <a:srgbClr val="C7D2EF"/>
                </a:solidFill>
                <a:latin typeface="Arial"/>
                <a:ea typeface="Arial"/>
                <a:cs typeface="Arial"/>
              </a:rPr>
              <a:t>DSL</a:t>
            </a:r>
          </a:p>
        </p:txBody>
      </p:sp>
      <p:sp>
        <p:nvSpPr>
          <p:cNvPr id="6" name="f149">
            <a:extLst xmlns:a="http://schemas.openxmlformats.org/drawingml/2006/main">
              <a:ext uri="{FF2B5EF4-FFF2-40B4-BE49-F238E27FC236}">
                <a16:creationId xmlns:a16="http://schemas.microsoft.com/office/drawing/2014/main" id="{4553D562-E450-4CBF-AB0A-841DD2B1FDE8}"/>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Arial"/>
                <a:ea typeface="Arial"/>
                <a:cs typeface="Arial"/>
              </a:defRPr>
            </a:defPPr>
            <a:lvl1pPr algn="ctr">
              <a:defRPr sz="2250" b="1">
                <a:solidFill>
                  <a:srgbClr val="4264D0"/>
                </a:solidFill>
                <a:latin typeface="Arial"/>
                <a:ea typeface="Arial"/>
                <a:cs typeface="Arial"/>
              </a:defRPr>
            </a:lvl1pPr>
            <a:lvl2pPr algn="ctr">
              <a:defRPr sz="2250" b="1">
                <a:solidFill>
                  <a:srgbClr val="4264D0"/>
                </a:solidFill>
                <a:latin typeface="Arial"/>
                <a:ea typeface="Arial"/>
                <a:cs typeface="Arial"/>
              </a:defRPr>
            </a:lvl2pPr>
            <a:lvl3pPr algn="ctr">
              <a:defRPr sz="2250" b="1">
                <a:solidFill>
                  <a:srgbClr val="4264D0"/>
                </a:solidFill>
                <a:latin typeface="Arial"/>
                <a:ea typeface="Arial"/>
                <a:cs typeface="Arial"/>
              </a:defRPr>
            </a:lvl3pPr>
            <a:lvl4pPr algn="ctr">
              <a:defRPr sz="2250" b="1">
                <a:solidFill>
                  <a:srgbClr val="4264D0"/>
                </a:solidFill>
                <a:latin typeface="Arial"/>
                <a:ea typeface="Arial"/>
                <a:cs typeface="Arial"/>
              </a:defRPr>
            </a:lvl4pPr>
            <a:lvl5pPr algn="ctr">
              <a:defRPr sz="2250" b="1">
                <a:solidFill>
                  <a:srgbClr val="4264D0"/>
                </a:solidFill>
                <a:latin typeface="Arial"/>
                <a:ea typeface="Arial"/>
                <a:cs typeface="Arial"/>
              </a:defRPr>
            </a:lvl5pPr>
            <a:lvl6pPr algn="ctr">
              <a:defRPr sz="2250" b="1">
                <a:solidFill>
                  <a:srgbClr val="4264D0"/>
                </a:solidFill>
                <a:latin typeface="Arial"/>
                <a:ea typeface="Arial"/>
                <a:cs typeface="Arial"/>
              </a:defRPr>
            </a:lvl6pPr>
            <a:lvl7pPr algn="ctr">
              <a:defRPr sz="2250" b="1">
                <a:solidFill>
                  <a:srgbClr val="4264D0"/>
                </a:solidFill>
                <a:latin typeface="Arial"/>
                <a:ea typeface="Arial"/>
                <a:cs typeface="Arial"/>
              </a:defRPr>
            </a:lvl7pPr>
            <a:lvl8pPr algn="ctr">
              <a:defRPr sz="2250" b="1">
                <a:solidFill>
                  <a:srgbClr val="4264D0"/>
                </a:solidFill>
                <a:latin typeface="Arial"/>
                <a:ea typeface="Arial"/>
                <a:cs typeface="Arial"/>
              </a:defRPr>
            </a:lvl8pPr>
            <a:lvl9pPr algn="ctr">
              <a:defRPr sz="2250" b="1">
                <a:solidFill>
                  <a:srgbClr val="4264D0"/>
                </a:solidFill>
                <a:latin typeface="Arial"/>
                <a:ea typeface="Arial"/>
                <a:cs typeface="Arial"/>
              </a:defRPr>
            </a:lvl9pPr>
          </a:lstStyle>
          <a:p xmlns:a="http://schemas.openxmlformats.org/drawingml/2006/main">
            <a:pPr algn="ctr">
              <a:defRPr sz="2250" b="1">
                <a:solidFill>
                  <a:srgbClr val="4264D0"/>
                </a:solidFill>
                <a:latin typeface="Arial"/>
                <a:ea typeface="Arial"/>
                <a:cs typeface="Arial"/>
              </a:defRPr>
            </a:pPr>
            <a:r>
              <a:rPr sz="2250" b="1">
                <a:solidFill>
                  <a:srgbClr val="4264D0"/>
                </a:solidFill>
                <a:latin typeface="Arial"/>
                <a:ea typeface="Arial"/>
                <a:cs typeface="Arial"/>
              </a:rPr>
              <a:t>DSL</a:t>
            </a:r>
          </a:p>
        </p:txBody>
      </p:sp>
      <p:sp>
        <p:nvSpPr>
          <p:cNvPr id="53" name="phaseC_f149">
            <a:extLst xmlns:a="http://schemas.openxmlformats.org/drawingml/2006/main">
              <a:ext uri="{FF2B5EF4-FFF2-40B4-BE49-F238E27FC236}">
                <a16:creationId xmlns:a16="http://schemas.microsoft.com/office/drawing/2014/main" id="{4553D562-E450-4CBF-AB0A-841DD2B1FDE8}"/>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Arial"/>
                <a:ea typeface="Arial"/>
                <a:cs typeface="Arial"/>
              </a:defRPr>
            </a:defPPr>
            <a:lvl1pPr algn="ctr">
              <a:defRPr sz="2250" b="1">
                <a:solidFill>
                  <a:srgbClr val="4264D0"/>
                </a:solidFill>
                <a:latin typeface="Arial"/>
                <a:ea typeface="Arial"/>
                <a:cs typeface="Arial"/>
              </a:defRPr>
            </a:lvl1pPr>
            <a:lvl2pPr algn="ctr">
              <a:defRPr sz="2250" b="1">
                <a:solidFill>
                  <a:srgbClr val="4264D0"/>
                </a:solidFill>
                <a:latin typeface="Arial"/>
                <a:ea typeface="Arial"/>
                <a:cs typeface="Arial"/>
              </a:defRPr>
            </a:lvl2pPr>
            <a:lvl3pPr algn="ctr">
              <a:defRPr sz="2250" b="1">
                <a:solidFill>
                  <a:srgbClr val="4264D0"/>
                </a:solidFill>
                <a:latin typeface="Arial"/>
                <a:ea typeface="Arial"/>
                <a:cs typeface="Arial"/>
              </a:defRPr>
            </a:lvl3pPr>
            <a:lvl4pPr algn="ctr">
              <a:defRPr sz="2250" b="1">
                <a:solidFill>
                  <a:srgbClr val="4264D0"/>
                </a:solidFill>
                <a:latin typeface="Arial"/>
                <a:ea typeface="Arial"/>
                <a:cs typeface="Arial"/>
              </a:defRPr>
            </a:lvl4pPr>
            <a:lvl5pPr algn="ctr">
              <a:defRPr sz="2250" b="1">
                <a:solidFill>
                  <a:srgbClr val="4264D0"/>
                </a:solidFill>
                <a:latin typeface="Arial"/>
                <a:ea typeface="Arial"/>
                <a:cs typeface="Arial"/>
              </a:defRPr>
            </a:lvl5pPr>
            <a:lvl6pPr algn="ctr">
              <a:defRPr sz="2250" b="1">
                <a:solidFill>
                  <a:srgbClr val="4264D0"/>
                </a:solidFill>
                <a:latin typeface="Arial"/>
                <a:ea typeface="Arial"/>
                <a:cs typeface="Arial"/>
              </a:defRPr>
            </a:lvl6pPr>
            <a:lvl7pPr algn="ctr">
              <a:defRPr sz="2250" b="1">
                <a:solidFill>
                  <a:srgbClr val="4264D0"/>
                </a:solidFill>
                <a:latin typeface="Arial"/>
                <a:ea typeface="Arial"/>
                <a:cs typeface="Arial"/>
              </a:defRPr>
            </a:lvl7pPr>
            <a:lvl8pPr algn="ctr">
              <a:defRPr sz="2250" b="1">
                <a:solidFill>
                  <a:srgbClr val="4264D0"/>
                </a:solidFill>
                <a:latin typeface="Arial"/>
                <a:ea typeface="Arial"/>
                <a:cs typeface="Arial"/>
              </a:defRPr>
            </a:lvl8pPr>
            <a:lvl9pPr algn="ctr">
              <a:defRPr sz="2250" b="1">
                <a:solidFill>
                  <a:srgbClr val="4264D0"/>
                </a:solidFill>
                <a:latin typeface="Arial"/>
                <a:ea typeface="Arial"/>
                <a:cs typeface="Arial"/>
              </a:defRPr>
            </a:lvl9pPr>
          </a:lstStyle>
          <a:p xmlns:a="http://schemas.openxmlformats.org/drawingml/2006/main">
            <a:pPr algn="ctr">
              <a:defRPr sz="2250" b="1">
                <a:solidFill>
                  <a:srgbClr val="4264D0"/>
                </a:solidFill>
                <a:latin typeface="Arial"/>
                <a:ea typeface="Arial"/>
                <a:cs typeface="Arial"/>
              </a:defRPr>
            </a:pPr>
            <a:r>
              <a:rPr sz="2250" b="1">
                <a:solidFill>
                  <a:srgbClr val="4264D0"/>
                </a:solidFill>
                <a:latin typeface="Arial"/>
                <a:ea typeface="Arial"/>
                <a:cs typeface="Arial"/>
              </a:rPr>
              <a:t>DSL</a:t>
            </a:r>
          </a:p>
        </p:txBody>
      </p:sp>
      <p:sp>
        <p:nvSpPr>
          <p:cNvPr id="54" name="dim_f150">
            <a:extLst xmlns:a="http://schemas.openxmlformats.org/drawingml/2006/main">
              <a:ext uri="{FF2B5EF4-FFF2-40B4-BE49-F238E27FC236}">
                <a16:creationId xmlns:a16="http://schemas.microsoft.com/office/drawing/2014/main" id="{35FBC402-A4D0-4D86-8BC3-0A4AC2D62C01}"/>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7" name="f150">
            <a:extLst xmlns:a="http://schemas.openxmlformats.org/drawingml/2006/main">
              <a:ext uri="{FF2B5EF4-FFF2-40B4-BE49-F238E27FC236}">
                <a16:creationId xmlns:a16="http://schemas.microsoft.com/office/drawing/2014/main" id="{35FBC402-A4D0-4D86-8BC3-0A4AC2D62C01}"/>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20955">
            <a:solidFill>
              <a:srgbClr val="D9E3EF"/>
            </a:solidFill>
            <a:prstDash val="solid"/>
          </a:ln>
          <ns1:effectLst xmlns:ns1="http://schemas.openxmlformats.org/drawingml/2006/main">
            <ns1:outerShdw blurRad="57150" dist="38100" dir="5400000" algn="ctr" rotWithShape="0">
              <ns1:srgbClr val="182536">
                <ns1:alpha val="10000"/>
              </ns1:srgbClr>
            </ns1:outerShdw>
          </ns1:effectLst>
        </p:spPr>
      </p:sp>
      <p:sp>
        <p:nvSpPr>
          <p:cNvPr id="55" name="dim_f151">
            <a:extLst xmlns:a="http://schemas.openxmlformats.org/drawingml/2006/main">
              <a:ext uri="{FF2B5EF4-FFF2-40B4-BE49-F238E27FC236}">
                <a16:creationId xmlns:a16="http://schemas.microsoft.com/office/drawing/2014/main" id="{09A7665F-1AA9-4034-B887-5A74DBD77070}"/>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Arial"/>
                <a:ea typeface="Arial"/>
                <a:cs typeface="Arial"/>
              </a:defRPr>
            </a:defPPr>
            <a:lvl1pPr algn="ctr">
              <a:defRPr sz="1650" b="1">
                <a:solidFill>
                  <a:srgbClr val="BCC2C8"/>
                </a:solidFill>
                <a:latin typeface="Arial"/>
                <a:ea typeface="Arial"/>
                <a:cs typeface="Arial"/>
              </a:defRPr>
            </a:lvl1pPr>
            <a:lvl2pPr algn="ctr">
              <a:defRPr sz="1650" b="1">
                <a:solidFill>
                  <a:srgbClr val="BCC2C8"/>
                </a:solidFill>
                <a:latin typeface="Arial"/>
                <a:ea typeface="Arial"/>
                <a:cs typeface="Arial"/>
              </a:defRPr>
            </a:lvl2pPr>
            <a:lvl3pPr algn="ctr">
              <a:defRPr sz="1650" b="1">
                <a:solidFill>
                  <a:srgbClr val="BCC2C8"/>
                </a:solidFill>
                <a:latin typeface="Arial"/>
                <a:ea typeface="Arial"/>
                <a:cs typeface="Arial"/>
              </a:defRPr>
            </a:lvl3pPr>
            <a:lvl4pPr algn="ctr">
              <a:defRPr sz="1650" b="1">
                <a:solidFill>
                  <a:srgbClr val="BCC2C8"/>
                </a:solidFill>
                <a:latin typeface="Arial"/>
                <a:ea typeface="Arial"/>
                <a:cs typeface="Arial"/>
              </a:defRPr>
            </a:lvl4pPr>
            <a:lvl5pPr algn="ctr">
              <a:defRPr sz="1650" b="1">
                <a:solidFill>
                  <a:srgbClr val="BCC2C8"/>
                </a:solidFill>
                <a:latin typeface="Arial"/>
                <a:ea typeface="Arial"/>
                <a:cs typeface="Arial"/>
              </a:defRPr>
            </a:lvl5pPr>
            <a:lvl6pPr algn="ctr">
              <a:defRPr sz="1650" b="1">
                <a:solidFill>
                  <a:srgbClr val="BCC2C8"/>
                </a:solidFill>
                <a:latin typeface="Arial"/>
                <a:ea typeface="Arial"/>
                <a:cs typeface="Arial"/>
              </a:defRPr>
            </a:lvl6pPr>
            <a:lvl7pPr algn="ctr">
              <a:defRPr sz="1650" b="1">
                <a:solidFill>
                  <a:srgbClr val="BCC2C8"/>
                </a:solidFill>
                <a:latin typeface="Arial"/>
                <a:ea typeface="Arial"/>
                <a:cs typeface="Arial"/>
              </a:defRPr>
            </a:lvl7pPr>
            <a:lvl8pPr algn="ctr">
              <a:defRPr sz="1650" b="1">
                <a:solidFill>
                  <a:srgbClr val="BCC2C8"/>
                </a:solidFill>
                <a:latin typeface="Arial"/>
                <a:ea typeface="Arial"/>
                <a:cs typeface="Arial"/>
              </a:defRPr>
            </a:lvl8pPr>
            <a:lvl9pPr algn="ctr">
              <a:defRPr sz="1650" b="1">
                <a:solidFill>
                  <a:srgbClr val="BCC2C8"/>
                </a:solidFill>
                <a:latin typeface="Arial"/>
                <a:ea typeface="Arial"/>
                <a:cs typeface="Arial"/>
              </a:defRPr>
            </a:lvl9pPr>
          </a:lstStyle>
          <a:p xmlns:a="http://schemas.openxmlformats.org/drawingml/2006/main">
            <a:pPr algn="ctr">
              <a:defRPr sz="1650" b="1">
                <a:solidFill>
                  <a:srgbClr val="BCC2C8"/>
                </a:solidFill>
                <a:latin typeface="Arial"/>
                <a:ea typeface="Arial"/>
                <a:cs typeface="Arial"/>
              </a:defRPr>
            </a:pPr>
            <a:r>
              <a:rPr sz="1650" b="1">
                <a:solidFill>
                  <a:srgbClr val="BCC2C8"/>
                </a:solidFill>
                <a:latin typeface="Arial"/>
                <a:ea typeface="Arial"/>
                <a:cs typeface="Arial"/>
              </a:rPr>
              <a:t>PCAP ORIGINALE</a:t>
            </a:r>
          </a:p>
        </p:txBody>
      </p:sp>
      <p:sp>
        <p:nvSpPr>
          <p:cNvPr id="8" name="f151">
            <a:extLst xmlns:a="http://schemas.openxmlformats.org/drawingml/2006/main">
              <a:ext uri="{FF2B5EF4-FFF2-40B4-BE49-F238E27FC236}">
                <a16:creationId xmlns:a16="http://schemas.microsoft.com/office/drawing/2014/main" id="{09A7665F-1AA9-4034-B887-5A74DBD77070}"/>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Arial"/>
                <a:ea typeface="Arial"/>
                <a:cs typeface="Arial"/>
              </a:defRPr>
            </a:defPPr>
            <a:lvl1pPr algn="ctr">
              <a:defRPr sz="1650" b="1">
                <a:solidFill>
                  <a:srgbClr val="182536"/>
                </a:solidFill>
                <a:latin typeface="Arial"/>
                <a:ea typeface="Arial"/>
                <a:cs typeface="Arial"/>
              </a:defRPr>
            </a:lvl1pPr>
            <a:lvl2pPr algn="ctr">
              <a:defRPr sz="1650" b="1">
                <a:solidFill>
                  <a:srgbClr val="182536"/>
                </a:solidFill>
                <a:latin typeface="Arial"/>
                <a:ea typeface="Arial"/>
                <a:cs typeface="Arial"/>
              </a:defRPr>
            </a:lvl2pPr>
            <a:lvl3pPr algn="ctr">
              <a:defRPr sz="1650" b="1">
                <a:solidFill>
                  <a:srgbClr val="182536"/>
                </a:solidFill>
                <a:latin typeface="Arial"/>
                <a:ea typeface="Arial"/>
                <a:cs typeface="Arial"/>
              </a:defRPr>
            </a:lvl3pPr>
            <a:lvl4pPr algn="ctr">
              <a:defRPr sz="1650" b="1">
                <a:solidFill>
                  <a:srgbClr val="182536"/>
                </a:solidFill>
                <a:latin typeface="Arial"/>
                <a:ea typeface="Arial"/>
                <a:cs typeface="Arial"/>
              </a:defRPr>
            </a:lvl4pPr>
            <a:lvl5pPr algn="ctr">
              <a:defRPr sz="1650" b="1">
                <a:solidFill>
                  <a:srgbClr val="182536"/>
                </a:solidFill>
                <a:latin typeface="Arial"/>
                <a:ea typeface="Arial"/>
                <a:cs typeface="Arial"/>
              </a:defRPr>
            </a:lvl5pPr>
            <a:lvl6pPr algn="ctr">
              <a:defRPr sz="1650" b="1">
                <a:solidFill>
                  <a:srgbClr val="182536"/>
                </a:solidFill>
                <a:latin typeface="Arial"/>
                <a:ea typeface="Arial"/>
                <a:cs typeface="Arial"/>
              </a:defRPr>
            </a:lvl6pPr>
            <a:lvl7pPr algn="ctr">
              <a:defRPr sz="1650" b="1">
                <a:solidFill>
                  <a:srgbClr val="182536"/>
                </a:solidFill>
                <a:latin typeface="Arial"/>
                <a:ea typeface="Arial"/>
                <a:cs typeface="Arial"/>
              </a:defRPr>
            </a:lvl7pPr>
            <a:lvl8pPr algn="ctr">
              <a:defRPr sz="1650" b="1">
                <a:solidFill>
                  <a:srgbClr val="182536"/>
                </a:solidFill>
                <a:latin typeface="Arial"/>
                <a:ea typeface="Arial"/>
                <a:cs typeface="Arial"/>
              </a:defRPr>
            </a:lvl8pPr>
            <a:lvl9pPr algn="ctr">
              <a:defRPr sz="1650" b="1">
                <a:solidFill>
                  <a:srgbClr val="182536"/>
                </a:solidFill>
                <a:latin typeface="Arial"/>
                <a:ea typeface="Arial"/>
                <a:cs typeface="Arial"/>
              </a:defRPr>
            </a:lvl9pPr>
          </a:lstStyle>
          <a:p xmlns:a="http://schemas.openxmlformats.org/drawingml/2006/main">
            <a:pPr algn="ctr">
              <a:defRPr sz="1650" b="1">
                <a:solidFill>
                  <a:srgbClr val="182536"/>
                </a:solidFill>
                <a:latin typeface="Arial"/>
                <a:ea typeface="Arial"/>
                <a:cs typeface="Arial"/>
              </a:defRPr>
            </a:pPr>
            <a:r>
              <a:rPr sz="1650" b="1">
                <a:solidFill>
                  <a:srgbClr val="182536"/>
                </a:solidFill>
                <a:latin typeface="Arial"/>
                <a:ea typeface="Arial"/>
                <a:cs typeface="Arial"/>
              </a:rPr>
              <a:t>PCAP ORIGINALE</a:t>
            </a:r>
          </a:p>
        </p:txBody>
      </p:sp>
      <p:sp>
        <p:nvSpPr>
          <p:cNvPr id="56" name="dim_f152">
            <a:extLst xmlns:a="http://schemas.openxmlformats.org/drawingml/2006/main">
              <a:ext uri="{FF2B5EF4-FFF2-40B4-BE49-F238E27FC236}">
                <a16:creationId xmlns:a16="http://schemas.microsoft.com/office/drawing/2014/main" id="{032A6CD8-C12E-49DF-9C45-991B4315A69A}"/>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F2F6F8"/>
          </a:solidFill>
          <a:ln xmlns:a="http://schemas.openxmlformats.org/drawingml/2006/main" w="17145">
            <a:solidFill>
              <a:srgbClr val="E7F0F0"/>
            </a:solidFill>
            <a:prstDash val="solid"/>
          </a:ln>
        </p:spPr>
      </p:sp>
      <p:sp>
        <p:nvSpPr>
          <p:cNvPr id="9" name="f152">
            <a:extLst xmlns:a="http://schemas.openxmlformats.org/drawingml/2006/main">
              <a:ext uri="{FF2B5EF4-FFF2-40B4-BE49-F238E27FC236}">
                <a16:creationId xmlns:a16="http://schemas.microsoft.com/office/drawing/2014/main" id="{032A6CD8-C12E-49DF-9C45-991B4315A69A}"/>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20955">
            <a:solidFill>
              <a:srgbClr val="C4DFD3"/>
            </a:solidFill>
            <a:prstDash val="solid"/>
          </a:ln>
          <ns2:effectLst xmlns:ns2="http://schemas.openxmlformats.org/drawingml/2006/main">
            <ns2:outerShdw blurRad="57150" dist="38100" dir="5400000" algn="ctr" rotWithShape="0">
              <ns2:srgbClr val="182536">
                <ns2:alpha val="10000"/>
              </ns2:srgbClr>
            </ns2:outerShdw>
          </ns2:effectLst>
        </p:spPr>
      </p:sp>
      <p:sp>
        <p:nvSpPr>
          <p:cNvPr id="57" name="phaseC_f152">
            <a:extLst xmlns:a="http://schemas.openxmlformats.org/drawingml/2006/main">
              <a:ext uri="{FF2B5EF4-FFF2-40B4-BE49-F238E27FC236}">
                <a16:creationId xmlns:a16="http://schemas.microsoft.com/office/drawing/2014/main" id="{032A6CD8-C12E-49DF-9C45-991B4315A69A}"/>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20955">
            <a:solidFill>
              <a:srgbClr val="C4DFD3"/>
            </a:solidFill>
            <a:prstDash val="solid"/>
          </a:ln>
          <ns2:effectLst xmlns:ns2="http://schemas.openxmlformats.org/drawingml/2006/main">
            <ns2:outerShdw blurRad="57150" dist="38100" dir="5400000" algn="ctr" rotWithShape="0">
              <ns2:srgbClr val="182536">
                <ns2:alpha val="10000"/>
              </ns2:srgbClr>
            </ns2:outerShdw>
          </ns2:effectLst>
        </p:spPr>
      </p:sp>
      <p:sp>
        <p:nvSpPr>
          <p:cNvPr id="58" name="dim_f153">
            <a:extLst xmlns:a="http://schemas.openxmlformats.org/drawingml/2006/main">
              <a:ext uri="{FF2B5EF4-FFF2-40B4-BE49-F238E27FC236}">
                <a16:creationId xmlns:a16="http://schemas.microsoft.com/office/drawing/2014/main" id="{2B86DCDF-2D6F-49B8-B7F6-2BB3749C2CAC}"/>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C0DAD4"/>
                </a:solidFill>
                <a:latin typeface="Arial"/>
                <a:ea typeface="Arial"/>
                <a:cs typeface="Arial"/>
              </a:defRPr>
            </a:defPPr>
            <a:lvl1pPr algn="ctr">
              <a:defRPr sz="2250" b="1">
                <a:solidFill>
                  <a:srgbClr val="C0DAD4"/>
                </a:solidFill>
                <a:latin typeface="Arial"/>
                <a:ea typeface="Arial"/>
                <a:cs typeface="Arial"/>
              </a:defRPr>
            </a:lvl1pPr>
            <a:lvl2pPr algn="ctr">
              <a:defRPr sz="2250" b="1">
                <a:solidFill>
                  <a:srgbClr val="C0DAD4"/>
                </a:solidFill>
                <a:latin typeface="Arial"/>
                <a:ea typeface="Arial"/>
                <a:cs typeface="Arial"/>
              </a:defRPr>
            </a:lvl2pPr>
            <a:lvl3pPr algn="ctr">
              <a:defRPr sz="2250" b="1">
                <a:solidFill>
                  <a:srgbClr val="C0DAD4"/>
                </a:solidFill>
                <a:latin typeface="Arial"/>
                <a:ea typeface="Arial"/>
                <a:cs typeface="Arial"/>
              </a:defRPr>
            </a:lvl3pPr>
            <a:lvl4pPr algn="ctr">
              <a:defRPr sz="2250" b="1">
                <a:solidFill>
                  <a:srgbClr val="C0DAD4"/>
                </a:solidFill>
                <a:latin typeface="Arial"/>
                <a:ea typeface="Arial"/>
                <a:cs typeface="Arial"/>
              </a:defRPr>
            </a:lvl4pPr>
            <a:lvl5pPr algn="ctr">
              <a:defRPr sz="2250" b="1">
                <a:solidFill>
                  <a:srgbClr val="C0DAD4"/>
                </a:solidFill>
                <a:latin typeface="Arial"/>
                <a:ea typeface="Arial"/>
                <a:cs typeface="Arial"/>
              </a:defRPr>
            </a:lvl5pPr>
            <a:lvl6pPr algn="ctr">
              <a:defRPr sz="2250" b="1">
                <a:solidFill>
                  <a:srgbClr val="C0DAD4"/>
                </a:solidFill>
                <a:latin typeface="Arial"/>
                <a:ea typeface="Arial"/>
                <a:cs typeface="Arial"/>
              </a:defRPr>
            </a:lvl6pPr>
            <a:lvl7pPr algn="ctr">
              <a:defRPr sz="2250" b="1">
                <a:solidFill>
                  <a:srgbClr val="C0DAD4"/>
                </a:solidFill>
                <a:latin typeface="Arial"/>
                <a:ea typeface="Arial"/>
                <a:cs typeface="Arial"/>
              </a:defRPr>
            </a:lvl7pPr>
            <a:lvl8pPr algn="ctr">
              <a:defRPr sz="2250" b="1">
                <a:solidFill>
                  <a:srgbClr val="C0DAD4"/>
                </a:solidFill>
                <a:latin typeface="Arial"/>
                <a:ea typeface="Arial"/>
                <a:cs typeface="Arial"/>
              </a:defRPr>
            </a:lvl8pPr>
            <a:lvl9pPr algn="ctr">
              <a:defRPr sz="2250" b="1">
                <a:solidFill>
                  <a:srgbClr val="C0DAD4"/>
                </a:solidFill>
                <a:latin typeface="Arial"/>
                <a:ea typeface="Arial"/>
                <a:cs typeface="Arial"/>
              </a:defRPr>
            </a:lvl9pPr>
          </a:lstStyle>
          <a:p xmlns:a="http://schemas.openxmlformats.org/drawingml/2006/main">
            <a:pPr algn="ctr">
              <a:defRPr sz="2250" b="1">
                <a:solidFill>
                  <a:srgbClr val="C0DAD4"/>
                </a:solidFill>
                <a:latin typeface="Arial"/>
                <a:ea typeface="Arial"/>
                <a:cs typeface="Arial"/>
              </a:defRPr>
            </a:pPr>
            <a:r>
              <a:rPr sz="2250" b="1">
                <a:solidFill>
                  <a:srgbClr val="C0DAD4"/>
                </a:solidFill>
                <a:latin typeface="Arial"/>
                <a:ea typeface="Arial"/>
                <a:cs typeface="Arial"/>
              </a:rPr>
              <a:t>Pipeline di verifica</a:t>
            </a:r>
          </a:p>
        </p:txBody>
      </p:sp>
      <p:sp>
        <p:nvSpPr>
          <p:cNvPr id="10" name="f153">
            <a:extLst xmlns:a="http://schemas.openxmlformats.org/drawingml/2006/main">
              <a:ext uri="{FF2B5EF4-FFF2-40B4-BE49-F238E27FC236}">
                <a16:creationId xmlns:a16="http://schemas.microsoft.com/office/drawing/2014/main" id="{2B86DCDF-2D6F-49B8-B7F6-2BB3749C2CAC}"/>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Arial"/>
                <a:ea typeface="Arial"/>
                <a:cs typeface="Arial"/>
              </a:defRPr>
            </a:defPPr>
            <a:lvl1pPr algn="ctr">
              <a:defRPr sz="2250" b="1">
                <a:solidFill>
                  <a:srgbClr val="278766"/>
                </a:solidFill>
                <a:latin typeface="Arial"/>
                <a:ea typeface="Arial"/>
                <a:cs typeface="Arial"/>
              </a:defRPr>
            </a:lvl1pPr>
            <a:lvl2pPr algn="ctr">
              <a:defRPr sz="2250" b="1">
                <a:solidFill>
                  <a:srgbClr val="278766"/>
                </a:solidFill>
                <a:latin typeface="Arial"/>
                <a:ea typeface="Arial"/>
                <a:cs typeface="Arial"/>
              </a:defRPr>
            </a:lvl2pPr>
            <a:lvl3pPr algn="ctr">
              <a:defRPr sz="2250" b="1">
                <a:solidFill>
                  <a:srgbClr val="278766"/>
                </a:solidFill>
                <a:latin typeface="Arial"/>
                <a:ea typeface="Arial"/>
                <a:cs typeface="Arial"/>
              </a:defRPr>
            </a:lvl3pPr>
            <a:lvl4pPr algn="ctr">
              <a:defRPr sz="2250" b="1">
                <a:solidFill>
                  <a:srgbClr val="278766"/>
                </a:solidFill>
                <a:latin typeface="Arial"/>
                <a:ea typeface="Arial"/>
                <a:cs typeface="Arial"/>
              </a:defRPr>
            </a:lvl4pPr>
            <a:lvl5pPr algn="ctr">
              <a:defRPr sz="2250" b="1">
                <a:solidFill>
                  <a:srgbClr val="278766"/>
                </a:solidFill>
                <a:latin typeface="Arial"/>
                <a:ea typeface="Arial"/>
                <a:cs typeface="Arial"/>
              </a:defRPr>
            </a:lvl5pPr>
            <a:lvl6pPr algn="ctr">
              <a:defRPr sz="2250" b="1">
                <a:solidFill>
                  <a:srgbClr val="278766"/>
                </a:solidFill>
                <a:latin typeface="Arial"/>
                <a:ea typeface="Arial"/>
                <a:cs typeface="Arial"/>
              </a:defRPr>
            </a:lvl6pPr>
            <a:lvl7pPr algn="ctr">
              <a:defRPr sz="2250" b="1">
                <a:solidFill>
                  <a:srgbClr val="278766"/>
                </a:solidFill>
                <a:latin typeface="Arial"/>
                <a:ea typeface="Arial"/>
                <a:cs typeface="Arial"/>
              </a:defRPr>
            </a:lvl7pPr>
            <a:lvl8pPr algn="ctr">
              <a:defRPr sz="2250" b="1">
                <a:solidFill>
                  <a:srgbClr val="278766"/>
                </a:solidFill>
                <a:latin typeface="Arial"/>
                <a:ea typeface="Arial"/>
                <a:cs typeface="Arial"/>
              </a:defRPr>
            </a:lvl8pPr>
            <a:lvl9pPr algn="ctr">
              <a:defRPr sz="2250" b="1">
                <a:solidFill>
                  <a:srgbClr val="278766"/>
                </a:solidFill>
                <a:latin typeface="Arial"/>
                <a:ea typeface="Arial"/>
                <a:cs typeface="Arial"/>
              </a:defRPr>
            </a:lvl9pPr>
          </a:lstStyle>
          <a:p xmlns:a="http://schemas.openxmlformats.org/drawingml/2006/main">
            <a:pPr algn="ctr">
              <a:defRPr sz="2250" b="1">
                <a:solidFill>
                  <a:srgbClr val="278766"/>
                </a:solidFill>
                <a:latin typeface="Arial"/>
                <a:ea typeface="Arial"/>
                <a:cs typeface="Arial"/>
              </a:defRPr>
            </a:pPr>
            <a:r>
              <a:rPr sz="2250" b="1">
                <a:solidFill>
                  <a:srgbClr val="278766"/>
                </a:solidFill>
                <a:latin typeface="Arial"/>
                <a:ea typeface="Arial"/>
                <a:cs typeface="Arial"/>
              </a:rPr>
              <a:t>Pipeline di verifica</a:t>
            </a:r>
          </a:p>
        </p:txBody>
      </p:sp>
      <p:sp>
        <p:nvSpPr>
          <p:cNvPr id="59" name="phaseC_f153">
            <a:extLst xmlns:a="http://schemas.openxmlformats.org/drawingml/2006/main">
              <a:ext uri="{FF2B5EF4-FFF2-40B4-BE49-F238E27FC236}">
                <a16:creationId xmlns:a16="http://schemas.microsoft.com/office/drawing/2014/main" id="{2B86DCDF-2D6F-49B8-B7F6-2BB3749C2CAC}"/>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Arial"/>
                <a:ea typeface="Arial"/>
                <a:cs typeface="Arial"/>
              </a:defRPr>
            </a:defPPr>
            <a:lvl1pPr algn="ctr">
              <a:defRPr sz="2250" b="1">
                <a:solidFill>
                  <a:srgbClr val="278766"/>
                </a:solidFill>
                <a:latin typeface="Arial"/>
                <a:ea typeface="Arial"/>
                <a:cs typeface="Arial"/>
              </a:defRPr>
            </a:lvl1pPr>
            <a:lvl2pPr algn="ctr">
              <a:defRPr sz="2250" b="1">
                <a:solidFill>
                  <a:srgbClr val="278766"/>
                </a:solidFill>
                <a:latin typeface="Arial"/>
                <a:ea typeface="Arial"/>
                <a:cs typeface="Arial"/>
              </a:defRPr>
            </a:lvl2pPr>
            <a:lvl3pPr algn="ctr">
              <a:defRPr sz="2250" b="1">
                <a:solidFill>
                  <a:srgbClr val="278766"/>
                </a:solidFill>
                <a:latin typeface="Arial"/>
                <a:ea typeface="Arial"/>
                <a:cs typeface="Arial"/>
              </a:defRPr>
            </a:lvl3pPr>
            <a:lvl4pPr algn="ctr">
              <a:defRPr sz="2250" b="1">
                <a:solidFill>
                  <a:srgbClr val="278766"/>
                </a:solidFill>
                <a:latin typeface="Arial"/>
                <a:ea typeface="Arial"/>
                <a:cs typeface="Arial"/>
              </a:defRPr>
            </a:lvl4pPr>
            <a:lvl5pPr algn="ctr">
              <a:defRPr sz="2250" b="1">
                <a:solidFill>
                  <a:srgbClr val="278766"/>
                </a:solidFill>
                <a:latin typeface="Arial"/>
                <a:ea typeface="Arial"/>
                <a:cs typeface="Arial"/>
              </a:defRPr>
            </a:lvl5pPr>
            <a:lvl6pPr algn="ctr">
              <a:defRPr sz="2250" b="1">
                <a:solidFill>
                  <a:srgbClr val="278766"/>
                </a:solidFill>
                <a:latin typeface="Arial"/>
                <a:ea typeface="Arial"/>
                <a:cs typeface="Arial"/>
              </a:defRPr>
            </a:lvl6pPr>
            <a:lvl7pPr algn="ctr">
              <a:defRPr sz="2250" b="1">
                <a:solidFill>
                  <a:srgbClr val="278766"/>
                </a:solidFill>
                <a:latin typeface="Arial"/>
                <a:ea typeface="Arial"/>
                <a:cs typeface="Arial"/>
              </a:defRPr>
            </a:lvl7pPr>
            <a:lvl8pPr algn="ctr">
              <a:defRPr sz="2250" b="1">
                <a:solidFill>
                  <a:srgbClr val="278766"/>
                </a:solidFill>
                <a:latin typeface="Arial"/>
                <a:ea typeface="Arial"/>
                <a:cs typeface="Arial"/>
              </a:defRPr>
            </a:lvl8pPr>
            <a:lvl9pPr algn="ctr">
              <a:defRPr sz="2250" b="1">
                <a:solidFill>
                  <a:srgbClr val="278766"/>
                </a:solidFill>
                <a:latin typeface="Arial"/>
                <a:ea typeface="Arial"/>
                <a:cs typeface="Arial"/>
              </a:defRPr>
            </a:lvl9pPr>
          </a:lstStyle>
          <a:p xmlns:a="http://schemas.openxmlformats.org/drawingml/2006/main">
            <a:pPr algn="ctr">
              <a:defRPr sz="2250" b="1">
                <a:solidFill>
                  <a:srgbClr val="278766"/>
                </a:solidFill>
                <a:latin typeface="Arial"/>
                <a:ea typeface="Arial"/>
                <a:cs typeface="Arial"/>
              </a:defRPr>
            </a:pPr>
            <a:r>
              <a:rPr sz="2250" b="1">
                <a:solidFill>
                  <a:srgbClr val="278766"/>
                </a:solidFill>
                <a:latin typeface="Arial"/>
                <a:ea typeface="Arial"/>
                <a:cs typeface="Arial"/>
              </a:rPr>
              <a:t>Pipeline di verifica</a:t>
            </a:r>
          </a:p>
        </p:txBody>
      </p:sp>
      <p:sp>
        <p:nvSpPr>
          <p:cNvPr id="60" name="dim_f154">
            <a:extLst xmlns:a="http://schemas.openxmlformats.org/drawingml/2006/main">
              <a:ext uri="{FF2B5EF4-FFF2-40B4-BE49-F238E27FC236}">
                <a16:creationId xmlns:a16="http://schemas.microsoft.com/office/drawing/2014/main" id="{7180FAF6-3DC8-40A1-A2F5-140B5F252CBB}"/>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1" name="f154">
            <a:extLst xmlns:a="http://schemas.openxmlformats.org/drawingml/2006/main">
              <a:ext uri="{FF2B5EF4-FFF2-40B4-BE49-F238E27FC236}">
                <a16:creationId xmlns:a16="http://schemas.microsoft.com/office/drawing/2014/main" id="{7180FAF6-3DC8-40A1-A2F5-140B5F252CBB}"/>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3:effectLst xmlns:ns3="http://schemas.openxmlformats.org/drawingml/2006/main">
            <ns3:outerShdw blurRad="57150" dist="38100" dir="5400000" algn="ctr" rotWithShape="0">
              <ns3:srgbClr val="182536">
                <ns3:alpha val="10000"/>
              </ns3:srgbClr>
            </ns3:outerShdw>
          </ns3:effectLst>
        </p:spPr>
      </p:sp>
      <p:sp>
        <p:nvSpPr>
          <p:cNvPr id="61" name="dim_f155">
            <a:extLst xmlns:a="http://schemas.openxmlformats.org/drawingml/2006/main">
              <a:ext uri="{FF2B5EF4-FFF2-40B4-BE49-F238E27FC236}">
                <a16:creationId xmlns:a16="http://schemas.microsoft.com/office/drawing/2014/main" id="{76159C0C-0534-4820-8DC5-E4699B6F5162}"/>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Arial"/>
                <a:ea typeface="Arial"/>
                <a:cs typeface="Arial"/>
              </a:defRPr>
            </a:defPPr>
            <a:lvl1pPr algn="ctr">
              <a:defRPr sz="1800" b="1">
                <a:solidFill>
                  <a:srgbClr val="C7D2EF"/>
                </a:solidFill>
                <a:latin typeface="Arial"/>
                <a:ea typeface="Arial"/>
                <a:cs typeface="Arial"/>
              </a:defRPr>
            </a:lvl1pPr>
            <a:lvl2pPr algn="ctr">
              <a:defRPr sz="1800" b="1">
                <a:solidFill>
                  <a:srgbClr val="C7D2EF"/>
                </a:solidFill>
                <a:latin typeface="Arial"/>
                <a:ea typeface="Arial"/>
                <a:cs typeface="Arial"/>
              </a:defRPr>
            </a:lvl2pPr>
            <a:lvl3pPr algn="ctr">
              <a:defRPr sz="1800" b="1">
                <a:solidFill>
                  <a:srgbClr val="C7D2EF"/>
                </a:solidFill>
                <a:latin typeface="Arial"/>
                <a:ea typeface="Arial"/>
                <a:cs typeface="Arial"/>
              </a:defRPr>
            </a:lvl3pPr>
            <a:lvl4pPr algn="ctr">
              <a:defRPr sz="1800" b="1">
                <a:solidFill>
                  <a:srgbClr val="C7D2EF"/>
                </a:solidFill>
                <a:latin typeface="Arial"/>
                <a:ea typeface="Arial"/>
                <a:cs typeface="Arial"/>
              </a:defRPr>
            </a:lvl4pPr>
            <a:lvl5pPr algn="ctr">
              <a:defRPr sz="1800" b="1">
                <a:solidFill>
                  <a:srgbClr val="C7D2EF"/>
                </a:solidFill>
                <a:latin typeface="Arial"/>
                <a:ea typeface="Arial"/>
                <a:cs typeface="Arial"/>
              </a:defRPr>
            </a:lvl5pPr>
            <a:lvl6pPr algn="ctr">
              <a:defRPr sz="1800" b="1">
                <a:solidFill>
                  <a:srgbClr val="C7D2EF"/>
                </a:solidFill>
                <a:latin typeface="Arial"/>
                <a:ea typeface="Arial"/>
                <a:cs typeface="Arial"/>
              </a:defRPr>
            </a:lvl6pPr>
            <a:lvl7pPr algn="ctr">
              <a:defRPr sz="1800" b="1">
                <a:solidFill>
                  <a:srgbClr val="C7D2EF"/>
                </a:solidFill>
                <a:latin typeface="Arial"/>
                <a:ea typeface="Arial"/>
                <a:cs typeface="Arial"/>
              </a:defRPr>
            </a:lvl7pPr>
            <a:lvl8pPr algn="ctr">
              <a:defRPr sz="1800" b="1">
                <a:solidFill>
                  <a:srgbClr val="C7D2EF"/>
                </a:solidFill>
                <a:latin typeface="Arial"/>
                <a:ea typeface="Arial"/>
                <a:cs typeface="Arial"/>
              </a:defRPr>
            </a:lvl8pPr>
            <a:lvl9pPr algn="ctr">
              <a:defRPr sz="1800" b="1">
                <a:solidFill>
                  <a:srgbClr val="C7D2EF"/>
                </a:solidFill>
                <a:latin typeface="Arial"/>
                <a:ea typeface="Arial"/>
                <a:cs typeface="Arial"/>
              </a:defRPr>
            </a:lvl9pPr>
          </a:lstStyle>
          <a:p xmlns:a="http://schemas.openxmlformats.org/drawingml/2006/main">
            <a:pPr algn="ctr">
              <a:defRPr sz="1800" b="1">
                <a:solidFill>
                  <a:srgbClr val="C7D2EF"/>
                </a:solidFill>
                <a:latin typeface="Arial"/>
                <a:ea typeface="Arial"/>
                <a:cs typeface="Arial"/>
              </a:defRPr>
            </a:pPr>
            <a:r>
              <a:rPr sz="1800" b="1">
                <a:solidFill>
                  <a:srgbClr val="C7D2EF"/>
                </a:solidFill>
                <a:latin typeface="Arial"/>
                <a:ea typeface="Arial"/>
                <a:cs typeface="Arial"/>
              </a:rPr>
              <a:t>Report baseline</a:t>
            </a:r>
          </a:p>
        </p:txBody>
      </p:sp>
      <p:sp>
        <p:nvSpPr>
          <p:cNvPr id="12" name="f155">
            <a:extLst xmlns:a="http://schemas.openxmlformats.org/drawingml/2006/main">
              <a:ext uri="{FF2B5EF4-FFF2-40B4-BE49-F238E27FC236}">
                <a16:creationId xmlns:a16="http://schemas.microsoft.com/office/drawing/2014/main" id="{76159C0C-0534-4820-8DC5-E4699B6F5162}"/>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Arial"/>
                <a:ea typeface="Arial"/>
                <a:cs typeface="Arial"/>
              </a:defRPr>
            </a:defPPr>
            <a:lvl1pPr algn="ctr">
              <a:defRPr sz="1800" b="1">
                <a:solidFill>
                  <a:srgbClr val="4264D0"/>
                </a:solidFill>
                <a:latin typeface="Arial"/>
                <a:ea typeface="Arial"/>
                <a:cs typeface="Arial"/>
              </a:defRPr>
            </a:lvl1pPr>
            <a:lvl2pPr algn="ctr">
              <a:defRPr sz="1800" b="1">
                <a:solidFill>
                  <a:srgbClr val="4264D0"/>
                </a:solidFill>
                <a:latin typeface="Arial"/>
                <a:ea typeface="Arial"/>
                <a:cs typeface="Arial"/>
              </a:defRPr>
            </a:lvl2pPr>
            <a:lvl3pPr algn="ctr">
              <a:defRPr sz="1800" b="1">
                <a:solidFill>
                  <a:srgbClr val="4264D0"/>
                </a:solidFill>
                <a:latin typeface="Arial"/>
                <a:ea typeface="Arial"/>
                <a:cs typeface="Arial"/>
              </a:defRPr>
            </a:lvl3pPr>
            <a:lvl4pPr algn="ctr">
              <a:defRPr sz="1800" b="1">
                <a:solidFill>
                  <a:srgbClr val="4264D0"/>
                </a:solidFill>
                <a:latin typeface="Arial"/>
                <a:ea typeface="Arial"/>
                <a:cs typeface="Arial"/>
              </a:defRPr>
            </a:lvl4pPr>
            <a:lvl5pPr algn="ctr">
              <a:defRPr sz="1800" b="1">
                <a:solidFill>
                  <a:srgbClr val="4264D0"/>
                </a:solidFill>
                <a:latin typeface="Arial"/>
                <a:ea typeface="Arial"/>
                <a:cs typeface="Arial"/>
              </a:defRPr>
            </a:lvl5pPr>
            <a:lvl6pPr algn="ctr">
              <a:defRPr sz="1800" b="1">
                <a:solidFill>
                  <a:srgbClr val="4264D0"/>
                </a:solidFill>
                <a:latin typeface="Arial"/>
                <a:ea typeface="Arial"/>
                <a:cs typeface="Arial"/>
              </a:defRPr>
            </a:lvl6pPr>
            <a:lvl7pPr algn="ctr">
              <a:defRPr sz="1800" b="1">
                <a:solidFill>
                  <a:srgbClr val="4264D0"/>
                </a:solidFill>
                <a:latin typeface="Arial"/>
                <a:ea typeface="Arial"/>
                <a:cs typeface="Arial"/>
              </a:defRPr>
            </a:lvl7pPr>
            <a:lvl8pPr algn="ctr">
              <a:defRPr sz="1800" b="1">
                <a:solidFill>
                  <a:srgbClr val="4264D0"/>
                </a:solidFill>
                <a:latin typeface="Arial"/>
                <a:ea typeface="Arial"/>
                <a:cs typeface="Arial"/>
              </a:defRPr>
            </a:lvl8pPr>
            <a:lvl9pPr algn="ctr">
              <a:defRPr sz="1800" b="1">
                <a:solidFill>
                  <a:srgbClr val="4264D0"/>
                </a:solidFill>
                <a:latin typeface="Arial"/>
                <a:ea typeface="Arial"/>
                <a:cs typeface="Arial"/>
              </a:defRPr>
            </a:lvl9pPr>
          </a:lstStyle>
          <a:p xmlns:a="http://schemas.openxmlformats.org/drawingml/2006/main">
            <a:pPr algn="ctr">
              <a:defRPr sz="1800" b="1">
                <a:solidFill>
                  <a:srgbClr val="4264D0"/>
                </a:solidFill>
                <a:latin typeface="Arial"/>
                <a:ea typeface="Arial"/>
                <a:cs typeface="Arial"/>
              </a:defRPr>
            </a:pPr>
            <a:r>
              <a:rPr sz="1800" b="1">
                <a:solidFill>
                  <a:srgbClr val="4264D0"/>
                </a:solidFill>
                <a:latin typeface="Arial"/>
                <a:ea typeface="Arial"/>
                <a:cs typeface="Arial"/>
              </a:rPr>
              <a:t>Report baseline</a:t>
            </a:r>
          </a:p>
        </p:txBody>
      </p:sp>
      <p:sp>
        <p:nvSpPr>
          <p:cNvPr id="62" name="dim_f156">
            <a:extLst xmlns:a="http://schemas.openxmlformats.org/drawingml/2006/main">
              <a:ext uri="{FF2B5EF4-FFF2-40B4-BE49-F238E27FC236}">
                <a16:creationId xmlns:a16="http://schemas.microsoft.com/office/drawing/2014/main" id="{483A3DF5-D15F-4FD7-A3ED-637359E09182}"/>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3" name="f156">
            <a:extLst xmlns:a="http://schemas.openxmlformats.org/drawingml/2006/main">
              <a:ext uri="{FF2B5EF4-FFF2-40B4-BE49-F238E27FC236}">
                <a16:creationId xmlns:a16="http://schemas.microsoft.com/office/drawing/2014/main" id="{483A3DF5-D15F-4FD7-A3ED-637359E09182}"/>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4:effectLst xmlns:ns4="http://schemas.openxmlformats.org/drawingml/2006/main">
            <ns4:outerShdw blurRad="57150" dist="38100" dir="5400000" algn="ctr" rotWithShape="0">
              <ns4:srgbClr val="182536">
                <ns4:alpha val="10000"/>
              </ns4:srgbClr>
            </ns4:outerShdw>
          </ns4:effectLst>
        </p:spPr>
      </p:sp>
      <p:sp>
        <p:nvSpPr>
          <p:cNvPr id="63" name="dim_f157">
            <a:extLst xmlns:a="http://schemas.openxmlformats.org/drawingml/2006/main">
              <a:ext uri="{FF2B5EF4-FFF2-40B4-BE49-F238E27FC236}">
                <a16:creationId xmlns:a16="http://schemas.microsoft.com/office/drawing/2014/main" id="{0C68D93F-1CB2-4C4D-9004-76F2870941C7}"/>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Arial"/>
                <a:ea typeface="Arial"/>
                <a:cs typeface="Arial"/>
              </a:defRPr>
            </a:defPPr>
            <a:lvl1pPr algn="ctr">
              <a:defRPr sz="1800" b="1">
                <a:solidFill>
                  <a:srgbClr val="C7D2EF"/>
                </a:solidFill>
                <a:latin typeface="Arial"/>
                <a:ea typeface="Arial"/>
                <a:cs typeface="Arial"/>
              </a:defRPr>
            </a:lvl1pPr>
            <a:lvl2pPr algn="ctr">
              <a:defRPr sz="1800" b="1">
                <a:solidFill>
                  <a:srgbClr val="C7D2EF"/>
                </a:solidFill>
                <a:latin typeface="Arial"/>
                <a:ea typeface="Arial"/>
                <a:cs typeface="Arial"/>
              </a:defRPr>
            </a:lvl2pPr>
            <a:lvl3pPr algn="ctr">
              <a:defRPr sz="1800" b="1">
                <a:solidFill>
                  <a:srgbClr val="C7D2EF"/>
                </a:solidFill>
                <a:latin typeface="Arial"/>
                <a:ea typeface="Arial"/>
                <a:cs typeface="Arial"/>
              </a:defRPr>
            </a:lvl3pPr>
            <a:lvl4pPr algn="ctr">
              <a:defRPr sz="1800" b="1">
                <a:solidFill>
                  <a:srgbClr val="C7D2EF"/>
                </a:solidFill>
                <a:latin typeface="Arial"/>
                <a:ea typeface="Arial"/>
                <a:cs typeface="Arial"/>
              </a:defRPr>
            </a:lvl4pPr>
            <a:lvl5pPr algn="ctr">
              <a:defRPr sz="1800" b="1">
                <a:solidFill>
                  <a:srgbClr val="C7D2EF"/>
                </a:solidFill>
                <a:latin typeface="Arial"/>
                <a:ea typeface="Arial"/>
                <a:cs typeface="Arial"/>
              </a:defRPr>
            </a:lvl5pPr>
            <a:lvl6pPr algn="ctr">
              <a:defRPr sz="1800" b="1">
                <a:solidFill>
                  <a:srgbClr val="C7D2EF"/>
                </a:solidFill>
                <a:latin typeface="Arial"/>
                <a:ea typeface="Arial"/>
                <a:cs typeface="Arial"/>
              </a:defRPr>
            </a:lvl6pPr>
            <a:lvl7pPr algn="ctr">
              <a:defRPr sz="1800" b="1">
                <a:solidFill>
                  <a:srgbClr val="C7D2EF"/>
                </a:solidFill>
                <a:latin typeface="Arial"/>
                <a:ea typeface="Arial"/>
                <a:cs typeface="Arial"/>
              </a:defRPr>
            </a:lvl7pPr>
            <a:lvl8pPr algn="ctr">
              <a:defRPr sz="1800" b="1">
                <a:solidFill>
                  <a:srgbClr val="C7D2EF"/>
                </a:solidFill>
                <a:latin typeface="Arial"/>
                <a:ea typeface="Arial"/>
                <a:cs typeface="Arial"/>
              </a:defRPr>
            </a:lvl8pPr>
            <a:lvl9pPr algn="ctr">
              <a:defRPr sz="1800" b="1">
                <a:solidFill>
                  <a:srgbClr val="C7D2EF"/>
                </a:solidFill>
                <a:latin typeface="Arial"/>
                <a:ea typeface="Arial"/>
                <a:cs typeface="Arial"/>
              </a:defRPr>
            </a:lvl9pPr>
          </a:lstStyle>
          <a:p xmlns:a="http://schemas.openxmlformats.org/drawingml/2006/main">
            <a:pPr algn="ctr">
              <a:defRPr sz="1800" b="1">
                <a:solidFill>
                  <a:srgbClr val="C7D2EF"/>
                </a:solidFill>
                <a:latin typeface="Arial"/>
                <a:ea typeface="Arial"/>
                <a:cs typeface="Arial"/>
              </a:defRPr>
            </a:pPr>
            <a:r>
              <a:rPr sz="1800" b="1">
                <a:solidFill>
                  <a:srgbClr val="C7D2EF"/>
                </a:solidFill>
                <a:latin typeface="Arial"/>
                <a:ea typeface="Arial"/>
                <a:cs typeface="Arial"/>
              </a:rPr>
              <a:t>Report mutation</a:t>
            </a:r>
          </a:p>
        </p:txBody>
      </p:sp>
      <p:sp>
        <p:nvSpPr>
          <p:cNvPr id="14" name="f157">
            <a:extLst xmlns:a="http://schemas.openxmlformats.org/drawingml/2006/main">
              <a:ext uri="{FF2B5EF4-FFF2-40B4-BE49-F238E27FC236}">
                <a16:creationId xmlns:a16="http://schemas.microsoft.com/office/drawing/2014/main" id="{0C68D93F-1CB2-4C4D-9004-76F2870941C7}"/>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Arial"/>
                <a:ea typeface="Arial"/>
                <a:cs typeface="Arial"/>
              </a:defRPr>
            </a:defPPr>
            <a:lvl1pPr algn="ctr">
              <a:defRPr sz="1800" b="1">
                <a:solidFill>
                  <a:srgbClr val="4264D0"/>
                </a:solidFill>
                <a:latin typeface="Arial"/>
                <a:ea typeface="Arial"/>
                <a:cs typeface="Arial"/>
              </a:defRPr>
            </a:lvl1pPr>
            <a:lvl2pPr algn="ctr">
              <a:defRPr sz="1800" b="1">
                <a:solidFill>
                  <a:srgbClr val="4264D0"/>
                </a:solidFill>
                <a:latin typeface="Arial"/>
                <a:ea typeface="Arial"/>
                <a:cs typeface="Arial"/>
              </a:defRPr>
            </a:lvl2pPr>
            <a:lvl3pPr algn="ctr">
              <a:defRPr sz="1800" b="1">
                <a:solidFill>
                  <a:srgbClr val="4264D0"/>
                </a:solidFill>
                <a:latin typeface="Arial"/>
                <a:ea typeface="Arial"/>
                <a:cs typeface="Arial"/>
              </a:defRPr>
            </a:lvl3pPr>
            <a:lvl4pPr algn="ctr">
              <a:defRPr sz="1800" b="1">
                <a:solidFill>
                  <a:srgbClr val="4264D0"/>
                </a:solidFill>
                <a:latin typeface="Arial"/>
                <a:ea typeface="Arial"/>
                <a:cs typeface="Arial"/>
              </a:defRPr>
            </a:lvl4pPr>
            <a:lvl5pPr algn="ctr">
              <a:defRPr sz="1800" b="1">
                <a:solidFill>
                  <a:srgbClr val="4264D0"/>
                </a:solidFill>
                <a:latin typeface="Arial"/>
                <a:ea typeface="Arial"/>
                <a:cs typeface="Arial"/>
              </a:defRPr>
            </a:lvl5pPr>
            <a:lvl6pPr algn="ctr">
              <a:defRPr sz="1800" b="1">
                <a:solidFill>
                  <a:srgbClr val="4264D0"/>
                </a:solidFill>
                <a:latin typeface="Arial"/>
                <a:ea typeface="Arial"/>
                <a:cs typeface="Arial"/>
              </a:defRPr>
            </a:lvl6pPr>
            <a:lvl7pPr algn="ctr">
              <a:defRPr sz="1800" b="1">
                <a:solidFill>
                  <a:srgbClr val="4264D0"/>
                </a:solidFill>
                <a:latin typeface="Arial"/>
                <a:ea typeface="Arial"/>
                <a:cs typeface="Arial"/>
              </a:defRPr>
            </a:lvl7pPr>
            <a:lvl8pPr algn="ctr">
              <a:defRPr sz="1800" b="1">
                <a:solidFill>
                  <a:srgbClr val="4264D0"/>
                </a:solidFill>
                <a:latin typeface="Arial"/>
                <a:ea typeface="Arial"/>
                <a:cs typeface="Arial"/>
              </a:defRPr>
            </a:lvl8pPr>
            <a:lvl9pPr algn="ctr">
              <a:defRPr sz="1800" b="1">
                <a:solidFill>
                  <a:srgbClr val="4264D0"/>
                </a:solidFill>
                <a:latin typeface="Arial"/>
                <a:ea typeface="Arial"/>
                <a:cs typeface="Arial"/>
              </a:defRPr>
            </a:lvl9pPr>
          </a:lstStyle>
          <a:p xmlns:a="http://schemas.openxmlformats.org/drawingml/2006/main">
            <a:pPr algn="ctr">
              <a:defRPr sz="1800" b="1">
                <a:solidFill>
                  <a:srgbClr val="4264D0"/>
                </a:solidFill>
                <a:latin typeface="Arial"/>
                <a:ea typeface="Arial"/>
                <a:cs typeface="Arial"/>
              </a:defRPr>
            </a:pPr>
            <a:r>
              <a:rPr sz="1800" b="1">
                <a:solidFill>
                  <a:srgbClr val="4264D0"/>
                </a:solidFill>
                <a:latin typeface="Arial"/>
                <a:ea typeface="Arial"/>
                <a:cs typeface="Arial"/>
              </a:rPr>
              <a:t>Report mutation</a:t>
            </a:r>
          </a:p>
        </p:txBody>
      </p:sp>
      <p:sp>
        <p:nvSpPr>
          <p:cNvPr id="64" name="dim_f158">
            <a:extLst xmlns:a="http://schemas.openxmlformats.org/drawingml/2006/main">
              <a:ext uri="{FF2B5EF4-FFF2-40B4-BE49-F238E27FC236}">
                <a16:creationId xmlns:a16="http://schemas.microsoft.com/office/drawing/2014/main" id="{3788064E-0621-47C8-A4F9-51417F3CDB47}"/>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6F6F5"/>
          </a:solidFill>
          <a:ln xmlns:a="http://schemas.openxmlformats.org/drawingml/2006/main" w="17145">
            <a:solidFill>
              <a:srgbClr val="F1EEE6"/>
            </a:solidFill>
            <a:prstDash val="solid"/>
          </a:ln>
        </p:spPr>
      </p:sp>
      <p:sp>
        <p:nvSpPr>
          <p:cNvPr id="15" name="f158">
            <a:extLst xmlns:a="http://schemas.openxmlformats.org/drawingml/2006/main">
              <a:ext uri="{FF2B5EF4-FFF2-40B4-BE49-F238E27FC236}">
                <a16:creationId xmlns:a16="http://schemas.microsoft.com/office/drawing/2014/main" id="{3788064E-0621-47C8-A4F9-51417F3CDB47}"/>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20955">
            <a:solidFill>
              <a:srgbClr val="ECD5AD"/>
            </a:solidFill>
            <a:prstDash val="solid"/>
          </a:ln>
          <ns5:effectLst xmlns:ns5="http://schemas.openxmlformats.org/drawingml/2006/main">
            <ns5:outerShdw blurRad="57150" dist="38100" dir="5400000" algn="ctr" rotWithShape="0">
              <ns5:srgbClr val="182536">
                <ns5:alpha val="10000"/>
              </ns5:srgbClr>
            </ns5:outerShdw>
          </ns5:effectLst>
        </p:spPr>
      </p:sp>
      <p:sp>
        <p:nvSpPr>
          <p:cNvPr id="65" name="dim_f159">
            <a:extLst xmlns:a="http://schemas.openxmlformats.org/drawingml/2006/main">
              <a:ext uri="{FF2B5EF4-FFF2-40B4-BE49-F238E27FC236}">
                <a16:creationId xmlns:a16="http://schemas.microsoft.com/office/drawing/2014/main" id="{F338787D-A4D4-494A-AC05-6AF2D907E969}"/>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DED5C9"/>
                </a:solidFill>
                <a:latin typeface="Arial"/>
                <a:ea typeface="Arial"/>
                <a:cs typeface="Arial"/>
              </a:defRPr>
            </a:defPPr>
            <a:lvl1pPr algn="ctr">
              <a:defRPr sz="1875" b="1">
                <a:solidFill>
                  <a:srgbClr val="DED5C9"/>
                </a:solidFill>
                <a:latin typeface="Arial"/>
                <a:ea typeface="Arial"/>
                <a:cs typeface="Arial"/>
              </a:defRPr>
            </a:lvl1pPr>
            <a:lvl2pPr algn="ctr">
              <a:defRPr sz="1875" b="1">
                <a:solidFill>
                  <a:srgbClr val="DED5C9"/>
                </a:solidFill>
                <a:latin typeface="Arial"/>
                <a:ea typeface="Arial"/>
                <a:cs typeface="Arial"/>
              </a:defRPr>
            </a:lvl2pPr>
            <a:lvl3pPr algn="ctr">
              <a:defRPr sz="1875" b="1">
                <a:solidFill>
                  <a:srgbClr val="DED5C9"/>
                </a:solidFill>
                <a:latin typeface="Arial"/>
                <a:ea typeface="Arial"/>
                <a:cs typeface="Arial"/>
              </a:defRPr>
            </a:lvl3pPr>
            <a:lvl4pPr algn="ctr">
              <a:defRPr sz="1875" b="1">
                <a:solidFill>
                  <a:srgbClr val="DED5C9"/>
                </a:solidFill>
                <a:latin typeface="Arial"/>
                <a:ea typeface="Arial"/>
                <a:cs typeface="Arial"/>
              </a:defRPr>
            </a:lvl4pPr>
            <a:lvl5pPr algn="ctr">
              <a:defRPr sz="1875" b="1">
                <a:solidFill>
                  <a:srgbClr val="DED5C9"/>
                </a:solidFill>
                <a:latin typeface="Arial"/>
                <a:ea typeface="Arial"/>
                <a:cs typeface="Arial"/>
              </a:defRPr>
            </a:lvl5pPr>
            <a:lvl6pPr algn="ctr">
              <a:defRPr sz="1875" b="1">
                <a:solidFill>
                  <a:srgbClr val="DED5C9"/>
                </a:solidFill>
                <a:latin typeface="Arial"/>
                <a:ea typeface="Arial"/>
                <a:cs typeface="Arial"/>
              </a:defRPr>
            </a:lvl6pPr>
            <a:lvl7pPr algn="ctr">
              <a:defRPr sz="1875" b="1">
                <a:solidFill>
                  <a:srgbClr val="DED5C9"/>
                </a:solidFill>
                <a:latin typeface="Arial"/>
                <a:ea typeface="Arial"/>
                <a:cs typeface="Arial"/>
              </a:defRPr>
            </a:lvl7pPr>
            <a:lvl8pPr algn="ctr">
              <a:defRPr sz="1875" b="1">
                <a:solidFill>
                  <a:srgbClr val="DED5C9"/>
                </a:solidFill>
                <a:latin typeface="Arial"/>
                <a:ea typeface="Arial"/>
                <a:cs typeface="Arial"/>
              </a:defRPr>
            </a:lvl8pPr>
            <a:lvl9pPr algn="ctr">
              <a:defRPr sz="1875" b="1">
                <a:solidFill>
                  <a:srgbClr val="DED5C9"/>
                </a:solidFill>
                <a:latin typeface="Arial"/>
                <a:ea typeface="Arial"/>
                <a:cs typeface="Arial"/>
              </a:defRPr>
            </a:lvl9pPr>
          </a:lstStyle>
          <a:p xmlns:a="http://schemas.openxmlformats.org/drawingml/2006/main">
            <a:pPr algn="ctr">
              <a:defRPr sz="1875" b="1">
                <a:solidFill>
                  <a:srgbClr val="DED5C9"/>
                </a:solidFill>
                <a:latin typeface="Arial"/>
                <a:ea typeface="Arial"/>
                <a:cs typeface="Arial"/>
              </a:defRPr>
            </a:pPr>
            <a:r>
              <a:rPr sz="1875" b="1">
                <a:solidFill>
                  <a:srgbClr val="DED5C9"/>
                </a:solidFill>
                <a:latin typeface="Arial"/>
                <a:ea typeface="Arial"/>
                <a:cs typeface="Arial"/>
              </a:rPr>
              <a:t>MOTORE</a:t>
            </a:r>
          </a:p>
          <a:p xmlns:a="http://schemas.openxmlformats.org/drawingml/2006/main">
            <a:pPr algn="ctr">
              <a:defRPr sz="1875" b="1">
                <a:solidFill>
                  <a:srgbClr val="DED5C9"/>
                </a:solidFill>
                <a:latin typeface="Arial"/>
                <a:ea typeface="Arial"/>
                <a:cs typeface="Arial"/>
              </a:defRPr>
            </a:pPr>
            <a:r>
              <a:rPr sz="1875" b="1">
                <a:solidFill>
                  <a:srgbClr val="DED5C9"/>
                </a:solidFill>
                <a:latin typeface="Arial"/>
                <a:ea typeface="Arial"/>
                <a:cs typeface="Arial"/>
              </a:rPr>
              <a:t>di mutazione</a:t>
            </a:r>
          </a:p>
        </p:txBody>
      </p:sp>
      <p:sp>
        <p:nvSpPr>
          <p:cNvPr id="16" name="f159">
            <a:extLst xmlns:a="http://schemas.openxmlformats.org/drawingml/2006/main">
              <a:ext uri="{FF2B5EF4-FFF2-40B4-BE49-F238E27FC236}">
                <a16:creationId xmlns:a16="http://schemas.microsoft.com/office/drawing/2014/main" id="{F338787D-A4D4-494A-AC05-6AF2D907E969}"/>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D7139"/>
                </a:solidFill>
                <a:latin typeface="Arial"/>
                <a:ea typeface="Arial"/>
                <a:cs typeface="Arial"/>
              </a:defRPr>
            </a:defPPr>
            <a:lvl1pPr algn="ctr">
              <a:defRPr sz="1875" b="1">
                <a:solidFill>
                  <a:srgbClr val="9D7139"/>
                </a:solidFill>
                <a:latin typeface="Arial"/>
                <a:ea typeface="Arial"/>
                <a:cs typeface="Arial"/>
              </a:defRPr>
            </a:lvl1pPr>
            <a:lvl2pPr algn="ctr">
              <a:defRPr sz="1875" b="1">
                <a:solidFill>
                  <a:srgbClr val="9D7139"/>
                </a:solidFill>
                <a:latin typeface="Arial"/>
                <a:ea typeface="Arial"/>
                <a:cs typeface="Arial"/>
              </a:defRPr>
            </a:lvl2pPr>
            <a:lvl3pPr algn="ctr">
              <a:defRPr sz="1875" b="1">
                <a:solidFill>
                  <a:srgbClr val="9D7139"/>
                </a:solidFill>
                <a:latin typeface="Arial"/>
                <a:ea typeface="Arial"/>
                <a:cs typeface="Arial"/>
              </a:defRPr>
            </a:lvl3pPr>
            <a:lvl4pPr algn="ctr">
              <a:defRPr sz="1875" b="1">
                <a:solidFill>
                  <a:srgbClr val="9D7139"/>
                </a:solidFill>
                <a:latin typeface="Arial"/>
                <a:ea typeface="Arial"/>
                <a:cs typeface="Arial"/>
              </a:defRPr>
            </a:lvl4pPr>
            <a:lvl5pPr algn="ctr">
              <a:defRPr sz="1875" b="1">
                <a:solidFill>
                  <a:srgbClr val="9D7139"/>
                </a:solidFill>
                <a:latin typeface="Arial"/>
                <a:ea typeface="Arial"/>
                <a:cs typeface="Arial"/>
              </a:defRPr>
            </a:lvl5pPr>
            <a:lvl6pPr algn="ctr">
              <a:defRPr sz="1875" b="1">
                <a:solidFill>
                  <a:srgbClr val="9D7139"/>
                </a:solidFill>
                <a:latin typeface="Arial"/>
                <a:ea typeface="Arial"/>
                <a:cs typeface="Arial"/>
              </a:defRPr>
            </a:lvl6pPr>
            <a:lvl7pPr algn="ctr">
              <a:defRPr sz="1875" b="1">
                <a:solidFill>
                  <a:srgbClr val="9D7139"/>
                </a:solidFill>
                <a:latin typeface="Arial"/>
                <a:ea typeface="Arial"/>
                <a:cs typeface="Arial"/>
              </a:defRPr>
            </a:lvl7pPr>
            <a:lvl8pPr algn="ctr">
              <a:defRPr sz="1875" b="1">
                <a:solidFill>
                  <a:srgbClr val="9D7139"/>
                </a:solidFill>
                <a:latin typeface="Arial"/>
                <a:ea typeface="Arial"/>
                <a:cs typeface="Arial"/>
              </a:defRPr>
            </a:lvl8pPr>
            <a:lvl9pPr algn="ctr">
              <a:defRPr sz="1875" b="1">
                <a:solidFill>
                  <a:srgbClr val="9D7139"/>
                </a:solidFill>
                <a:latin typeface="Arial"/>
                <a:ea typeface="Arial"/>
                <a:cs typeface="Arial"/>
              </a:defRPr>
            </a:lvl9pPr>
          </a:lstStyle>
          <a:p xmlns:a="http://schemas.openxmlformats.org/drawingml/2006/main">
            <a:pPr algn="ctr">
              <a:defRPr sz="1875" b="1">
                <a:solidFill>
                  <a:srgbClr val="9D7139"/>
                </a:solidFill>
                <a:latin typeface="Arial"/>
                <a:ea typeface="Arial"/>
                <a:cs typeface="Arial"/>
              </a:defRPr>
            </a:pPr>
            <a:r>
              <a:rPr sz="1875" b="1">
                <a:solidFill>
                  <a:srgbClr val="9D7139"/>
                </a:solidFill>
                <a:latin typeface="Arial"/>
                <a:ea typeface="Arial"/>
                <a:cs typeface="Arial"/>
              </a:rPr>
              <a:t>MOTORE</a:t>
            </a:r>
          </a:p>
          <a:p xmlns:a="http://schemas.openxmlformats.org/drawingml/2006/main">
            <a:pPr algn="ctr">
              <a:defRPr sz="1875" b="1">
                <a:solidFill>
                  <a:srgbClr val="9D7139"/>
                </a:solidFill>
                <a:latin typeface="Arial"/>
                <a:ea typeface="Arial"/>
                <a:cs typeface="Arial"/>
              </a:defRPr>
            </a:pPr>
            <a:r>
              <a:rPr sz="1875" b="1">
                <a:solidFill>
                  <a:srgbClr val="9D7139"/>
                </a:solidFill>
                <a:latin typeface="Arial"/>
                <a:ea typeface="Arial"/>
                <a:cs typeface="Arial"/>
              </a:rPr>
              <a:t>di mutazione</a:t>
            </a:r>
          </a:p>
        </p:txBody>
      </p:sp>
      <p:sp>
        <p:nvSpPr>
          <p:cNvPr id="66" name="dim_f160">
            <a:extLst xmlns:a="http://schemas.openxmlformats.org/drawingml/2006/main">
              <a:ext uri="{FF2B5EF4-FFF2-40B4-BE49-F238E27FC236}">
                <a16:creationId xmlns:a16="http://schemas.microsoft.com/office/drawing/2014/main" id="{18B439E4-F392-4E70-8F81-D07C0E7E418E}"/>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17" name="f160">
            <a:extLst xmlns:a="http://schemas.openxmlformats.org/drawingml/2006/main">
              <a:ext uri="{FF2B5EF4-FFF2-40B4-BE49-F238E27FC236}">
                <a16:creationId xmlns:a16="http://schemas.microsoft.com/office/drawing/2014/main" id="{18B439E4-F392-4E70-8F81-D07C0E7E418E}"/>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20955">
            <a:solidFill>
              <a:srgbClr val="D9E3EF"/>
            </a:solidFill>
            <a:prstDash val="solid"/>
          </a:ln>
          <ns6:effectLst xmlns:ns6="http://schemas.openxmlformats.org/drawingml/2006/main">
            <ns6:outerShdw blurRad="57150" dist="38100" dir="5400000" algn="ctr" rotWithShape="0">
              <ns6:srgbClr val="182536">
                <ns6:alpha val="10000"/>
              </ns6:srgbClr>
            </ns6:outerShdw>
          </ns6:effectLst>
        </p:spPr>
      </p:sp>
      <p:sp>
        <p:nvSpPr>
          <p:cNvPr id="67" name="dim_f161">
            <a:extLst xmlns:a="http://schemas.openxmlformats.org/drawingml/2006/main">
              <a:ext uri="{FF2B5EF4-FFF2-40B4-BE49-F238E27FC236}">
                <a16:creationId xmlns:a16="http://schemas.microsoft.com/office/drawing/2014/main" id="{6C8915AE-5A18-439A-8AE5-C1F043E9FE0D}"/>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Arial"/>
                <a:ea typeface="Arial"/>
                <a:cs typeface="Arial"/>
              </a:defRPr>
            </a:defPPr>
            <a:lvl1pPr algn="ctr">
              <a:defRPr sz="1650" b="1">
                <a:solidFill>
                  <a:srgbClr val="BCC2C8"/>
                </a:solidFill>
                <a:latin typeface="Arial"/>
                <a:ea typeface="Arial"/>
                <a:cs typeface="Arial"/>
              </a:defRPr>
            </a:lvl1pPr>
            <a:lvl2pPr algn="ctr">
              <a:defRPr sz="1650" b="1">
                <a:solidFill>
                  <a:srgbClr val="BCC2C8"/>
                </a:solidFill>
                <a:latin typeface="Arial"/>
                <a:ea typeface="Arial"/>
                <a:cs typeface="Arial"/>
              </a:defRPr>
            </a:lvl2pPr>
            <a:lvl3pPr algn="ctr">
              <a:defRPr sz="1650" b="1">
                <a:solidFill>
                  <a:srgbClr val="BCC2C8"/>
                </a:solidFill>
                <a:latin typeface="Arial"/>
                <a:ea typeface="Arial"/>
                <a:cs typeface="Arial"/>
              </a:defRPr>
            </a:lvl3pPr>
            <a:lvl4pPr algn="ctr">
              <a:defRPr sz="1650" b="1">
                <a:solidFill>
                  <a:srgbClr val="BCC2C8"/>
                </a:solidFill>
                <a:latin typeface="Arial"/>
                <a:ea typeface="Arial"/>
                <a:cs typeface="Arial"/>
              </a:defRPr>
            </a:lvl4pPr>
            <a:lvl5pPr algn="ctr">
              <a:defRPr sz="1650" b="1">
                <a:solidFill>
                  <a:srgbClr val="BCC2C8"/>
                </a:solidFill>
                <a:latin typeface="Arial"/>
                <a:ea typeface="Arial"/>
                <a:cs typeface="Arial"/>
              </a:defRPr>
            </a:lvl5pPr>
            <a:lvl6pPr algn="ctr">
              <a:defRPr sz="1650" b="1">
                <a:solidFill>
                  <a:srgbClr val="BCC2C8"/>
                </a:solidFill>
                <a:latin typeface="Arial"/>
                <a:ea typeface="Arial"/>
                <a:cs typeface="Arial"/>
              </a:defRPr>
            </a:lvl6pPr>
            <a:lvl7pPr algn="ctr">
              <a:defRPr sz="1650" b="1">
                <a:solidFill>
                  <a:srgbClr val="BCC2C8"/>
                </a:solidFill>
                <a:latin typeface="Arial"/>
                <a:ea typeface="Arial"/>
                <a:cs typeface="Arial"/>
              </a:defRPr>
            </a:lvl7pPr>
            <a:lvl8pPr algn="ctr">
              <a:defRPr sz="1650" b="1">
                <a:solidFill>
                  <a:srgbClr val="BCC2C8"/>
                </a:solidFill>
                <a:latin typeface="Arial"/>
                <a:ea typeface="Arial"/>
                <a:cs typeface="Arial"/>
              </a:defRPr>
            </a:lvl8pPr>
            <a:lvl9pPr algn="ctr">
              <a:defRPr sz="1650" b="1">
                <a:solidFill>
                  <a:srgbClr val="BCC2C8"/>
                </a:solidFill>
                <a:latin typeface="Arial"/>
                <a:ea typeface="Arial"/>
                <a:cs typeface="Arial"/>
              </a:defRPr>
            </a:lvl9pPr>
          </a:lstStyle>
          <a:p xmlns:a="http://schemas.openxmlformats.org/drawingml/2006/main">
            <a:pPr algn="ctr">
              <a:defRPr sz="1650" b="1">
                <a:solidFill>
                  <a:srgbClr val="BCC2C8"/>
                </a:solidFill>
                <a:latin typeface="Arial"/>
                <a:ea typeface="Arial"/>
                <a:cs typeface="Arial"/>
              </a:defRPr>
            </a:pPr>
            <a:r>
              <a:rPr sz="1650" b="1">
                <a:solidFill>
                  <a:srgbClr val="BCC2C8"/>
                </a:solidFill>
                <a:latin typeface="Arial"/>
                <a:ea typeface="Arial"/>
                <a:cs typeface="Arial"/>
              </a:rPr>
              <a:t>PCAP MUTATA</a:t>
            </a:r>
          </a:p>
        </p:txBody>
      </p:sp>
      <p:sp>
        <p:nvSpPr>
          <p:cNvPr id="18" name="f161">
            <a:extLst xmlns:a="http://schemas.openxmlformats.org/drawingml/2006/main">
              <a:ext uri="{FF2B5EF4-FFF2-40B4-BE49-F238E27FC236}">
                <a16:creationId xmlns:a16="http://schemas.microsoft.com/office/drawing/2014/main" id="{6C8915AE-5A18-439A-8AE5-C1F043E9FE0D}"/>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Arial"/>
                <a:ea typeface="Arial"/>
                <a:cs typeface="Arial"/>
              </a:defRPr>
            </a:defPPr>
            <a:lvl1pPr algn="ctr">
              <a:defRPr sz="1650" b="1">
                <a:solidFill>
                  <a:srgbClr val="182536"/>
                </a:solidFill>
                <a:latin typeface="Arial"/>
                <a:ea typeface="Arial"/>
                <a:cs typeface="Arial"/>
              </a:defRPr>
            </a:lvl1pPr>
            <a:lvl2pPr algn="ctr">
              <a:defRPr sz="1650" b="1">
                <a:solidFill>
                  <a:srgbClr val="182536"/>
                </a:solidFill>
                <a:latin typeface="Arial"/>
                <a:ea typeface="Arial"/>
                <a:cs typeface="Arial"/>
              </a:defRPr>
            </a:lvl2pPr>
            <a:lvl3pPr algn="ctr">
              <a:defRPr sz="1650" b="1">
                <a:solidFill>
                  <a:srgbClr val="182536"/>
                </a:solidFill>
                <a:latin typeface="Arial"/>
                <a:ea typeface="Arial"/>
                <a:cs typeface="Arial"/>
              </a:defRPr>
            </a:lvl3pPr>
            <a:lvl4pPr algn="ctr">
              <a:defRPr sz="1650" b="1">
                <a:solidFill>
                  <a:srgbClr val="182536"/>
                </a:solidFill>
                <a:latin typeface="Arial"/>
                <a:ea typeface="Arial"/>
                <a:cs typeface="Arial"/>
              </a:defRPr>
            </a:lvl4pPr>
            <a:lvl5pPr algn="ctr">
              <a:defRPr sz="1650" b="1">
                <a:solidFill>
                  <a:srgbClr val="182536"/>
                </a:solidFill>
                <a:latin typeface="Arial"/>
                <a:ea typeface="Arial"/>
                <a:cs typeface="Arial"/>
              </a:defRPr>
            </a:lvl5pPr>
            <a:lvl6pPr algn="ctr">
              <a:defRPr sz="1650" b="1">
                <a:solidFill>
                  <a:srgbClr val="182536"/>
                </a:solidFill>
                <a:latin typeface="Arial"/>
                <a:ea typeface="Arial"/>
                <a:cs typeface="Arial"/>
              </a:defRPr>
            </a:lvl6pPr>
            <a:lvl7pPr algn="ctr">
              <a:defRPr sz="1650" b="1">
                <a:solidFill>
                  <a:srgbClr val="182536"/>
                </a:solidFill>
                <a:latin typeface="Arial"/>
                <a:ea typeface="Arial"/>
                <a:cs typeface="Arial"/>
              </a:defRPr>
            </a:lvl7pPr>
            <a:lvl8pPr algn="ctr">
              <a:defRPr sz="1650" b="1">
                <a:solidFill>
                  <a:srgbClr val="182536"/>
                </a:solidFill>
                <a:latin typeface="Arial"/>
                <a:ea typeface="Arial"/>
                <a:cs typeface="Arial"/>
              </a:defRPr>
            </a:lvl8pPr>
            <a:lvl9pPr algn="ctr">
              <a:defRPr sz="1650" b="1">
                <a:solidFill>
                  <a:srgbClr val="182536"/>
                </a:solidFill>
                <a:latin typeface="Arial"/>
                <a:ea typeface="Arial"/>
                <a:cs typeface="Arial"/>
              </a:defRPr>
            </a:lvl9pPr>
          </a:lstStyle>
          <a:p xmlns:a="http://schemas.openxmlformats.org/drawingml/2006/main">
            <a:pPr algn="ctr">
              <a:defRPr sz="1650" b="1">
                <a:solidFill>
                  <a:srgbClr val="182536"/>
                </a:solidFill>
                <a:latin typeface="Arial"/>
                <a:ea typeface="Arial"/>
                <a:cs typeface="Arial"/>
              </a:defRPr>
            </a:pPr>
            <a:r>
              <a:rPr sz="1650" b="1">
                <a:solidFill>
                  <a:srgbClr val="182536"/>
                </a:solidFill>
                <a:latin typeface="Arial"/>
                <a:ea typeface="Arial"/>
                <a:cs typeface="Arial"/>
              </a:rPr>
              <a:t>PCAP MUTATA</a:t>
            </a:r>
          </a:p>
        </p:txBody>
      </p:sp>
      <p:sp>
        <p:nvSpPr>
          <p:cNvPr id="68" name="dim_f162">
            <a:extLst xmlns:a="http://schemas.openxmlformats.org/drawingml/2006/main">
              <a:ext uri="{FF2B5EF4-FFF2-40B4-BE49-F238E27FC236}">
                <a16:creationId xmlns:a16="http://schemas.microsoft.com/office/drawing/2014/main" id="{5A3CA7E9-6F29-4349-8EAE-963E63818A42}"/>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19" name="f162">
            <a:extLst xmlns:a="http://schemas.openxmlformats.org/drawingml/2006/main">
              <a:ext uri="{FF2B5EF4-FFF2-40B4-BE49-F238E27FC236}">
                <a16:creationId xmlns:a16="http://schemas.microsoft.com/office/drawing/2014/main" id="{5A3CA7E9-6F29-4349-8EAE-963E63818A42}"/>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9" name="phaseC_f162">
            <a:extLst xmlns:a="http://schemas.openxmlformats.org/drawingml/2006/main">
              <a:ext uri="{FF2B5EF4-FFF2-40B4-BE49-F238E27FC236}">
                <a16:creationId xmlns:a16="http://schemas.microsoft.com/office/drawing/2014/main" id="{5A3CA7E9-6F29-4349-8EAE-963E63818A42}"/>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0" name="dim_f163">
            <a:extLst xmlns:a="http://schemas.openxmlformats.org/drawingml/2006/main">
              <a:ext uri="{FF2B5EF4-FFF2-40B4-BE49-F238E27FC236}">
                <a16:creationId xmlns:a16="http://schemas.microsoft.com/office/drawing/2014/main" id="{73153D25-025B-45FB-A577-0E8B888545E9}"/>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0" name="f163">
            <a:extLst xmlns:a="http://schemas.openxmlformats.org/drawingml/2006/main">
              <a:ext uri="{FF2B5EF4-FFF2-40B4-BE49-F238E27FC236}">
                <a16:creationId xmlns:a16="http://schemas.microsoft.com/office/drawing/2014/main" id="{73153D25-025B-45FB-A577-0E8B888545E9}"/>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1" name="phaseC_f163">
            <a:extLst xmlns:a="http://schemas.openxmlformats.org/drawingml/2006/main">
              <a:ext uri="{FF2B5EF4-FFF2-40B4-BE49-F238E27FC236}">
                <a16:creationId xmlns:a16="http://schemas.microsoft.com/office/drawing/2014/main" id="{73153D25-025B-45FB-A577-0E8B888545E9}"/>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2" name="dim_f164">
            <a:extLst xmlns:a="http://schemas.openxmlformats.org/drawingml/2006/main">
              <a:ext uri="{FF2B5EF4-FFF2-40B4-BE49-F238E27FC236}">
                <a16:creationId xmlns:a16="http://schemas.microsoft.com/office/drawing/2014/main" id="{BC771DFA-E54B-4108-999C-0FE1C3A7C8E4}"/>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1" name="f164">
            <a:extLst xmlns:a="http://schemas.openxmlformats.org/drawingml/2006/main">
              <a:ext uri="{FF2B5EF4-FFF2-40B4-BE49-F238E27FC236}">
                <a16:creationId xmlns:a16="http://schemas.microsoft.com/office/drawing/2014/main" id="{BC771DFA-E54B-4108-999C-0FE1C3A7C8E4}"/>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3" name="dim_f165">
            <a:extLst xmlns:a="http://schemas.openxmlformats.org/drawingml/2006/main">
              <a:ext uri="{FF2B5EF4-FFF2-40B4-BE49-F238E27FC236}">
                <a16:creationId xmlns:a16="http://schemas.microsoft.com/office/drawing/2014/main" id="{28E57B43-2982-4C41-AFBD-FD12FA1C8757}"/>
              </a:ext>
            </a:extLst>
          </p:cNvPr>
          <p:cNvSpPr>
            <a:spLocks xmlns:a="http://schemas.openxmlformats.org/drawingml/2006/main" noGrp="1"/>
          </p:cNvSpPr>
          <p:nvPr/>
        </p:nvSpPr>
        <p:spPr>
          <a:xfrm xmlns:a="http://schemas.openxmlformats.org/drawingml/2006/main" rot="10800000">
            <a:off x="3943350" y="4371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2" name="f165">
            <a:extLst xmlns:a="http://schemas.openxmlformats.org/drawingml/2006/main">
              <a:ext uri="{FF2B5EF4-FFF2-40B4-BE49-F238E27FC236}">
                <a16:creationId xmlns:a16="http://schemas.microsoft.com/office/drawing/2014/main" id="{28E57B43-2982-4C41-AFBD-FD12FA1C8757}"/>
              </a:ext>
            </a:extLst>
          </p:cNvPr>
          <p:cNvSpPr>
            <a:spLocks xmlns:a="http://schemas.openxmlformats.org/drawingml/2006/main" noGrp="1"/>
          </p:cNvSpPr>
          <p:nvPr/>
        </p:nvSpPr>
        <p:spPr>
          <a:xfrm xmlns:a="http://schemas.openxmlformats.org/drawingml/2006/main" rot="10800000">
            <a:off x="3943350"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4" name="dim_f166">
            <a:extLst xmlns:a="http://schemas.openxmlformats.org/drawingml/2006/main">
              <a:ext uri="{FF2B5EF4-FFF2-40B4-BE49-F238E27FC236}">
                <a16:creationId xmlns:a16="http://schemas.microsoft.com/office/drawing/2014/main" id="{085DC25B-1477-4F97-9E57-C2326CC3100D}"/>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3" name="f166">
            <a:extLst xmlns:a="http://schemas.openxmlformats.org/drawingml/2006/main">
              <a:ext uri="{FF2B5EF4-FFF2-40B4-BE49-F238E27FC236}">
                <a16:creationId xmlns:a16="http://schemas.microsoft.com/office/drawing/2014/main" id="{085DC25B-1477-4F97-9E57-C2326CC3100D}"/>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5" name="phaseC_f166">
            <a:extLst xmlns:a="http://schemas.openxmlformats.org/drawingml/2006/main">
              <a:ext uri="{FF2B5EF4-FFF2-40B4-BE49-F238E27FC236}">
                <a16:creationId xmlns:a16="http://schemas.microsoft.com/office/drawing/2014/main" id="{085DC25B-1477-4F97-9E57-C2326CC3100D}"/>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6" name="dim_f167">
            <a:extLst xmlns:a="http://schemas.openxmlformats.org/drawingml/2006/main">
              <a:ext uri="{FF2B5EF4-FFF2-40B4-BE49-F238E27FC236}">
                <a16:creationId xmlns:a16="http://schemas.microsoft.com/office/drawing/2014/main" id="{5FF97A97-77E0-469B-9083-DA21F13C1586}"/>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4" name="f167">
            <a:extLst xmlns:a="http://schemas.openxmlformats.org/drawingml/2006/main">
              <a:ext uri="{FF2B5EF4-FFF2-40B4-BE49-F238E27FC236}">
                <a16:creationId xmlns:a16="http://schemas.microsoft.com/office/drawing/2014/main" id="{5FF97A97-77E0-469B-9083-DA21F13C1586}"/>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7" name="dim_f168">
            <a:extLst xmlns:a="http://schemas.openxmlformats.org/drawingml/2006/main">
              <a:ext uri="{FF2B5EF4-FFF2-40B4-BE49-F238E27FC236}">
                <a16:creationId xmlns:a16="http://schemas.microsoft.com/office/drawing/2014/main" id="{689327B9-05D7-4FCB-BEA2-84FC4FABE238}"/>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5" name="f168">
            <a:extLst xmlns:a="http://schemas.openxmlformats.org/drawingml/2006/main">
              <a:ext uri="{FF2B5EF4-FFF2-40B4-BE49-F238E27FC236}">
                <a16:creationId xmlns:a16="http://schemas.microsoft.com/office/drawing/2014/main" id="{689327B9-05D7-4FCB-BEA2-84FC4FABE238}"/>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8" name="dim_f169">
            <a:extLst xmlns:a="http://schemas.openxmlformats.org/drawingml/2006/main">
              <a:ext uri="{FF2B5EF4-FFF2-40B4-BE49-F238E27FC236}">
                <a16:creationId xmlns:a16="http://schemas.microsoft.com/office/drawing/2014/main" id="{13C6AB67-78A6-40A1-A828-1E83AFFECB11}"/>
              </a:ext>
            </a:extLst>
          </p:cNvPr>
          <p:cNvSpPr>
            <a:spLocks xmlns:a="http://schemas.openxmlformats.org/drawingml/2006/main" noGrp="1"/>
          </p:cNvSpPr>
          <p:nvPr/>
        </p:nvSpPr>
        <p:spPr>
          <a:xfrm xmlns:a="http://schemas.openxmlformats.org/drawingml/2006/main" rot="10800000">
            <a:off x="1371600" y="61245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6" name="f169">
            <a:extLst xmlns:a="http://schemas.openxmlformats.org/drawingml/2006/main">
              <a:ext uri="{FF2B5EF4-FFF2-40B4-BE49-F238E27FC236}">
                <a16:creationId xmlns:a16="http://schemas.microsoft.com/office/drawing/2014/main" id="{13C6AB67-78A6-40A1-A828-1E83AFFECB11}"/>
              </a:ext>
            </a:extLst>
          </p:cNvPr>
          <p:cNvSpPr>
            <a:spLocks xmlns:a="http://schemas.openxmlformats.org/drawingml/2006/main" noGrp="1"/>
          </p:cNvSpPr>
          <p:nvPr/>
        </p:nvSpPr>
        <p:spPr>
          <a:xfrm xmlns:a="http://schemas.openxmlformats.org/drawingml/2006/main" rot="10800000">
            <a:off x="137160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9" name="dim_f170">
            <a:extLst xmlns:a="http://schemas.openxmlformats.org/drawingml/2006/main">
              <a:ext uri="{FF2B5EF4-FFF2-40B4-BE49-F238E27FC236}">
                <a16:creationId xmlns:a16="http://schemas.microsoft.com/office/drawing/2014/main" id="{71F98747-0474-47FA-8086-51D8F3CE3F32}"/>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7" name="f170">
            <a:extLst xmlns:a="http://schemas.openxmlformats.org/drawingml/2006/main">
              <a:ext uri="{FF2B5EF4-FFF2-40B4-BE49-F238E27FC236}">
                <a16:creationId xmlns:a16="http://schemas.microsoft.com/office/drawing/2014/main" id="{71F98747-0474-47FA-8086-51D8F3CE3F32}"/>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0" name="dim_f171">
            <a:extLst xmlns:a="http://schemas.openxmlformats.org/drawingml/2006/main">
              <a:ext uri="{FF2B5EF4-FFF2-40B4-BE49-F238E27FC236}">
                <a16:creationId xmlns:a16="http://schemas.microsoft.com/office/drawing/2014/main" id="{DFC60DF5-892E-4C97-90BB-0DE2742B7925}"/>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8" name="f171">
            <a:extLst xmlns:a="http://schemas.openxmlformats.org/drawingml/2006/main">
              <a:ext uri="{FF2B5EF4-FFF2-40B4-BE49-F238E27FC236}">
                <a16:creationId xmlns:a16="http://schemas.microsoft.com/office/drawing/2014/main" id="{DFC60DF5-892E-4C97-90BB-0DE2742B7925}"/>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1" name="dim_f172">
            <a:extLst xmlns:a="http://schemas.openxmlformats.org/drawingml/2006/main">
              <a:ext uri="{FF2B5EF4-FFF2-40B4-BE49-F238E27FC236}">
                <a16:creationId xmlns:a16="http://schemas.microsoft.com/office/drawing/2014/main" id="{6CC3148C-7AF0-4649-BBAF-2F449C0E6141}"/>
              </a:ext>
            </a:extLst>
          </p:cNvPr>
          <p:cNvSpPr>
            <a:spLocks xmlns:a="http://schemas.openxmlformats.org/drawingml/2006/main" noGrp="1"/>
          </p:cNvSpPr>
          <p:nvPr/>
        </p:nvSpPr>
        <p:spPr>
          <a:xfrm xmlns:a="http://schemas.openxmlformats.org/drawingml/2006/main" rot="10800000">
            <a:off x="3943350" y="61245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9" name="f172">
            <a:extLst xmlns:a="http://schemas.openxmlformats.org/drawingml/2006/main">
              <a:ext uri="{FF2B5EF4-FFF2-40B4-BE49-F238E27FC236}">
                <a16:creationId xmlns:a16="http://schemas.microsoft.com/office/drawing/2014/main" id="{6CC3148C-7AF0-4649-BBAF-2F449C0E6141}"/>
              </a:ext>
            </a:extLst>
          </p:cNvPr>
          <p:cNvSpPr>
            <a:spLocks xmlns:a="http://schemas.openxmlformats.org/drawingml/2006/main" noGrp="1"/>
          </p:cNvSpPr>
          <p:nvPr/>
        </p:nvSpPr>
        <p:spPr>
          <a:xfrm xmlns:a="http://schemas.openxmlformats.org/drawingml/2006/main" rot="10800000">
            <a:off x="394335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82" name="dim_f173">
            <a:extLst xmlns:a="http://schemas.openxmlformats.org/drawingml/2006/main">
              <a:ext uri="{FF2B5EF4-FFF2-40B4-BE49-F238E27FC236}">
                <a16:creationId xmlns:a16="http://schemas.microsoft.com/office/drawing/2014/main" id="{1F94A9E1-8ACD-4E1E-AB63-0B9073C65A02}"/>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0" name="f173">
            <a:extLst xmlns:a="http://schemas.openxmlformats.org/drawingml/2006/main">
              <a:ext uri="{FF2B5EF4-FFF2-40B4-BE49-F238E27FC236}">
                <a16:creationId xmlns:a16="http://schemas.microsoft.com/office/drawing/2014/main" id="{1F94A9E1-8ACD-4E1E-AB63-0B9073C65A02}"/>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3" name="dim_f174">
            <a:extLst xmlns:a="http://schemas.openxmlformats.org/drawingml/2006/main">
              <a:ext uri="{FF2B5EF4-FFF2-40B4-BE49-F238E27FC236}">
                <a16:creationId xmlns:a16="http://schemas.microsoft.com/office/drawing/2014/main" id="{F086FB46-476F-424C-865A-FEE3640BB69C}"/>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1" name="f174">
            <a:extLst xmlns:a="http://schemas.openxmlformats.org/drawingml/2006/main">
              <a:ext uri="{FF2B5EF4-FFF2-40B4-BE49-F238E27FC236}">
                <a16:creationId xmlns:a16="http://schemas.microsoft.com/office/drawing/2014/main" id="{F086FB46-476F-424C-865A-FEE3640BB69C}"/>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4" name="dim_f175">
            <a:extLst xmlns:a="http://schemas.openxmlformats.org/drawingml/2006/main">
              <a:ext uri="{FF2B5EF4-FFF2-40B4-BE49-F238E27FC236}">
                <a16:creationId xmlns:a16="http://schemas.microsoft.com/office/drawing/2014/main" id="{E657DBB7-0E07-4C82-B1BE-DA9895AEA06C}"/>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2" name="f175">
            <a:extLst xmlns:a="http://schemas.openxmlformats.org/drawingml/2006/main">
              <a:ext uri="{FF2B5EF4-FFF2-40B4-BE49-F238E27FC236}">
                <a16:creationId xmlns:a16="http://schemas.microsoft.com/office/drawing/2014/main" id="{E657DBB7-0E07-4C82-B1BE-DA9895AEA06C}"/>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5" name="dim_f176">
            <a:extLst xmlns:a="http://schemas.openxmlformats.org/drawingml/2006/main">
              <a:ext uri="{FF2B5EF4-FFF2-40B4-BE49-F238E27FC236}">
                <a16:creationId xmlns:a16="http://schemas.microsoft.com/office/drawing/2014/main" id="{1674C8AA-8714-4825-8D13-1BFD7D7AA969}"/>
              </a:ext>
            </a:extLst>
          </p:cNvPr>
          <p:cNvSpPr>
            <a:spLocks xmlns:a="http://schemas.openxmlformats.org/drawingml/2006/main" noGrp="1"/>
          </p:cNvSpPr>
          <p:nvPr/>
        </p:nvSpPr>
        <p:spPr>
          <a:xfrm xmlns:a="http://schemas.openxmlformats.org/drawingml/2006/main" rot="0">
            <a:off x="6753225" y="6057900"/>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33" name="f176">
            <a:extLst xmlns:a="http://schemas.openxmlformats.org/drawingml/2006/main">
              <a:ext uri="{FF2B5EF4-FFF2-40B4-BE49-F238E27FC236}">
                <a16:creationId xmlns:a16="http://schemas.microsoft.com/office/drawing/2014/main" id="{1674C8AA-8714-4825-8D13-1BFD7D7AA969}"/>
              </a:ext>
            </a:extLst>
          </p:cNvPr>
          <p:cNvSpPr>
            <a:spLocks xmlns:a="http://schemas.openxmlformats.org/drawingml/2006/main" noGrp="1"/>
          </p:cNvSpPr>
          <p:nvPr/>
        </p:nvSpPr>
        <p:spPr>
          <a:xfrm xmlns:a="http://schemas.openxmlformats.org/drawingml/2006/main" rot="0">
            <a:off x="6753225" y="605790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86" name="dim_f177">
            <a:extLst xmlns:a="http://schemas.openxmlformats.org/drawingml/2006/main">
              <a:ext uri="{FF2B5EF4-FFF2-40B4-BE49-F238E27FC236}">
                <a16:creationId xmlns:a16="http://schemas.microsoft.com/office/drawing/2014/main" id="{E96B493D-1AB8-425B-9398-008013999E6E}"/>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CBD1DA"/>
                </a:solidFill>
                <a:latin typeface="Arial"/>
                <a:ea typeface="Arial"/>
                <a:cs typeface="Arial"/>
              </a:defRPr>
            </a:defPPr>
            <a:lvl1pPr algn="ctr">
              <a:defRPr sz="1575" b="0">
                <a:solidFill>
                  <a:srgbClr val="CBD1DA"/>
                </a:solidFill>
                <a:latin typeface="Arial"/>
                <a:ea typeface="Arial"/>
                <a:cs typeface="Arial"/>
              </a:defRPr>
            </a:lvl1pPr>
            <a:lvl2pPr algn="ctr">
              <a:defRPr sz="1575" b="0">
                <a:solidFill>
                  <a:srgbClr val="CBD1DA"/>
                </a:solidFill>
                <a:latin typeface="Arial"/>
                <a:ea typeface="Arial"/>
                <a:cs typeface="Arial"/>
              </a:defRPr>
            </a:lvl2pPr>
            <a:lvl3pPr algn="ctr">
              <a:defRPr sz="1575" b="0">
                <a:solidFill>
                  <a:srgbClr val="CBD1DA"/>
                </a:solidFill>
                <a:latin typeface="Arial"/>
                <a:ea typeface="Arial"/>
                <a:cs typeface="Arial"/>
              </a:defRPr>
            </a:lvl3pPr>
            <a:lvl4pPr algn="ctr">
              <a:defRPr sz="1575" b="0">
                <a:solidFill>
                  <a:srgbClr val="CBD1DA"/>
                </a:solidFill>
                <a:latin typeface="Arial"/>
                <a:ea typeface="Arial"/>
                <a:cs typeface="Arial"/>
              </a:defRPr>
            </a:lvl4pPr>
            <a:lvl5pPr algn="ctr">
              <a:defRPr sz="1575" b="0">
                <a:solidFill>
                  <a:srgbClr val="CBD1DA"/>
                </a:solidFill>
                <a:latin typeface="Arial"/>
                <a:ea typeface="Arial"/>
                <a:cs typeface="Arial"/>
              </a:defRPr>
            </a:lvl5pPr>
            <a:lvl6pPr algn="ctr">
              <a:defRPr sz="1575" b="0">
                <a:solidFill>
                  <a:srgbClr val="CBD1DA"/>
                </a:solidFill>
                <a:latin typeface="Arial"/>
                <a:ea typeface="Arial"/>
                <a:cs typeface="Arial"/>
              </a:defRPr>
            </a:lvl6pPr>
            <a:lvl7pPr algn="ctr">
              <a:defRPr sz="1575" b="0">
                <a:solidFill>
                  <a:srgbClr val="CBD1DA"/>
                </a:solidFill>
                <a:latin typeface="Arial"/>
                <a:ea typeface="Arial"/>
                <a:cs typeface="Arial"/>
              </a:defRPr>
            </a:lvl7pPr>
            <a:lvl8pPr algn="ctr">
              <a:defRPr sz="1575" b="0">
                <a:solidFill>
                  <a:srgbClr val="CBD1DA"/>
                </a:solidFill>
                <a:latin typeface="Arial"/>
                <a:ea typeface="Arial"/>
                <a:cs typeface="Arial"/>
              </a:defRPr>
            </a:lvl8pPr>
            <a:lvl9pPr algn="ctr">
              <a:defRPr sz="1575" b="0">
                <a:solidFill>
                  <a:srgbClr val="CBD1DA"/>
                </a:solidFill>
                <a:latin typeface="Arial"/>
                <a:ea typeface="Arial"/>
                <a:cs typeface="Arial"/>
              </a:defRPr>
            </a:lvl9pPr>
          </a:lstStyle>
          <a:p xmlns:a="http://schemas.openxmlformats.org/drawingml/2006/main">
            <a:pPr algn="ctr">
              <a:defRPr sz="1575" b="0">
                <a:solidFill>
                  <a:srgbClr val="CBD1DA"/>
                </a:solidFill>
                <a:latin typeface="Arial"/>
                <a:ea typeface="Arial"/>
                <a:cs typeface="Arial"/>
              </a:defRPr>
            </a:pPr>
            <a:r>
              <a:rPr sz="1575" b="0">
                <a:solidFill>
                  <a:srgbClr val="CBD1DA"/>
                </a:solidFill>
                <a:latin typeface="Arial"/>
                <a:ea typeface="Arial"/>
                <a:cs typeface="Arial"/>
              </a:rPr>
              <a:t>Selezione dei frame rilevanti da modificare</a:t>
            </a:r>
          </a:p>
        </p:txBody>
      </p:sp>
      <p:sp>
        <p:nvSpPr>
          <p:cNvPr id="34" name="f177">
            <a:extLst xmlns:a="http://schemas.openxmlformats.org/drawingml/2006/main">
              <a:ext uri="{FF2B5EF4-FFF2-40B4-BE49-F238E27FC236}">
                <a16:creationId xmlns:a16="http://schemas.microsoft.com/office/drawing/2014/main" id="{E96B493D-1AB8-425B-9398-008013999E6E}"/>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Arial"/>
                <a:ea typeface="Arial"/>
                <a:cs typeface="Arial"/>
              </a:defRPr>
            </a:defPPr>
            <a:lvl1pPr algn="ctr">
              <a:defRPr sz="1575" b="0">
                <a:solidFill>
                  <a:srgbClr val="52627B"/>
                </a:solidFill>
                <a:latin typeface="Arial"/>
                <a:ea typeface="Arial"/>
                <a:cs typeface="Arial"/>
              </a:defRPr>
            </a:lvl1pPr>
            <a:lvl2pPr algn="ctr">
              <a:defRPr sz="1575" b="0">
                <a:solidFill>
                  <a:srgbClr val="52627B"/>
                </a:solidFill>
                <a:latin typeface="Arial"/>
                <a:ea typeface="Arial"/>
                <a:cs typeface="Arial"/>
              </a:defRPr>
            </a:lvl2pPr>
            <a:lvl3pPr algn="ctr">
              <a:defRPr sz="1575" b="0">
                <a:solidFill>
                  <a:srgbClr val="52627B"/>
                </a:solidFill>
                <a:latin typeface="Arial"/>
                <a:ea typeface="Arial"/>
                <a:cs typeface="Arial"/>
              </a:defRPr>
            </a:lvl3pPr>
            <a:lvl4pPr algn="ctr">
              <a:defRPr sz="1575" b="0">
                <a:solidFill>
                  <a:srgbClr val="52627B"/>
                </a:solidFill>
                <a:latin typeface="Arial"/>
                <a:ea typeface="Arial"/>
                <a:cs typeface="Arial"/>
              </a:defRPr>
            </a:lvl4pPr>
            <a:lvl5pPr algn="ctr">
              <a:defRPr sz="1575" b="0">
                <a:solidFill>
                  <a:srgbClr val="52627B"/>
                </a:solidFill>
                <a:latin typeface="Arial"/>
                <a:ea typeface="Arial"/>
                <a:cs typeface="Arial"/>
              </a:defRPr>
            </a:lvl5pPr>
            <a:lvl6pPr algn="ctr">
              <a:defRPr sz="1575" b="0">
                <a:solidFill>
                  <a:srgbClr val="52627B"/>
                </a:solidFill>
                <a:latin typeface="Arial"/>
                <a:ea typeface="Arial"/>
                <a:cs typeface="Arial"/>
              </a:defRPr>
            </a:lvl6pPr>
            <a:lvl7pPr algn="ctr">
              <a:defRPr sz="1575" b="0">
                <a:solidFill>
                  <a:srgbClr val="52627B"/>
                </a:solidFill>
                <a:latin typeface="Arial"/>
                <a:ea typeface="Arial"/>
                <a:cs typeface="Arial"/>
              </a:defRPr>
            </a:lvl7pPr>
            <a:lvl8pPr algn="ctr">
              <a:defRPr sz="1575" b="0">
                <a:solidFill>
                  <a:srgbClr val="52627B"/>
                </a:solidFill>
                <a:latin typeface="Arial"/>
                <a:ea typeface="Arial"/>
                <a:cs typeface="Arial"/>
              </a:defRPr>
            </a:lvl8pPr>
            <a:lvl9pPr algn="ctr">
              <a:defRPr sz="1575" b="0">
                <a:solidFill>
                  <a:srgbClr val="52627B"/>
                </a:solidFill>
                <a:latin typeface="Arial"/>
                <a:ea typeface="Arial"/>
                <a:cs typeface="Arial"/>
              </a:defRPr>
            </a:lvl9pPr>
          </a:lstStyle>
          <a:p xmlns:a="http://schemas.openxmlformats.org/drawingml/2006/main">
            <a:pPr algn="ctr">
              <a:defRPr sz="1575" b="0">
                <a:solidFill>
                  <a:srgbClr val="52627B"/>
                </a:solidFill>
                <a:latin typeface="Arial"/>
                <a:ea typeface="Arial"/>
                <a:cs typeface="Arial"/>
              </a:defRPr>
            </a:pPr>
            <a:r>
              <a:rPr sz="1575" b="0">
                <a:solidFill>
                  <a:srgbClr val="52627B"/>
                </a:solidFill>
                <a:latin typeface="Arial"/>
                <a:ea typeface="Arial"/>
                <a:cs typeface="Arial"/>
              </a:rPr>
              <a:t>Selezione dei frame rilevanti da modificare</a:t>
            </a:r>
          </a:p>
        </p:txBody>
      </p:sp>
      <p:sp>
        <p:nvSpPr>
          <p:cNvPr id="87" name="dim_f178">
            <a:extLst xmlns:a="http://schemas.openxmlformats.org/drawingml/2006/main">
              <a:ext uri="{FF2B5EF4-FFF2-40B4-BE49-F238E27FC236}">
                <a16:creationId xmlns:a16="http://schemas.microsoft.com/office/drawing/2014/main" id="{D6AA45BA-A915-43F7-9278-1FF1F0091132}"/>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5" name="f178">
            <a:extLst xmlns:a="http://schemas.openxmlformats.org/drawingml/2006/main">
              <a:ext uri="{FF2B5EF4-FFF2-40B4-BE49-F238E27FC236}">
                <a16:creationId xmlns:a16="http://schemas.microsoft.com/office/drawing/2014/main" id="{D6AA45BA-A915-43F7-9278-1FF1F0091132}"/>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8" name="dim_f179">
            <a:extLst xmlns:a="http://schemas.openxmlformats.org/drawingml/2006/main">
              <a:ext uri="{FF2B5EF4-FFF2-40B4-BE49-F238E27FC236}">
                <a16:creationId xmlns:a16="http://schemas.microsoft.com/office/drawing/2014/main" id="{187A2D89-B88C-45AB-99C0-24E13466B66F}"/>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6" name="f179">
            <a:extLst xmlns:a="http://schemas.openxmlformats.org/drawingml/2006/main">
              <a:ext uri="{FF2B5EF4-FFF2-40B4-BE49-F238E27FC236}">
                <a16:creationId xmlns:a16="http://schemas.microsoft.com/office/drawing/2014/main" id="{187A2D89-B88C-45AB-99C0-24E13466B66F}"/>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9" name="dim_f180">
            <a:extLst xmlns:a="http://schemas.openxmlformats.org/drawingml/2006/main">
              <a:ext uri="{FF2B5EF4-FFF2-40B4-BE49-F238E27FC236}">
                <a16:creationId xmlns:a16="http://schemas.microsoft.com/office/drawing/2014/main" id="{D8B15C1C-FFDB-49DE-A6AF-C8D95B720805}"/>
              </a:ext>
            </a:extLst>
          </p:cNvPr>
          <p:cNvSpPr>
            <a:spLocks xmlns:a="http://schemas.openxmlformats.org/drawingml/2006/main" noGrp="1"/>
          </p:cNvSpPr>
          <p:nvPr/>
        </p:nvSpPr>
        <p:spPr>
          <a:xfrm xmlns:a="http://schemas.openxmlformats.org/drawingml/2006/main">
            <a:off x="7839075" y="5572125"/>
            <a:ext cx="2571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7" name="f180">
            <a:extLst xmlns:a="http://schemas.openxmlformats.org/drawingml/2006/main">
              <a:ext uri="{FF2B5EF4-FFF2-40B4-BE49-F238E27FC236}">
                <a16:creationId xmlns:a16="http://schemas.microsoft.com/office/drawing/2014/main" id="{D8B15C1C-FFDB-49DE-A6AF-C8D95B720805}"/>
              </a:ext>
            </a:extLst>
          </p:cNvPr>
          <p:cNvSpPr>
            <a:spLocks xmlns:a="http://schemas.openxmlformats.org/drawingml/2006/main" noGrp="1"/>
          </p:cNvSpPr>
          <p:nvPr/>
        </p:nvSpPr>
        <p:spPr>
          <a:xfrm xmlns:a="http://schemas.openxmlformats.org/drawingml/2006/main">
            <a:off x="7839075" y="5572125"/>
            <a:ext cx="2571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0" name="dim_f181">
            <a:extLst xmlns:a="http://schemas.openxmlformats.org/drawingml/2006/main">
              <a:ext uri="{FF2B5EF4-FFF2-40B4-BE49-F238E27FC236}">
                <a16:creationId xmlns:a16="http://schemas.microsoft.com/office/drawing/2014/main" id="{E67F4B52-FD79-4CB0-9681-CF61A545DA56}"/>
              </a:ext>
            </a:extLst>
          </p:cNvPr>
          <p:cNvSpPr>
            <a:spLocks xmlns:a="http://schemas.openxmlformats.org/drawingml/2006/main" noGrp="1"/>
          </p:cNvSpPr>
          <p:nvPr/>
        </p:nvSpPr>
        <p:spPr>
          <a:xfrm xmlns:a="http://schemas.openxmlformats.org/drawingml/2006/main" rot="16200000">
            <a:off x="7724775" y="5514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38" name="f181">
            <a:extLst xmlns:a="http://schemas.openxmlformats.org/drawingml/2006/main">
              <a:ext uri="{FF2B5EF4-FFF2-40B4-BE49-F238E27FC236}">
                <a16:creationId xmlns:a16="http://schemas.microsoft.com/office/drawing/2014/main" id="{E67F4B52-FD79-4CB0-9681-CF61A545DA56}"/>
              </a:ext>
            </a:extLst>
          </p:cNvPr>
          <p:cNvSpPr>
            <a:spLocks xmlns:a="http://schemas.openxmlformats.org/drawingml/2006/main" noGrp="1"/>
          </p:cNvSpPr>
          <p:nvPr/>
        </p:nvSpPr>
        <p:spPr>
          <a:xfrm xmlns:a="http://schemas.openxmlformats.org/drawingml/2006/main" rot="16200000">
            <a:off x="7724775" y="5514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91" name="dim_f182">
            <a:extLst xmlns:a="http://schemas.openxmlformats.org/drawingml/2006/main">
              <a:ext uri="{FF2B5EF4-FFF2-40B4-BE49-F238E27FC236}">
                <a16:creationId xmlns:a16="http://schemas.microsoft.com/office/drawing/2014/main" id="{759989F0-EFD3-4463-9B2E-023F73D0057B}"/>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9" name="f182">
            <a:extLst xmlns:a="http://schemas.openxmlformats.org/drawingml/2006/main">
              <a:ext uri="{FF2B5EF4-FFF2-40B4-BE49-F238E27FC236}">
                <a16:creationId xmlns:a16="http://schemas.microsoft.com/office/drawing/2014/main" id="{759989F0-EFD3-4463-9B2E-023F73D0057B}"/>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2" name="dim_f183">
            <a:extLst xmlns:a="http://schemas.openxmlformats.org/drawingml/2006/main">
              <a:ext uri="{FF2B5EF4-FFF2-40B4-BE49-F238E27FC236}">
                <a16:creationId xmlns:a16="http://schemas.microsoft.com/office/drawing/2014/main" id="{E63C763D-43EF-4733-882A-A627F84B1604}"/>
              </a:ext>
            </a:extLst>
          </p:cNvPr>
          <p:cNvSpPr>
            <a:spLocks xmlns:a="http://schemas.openxmlformats.org/drawingml/2006/main" noGrp="1"/>
          </p:cNvSpPr>
          <p:nvPr/>
        </p:nvSpPr>
        <p:spPr>
          <a:xfrm xmlns:a="http://schemas.openxmlformats.org/drawingml/2006/main" rot="0">
            <a:off x="6753225" y="4362450"/>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40" name="f183">
            <a:extLst xmlns:a="http://schemas.openxmlformats.org/drawingml/2006/main">
              <a:ext uri="{FF2B5EF4-FFF2-40B4-BE49-F238E27FC236}">
                <a16:creationId xmlns:a16="http://schemas.microsoft.com/office/drawing/2014/main" id="{E63C763D-43EF-4733-882A-A627F84B1604}"/>
              </a:ext>
            </a:extLst>
          </p:cNvPr>
          <p:cNvSpPr>
            <a:spLocks xmlns:a="http://schemas.openxmlformats.org/drawingml/2006/main" noGrp="1"/>
          </p:cNvSpPr>
          <p:nvPr/>
        </p:nvSpPr>
        <p:spPr>
          <a:xfrm xmlns:a="http://schemas.openxmlformats.org/drawingml/2006/main" rot="0">
            <a:off x="6753225" y="436245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93" name="dim_f184">
            <a:extLst xmlns:a="http://schemas.openxmlformats.org/drawingml/2006/main">
              <a:ext uri="{FF2B5EF4-FFF2-40B4-BE49-F238E27FC236}">
                <a16:creationId xmlns:a16="http://schemas.microsoft.com/office/drawing/2014/main" id="{2418BC82-1F6F-43AC-8DA5-CA029F5D9B9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1" name="f184">
            <a:extLst xmlns:a="http://schemas.openxmlformats.org/drawingml/2006/main">
              <a:ext uri="{FF2B5EF4-FFF2-40B4-BE49-F238E27FC236}">
                <a16:creationId xmlns:a16="http://schemas.microsoft.com/office/drawing/2014/main" id="{2418BC82-1F6F-43AC-8DA5-CA029F5D9B9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4" name="dim_f185">
            <a:extLst xmlns:a="http://schemas.openxmlformats.org/drawingml/2006/main">
              <a:ext uri="{FF2B5EF4-FFF2-40B4-BE49-F238E27FC236}">
                <a16:creationId xmlns:a16="http://schemas.microsoft.com/office/drawing/2014/main" id="{4164A735-0E79-418B-BCC0-048ABFE025FA}"/>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2" name="f185">
            <a:extLst xmlns:a="http://schemas.openxmlformats.org/drawingml/2006/main">
              <a:ext uri="{FF2B5EF4-FFF2-40B4-BE49-F238E27FC236}">
                <a16:creationId xmlns:a16="http://schemas.microsoft.com/office/drawing/2014/main" id="{4164A735-0E79-418B-BCC0-048ABFE025FA}"/>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5" name="dim_f186">
            <a:extLst xmlns:a="http://schemas.openxmlformats.org/drawingml/2006/main">
              <a:ext uri="{FF2B5EF4-FFF2-40B4-BE49-F238E27FC236}">
                <a16:creationId xmlns:a16="http://schemas.microsoft.com/office/drawing/2014/main" id="{E621B0A4-E124-41F9-BF3F-BD26980DCE48}"/>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3" name="f186">
            <a:extLst xmlns:a="http://schemas.openxmlformats.org/drawingml/2006/main">
              <a:ext uri="{FF2B5EF4-FFF2-40B4-BE49-F238E27FC236}">
                <a16:creationId xmlns:a16="http://schemas.microsoft.com/office/drawing/2014/main" id="{E621B0A4-E124-41F9-BF3F-BD26980DCE48}"/>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6" name="dim_f187">
            <a:extLst xmlns:a="http://schemas.openxmlformats.org/drawingml/2006/main">
              <a:ext uri="{FF2B5EF4-FFF2-40B4-BE49-F238E27FC236}">
                <a16:creationId xmlns:a16="http://schemas.microsoft.com/office/drawing/2014/main" id="{7C24E027-ECAD-46F7-8DCB-9C8829F2BB4B}"/>
              </a:ext>
            </a:extLst>
          </p:cNvPr>
          <p:cNvSpPr>
            <a:spLocks xmlns:a="http://schemas.openxmlformats.org/drawingml/2006/main" noGrp="1"/>
          </p:cNvSpPr>
          <p:nvPr/>
        </p:nvSpPr>
        <p:spPr>
          <a:xfrm xmlns:a="http://schemas.openxmlformats.org/drawingml/2006/main" rot="16200000">
            <a:off x="5105400" y="4752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44" name="f187">
            <a:extLst xmlns:a="http://schemas.openxmlformats.org/drawingml/2006/main">
              <a:ext uri="{FF2B5EF4-FFF2-40B4-BE49-F238E27FC236}">
                <a16:creationId xmlns:a16="http://schemas.microsoft.com/office/drawing/2014/main" id="{7C24E027-ECAD-46F7-8DCB-9C8829F2BB4B}"/>
              </a:ext>
            </a:extLst>
          </p:cNvPr>
          <p:cNvSpPr>
            <a:spLocks xmlns:a="http://schemas.openxmlformats.org/drawingml/2006/main" noGrp="1"/>
          </p:cNvSpPr>
          <p:nvPr/>
        </p:nvSpPr>
        <p:spPr>
          <a:xfrm xmlns:a="http://schemas.openxmlformats.org/drawingml/2006/main" rot="16200000">
            <a:off x="5105400" y="4752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45" name="f188">
            <a:extLst xmlns:a="http://schemas.openxmlformats.org/drawingml/2006/main">
              <a:ext uri="{FF2B5EF4-FFF2-40B4-BE49-F238E27FC236}">
                <a16:creationId xmlns:a16="http://schemas.microsoft.com/office/drawing/2014/main" id="{F4B8E756-B76C-4B86-B251-C5461BB3DA31}"/>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Arial"/>
                <a:ea typeface="Arial"/>
                <a:cs typeface="Arial"/>
              </a:defRPr>
            </a:defPPr>
            <a:lvl1pPr algn="l">
              <a:defRPr sz="2175" b="1">
                <a:solidFill>
                  <a:srgbClr val="182536"/>
                </a:solidFill>
                <a:latin typeface="Arial"/>
                <a:ea typeface="Arial"/>
                <a:cs typeface="Arial"/>
              </a:defRPr>
            </a:lvl1pPr>
            <a:lvl2pPr algn="l">
              <a:defRPr sz="2175" b="1">
                <a:solidFill>
                  <a:srgbClr val="182536"/>
                </a:solidFill>
                <a:latin typeface="Arial"/>
                <a:ea typeface="Arial"/>
                <a:cs typeface="Arial"/>
              </a:defRPr>
            </a:lvl2pPr>
            <a:lvl3pPr algn="l">
              <a:defRPr sz="2175" b="1">
                <a:solidFill>
                  <a:srgbClr val="182536"/>
                </a:solidFill>
                <a:latin typeface="Arial"/>
                <a:ea typeface="Arial"/>
                <a:cs typeface="Arial"/>
              </a:defRPr>
            </a:lvl3pPr>
            <a:lvl4pPr algn="l">
              <a:defRPr sz="2175" b="1">
                <a:solidFill>
                  <a:srgbClr val="182536"/>
                </a:solidFill>
                <a:latin typeface="Arial"/>
                <a:ea typeface="Arial"/>
                <a:cs typeface="Arial"/>
              </a:defRPr>
            </a:lvl4pPr>
            <a:lvl5pPr algn="l">
              <a:defRPr sz="2175" b="1">
                <a:solidFill>
                  <a:srgbClr val="182536"/>
                </a:solidFill>
                <a:latin typeface="Arial"/>
                <a:ea typeface="Arial"/>
                <a:cs typeface="Arial"/>
              </a:defRPr>
            </a:lvl5pPr>
            <a:lvl6pPr algn="l">
              <a:defRPr sz="2175" b="1">
                <a:solidFill>
                  <a:srgbClr val="182536"/>
                </a:solidFill>
                <a:latin typeface="Arial"/>
                <a:ea typeface="Arial"/>
                <a:cs typeface="Arial"/>
              </a:defRPr>
            </a:lvl6pPr>
            <a:lvl7pPr algn="l">
              <a:defRPr sz="2175" b="1">
                <a:solidFill>
                  <a:srgbClr val="182536"/>
                </a:solidFill>
                <a:latin typeface="Arial"/>
                <a:ea typeface="Arial"/>
                <a:cs typeface="Arial"/>
              </a:defRPr>
            </a:lvl7pPr>
            <a:lvl8pPr algn="l">
              <a:defRPr sz="2175" b="1">
                <a:solidFill>
                  <a:srgbClr val="182536"/>
                </a:solidFill>
                <a:latin typeface="Arial"/>
                <a:ea typeface="Arial"/>
                <a:cs typeface="Arial"/>
              </a:defRPr>
            </a:lvl8pPr>
            <a:lvl9pPr algn="l">
              <a:defRPr sz="2175" b="1">
                <a:solidFill>
                  <a:srgbClr val="182536"/>
                </a:solidFill>
                <a:latin typeface="Arial"/>
                <a:ea typeface="Arial"/>
                <a:cs typeface="Arial"/>
              </a:defRPr>
            </a:lvl9pPr>
          </a:lstStyle>
          <a:p xmlns:a="http://schemas.openxmlformats.org/drawingml/2006/main">
            <a:pPr algn="l">
              <a:defRPr sz="2175" b="1">
                <a:solidFill>
                  <a:srgbClr val="182536"/>
                </a:solidFill>
                <a:latin typeface="Arial"/>
                <a:ea typeface="Arial"/>
                <a:cs typeface="Arial"/>
              </a:defRPr>
            </a:pPr>
            <a:r>
              <a:rPr sz="2175" b="1">
                <a:solidFill>
                  <a:srgbClr val="182536"/>
                </a:solidFill>
                <a:latin typeface="Arial"/>
                <a:ea typeface="Arial"/>
                <a:cs typeface="Arial"/>
              </a:rPr>
              <a:t>Esempi di tre mutazioni</a:t>
            </a:r>
          </a:p>
        </p:txBody>
      </p:sp>
      <p:graphicFrame>
        <p:nvGraphicFramePr>
          <p:cNvPr id="46" name="">
            <a:extLst xmlns:a="http://schemas.openxmlformats.org/drawingml/2006/main">
              <a:ext uri="{FF2B5EF4-FFF2-40B4-BE49-F238E27FC236}">
                <a16:creationId xmlns:a16="http://schemas.microsoft.com/office/drawing/2014/main" id="{50F8AB88-FDD7-4FC1-AA5F-5E8306831C88}"/>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Arial"/>
                          <a:ea typeface="Arial"/>
                          <a:cs typeface="Arial"/>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Arial"/>
                          <a:ea typeface="Arial"/>
                          <a:cs typeface="Arial"/>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Arial"/>
                          <a:ea typeface="Arial"/>
                          <a:cs typeface="Arial"/>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Arial"/>
                          <a:ea typeface="Arial"/>
                          <a:cs typeface="Arial"/>
                        </a:rPr>
                        <a:t>NRF: HTTP</a:t>
                      </a:r>
                    </a:p>
                    <a:p>
                      <a:pPr algn="l"/>
                      <a:r>
                        <a:rPr sz="1725" b="0">
                          <a:solidFill>
                            <a:srgbClr val="182536"/>
                          </a:solidFill>
                          <a:latin typeface="Arial"/>
                          <a:ea typeface="Arial"/>
                          <a:cs typeface="Arial"/>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Arial"/>
                          <a:ea typeface="Arial"/>
                          <a:cs typeface="Arial"/>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Arial"/>
                          <a:ea typeface="Arial"/>
                          <a:cs typeface="Arial"/>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Arial"/>
                          <a:ea typeface="Arial"/>
                          <a:cs typeface="Arial"/>
                        </a:rPr>
                        <a:t>AMF A: Intervallo</a:t>
                      </a:r>
                    </a:p>
                    <a:p>
                      <a:pPr algn="l"/>
                      <a:r>
                        <a:rPr sz="1725" b="0">
                          <a:solidFill>
                            <a:srgbClr val="182536"/>
                          </a:solidFill>
                          <a:latin typeface="Arial"/>
                          <a:ea typeface="Arial"/>
                          <a:cs typeface="Arial"/>
                        </a:rPr>
                        <a:t>temporale non</a:t>
                      </a:r>
                    </a:p>
                    <a:p>
                      <a:pPr algn="l"/>
                      <a:r>
                        <a:rPr sz="1725" b="0">
                          <a:solidFill>
                            <a:srgbClr val="182536"/>
                          </a:solidFill>
                          <a:latin typeface="Arial"/>
                          <a:ea typeface="Arial"/>
                          <a:cs typeface="Arial"/>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Arial"/>
                          <a:ea typeface="Arial"/>
                          <a:cs typeface="Arial"/>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Arial"/>
                          <a:ea typeface="Arial"/>
                          <a:cs typeface="Arial"/>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Arial"/>
                          <a:ea typeface="Arial"/>
                          <a:cs typeface="Arial"/>
                        </a:rPr>
                        <a:t>UPF: F-TEID</a:t>
                      </a:r>
                    </a:p>
                    <a:p>
                      <a:pPr algn="l"/>
                      <a:r>
                        <a:rPr sz="1725" b="0">
                          <a:solidFill>
                            <a:srgbClr val="182536"/>
                          </a:solidFill>
                          <a:latin typeface="Arial"/>
                          <a:ea typeface="Arial"/>
                          <a:cs typeface="Arial"/>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Arial"/>
                          <a:ea typeface="Arial"/>
                          <a:cs typeface="Arial"/>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Arial"/>
                          <a:ea typeface="Arial"/>
                          <a:cs typeface="Arial"/>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7" name="f190">
            <a:extLst xmlns:a="http://schemas.openxmlformats.org/drawingml/2006/main">
              <a:ext uri="{FF2B5EF4-FFF2-40B4-BE49-F238E27FC236}">
                <a16:creationId xmlns:a16="http://schemas.microsoft.com/office/drawing/2014/main" id="{DB013DA0-C5D0-4312-8ACB-D6EDC95AB21A}"/>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Arial"/>
                <a:ea typeface="Arial"/>
                <a:cs typeface="Arial"/>
              </a:defRPr>
            </a:defPPr>
            <a:lvl1pPr algn="ctr">
              <a:defRPr sz="5250" b="1">
                <a:solidFill>
                  <a:srgbClr val="4264D0"/>
                </a:solidFill>
                <a:latin typeface="Arial"/>
                <a:ea typeface="Arial"/>
                <a:cs typeface="Arial"/>
              </a:defRPr>
            </a:lvl1pPr>
            <a:lvl2pPr algn="ctr">
              <a:defRPr sz="5250" b="1">
                <a:solidFill>
                  <a:srgbClr val="4264D0"/>
                </a:solidFill>
                <a:latin typeface="Arial"/>
                <a:ea typeface="Arial"/>
                <a:cs typeface="Arial"/>
              </a:defRPr>
            </a:lvl2pPr>
            <a:lvl3pPr algn="ctr">
              <a:defRPr sz="5250" b="1">
                <a:solidFill>
                  <a:srgbClr val="4264D0"/>
                </a:solidFill>
                <a:latin typeface="Arial"/>
                <a:ea typeface="Arial"/>
                <a:cs typeface="Arial"/>
              </a:defRPr>
            </a:lvl3pPr>
            <a:lvl4pPr algn="ctr">
              <a:defRPr sz="5250" b="1">
                <a:solidFill>
                  <a:srgbClr val="4264D0"/>
                </a:solidFill>
                <a:latin typeface="Arial"/>
                <a:ea typeface="Arial"/>
                <a:cs typeface="Arial"/>
              </a:defRPr>
            </a:lvl4pPr>
            <a:lvl5pPr algn="ctr">
              <a:defRPr sz="5250" b="1">
                <a:solidFill>
                  <a:srgbClr val="4264D0"/>
                </a:solidFill>
                <a:latin typeface="Arial"/>
                <a:ea typeface="Arial"/>
                <a:cs typeface="Arial"/>
              </a:defRPr>
            </a:lvl5pPr>
            <a:lvl6pPr algn="ctr">
              <a:defRPr sz="5250" b="1">
                <a:solidFill>
                  <a:srgbClr val="4264D0"/>
                </a:solidFill>
                <a:latin typeface="Arial"/>
                <a:ea typeface="Arial"/>
                <a:cs typeface="Arial"/>
              </a:defRPr>
            </a:lvl6pPr>
            <a:lvl7pPr algn="ctr">
              <a:defRPr sz="5250" b="1">
                <a:solidFill>
                  <a:srgbClr val="4264D0"/>
                </a:solidFill>
                <a:latin typeface="Arial"/>
                <a:ea typeface="Arial"/>
                <a:cs typeface="Arial"/>
              </a:defRPr>
            </a:lvl7pPr>
            <a:lvl8pPr algn="ctr">
              <a:defRPr sz="5250" b="1">
                <a:solidFill>
                  <a:srgbClr val="4264D0"/>
                </a:solidFill>
                <a:latin typeface="Arial"/>
                <a:ea typeface="Arial"/>
                <a:cs typeface="Arial"/>
              </a:defRPr>
            </a:lvl8pPr>
            <a:lvl9pPr algn="ctr">
              <a:defRPr sz="5250" b="1">
                <a:solidFill>
                  <a:srgbClr val="4264D0"/>
                </a:solidFill>
                <a:latin typeface="Arial"/>
                <a:ea typeface="Arial"/>
                <a:cs typeface="Arial"/>
              </a:defRPr>
            </a:lvl9pPr>
          </a:lstStyle>
          <a:p xmlns:a="http://schemas.openxmlformats.org/drawingml/2006/main">
            <a:pPr algn="ctr">
              <a:defRPr sz="5250" b="1">
                <a:solidFill>
                  <a:srgbClr val="4264D0"/>
                </a:solidFill>
                <a:latin typeface="Arial"/>
                <a:ea typeface="Arial"/>
                <a:cs typeface="Arial"/>
              </a:defRPr>
            </a:pPr>
            <a:r>
              <a:rPr sz="5250" b="1">
                <a:solidFill>
                  <a:srgbClr val="4264D0"/>
                </a:solidFill>
                <a:latin typeface="Arial"/>
                <a:ea typeface="Arial"/>
                <a:cs typeface="Arial"/>
              </a:rPr>
              <a:t>13/13</a:t>
            </a:r>
          </a:p>
        </p:txBody>
      </p:sp>
      <p:sp>
        <p:nvSpPr>
          <p:cNvPr id="48" name="f191">
            <a:extLst xmlns:a="http://schemas.openxmlformats.org/drawingml/2006/main">
              <a:ext uri="{FF2B5EF4-FFF2-40B4-BE49-F238E27FC236}">
                <a16:creationId xmlns:a16="http://schemas.microsoft.com/office/drawing/2014/main" id="{DACFD009-A1CE-4BDB-BC6C-FDFB9624D885}"/>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Arial"/>
                <a:ea typeface="Arial"/>
                <a:cs typeface="Arial"/>
              </a:defRPr>
            </a:defPPr>
            <a:lvl1pPr algn="ctr">
              <a:defRPr sz="2100" b="1">
                <a:solidFill>
                  <a:srgbClr val="182536"/>
                </a:solidFill>
                <a:latin typeface="Arial"/>
                <a:ea typeface="Arial"/>
                <a:cs typeface="Arial"/>
              </a:defRPr>
            </a:lvl1pPr>
            <a:lvl2pPr algn="ctr">
              <a:defRPr sz="2100" b="1">
                <a:solidFill>
                  <a:srgbClr val="182536"/>
                </a:solidFill>
                <a:latin typeface="Arial"/>
                <a:ea typeface="Arial"/>
                <a:cs typeface="Arial"/>
              </a:defRPr>
            </a:lvl2pPr>
            <a:lvl3pPr algn="ctr">
              <a:defRPr sz="2100" b="1">
                <a:solidFill>
                  <a:srgbClr val="182536"/>
                </a:solidFill>
                <a:latin typeface="Arial"/>
                <a:ea typeface="Arial"/>
                <a:cs typeface="Arial"/>
              </a:defRPr>
            </a:lvl3pPr>
            <a:lvl4pPr algn="ctr">
              <a:defRPr sz="2100" b="1">
                <a:solidFill>
                  <a:srgbClr val="182536"/>
                </a:solidFill>
                <a:latin typeface="Arial"/>
                <a:ea typeface="Arial"/>
                <a:cs typeface="Arial"/>
              </a:defRPr>
            </a:lvl4pPr>
            <a:lvl5pPr algn="ctr">
              <a:defRPr sz="2100" b="1">
                <a:solidFill>
                  <a:srgbClr val="182536"/>
                </a:solidFill>
                <a:latin typeface="Arial"/>
                <a:ea typeface="Arial"/>
                <a:cs typeface="Arial"/>
              </a:defRPr>
            </a:lvl5pPr>
            <a:lvl6pPr algn="ctr">
              <a:defRPr sz="2100" b="1">
                <a:solidFill>
                  <a:srgbClr val="182536"/>
                </a:solidFill>
                <a:latin typeface="Arial"/>
                <a:ea typeface="Arial"/>
                <a:cs typeface="Arial"/>
              </a:defRPr>
            </a:lvl6pPr>
            <a:lvl7pPr algn="ctr">
              <a:defRPr sz="2100" b="1">
                <a:solidFill>
                  <a:srgbClr val="182536"/>
                </a:solidFill>
                <a:latin typeface="Arial"/>
                <a:ea typeface="Arial"/>
                <a:cs typeface="Arial"/>
              </a:defRPr>
            </a:lvl7pPr>
            <a:lvl8pPr algn="ctr">
              <a:defRPr sz="2100" b="1">
                <a:solidFill>
                  <a:srgbClr val="182536"/>
                </a:solidFill>
                <a:latin typeface="Arial"/>
                <a:ea typeface="Arial"/>
                <a:cs typeface="Arial"/>
              </a:defRPr>
            </a:lvl8pPr>
            <a:lvl9pPr algn="ctr">
              <a:defRPr sz="2100" b="1">
                <a:solidFill>
                  <a:srgbClr val="182536"/>
                </a:solidFill>
                <a:latin typeface="Arial"/>
                <a:ea typeface="Arial"/>
                <a:cs typeface="Arial"/>
              </a:defRPr>
            </a:lvl9pPr>
          </a:lstStyle>
          <a:p xmlns:a="http://schemas.openxmlformats.org/drawingml/2006/main">
            <a:pPr algn="ctr">
              <a:defRPr sz="2100" b="1">
                <a:solidFill>
                  <a:srgbClr val="182536"/>
                </a:solidFill>
                <a:latin typeface="Arial"/>
                <a:ea typeface="Arial"/>
                <a:cs typeface="Arial"/>
              </a:defRPr>
            </a:pPr>
            <a:r>
              <a:rPr sz="2100" b="1">
                <a:solidFill>
                  <a:srgbClr val="182536"/>
                </a:solidFill>
                <a:latin typeface="Arial"/>
                <a:ea typeface="Arial"/>
                <a:cs typeface="Arial"/>
              </a:rPr>
              <a:t>scenari completati</a:t>
            </a:r>
          </a:p>
          <a:p xmlns:a="http://schemas.openxmlformats.org/drawingml/2006/main">
            <a:pPr algn="ctr">
              <a:defRPr sz="2100" b="1">
                <a:solidFill>
                  <a:srgbClr val="182536"/>
                </a:solidFill>
                <a:latin typeface="Arial"/>
                <a:ea typeface="Arial"/>
                <a:cs typeface="Arial"/>
              </a:defRPr>
            </a:pPr>
            <a:r>
              <a:rPr sz="2100" b="1">
                <a:solidFill>
                  <a:srgbClr val="182536"/>
                </a:solidFill>
                <a:latin typeface="Arial"/>
                <a:ea typeface="Arial"/>
                <a:cs typeface="Arial"/>
              </a:rPr>
              <a:t>con verdetto atteso</a:t>
            </a:r>
          </a:p>
        </p:txBody>
      </p:sp>
    </p:spTree>
    <p:extLst>
      <p:ext uri="{BB962C8B-B14F-4D97-AF65-F5344CB8AC3E}">
        <p14:creationId xmlns:p14="http://schemas.microsoft.com/office/powerpoint/2010/main" val="518081371"/>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1" nodeType="clickEffect">
                                  <p:stCondLst>
                                    <p:cond delay="0"/>
                                  </p:stCondLst>
                                  <p:childTnLst>
                                    <p:animEffect transition="out" filter="fade">
                                      <p:cBhvr>
                                        <p:cTn id="6" dur="350" fill="hold"/>
                                        <p:tgtEl>
                                          <p:spTgt spid="5"/>
                                        </p:tgtEl>
                                      </p:cBhvr>
                                    </p:animEffect>
                                    <p:set>
                                      <p:cBhvr>
                                        <p:cTn id="7" dur="1" fill="hold">
                                          <p:stCondLst>
                                            <p:cond delay="350"/>
                                          </p:stCondLst>
                                        </p:cTn>
                                        <p:tgtEl>
                                          <p:spTgt spid="5"/>
                                        </p:tgtEl>
                                        <p:attrNameLst>
                                          <p:attrName>style.visibility</p:attrName>
                                        </p:attrNameLst>
                                      </p:cBhvr>
                                      <p:to>
                                        <p:strVal val="hidden"/>
                                      </p:to>
                                    </p:set>
                                  </p:childTnLst>
                                </p:cTn>
                              </p:par>
                              <p:par>
                                <p:cTn id="8" presetID="10" presetClass="exit" presetSubtype="0" fill="hold" grpId="1" nodeType="withEffect">
                                  <p:stCondLst>
                                    <p:cond delay="0"/>
                                  </p:stCondLst>
                                  <p:childTnLst>
                                    <p:animEffect transition="out" filter="fade">
                                      <p:cBhvr>
                                        <p:cTn id="9" dur="350" fill="hold"/>
                                        <p:tgtEl>
                                          <p:spTgt spid="6"/>
                                        </p:tgtEl>
                                      </p:cBhvr>
                                    </p:animEffect>
                                    <p:set>
                                      <p:cBhvr>
                                        <p:cTn id="10" dur="1" fill="hold">
                                          <p:stCondLst>
                                            <p:cond delay="350"/>
                                          </p:stCondLst>
                                        </p:cTn>
                                        <p:tgtEl>
                                          <p:spTgt spid="6"/>
                                        </p:tgtEl>
                                        <p:attrNameLst>
                                          <p:attrName>style.visibility</p:attrName>
                                        </p:attrNameLst>
                                      </p:cBhvr>
                                      <p:to>
                                        <p:strVal val="hidden"/>
                                      </p:to>
                                    </p:set>
                                  </p:childTnLst>
                                </p:cTn>
                              </p:par>
                              <p:par>
                                <p:cTn id="11" presetID="10" presetClass="exit" presetSubtype="0" fill="hold" grpId="1" nodeType="withEffect">
                                  <p:stCondLst>
                                    <p:cond delay="0"/>
                                  </p:stCondLst>
                                  <p:childTnLst>
                                    <p:animEffect transition="out" filter="fade">
                                      <p:cBhvr>
                                        <p:cTn id="12" dur="350" fill="hold"/>
                                        <p:tgtEl>
                                          <p:spTgt spid="9"/>
                                        </p:tgtEl>
                                      </p:cBhvr>
                                    </p:animEffect>
                                    <p:set>
                                      <p:cBhvr>
                                        <p:cTn id="13" dur="1" fill="hold">
                                          <p:stCondLst>
                                            <p:cond delay="350"/>
                                          </p:stCondLst>
                                        </p:cTn>
                                        <p:tgtEl>
                                          <p:spTgt spid="9"/>
                                        </p:tgtEl>
                                        <p:attrNameLst>
                                          <p:attrName>style.visibility</p:attrName>
                                        </p:attrNameLst>
                                      </p:cBhvr>
                                      <p:to>
                                        <p:strVal val="hidden"/>
                                      </p:to>
                                    </p:set>
                                  </p:childTnLst>
                                </p:cTn>
                              </p:par>
                              <p:par>
                                <p:cTn id="14" presetID="10" presetClass="exit" presetSubtype="0" fill="hold" grpId="1" nodeType="withEffect">
                                  <p:stCondLst>
                                    <p:cond delay="0"/>
                                  </p:stCondLst>
                                  <p:childTnLst>
                                    <p:animEffect transition="out" filter="fade">
                                      <p:cBhvr>
                                        <p:cTn id="15" dur="350" fill="hold"/>
                                        <p:tgtEl>
                                          <p:spTgt spid="10"/>
                                        </p:tgtEl>
                                      </p:cBhvr>
                                    </p:animEffect>
                                    <p:set>
                                      <p:cBhvr>
                                        <p:cTn id="16" dur="1" fill="hold">
                                          <p:stCondLst>
                                            <p:cond delay="350"/>
                                          </p:stCondLst>
                                        </p:cTn>
                                        <p:tgtEl>
                                          <p:spTgt spid="10"/>
                                        </p:tgtEl>
                                        <p:attrNameLst>
                                          <p:attrName>style.visibility</p:attrName>
                                        </p:attrNameLst>
                                      </p:cBhvr>
                                      <p:to>
                                        <p:strVal val="hidden"/>
                                      </p:to>
                                    </p:set>
                                  </p:childTnLst>
                                </p:cTn>
                              </p:par>
                              <p:par>
                                <p:cTn id="17" presetID="10" presetClass="entr" presetSubtype="0" fill="hold" grpId="1" nodeType="withEffect">
                                  <p:stCondLst>
                                    <p:cond delay="0"/>
                                  </p:stCondLst>
                                  <p:childTnLst>
                                    <p:animEffect transition="in" filter="fade">
                                      <p:cBhvr>
                                        <p:cTn id="18" dur="350" fill="hold"/>
                                        <p:tgtEl>
                                          <p:spTgt spid="15"/>
                                        </p:tgtEl>
                                      </p:cBhvr>
                                    </p:animEffect>
                                    <p:set>
                                      <p:cBhvr>
                                        <p:cTn id="19" dur="1" fill="hold">
                                          <p:stCondLst>
                                            <p:cond delay="0"/>
                                          </p:stCondLst>
                                        </p:cTn>
                                        <p:tgtEl>
                                          <p:spTgt spid="15"/>
                                        </p:tgtEl>
                                        <p:attrNameLst>
                                          <p:attrName>style.visibility</p:attrName>
                                        </p:attrNameLst>
                                      </p:cBhvr>
                                      <p:to>
                                        <p:strVal val="visible"/>
                                      </p:to>
                                    </p:set>
                                  </p:childTnLst>
                                </p:cTn>
                              </p:par>
                              <p:par>
                                <p:cTn id="20" presetID="10" presetClass="entr" presetSubtype="0" fill="hold" grpId="1" nodeType="withEffect">
                                  <p:stCondLst>
                                    <p:cond delay="0"/>
                                  </p:stCondLst>
                                  <p:childTnLst>
                                    <p:animEffect transition="in" filter="fade">
                                      <p:cBhvr>
                                        <p:cTn id="21" dur="350" fill="hold"/>
                                        <p:tgtEl>
                                          <p:spTgt spid="16"/>
                                        </p:tgtEl>
                                      </p:cBhvr>
                                    </p:animEffect>
                                    <p:set>
                                      <p:cBhvr>
                                        <p:cTn id="22" dur="1" fill="hold">
                                          <p:stCondLst>
                                            <p:cond delay="0"/>
                                          </p:stCondLst>
                                        </p:cTn>
                                        <p:tgtEl>
                                          <p:spTgt spid="16"/>
                                        </p:tgtEl>
                                        <p:attrNameLst>
                                          <p:attrName>style.visibility</p:attrName>
                                        </p:attrNameLst>
                                      </p:cBhvr>
                                      <p:to>
                                        <p:strVal val="visible"/>
                                      </p:to>
                                    </p:set>
                                  </p:childTnLst>
                                </p:cTn>
                              </p:par>
                              <p:par>
                                <p:cTn id="23" presetID="10" presetClass="entr" presetSubtype="0" fill="hold" grpId="1" nodeType="withEffect">
                                  <p:stCondLst>
                                    <p:cond delay="0"/>
                                  </p:stCondLst>
                                  <p:childTnLst>
                                    <p:animEffect transition="in" filter="fade">
                                      <p:cBhvr>
                                        <p:cTn id="24" dur="350" fill="hold"/>
                                        <p:tgtEl>
                                          <p:spTgt spid="17"/>
                                        </p:tgtEl>
                                      </p:cBhvr>
                                    </p:animEffect>
                                    <p:set>
                                      <p:cBhvr>
                                        <p:cTn id="25" dur="1" fill="hold">
                                          <p:stCondLst>
                                            <p:cond delay="0"/>
                                          </p:stCondLst>
                                        </p:cTn>
                                        <p:tgtEl>
                                          <p:spTgt spid="17"/>
                                        </p:tgtEl>
                                        <p:attrNameLst>
                                          <p:attrName>style.visibility</p:attrName>
                                        </p:attrNameLst>
                                      </p:cBhvr>
                                      <p:to>
                                        <p:strVal val="visible"/>
                                      </p:to>
                                    </p:set>
                                  </p:childTnLst>
                                </p:cTn>
                              </p:par>
                              <p:par>
                                <p:cTn id="26" presetID="10" presetClass="entr" presetSubtype="0" fill="hold" grpId="1" nodeType="withEffect">
                                  <p:stCondLst>
                                    <p:cond delay="0"/>
                                  </p:stCondLst>
                                  <p:childTnLst>
                                    <p:animEffect transition="in" filter="fade">
                                      <p:cBhvr>
                                        <p:cTn id="27" dur="350" fill="hold"/>
                                        <p:tgtEl>
                                          <p:spTgt spid="18"/>
                                        </p:tgtEl>
                                      </p:cBhvr>
                                    </p:animEffect>
                                    <p:set>
                                      <p:cBhvr>
                                        <p:cTn id="28" dur="1" fill="hold">
                                          <p:stCondLst>
                                            <p:cond delay="0"/>
                                          </p:stCondLst>
                                        </p:cTn>
                                        <p:tgtEl>
                                          <p:spTgt spid="18"/>
                                        </p:tgtEl>
                                        <p:attrNameLst>
                                          <p:attrName>style.visibility</p:attrName>
                                        </p:attrNameLst>
                                      </p:cBhvr>
                                      <p:to>
                                        <p:strVal val="visible"/>
                                      </p:to>
                                    </p:set>
                                  </p:childTnLst>
                                </p:cTn>
                              </p:par>
                              <p:par>
                                <p:cTn id="29" presetID="10" presetClass="exit" presetSubtype="0" fill="hold" grpId="1" nodeType="withEffect">
                                  <p:stCondLst>
                                    <p:cond delay="0"/>
                                  </p:stCondLst>
                                  <p:childTnLst>
                                    <p:animEffect transition="out" filter="fade">
                                      <p:cBhvr>
                                        <p:cTn id="30" dur="350" fill="hold"/>
                                        <p:tgtEl>
                                          <p:spTgt spid="19"/>
                                        </p:tgtEl>
                                      </p:cBhvr>
                                    </p:animEffect>
                                    <p:set>
                                      <p:cBhvr>
                                        <p:cTn id="31" dur="1" fill="hold">
                                          <p:stCondLst>
                                            <p:cond delay="350"/>
                                          </p:stCondLst>
                                        </p:cTn>
                                        <p:tgtEl>
                                          <p:spTgt spid="19"/>
                                        </p:tgtEl>
                                        <p:attrNameLst>
                                          <p:attrName>style.visibility</p:attrName>
                                        </p:attrNameLst>
                                      </p:cBhvr>
                                      <p:to>
                                        <p:strVal val="hidden"/>
                                      </p:to>
                                    </p:set>
                                  </p:childTnLst>
                                </p:cTn>
                              </p:par>
                              <p:par>
                                <p:cTn id="32" presetID="10" presetClass="exit" presetSubtype="0" fill="hold" grpId="1" nodeType="withEffect">
                                  <p:stCondLst>
                                    <p:cond delay="0"/>
                                  </p:stCondLst>
                                  <p:childTnLst>
                                    <p:animEffect transition="out" filter="fade">
                                      <p:cBhvr>
                                        <p:cTn id="33" dur="350" fill="hold"/>
                                        <p:tgtEl>
                                          <p:spTgt spid="20"/>
                                        </p:tgtEl>
                                      </p:cBhvr>
                                    </p:animEffect>
                                    <p:set>
                                      <p:cBhvr>
                                        <p:cTn id="34" dur="1" fill="hold">
                                          <p:stCondLst>
                                            <p:cond delay="350"/>
                                          </p:stCondLst>
                                        </p:cTn>
                                        <p:tgtEl>
                                          <p:spTgt spid="20"/>
                                        </p:tgtEl>
                                        <p:attrNameLst>
                                          <p:attrName>style.visibility</p:attrName>
                                        </p:attrNameLst>
                                      </p:cBhvr>
                                      <p:to>
                                        <p:strVal val="hidden"/>
                                      </p:to>
                                    </p:set>
                                  </p:childTnLst>
                                </p:cTn>
                              </p:par>
                              <p:par>
                                <p:cTn id="35" presetID="10" presetClass="exit" presetSubtype="0" fill="hold" grpId="1" nodeType="withEffect">
                                  <p:stCondLst>
                                    <p:cond delay="0"/>
                                  </p:stCondLst>
                                  <p:childTnLst>
                                    <p:animEffect transition="out" filter="fade">
                                      <p:cBhvr>
                                        <p:cTn id="36" dur="350" fill="hold"/>
                                        <p:tgtEl>
                                          <p:spTgt spid="21"/>
                                        </p:tgtEl>
                                      </p:cBhvr>
                                    </p:animEffect>
                                    <p:set>
                                      <p:cBhvr>
                                        <p:cTn id="37" dur="1" fill="hold">
                                          <p:stCondLst>
                                            <p:cond delay="350"/>
                                          </p:stCondLst>
                                        </p:cTn>
                                        <p:tgtEl>
                                          <p:spTgt spid="21"/>
                                        </p:tgtEl>
                                        <p:attrNameLst>
                                          <p:attrName>style.visibility</p:attrName>
                                        </p:attrNameLst>
                                      </p:cBhvr>
                                      <p:to>
                                        <p:strVal val="hidden"/>
                                      </p:to>
                                    </p:set>
                                  </p:childTnLst>
                                </p:cTn>
                              </p:par>
                              <p:par>
                                <p:cTn id="38" presetID="10" presetClass="exit" presetSubtype="0" fill="hold" grpId="1" nodeType="withEffect">
                                  <p:stCondLst>
                                    <p:cond delay="0"/>
                                  </p:stCondLst>
                                  <p:childTnLst>
                                    <p:animEffect transition="out" filter="fade">
                                      <p:cBhvr>
                                        <p:cTn id="39" dur="350" fill="hold"/>
                                        <p:tgtEl>
                                          <p:spTgt spid="22"/>
                                        </p:tgtEl>
                                      </p:cBhvr>
                                    </p:animEffect>
                                    <p:set>
                                      <p:cBhvr>
                                        <p:cTn id="40" dur="1" fill="hold">
                                          <p:stCondLst>
                                            <p:cond delay="350"/>
                                          </p:stCondLst>
                                        </p:cTn>
                                        <p:tgtEl>
                                          <p:spTgt spid="22"/>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350" fill="hold"/>
                                        <p:tgtEl>
                                          <p:spTgt spid="23"/>
                                        </p:tgtEl>
                                      </p:cBhvr>
                                    </p:animEffect>
                                    <p:set>
                                      <p:cBhvr>
                                        <p:cTn id="43" dur="1" fill="hold">
                                          <p:stCondLst>
                                            <p:cond delay="350"/>
                                          </p:stCondLst>
                                        </p:cTn>
                                        <p:tgtEl>
                                          <p:spTgt spid="23"/>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350" fill="hold"/>
                                        <p:tgtEl>
                                          <p:spTgt spid="24"/>
                                        </p:tgtEl>
                                      </p:cBhvr>
                                    </p:animEffect>
                                    <p:set>
                                      <p:cBhvr>
                                        <p:cTn id="46" dur="1" fill="hold">
                                          <p:stCondLst>
                                            <p:cond delay="350"/>
                                          </p:stCondLst>
                                        </p:cTn>
                                        <p:tgtEl>
                                          <p:spTgt spid="24"/>
                                        </p:tgtEl>
                                        <p:attrNameLst>
                                          <p:attrName>style.visibility</p:attrName>
                                        </p:attrNameLst>
                                      </p:cBhvr>
                                      <p:to>
                                        <p:strVal val="hidden"/>
                                      </p:to>
                                    </p:set>
                                  </p:childTnLst>
                                </p:cTn>
                              </p:par>
                              <p:par>
                                <p:cTn id="47" presetID="10" presetClass="exit" presetSubtype="0" fill="hold" grpId="1" nodeType="withEffect">
                                  <p:stCondLst>
                                    <p:cond delay="0"/>
                                  </p:stCondLst>
                                  <p:childTnLst>
                                    <p:animEffect transition="out" filter="fade">
                                      <p:cBhvr>
                                        <p:cTn id="48" dur="350" fill="hold"/>
                                        <p:tgtEl>
                                          <p:spTgt spid="25"/>
                                        </p:tgtEl>
                                      </p:cBhvr>
                                    </p:animEffect>
                                    <p:set>
                                      <p:cBhvr>
                                        <p:cTn id="49" dur="1" fill="hold">
                                          <p:stCondLst>
                                            <p:cond delay="350"/>
                                          </p:stCondLst>
                                        </p:cTn>
                                        <p:tgtEl>
                                          <p:spTgt spid="25"/>
                                        </p:tgtEl>
                                        <p:attrNameLst>
                                          <p:attrName>style.visibility</p:attrName>
                                        </p:attrNameLst>
                                      </p:cBhvr>
                                      <p:to>
                                        <p:strVal val="hidden"/>
                                      </p:to>
                                    </p:set>
                                  </p:childTnLst>
                                </p:cTn>
                              </p:par>
                              <p:par>
                                <p:cTn id="50" presetID="10" presetClass="exit" presetSubtype="0" fill="hold" grpId="1" nodeType="withEffect">
                                  <p:stCondLst>
                                    <p:cond delay="0"/>
                                  </p:stCondLst>
                                  <p:childTnLst>
                                    <p:animEffect transition="out" filter="fade">
                                      <p:cBhvr>
                                        <p:cTn id="51" dur="350" fill="hold"/>
                                        <p:tgtEl>
                                          <p:spTgt spid="26"/>
                                        </p:tgtEl>
                                      </p:cBhvr>
                                    </p:animEffect>
                                    <p:set>
                                      <p:cBhvr>
                                        <p:cTn id="52" dur="1" fill="hold">
                                          <p:stCondLst>
                                            <p:cond delay="350"/>
                                          </p:stCondLst>
                                        </p:cTn>
                                        <p:tgtEl>
                                          <p:spTgt spid="26"/>
                                        </p:tgtEl>
                                        <p:attrNameLst>
                                          <p:attrName>style.visibility</p:attrName>
                                        </p:attrNameLst>
                                      </p:cBhvr>
                                      <p:to>
                                        <p:strVal val="hidden"/>
                                      </p:to>
                                    </p:set>
                                  </p:childTnLst>
                                </p:cTn>
                              </p:par>
                              <p:par>
                                <p:cTn id="53" presetID="10" presetClass="entr" presetSubtype="0" fill="hold" grpId="1" nodeType="withEffect">
                                  <p:stCondLst>
                                    <p:cond delay="0"/>
                                  </p:stCondLst>
                                  <p:childTnLst>
                                    <p:animEffect transition="in" filter="fade">
                                      <p:cBhvr>
                                        <p:cTn id="54" dur="350" fill="hold"/>
                                        <p:tgtEl>
                                          <p:spTgt spid="30"/>
                                        </p:tgtEl>
                                      </p:cBhvr>
                                    </p:animEffect>
                                    <p:set>
                                      <p:cBhvr>
                                        <p:cTn id="55" dur="1" fill="hold">
                                          <p:stCondLst>
                                            <p:cond delay="0"/>
                                          </p:stCondLst>
                                        </p:cTn>
                                        <p:tgtEl>
                                          <p:spTgt spid="30"/>
                                        </p:tgtEl>
                                        <p:attrNameLst>
                                          <p:attrName>style.visibility</p:attrName>
                                        </p:attrNameLst>
                                      </p:cBhvr>
                                      <p:to>
                                        <p:strVal val="visible"/>
                                      </p:to>
                                    </p:set>
                                  </p:childTnLst>
                                </p:cTn>
                              </p:par>
                              <p:par>
                                <p:cTn id="56" presetID="10" presetClass="entr" presetSubtype="0" fill="hold" grpId="1" nodeType="withEffect">
                                  <p:stCondLst>
                                    <p:cond delay="0"/>
                                  </p:stCondLst>
                                  <p:childTnLst>
                                    <p:animEffect transition="in" filter="fade">
                                      <p:cBhvr>
                                        <p:cTn id="57" dur="350" fill="hold"/>
                                        <p:tgtEl>
                                          <p:spTgt spid="31"/>
                                        </p:tgtEl>
                                      </p:cBhvr>
                                    </p:animEffect>
                                    <p:set>
                                      <p:cBhvr>
                                        <p:cTn id="58" dur="1" fill="hold">
                                          <p:stCondLst>
                                            <p:cond delay="0"/>
                                          </p:stCondLst>
                                        </p:cTn>
                                        <p:tgtEl>
                                          <p:spTgt spid="31"/>
                                        </p:tgtEl>
                                        <p:attrNameLst>
                                          <p:attrName>style.visibility</p:attrName>
                                        </p:attrNameLst>
                                      </p:cBhvr>
                                      <p:to>
                                        <p:strVal val="visible"/>
                                      </p:to>
                                    </p:set>
                                  </p:childTnLst>
                                </p:cTn>
                              </p:par>
                              <p:par>
                                <p:cTn id="59" presetID="10" presetClass="entr" presetSubtype="0" fill="hold" grpId="1" nodeType="withEffect">
                                  <p:stCondLst>
                                    <p:cond delay="0"/>
                                  </p:stCondLst>
                                  <p:childTnLst>
                                    <p:animEffect transition="in" filter="fade">
                                      <p:cBhvr>
                                        <p:cTn id="60" dur="350" fill="hold"/>
                                        <p:tgtEl>
                                          <p:spTgt spid="32"/>
                                        </p:tgtEl>
                                      </p:cBhvr>
                                    </p:animEffect>
                                    <p:set>
                                      <p:cBhvr>
                                        <p:cTn id="61" dur="1" fill="hold">
                                          <p:stCondLst>
                                            <p:cond delay="0"/>
                                          </p:stCondLst>
                                        </p:cTn>
                                        <p:tgtEl>
                                          <p:spTgt spid="32"/>
                                        </p:tgtEl>
                                        <p:attrNameLst>
                                          <p:attrName>style.visibility</p:attrName>
                                        </p:attrNameLst>
                                      </p:cBhvr>
                                      <p:to>
                                        <p:strVal val="visible"/>
                                      </p:to>
                                    </p:set>
                                  </p:childTnLst>
                                </p:cTn>
                              </p:par>
                              <p:par>
                                <p:cTn id="62" presetID="10" presetClass="entr" presetSubtype="0" fill="hold" grpId="1" nodeType="withEffect">
                                  <p:stCondLst>
                                    <p:cond delay="0"/>
                                  </p:stCondLst>
                                  <p:childTnLst>
                                    <p:animEffect transition="in" filter="fade">
                                      <p:cBhvr>
                                        <p:cTn id="63" dur="350" fill="hold"/>
                                        <p:tgtEl>
                                          <p:spTgt spid="33"/>
                                        </p:tgtEl>
                                      </p:cBhvr>
                                    </p:animEffect>
                                    <p:set>
                                      <p:cBhvr>
                                        <p:cTn id="64" dur="1" fill="hold">
                                          <p:stCondLst>
                                            <p:cond delay="0"/>
                                          </p:stCondLst>
                                        </p:cTn>
                                        <p:tgtEl>
                                          <p:spTgt spid="33"/>
                                        </p:tgtEl>
                                        <p:attrNameLst>
                                          <p:attrName>style.visibility</p:attrName>
                                        </p:attrNameLst>
                                      </p:cBhvr>
                                      <p:to>
                                        <p:strVal val="visible"/>
                                      </p:to>
                                    </p:set>
                                  </p:childTnLst>
                                </p:cTn>
                              </p:par>
                              <p:par>
                                <p:cTn id="65" presetID="10" presetClass="entr" presetSubtype="0" fill="hold" grpId="1" nodeType="withEffect">
                                  <p:stCondLst>
                                    <p:cond delay="0"/>
                                  </p:stCondLst>
                                  <p:childTnLst>
                                    <p:animEffect transition="in" filter="fade">
                                      <p:cBhvr>
                                        <p:cTn id="66" dur="350" fill="hold"/>
                                        <p:tgtEl>
                                          <p:spTgt spid="34"/>
                                        </p:tgtEl>
                                      </p:cBhvr>
                                    </p:animEffect>
                                    <p:set>
                                      <p:cBhvr>
                                        <p:cTn id="67" dur="1" fill="hold">
                                          <p:stCondLst>
                                            <p:cond delay="0"/>
                                          </p:stCondLst>
                                        </p:cTn>
                                        <p:tgtEl>
                                          <p:spTgt spid="34"/>
                                        </p:tgtEl>
                                        <p:attrNameLst>
                                          <p:attrName>style.visibility</p:attrName>
                                        </p:attrNameLst>
                                      </p:cBhvr>
                                      <p:to>
                                        <p:strVal val="visible"/>
                                      </p:to>
                                    </p:set>
                                  </p:childTnLst>
                                </p:cTn>
                              </p:par>
                              <p:par>
                                <p:cTn id="68" presetID="10" presetClass="entr" presetSubtype="0" fill="hold" grpId="1" nodeType="withEffect">
                                  <p:stCondLst>
                                    <p:cond delay="0"/>
                                  </p:stCondLst>
                                  <p:childTnLst>
                                    <p:animEffect transition="in" filter="fade">
                                      <p:cBhvr>
                                        <p:cTn id="69" dur="350" fill="hold"/>
                                        <p:tgtEl>
                                          <p:spTgt spid="35"/>
                                        </p:tgtEl>
                                      </p:cBhvr>
                                    </p:animEffect>
                                    <p:set>
                                      <p:cBhvr>
                                        <p:cTn id="70" dur="1" fill="hold">
                                          <p:stCondLst>
                                            <p:cond delay="0"/>
                                          </p:stCondLst>
                                        </p:cTn>
                                        <p:tgtEl>
                                          <p:spTgt spid="35"/>
                                        </p:tgtEl>
                                        <p:attrNameLst>
                                          <p:attrName>style.visibility</p:attrName>
                                        </p:attrNameLst>
                                      </p:cBhvr>
                                      <p:to>
                                        <p:strVal val="visible"/>
                                      </p:to>
                                    </p:set>
                                  </p:childTnLst>
                                </p:cTn>
                              </p:par>
                              <p:par>
                                <p:cTn id="71" presetID="10" presetClass="entr" presetSubtype="0" fill="hold" grpId="1" nodeType="withEffect">
                                  <p:stCondLst>
                                    <p:cond delay="0"/>
                                  </p:stCondLst>
                                  <p:childTnLst>
                                    <p:animEffect transition="in" filter="fade">
                                      <p:cBhvr>
                                        <p:cTn id="72" dur="350" fill="hold"/>
                                        <p:tgtEl>
                                          <p:spTgt spid="36"/>
                                        </p:tgtEl>
                                      </p:cBhvr>
                                    </p:animEffect>
                                    <p:set>
                                      <p:cBhvr>
                                        <p:cTn id="73" dur="1" fill="hold">
                                          <p:stCondLst>
                                            <p:cond delay="0"/>
                                          </p:stCondLst>
                                        </p:cTn>
                                        <p:tgtEl>
                                          <p:spTgt spid="36"/>
                                        </p:tgtEl>
                                        <p:attrNameLst>
                                          <p:attrName>style.visibility</p:attrName>
                                        </p:attrNameLst>
                                      </p:cBhvr>
                                      <p:to>
                                        <p:strVal val="visible"/>
                                      </p:to>
                                    </p:set>
                                  </p:childTnLst>
                                </p:cTn>
                              </p:par>
                              <p:par>
                                <p:cTn id="74" presetID="10" presetClass="entr" presetSubtype="0" fill="hold" grpId="1" nodeType="withEffect">
                                  <p:stCondLst>
                                    <p:cond delay="0"/>
                                  </p:stCondLst>
                                  <p:childTnLst>
                                    <p:animEffect transition="in" filter="fade">
                                      <p:cBhvr>
                                        <p:cTn id="75" dur="350" fill="hold"/>
                                        <p:tgtEl>
                                          <p:spTgt spid="37"/>
                                        </p:tgtEl>
                                      </p:cBhvr>
                                    </p:animEffect>
                                    <p:set>
                                      <p:cBhvr>
                                        <p:cTn id="76" dur="1" fill="hold">
                                          <p:stCondLst>
                                            <p:cond delay="0"/>
                                          </p:stCondLst>
                                        </p:cTn>
                                        <p:tgtEl>
                                          <p:spTgt spid="37"/>
                                        </p:tgtEl>
                                        <p:attrNameLst>
                                          <p:attrName>style.visibility</p:attrName>
                                        </p:attrNameLst>
                                      </p:cBhvr>
                                      <p:to>
                                        <p:strVal val="visible"/>
                                      </p:to>
                                    </p:set>
                                  </p:childTnLst>
                                </p:cTn>
                              </p:par>
                              <p:par>
                                <p:cTn id="77" presetID="10" presetClass="entr" presetSubtype="0" fill="hold" grpId="1" nodeType="withEffect">
                                  <p:stCondLst>
                                    <p:cond delay="0"/>
                                  </p:stCondLst>
                                  <p:childTnLst>
                                    <p:animEffect transition="in" filter="fade">
                                      <p:cBhvr>
                                        <p:cTn id="78" dur="350" fill="hold"/>
                                        <p:tgtEl>
                                          <p:spTgt spid="38"/>
                                        </p:tgtEl>
                                      </p:cBhvr>
                                    </p:animEffect>
                                    <p:set>
                                      <p:cBhvr>
                                        <p:cTn id="79" dur="1" fill="hold">
                                          <p:stCondLst>
                                            <p:cond delay="0"/>
                                          </p:stCondLst>
                                        </p:cTn>
                                        <p:tgtEl>
                                          <p:spTgt spid="38"/>
                                        </p:tgtEl>
                                        <p:attrNameLst>
                                          <p:attrName>style.visibility</p:attrName>
                                        </p:attrNameLst>
                                      </p:cBhvr>
                                      <p:to>
                                        <p:strVal val="visible"/>
                                      </p:to>
                                    </p:set>
                                  </p:childTnLst>
                                </p:cTn>
                              </p:par>
                              <p:par>
                                <p:cTn id="80" presetID="10" presetClass="entr" presetSubtype="0" fill="hold" grpId="1" nodeType="withEffect">
                                  <p:stCondLst>
                                    <p:cond delay="0"/>
                                  </p:stCondLst>
                                  <p:childTnLst>
                                    <p:animEffect transition="in" filter="fade">
                                      <p:cBhvr>
                                        <p:cTn id="81" dur="350" fill="hold"/>
                                        <p:tgtEl>
                                          <p:spTgt spid="39"/>
                                        </p:tgtEl>
                                      </p:cBhvr>
                                    </p:animEffect>
                                    <p:set>
                                      <p:cBhvr>
                                        <p:cTn id="82" dur="1" fill="hold">
                                          <p:stCondLst>
                                            <p:cond delay="0"/>
                                          </p:stCondLst>
                                        </p:cTn>
                                        <p:tgtEl>
                                          <p:spTgt spid="39"/>
                                        </p:tgtEl>
                                        <p:attrNameLst>
                                          <p:attrName>style.visibility</p:attrName>
                                        </p:attrNameLst>
                                      </p:cBhvr>
                                      <p:to>
                                        <p:strVal val="visible"/>
                                      </p:to>
                                    </p:set>
                                  </p:childTnLst>
                                </p:cTn>
                              </p:par>
                              <p:par>
                                <p:cTn id="83" presetID="10" presetClass="entr" presetSubtype="0" fill="hold" grpId="1" nodeType="withEffect">
                                  <p:stCondLst>
                                    <p:cond delay="0"/>
                                  </p:stCondLst>
                                  <p:childTnLst>
                                    <p:animEffect transition="in" filter="fade">
                                      <p:cBhvr>
                                        <p:cTn id="84" dur="350" fill="hold"/>
                                        <p:tgtEl>
                                          <p:spTgt spid="40"/>
                                        </p:tgtEl>
                                      </p:cBhvr>
                                    </p:animEffect>
                                    <p:set>
                                      <p:cBhvr>
                                        <p:cTn id="85" dur="1" fill="hold">
                                          <p:stCondLst>
                                            <p:cond delay="0"/>
                                          </p:stCondLst>
                                        </p:cTn>
                                        <p:tgtEl>
                                          <p:spTgt spid="40"/>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2" nodeType="clickEffect">
                                  <p:stCondLst>
                                    <p:cond delay="0"/>
                                  </p:stCondLst>
                                  <p:childTnLst>
                                    <p:animEffect transition="in" filter="fade">
                                      <p:cBhvr>
                                        <p:cTn id="89" dur="350" fill="hold"/>
                                        <p:tgtEl>
                                          <p:spTgt spid="51"/>
                                        </p:tgtEl>
                                      </p:cBhvr>
                                    </p:animEffect>
                                    <p:set>
                                      <p:cBhvr>
                                        <p:cTn id="90" dur="1" fill="hold">
                                          <p:stCondLst>
                                            <p:cond delay="0"/>
                                          </p:stCondLst>
                                        </p:cTn>
                                        <p:tgtEl>
                                          <p:spTgt spid="51"/>
                                        </p:tgtEl>
                                        <p:attrNameLst>
                                          <p:attrName>style.visibility</p:attrName>
                                        </p:attrNameLst>
                                      </p:cBhvr>
                                      <p:to>
                                        <p:strVal val="visible"/>
                                      </p:to>
                                    </p:set>
                                  </p:childTnLst>
                                </p:cTn>
                              </p:par>
                              <p:par>
                                <p:cTn id="91" presetID="10" presetClass="entr" presetSubtype="0" fill="hold" grpId="2" nodeType="withEffect">
                                  <p:stCondLst>
                                    <p:cond delay="0"/>
                                  </p:stCondLst>
                                  <p:childTnLst>
                                    <p:animEffect transition="in" filter="fade">
                                      <p:cBhvr>
                                        <p:cTn id="92" dur="350" fill="hold"/>
                                        <p:tgtEl>
                                          <p:spTgt spid="53"/>
                                        </p:tgtEl>
                                      </p:cBhvr>
                                    </p:animEffect>
                                    <p:set>
                                      <p:cBhvr>
                                        <p:cTn id="93" dur="1" fill="hold">
                                          <p:stCondLst>
                                            <p:cond delay="0"/>
                                          </p:stCondLst>
                                        </p:cTn>
                                        <p:tgtEl>
                                          <p:spTgt spid="53"/>
                                        </p:tgtEl>
                                        <p:attrNameLst>
                                          <p:attrName>style.visibility</p:attrName>
                                        </p:attrNameLst>
                                      </p:cBhvr>
                                      <p:to>
                                        <p:strVal val="visible"/>
                                      </p:to>
                                    </p:set>
                                  </p:childTnLst>
                                </p:cTn>
                              </p:par>
                              <p:par>
                                <p:cTn id="94" presetID="10" presetClass="exit" presetSubtype="0" fill="hold" grpId="2" nodeType="withEffect">
                                  <p:stCondLst>
                                    <p:cond delay="0"/>
                                  </p:stCondLst>
                                  <p:childTnLst>
                                    <p:animEffect transition="out" filter="fade">
                                      <p:cBhvr>
                                        <p:cTn id="95" dur="350" fill="hold"/>
                                        <p:tgtEl>
                                          <p:spTgt spid="7"/>
                                        </p:tgtEl>
                                      </p:cBhvr>
                                    </p:animEffect>
                                    <p:set>
                                      <p:cBhvr>
                                        <p:cTn id="96" dur="1" fill="hold">
                                          <p:stCondLst>
                                            <p:cond delay="350"/>
                                          </p:stCondLst>
                                        </p:cTn>
                                        <p:tgtEl>
                                          <p:spTgt spid="7"/>
                                        </p:tgtEl>
                                        <p:attrNameLst>
                                          <p:attrName>style.visibility</p:attrName>
                                        </p:attrNameLst>
                                      </p:cBhvr>
                                      <p:to>
                                        <p:strVal val="hidden"/>
                                      </p:to>
                                    </p:set>
                                  </p:childTnLst>
                                </p:cTn>
                              </p:par>
                              <p:par>
                                <p:cTn id="97" presetID="10" presetClass="exit" presetSubtype="0" fill="hold" grpId="2" nodeType="withEffect">
                                  <p:stCondLst>
                                    <p:cond delay="0"/>
                                  </p:stCondLst>
                                  <p:childTnLst>
                                    <p:animEffect transition="out" filter="fade">
                                      <p:cBhvr>
                                        <p:cTn id="98" dur="350" fill="hold"/>
                                        <p:tgtEl>
                                          <p:spTgt spid="8"/>
                                        </p:tgtEl>
                                      </p:cBhvr>
                                    </p:animEffect>
                                    <p:set>
                                      <p:cBhvr>
                                        <p:cTn id="99" dur="1" fill="hold">
                                          <p:stCondLst>
                                            <p:cond delay="350"/>
                                          </p:stCondLst>
                                        </p:cTn>
                                        <p:tgtEl>
                                          <p:spTgt spid="8"/>
                                        </p:tgtEl>
                                        <p:attrNameLst>
                                          <p:attrName>style.visibility</p:attrName>
                                        </p:attrNameLst>
                                      </p:cBhvr>
                                      <p:to>
                                        <p:strVal val="hidden"/>
                                      </p:to>
                                    </p:set>
                                  </p:childTnLst>
                                </p:cTn>
                              </p:par>
                              <p:par>
                                <p:cTn id="100" presetID="10" presetClass="entr" presetSubtype="0" fill="hold" grpId="2" nodeType="withEffect">
                                  <p:stCondLst>
                                    <p:cond delay="0"/>
                                  </p:stCondLst>
                                  <p:childTnLst>
                                    <p:animEffect transition="in" filter="fade">
                                      <p:cBhvr>
                                        <p:cTn id="101" dur="350" fill="hold"/>
                                        <p:tgtEl>
                                          <p:spTgt spid="57"/>
                                        </p:tgtEl>
                                      </p:cBhvr>
                                    </p:animEffect>
                                    <p:set>
                                      <p:cBhvr>
                                        <p:cTn id="102" dur="1" fill="hold">
                                          <p:stCondLst>
                                            <p:cond delay="0"/>
                                          </p:stCondLst>
                                        </p:cTn>
                                        <p:tgtEl>
                                          <p:spTgt spid="57"/>
                                        </p:tgtEl>
                                        <p:attrNameLst>
                                          <p:attrName>style.visibility</p:attrName>
                                        </p:attrNameLst>
                                      </p:cBhvr>
                                      <p:to>
                                        <p:strVal val="visible"/>
                                      </p:to>
                                    </p:set>
                                  </p:childTnLst>
                                </p:cTn>
                              </p:par>
                              <p:par>
                                <p:cTn id="103" presetID="10" presetClass="entr" presetSubtype="0" fill="hold" grpId="2" nodeType="withEffect">
                                  <p:stCondLst>
                                    <p:cond delay="0"/>
                                  </p:stCondLst>
                                  <p:childTnLst>
                                    <p:animEffect transition="in" filter="fade">
                                      <p:cBhvr>
                                        <p:cTn id="104" dur="350" fill="hold"/>
                                        <p:tgtEl>
                                          <p:spTgt spid="59"/>
                                        </p:tgtEl>
                                      </p:cBhvr>
                                    </p:animEffect>
                                    <p:set>
                                      <p:cBhvr>
                                        <p:cTn id="105" dur="1" fill="hold">
                                          <p:stCondLst>
                                            <p:cond delay="0"/>
                                          </p:stCondLst>
                                        </p:cTn>
                                        <p:tgtEl>
                                          <p:spTgt spid="59"/>
                                        </p:tgtEl>
                                        <p:attrNameLst>
                                          <p:attrName>style.visibility</p:attrName>
                                        </p:attrNameLst>
                                      </p:cBhvr>
                                      <p:to>
                                        <p:strVal val="visible"/>
                                      </p:to>
                                    </p:set>
                                  </p:childTnLst>
                                </p:cTn>
                              </p:par>
                              <p:par>
                                <p:cTn id="106" presetID="10" presetClass="exit" presetSubtype="0" fill="hold" grpId="2" nodeType="withEffect">
                                  <p:stCondLst>
                                    <p:cond delay="0"/>
                                  </p:stCondLst>
                                  <p:childTnLst>
                                    <p:animEffect transition="out" filter="fade">
                                      <p:cBhvr>
                                        <p:cTn id="107" dur="350" fill="hold"/>
                                        <p:tgtEl>
                                          <p:spTgt spid="11"/>
                                        </p:tgtEl>
                                      </p:cBhvr>
                                    </p:animEffect>
                                    <p:set>
                                      <p:cBhvr>
                                        <p:cTn id="108" dur="1" fill="hold">
                                          <p:stCondLst>
                                            <p:cond delay="350"/>
                                          </p:stCondLst>
                                        </p:cTn>
                                        <p:tgtEl>
                                          <p:spTgt spid="11"/>
                                        </p:tgtEl>
                                        <p:attrNameLst>
                                          <p:attrName>style.visibility</p:attrName>
                                        </p:attrNameLst>
                                      </p:cBhvr>
                                      <p:to>
                                        <p:strVal val="hidden"/>
                                      </p:to>
                                    </p:set>
                                  </p:childTnLst>
                                </p:cTn>
                              </p:par>
                              <p:par>
                                <p:cTn id="109" presetID="10" presetClass="exit" presetSubtype="0" fill="hold" grpId="2" nodeType="withEffect">
                                  <p:stCondLst>
                                    <p:cond delay="0"/>
                                  </p:stCondLst>
                                  <p:childTnLst>
                                    <p:animEffect transition="out" filter="fade">
                                      <p:cBhvr>
                                        <p:cTn id="110" dur="350" fill="hold"/>
                                        <p:tgtEl>
                                          <p:spTgt spid="12"/>
                                        </p:tgtEl>
                                      </p:cBhvr>
                                    </p:animEffect>
                                    <p:set>
                                      <p:cBhvr>
                                        <p:cTn id="111" dur="1" fill="hold">
                                          <p:stCondLst>
                                            <p:cond delay="350"/>
                                          </p:stCondLst>
                                        </p:cTn>
                                        <p:tgtEl>
                                          <p:spTgt spid="12"/>
                                        </p:tgtEl>
                                        <p:attrNameLst>
                                          <p:attrName>style.visibility</p:attrName>
                                        </p:attrNameLst>
                                      </p:cBhvr>
                                      <p:to>
                                        <p:strVal val="hidden"/>
                                      </p:to>
                                    </p:set>
                                  </p:childTnLst>
                                </p:cTn>
                              </p:par>
                              <p:par>
                                <p:cTn id="112" presetID="10" presetClass="entr" presetSubtype="0" fill="hold" grpId="2" nodeType="withEffect">
                                  <p:stCondLst>
                                    <p:cond delay="0"/>
                                  </p:stCondLst>
                                  <p:childTnLst>
                                    <p:animEffect transition="in" filter="fade">
                                      <p:cBhvr>
                                        <p:cTn id="113" dur="350" fill="hold"/>
                                        <p:tgtEl>
                                          <p:spTgt spid="13"/>
                                        </p:tgtEl>
                                      </p:cBhvr>
                                    </p:animEffect>
                                    <p:set>
                                      <p:cBhvr>
                                        <p:cTn id="114" dur="1" fill="hold">
                                          <p:stCondLst>
                                            <p:cond delay="0"/>
                                          </p:stCondLst>
                                        </p:cTn>
                                        <p:tgtEl>
                                          <p:spTgt spid="13"/>
                                        </p:tgtEl>
                                        <p:attrNameLst>
                                          <p:attrName>style.visibility</p:attrName>
                                        </p:attrNameLst>
                                      </p:cBhvr>
                                      <p:to>
                                        <p:strVal val="visible"/>
                                      </p:to>
                                    </p:set>
                                  </p:childTnLst>
                                </p:cTn>
                              </p:par>
                              <p:par>
                                <p:cTn id="115" presetID="10" presetClass="entr" presetSubtype="0" fill="hold" grpId="2" nodeType="withEffect">
                                  <p:stCondLst>
                                    <p:cond delay="0"/>
                                  </p:stCondLst>
                                  <p:childTnLst>
                                    <p:animEffect transition="in" filter="fade">
                                      <p:cBhvr>
                                        <p:cTn id="116" dur="350" fill="hold"/>
                                        <p:tgtEl>
                                          <p:spTgt spid="14"/>
                                        </p:tgtEl>
                                      </p:cBhvr>
                                    </p:animEffect>
                                    <p:set>
                                      <p:cBhvr>
                                        <p:cTn id="117" dur="1" fill="hold">
                                          <p:stCondLst>
                                            <p:cond delay="0"/>
                                          </p:stCondLst>
                                        </p:cTn>
                                        <p:tgtEl>
                                          <p:spTgt spid="14"/>
                                        </p:tgtEl>
                                        <p:attrNameLst>
                                          <p:attrName>style.visibility</p:attrName>
                                        </p:attrNameLst>
                                      </p:cBhvr>
                                      <p:to>
                                        <p:strVal val="visible"/>
                                      </p:to>
                                    </p:set>
                                  </p:childTnLst>
                                </p:cTn>
                              </p:par>
                              <p:par>
                                <p:cTn id="118" presetID="10" presetClass="exit" presetSubtype="0" fill="hold" grpId="2" nodeType="withEffect">
                                  <p:stCondLst>
                                    <p:cond delay="0"/>
                                  </p:stCondLst>
                                  <p:childTnLst>
                                    <p:animEffect transition="out" filter="fade">
                                      <p:cBhvr>
                                        <p:cTn id="119" dur="350" fill="hold"/>
                                        <p:tgtEl>
                                          <p:spTgt spid="15"/>
                                        </p:tgtEl>
                                      </p:cBhvr>
                                    </p:animEffect>
                                    <p:set>
                                      <p:cBhvr>
                                        <p:cTn id="120" dur="1" fill="hold">
                                          <p:stCondLst>
                                            <p:cond delay="350"/>
                                          </p:stCondLst>
                                        </p:cTn>
                                        <p:tgtEl>
                                          <p:spTgt spid="15"/>
                                        </p:tgtEl>
                                        <p:attrNameLst>
                                          <p:attrName>style.visibility</p:attrName>
                                        </p:attrNameLst>
                                      </p:cBhvr>
                                      <p:to>
                                        <p:strVal val="hidden"/>
                                      </p:to>
                                    </p:set>
                                  </p:childTnLst>
                                </p:cTn>
                              </p:par>
                              <p:par>
                                <p:cTn id="121" presetID="10" presetClass="exit" presetSubtype="0" fill="hold" grpId="2" nodeType="withEffect">
                                  <p:stCondLst>
                                    <p:cond delay="0"/>
                                  </p:stCondLst>
                                  <p:childTnLst>
                                    <p:animEffect transition="out" filter="fade">
                                      <p:cBhvr>
                                        <p:cTn id="122" dur="350" fill="hold"/>
                                        <p:tgtEl>
                                          <p:spTgt spid="16"/>
                                        </p:tgtEl>
                                      </p:cBhvr>
                                    </p:animEffect>
                                    <p:set>
                                      <p:cBhvr>
                                        <p:cTn id="123" dur="1" fill="hold">
                                          <p:stCondLst>
                                            <p:cond delay="350"/>
                                          </p:stCondLst>
                                        </p:cTn>
                                        <p:tgtEl>
                                          <p:spTgt spid="16"/>
                                        </p:tgtEl>
                                        <p:attrNameLst>
                                          <p:attrName>style.visibility</p:attrName>
                                        </p:attrNameLst>
                                      </p:cBhvr>
                                      <p:to>
                                        <p:strVal val="hidden"/>
                                      </p:to>
                                    </p:set>
                                  </p:childTnLst>
                                </p:cTn>
                              </p:par>
                              <p:par>
                                <p:cTn id="124" presetID="10" presetClass="entr" presetSubtype="0" fill="hold" grpId="2" nodeType="withEffect">
                                  <p:stCondLst>
                                    <p:cond delay="0"/>
                                  </p:stCondLst>
                                  <p:childTnLst>
                                    <p:animEffect transition="in" filter="fade">
                                      <p:cBhvr>
                                        <p:cTn id="125" dur="350" fill="hold"/>
                                        <p:tgtEl>
                                          <p:spTgt spid="69"/>
                                        </p:tgtEl>
                                      </p:cBhvr>
                                    </p:animEffect>
                                    <p:set>
                                      <p:cBhvr>
                                        <p:cTn id="126" dur="1" fill="hold">
                                          <p:stCondLst>
                                            <p:cond delay="0"/>
                                          </p:stCondLst>
                                        </p:cTn>
                                        <p:tgtEl>
                                          <p:spTgt spid="69"/>
                                        </p:tgtEl>
                                        <p:attrNameLst>
                                          <p:attrName>style.visibility</p:attrName>
                                        </p:attrNameLst>
                                      </p:cBhvr>
                                      <p:to>
                                        <p:strVal val="visible"/>
                                      </p:to>
                                    </p:set>
                                  </p:childTnLst>
                                </p:cTn>
                              </p:par>
                              <p:par>
                                <p:cTn id="127" presetID="10" presetClass="entr" presetSubtype="0" fill="hold" grpId="2" nodeType="withEffect">
                                  <p:stCondLst>
                                    <p:cond delay="0"/>
                                  </p:stCondLst>
                                  <p:childTnLst>
                                    <p:animEffect transition="in" filter="fade">
                                      <p:cBhvr>
                                        <p:cTn id="128" dur="350" fill="hold"/>
                                        <p:tgtEl>
                                          <p:spTgt spid="71"/>
                                        </p:tgtEl>
                                      </p:cBhvr>
                                    </p:animEffect>
                                    <p:set>
                                      <p:cBhvr>
                                        <p:cTn id="129" dur="1" fill="hold">
                                          <p:stCondLst>
                                            <p:cond delay="0"/>
                                          </p:stCondLst>
                                        </p:cTn>
                                        <p:tgtEl>
                                          <p:spTgt spid="71"/>
                                        </p:tgtEl>
                                        <p:attrNameLst>
                                          <p:attrName>style.visibility</p:attrName>
                                        </p:attrNameLst>
                                      </p:cBhvr>
                                      <p:to>
                                        <p:strVal val="visible"/>
                                      </p:to>
                                    </p:set>
                                  </p:childTnLst>
                                </p:cTn>
                              </p:par>
                              <p:par>
                                <p:cTn id="130" presetID="10" presetClass="entr" presetSubtype="0" fill="hold" grpId="2" nodeType="withEffect">
                                  <p:stCondLst>
                                    <p:cond delay="0"/>
                                  </p:stCondLst>
                                  <p:childTnLst>
                                    <p:animEffect transition="in" filter="fade">
                                      <p:cBhvr>
                                        <p:cTn id="131" dur="350" fill="hold"/>
                                        <p:tgtEl>
                                          <p:spTgt spid="75"/>
                                        </p:tgtEl>
                                      </p:cBhvr>
                                    </p:animEffect>
                                    <p:set>
                                      <p:cBhvr>
                                        <p:cTn id="132" dur="1" fill="hold">
                                          <p:stCondLst>
                                            <p:cond delay="0"/>
                                          </p:stCondLst>
                                        </p:cTn>
                                        <p:tgtEl>
                                          <p:spTgt spid="75"/>
                                        </p:tgtEl>
                                        <p:attrNameLst>
                                          <p:attrName>style.visibility</p:attrName>
                                        </p:attrNameLst>
                                      </p:cBhvr>
                                      <p:to>
                                        <p:strVal val="visible"/>
                                      </p:to>
                                    </p:set>
                                  </p:childTnLst>
                                </p:cTn>
                              </p:par>
                              <p:par>
                                <p:cTn id="133" presetID="10" presetClass="entr" presetSubtype="0" fill="hold" grpId="2" nodeType="withEffect">
                                  <p:stCondLst>
                                    <p:cond delay="0"/>
                                  </p:stCondLst>
                                  <p:childTnLst>
                                    <p:animEffect transition="in" filter="fade">
                                      <p:cBhvr>
                                        <p:cTn id="134" dur="350" fill="hold"/>
                                        <p:tgtEl>
                                          <p:spTgt spid="27"/>
                                        </p:tgtEl>
                                      </p:cBhvr>
                                    </p:animEffect>
                                    <p:set>
                                      <p:cBhvr>
                                        <p:cTn id="135" dur="1" fill="hold">
                                          <p:stCondLst>
                                            <p:cond delay="0"/>
                                          </p:stCondLst>
                                        </p:cTn>
                                        <p:tgtEl>
                                          <p:spTgt spid="27"/>
                                        </p:tgtEl>
                                        <p:attrNameLst>
                                          <p:attrName>style.visibility</p:attrName>
                                        </p:attrNameLst>
                                      </p:cBhvr>
                                      <p:to>
                                        <p:strVal val="visible"/>
                                      </p:to>
                                    </p:set>
                                  </p:childTnLst>
                                </p:cTn>
                              </p:par>
                              <p:par>
                                <p:cTn id="136" presetID="10" presetClass="entr" presetSubtype="0" fill="hold" grpId="2" nodeType="withEffect">
                                  <p:stCondLst>
                                    <p:cond delay="0"/>
                                  </p:stCondLst>
                                  <p:childTnLst>
                                    <p:animEffect transition="in" filter="fade">
                                      <p:cBhvr>
                                        <p:cTn id="137" dur="350" fill="hold"/>
                                        <p:tgtEl>
                                          <p:spTgt spid="28"/>
                                        </p:tgtEl>
                                      </p:cBhvr>
                                    </p:animEffect>
                                    <p:set>
                                      <p:cBhvr>
                                        <p:cTn id="138" dur="1" fill="hold">
                                          <p:stCondLst>
                                            <p:cond delay="0"/>
                                          </p:stCondLst>
                                        </p:cTn>
                                        <p:tgtEl>
                                          <p:spTgt spid="28"/>
                                        </p:tgtEl>
                                        <p:attrNameLst>
                                          <p:attrName>style.visibility</p:attrName>
                                        </p:attrNameLst>
                                      </p:cBhvr>
                                      <p:to>
                                        <p:strVal val="visible"/>
                                      </p:to>
                                    </p:set>
                                  </p:childTnLst>
                                </p:cTn>
                              </p:par>
                              <p:par>
                                <p:cTn id="139" presetID="10" presetClass="entr" presetSubtype="0" fill="hold" grpId="2" nodeType="withEffect">
                                  <p:stCondLst>
                                    <p:cond delay="0"/>
                                  </p:stCondLst>
                                  <p:childTnLst>
                                    <p:animEffect transition="in" filter="fade">
                                      <p:cBhvr>
                                        <p:cTn id="140" dur="350" fill="hold"/>
                                        <p:tgtEl>
                                          <p:spTgt spid="29"/>
                                        </p:tgtEl>
                                      </p:cBhvr>
                                    </p:animEffect>
                                    <p:set>
                                      <p:cBhvr>
                                        <p:cTn id="141" dur="1" fill="hold">
                                          <p:stCondLst>
                                            <p:cond delay="0"/>
                                          </p:stCondLst>
                                        </p:cTn>
                                        <p:tgtEl>
                                          <p:spTgt spid="29"/>
                                        </p:tgtEl>
                                        <p:attrNameLst>
                                          <p:attrName>style.visibility</p:attrName>
                                        </p:attrNameLst>
                                      </p:cBhvr>
                                      <p:to>
                                        <p:strVal val="visible"/>
                                      </p:to>
                                    </p:set>
                                  </p:childTnLst>
                                </p:cTn>
                              </p:par>
                              <p:par>
                                <p:cTn id="142" presetID="10" presetClass="exit" presetSubtype="0" fill="hold" grpId="2" nodeType="withEffect">
                                  <p:stCondLst>
                                    <p:cond delay="0"/>
                                  </p:stCondLst>
                                  <p:childTnLst>
                                    <p:animEffect transition="out" filter="fade">
                                      <p:cBhvr>
                                        <p:cTn id="143" dur="350" fill="hold"/>
                                        <p:tgtEl>
                                          <p:spTgt spid="30"/>
                                        </p:tgtEl>
                                      </p:cBhvr>
                                    </p:animEffect>
                                    <p:set>
                                      <p:cBhvr>
                                        <p:cTn id="144" dur="1" fill="hold">
                                          <p:stCondLst>
                                            <p:cond delay="350"/>
                                          </p:stCondLst>
                                        </p:cTn>
                                        <p:tgtEl>
                                          <p:spTgt spid="30"/>
                                        </p:tgtEl>
                                        <p:attrNameLst>
                                          <p:attrName>style.visibility</p:attrName>
                                        </p:attrNameLst>
                                      </p:cBhvr>
                                      <p:to>
                                        <p:strVal val="hidden"/>
                                      </p:to>
                                    </p:set>
                                  </p:childTnLst>
                                </p:cTn>
                              </p:par>
                              <p:par>
                                <p:cTn id="145" presetID="10" presetClass="exit" presetSubtype="0" fill="hold" grpId="2" nodeType="withEffect">
                                  <p:stCondLst>
                                    <p:cond delay="0"/>
                                  </p:stCondLst>
                                  <p:childTnLst>
                                    <p:animEffect transition="out" filter="fade">
                                      <p:cBhvr>
                                        <p:cTn id="146" dur="350" fill="hold"/>
                                        <p:tgtEl>
                                          <p:spTgt spid="31"/>
                                        </p:tgtEl>
                                      </p:cBhvr>
                                    </p:animEffect>
                                    <p:set>
                                      <p:cBhvr>
                                        <p:cTn id="147" dur="1" fill="hold">
                                          <p:stCondLst>
                                            <p:cond delay="350"/>
                                          </p:stCondLst>
                                        </p:cTn>
                                        <p:tgtEl>
                                          <p:spTgt spid="31"/>
                                        </p:tgtEl>
                                        <p:attrNameLst>
                                          <p:attrName>style.visibility</p:attrName>
                                        </p:attrNameLst>
                                      </p:cBhvr>
                                      <p:to>
                                        <p:strVal val="hidden"/>
                                      </p:to>
                                    </p:set>
                                  </p:childTnLst>
                                </p:cTn>
                              </p:par>
                              <p:par>
                                <p:cTn id="148" presetID="10" presetClass="exit" presetSubtype="0" fill="hold" grpId="2" nodeType="withEffect">
                                  <p:stCondLst>
                                    <p:cond delay="0"/>
                                  </p:stCondLst>
                                  <p:childTnLst>
                                    <p:animEffect transition="out" filter="fade">
                                      <p:cBhvr>
                                        <p:cTn id="149" dur="350" fill="hold"/>
                                        <p:tgtEl>
                                          <p:spTgt spid="32"/>
                                        </p:tgtEl>
                                      </p:cBhvr>
                                    </p:animEffect>
                                    <p:set>
                                      <p:cBhvr>
                                        <p:cTn id="150" dur="1" fill="hold">
                                          <p:stCondLst>
                                            <p:cond delay="350"/>
                                          </p:stCondLst>
                                        </p:cTn>
                                        <p:tgtEl>
                                          <p:spTgt spid="32"/>
                                        </p:tgtEl>
                                        <p:attrNameLst>
                                          <p:attrName>style.visibility</p:attrName>
                                        </p:attrNameLst>
                                      </p:cBhvr>
                                      <p:to>
                                        <p:strVal val="hidden"/>
                                      </p:to>
                                    </p:set>
                                  </p:childTnLst>
                                </p:cTn>
                              </p:par>
                              <p:par>
                                <p:cTn id="151" presetID="10" presetClass="exit" presetSubtype="0" fill="hold" grpId="2" nodeType="withEffect">
                                  <p:stCondLst>
                                    <p:cond delay="0"/>
                                  </p:stCondLst>
                                  <p:childTnLst>
                                    <p:animEffect transition="out" filter="fade">
                                      <p:cBhvr>
                                        <p:cTn id="152" dur="350" fill="hold"/>
                                        <p:tgtEl>
                                          <p:spTgt spid="33"/>
                                        </p:tgtEl>
                                      </p:cBhvr>
                                    </p:animEffect>
                                    <p:set>
                                      <p:cBhvr>
                                        <p:cTn id="153" dur="1" fill="hold">
                                          <p:stCondLst>
                                            <p:cond delay="350"/>
                                          </p:stCondLst>
                                        </p:cTn>
                                        <p:tgtEl>
                                          <p:spTgt spid="33"/>
                                        </p:tgtEl>
                                        <p:attrNameLst>
                                          <p:attrName>style.visibility</p:attrName>
                                        </p:attrNameLst>
                                      </p:cBhvr>
                                      <p:to>
                                        <p:strVal val="hidden"/>
                                      </p:to>
                                    </p:set>
                                  </p:childTnLst>
                                </p:cTn>
                              </p:par>
                              <p:par>
                                <p:cTn id="154" presetID="10" presetClass="exit" presetSubtype="0" fill="hold" grpId="2" nodeType="withEffect">
                                  <p:stCondLst>
                                    <p:cond delay="0"/>
                                  </p:stCondLst>
                                  <p:childTnLst>
                                    <p:animEffect transition="out" filter="fade">
                                      <p:cBhvr>
                                        <p:cTn id="155" dur="350" fill="hold"/>
                                        <p:tgtEl>
                                          <p:spTgt spid="34"/>
                                        </p:tgtEl>
                                      </p:cBhvr>
                                    </p:animEffect>
                                    <p:set>
                                      <p:cBhvr>
                                        <p:cTn id="156" dur="1" fill="hold">
                                          <p:stCondLst>
                                            <p:cond delay="350"/>
                                          </p:stCondLst>
                                        </p:cTn>
                                        <p:tgtEl>
                                          <p:spTgt spid="34"/>
                                        </p:tgtEl>
                                        <p:attrNameLst>
                                          <p:attrName>style.visibility</p:attrName>
                                        </p:attrNameLst>
                                      </p:cBhvr>
                                      <p:to>
                                        <p:strVal val="hidden"/>
                                      </p:to>
                                    </p:set>
                                  </p:childTnLst>
                                </p:cTn>
                              </p:par>
                              <p:par>
                                <p:cTn id="157" presetID="10" presetClass="exit" presetSubtype="0" fill="hold" grpId="2" nodeType="withEffect">
                                  <p:stCondLst>
                                    <p:cond delay="0"/>
                                  </p:stCondLst>
                                  <p:childTnLst>
                                    <p:animEffect transition="out" filter="fade">
                                      <p:cBhvr>
                                        <p:cTn id="158" dur="350" fill="hold"/>
                                        <p:tgtEl>
                                          <p:spTgt spid="35"/>
                                        </p:tgtEl>
                                      </p:cBhvr>
                                    </p:animEffect>
                                    <p:set>
                                      <p:cBhvr>
                                        <p:cTn id="159" dur="1" fill="hold">
                                          <p:stCondLst>
                                            <p:cond delay="350"/>
                                          </p:stCondLst>
                                        </p:cTn>
                                        <p:tgtEl>
                                          <p:spTgt spid="35"/>
                                        </p:tgtEl>
                                        <p:attrNameLst>
                                          <p:attrName>style.visibility</p:attrName>
                                        </p:attrNameLst>
                                      </p:cBhvr>
                                      <p:to>
                                        <p:strVal val="hidden"/>
                                      </p:to>
                                    </p:set>
                                  </p:childTnLst>
                                </p:cTn>
                              </p:par>
                              <p:par>
                                <p:cTn id="160" presetID="10" presetClass="exit" presetSubtype="0" fill="hold" grpId="2" nodeType="withEffect">
                                  <p:stCondLst>
                                    <p:cond delay="0"/>
                                  </p:stCondLst>
                                  <p:childTnLst>
                                    <p:animEffect transition="out" filter="fade">
                                      <p:cBhvr>
                                        <p:cTn id="161" dur="350" fill="hold"/>
                                        <p:tgtEl>
                                          <p:spTgt spid="36"/>
                                        </p:tgtEl>
                                      </p:cBhvr>
                                    </p:animEffect>
                                    <p:set>
                                      <p:cBhvr>
                                        <p:cTn id="162" dur="1" fill="hold">
                                          <p:stCondLst>
                                            <p:cond delay="350"/>
                                          </p:stCondLst>
                                        </p:cTn>
                                        <p:tgtEl>
                                          <p:spTgt spid="36"/>
                                        </p:tgtEl>
                                        <p:attrNameLst>
                                          <p:attrName>style.visibility</p:attrName>
                                        </p:attrNameLst>
                                      </p:cBhvr>
                                      <p:to>
                                        <p:strVal val="hidden"/>
                                      </p:to>
                                    </p:set>
                                  </p:childTnLst>
                                </p:cTn>
                              </p:par>
                              <p:par>
                                <p:cTn id="163" presetID="10" presetClass="exit" presetSubtype="0" fill="hold" grpId="2" nodeType="withEffect">
                                  <p:stCondLst>
                                    <p:cond delay="0"/>
                                  </p:stCondLst>
                                  <p:childTnLst>
                                    <p:animEffect transition="out" filter="fade">
                                      <p:cBhvr>
                                        <p:cTn id="164" dur="350" fill="hold"/>
                                        <p:tgtEl>
                                          <p:spTgt spid="37"/>
                                        </p:tgtEl>
                                      </p:cBhvr>
                                    </p:animEffect>
                                    <p:set>
                                      <p:cBhvr>
                                        <p:cTn id="165" dur="1" fill="hold">
                                          <p:stCondLst>
                                            <p:cond delay="350"/>
                                          </p:stCondLst>
                                        </p:cTn>
                                        <p:tgtEl>
                                          <p:spTgt spid="37"/>
                                        </p:tgtEl>
                                        <p:attrNameLst>
                                          <p:attrName>style.visibility</p:attrName>
                                        </p:attrNameLst>
                                      </p:cBhvr>
                                      <p:to>
                                        <p:strVal val="hidden"/>
                                      </p:to>
                                    </p:set>
                                  </p:childTnLst>
                                </p:cTn>
                              </p:par>
                              <p:par>
                                <p:cTn id="166" presetID="10" presetClass="exit" presetSubtype="0" fill="hold" grpId="2" nodeType="withEffect">
                                  <p:stCondLst>
                                    <p:cond delay="0"/>
                                  </p:stCondLst>
                                  <p:childTnLst>
                                    <p:animEffect transition="out" filter="fade">
                                      <p:cBhvr>
                                        <p:cTn id="167" dur="350" fill="hold"/>
                                        <p:tgtEl>
                                          <p:spTgt spid="38"/>
                                        </p:tgtEl>
                                      </p:cBhvr>
                                    </p:animEffect>
                                    <p:set>
                                      <p:cBhvr>
                                        <p:cTn id="168" dur="1" fill="hold">
                                          <p:stCondLst>
                                            <p:cond delay="350"/>
                                          </p:stCondLst>
                                        </p:cTn>
                                        <p:tgtEl>
                                          <p:spTgt spid="38"/>
                                        </p:tgtEl>
                                        <p:attrNameLst>
                                          <p:attrName>style.visibility</p:attrName>
                                        </p:attrNameLst>
                                      </p:cBhvr>
                                      <p:to>
                                        <p:strVal val="hidden"/>
                                      </p:to>
                                    </p:set>
                                  </p:childTnLst>
                                </p:cTn>
                              </p:par>
                              <p:par>
                                <p:cTn id="169" presetID="10" presetClass="exit" presetSubtype="0" fill="hold" grpId="2" nodeType="withEffect">
                                  <p:stCondLst>
                                    <p:cond delay="0"/>
                                  </p:stCondLst>
                                  <p:childTnLst>
                                    <p:animEffect transition="out" filter="fade">
                                      <p:cBhvr>
                                        <p:cTn id="170" dur="350" fill="hold"/>
                                        <p:tgtEl>
                                          <p:spTgt spid="39"/>
                                        </p:tgtEl>
                                      </p:cBhvr>
                                    </p:animEffect>
                                    <p:set>
                                      <p:cBhvr>
                                        <p:cTn id="171" dur="1" fill="hold">
                                          <p:stCondLst>
                                            <p:cond delay="350"/>
                                          </p:stCondLst>
                                        </p:cTn>
                                        <p:tgtEl>
                                          <p:spTgt spid="39"/>
                                        </p:tgtEl>
                                        <p:attrNameLst>
                                          <p:attrName>style.visibility</p:attrName>
                                        </p:attrNameLst>
                                      </p:cBhvr>
                                      <p:to>
                                        <p:strVal val="hidden"/>
                                      </p:to>
                                    </p:set>
                                  </p:childTnLst>
                                </p:cTn>
                              </p:par>
                              <p:par>
                                <p:cTn id="172" presetID="10" presetClass="exit" presetSubtype="0" fill="hold" grpId="2" nodeType="withEffect">
                                  <p:stCondLst>
                                    <p:cond delay="0"/>
                                  </p:stCondLst>
                                  <p:childTnLst>
                                    <p:animEffect transition="out" filter="fade">
                                      <p:cBhvr>
                                        <p:cTn id="173" dur="350" fill="hold"/>
                                        <p:tgtEl>
                                          <p:spTgt spid="40"/>
                                        </p:tgtEl>
                                      </p:cBhvr>
                                    </p:animEffect>
                                    <p:set>
                                      <p:cBhvr>
                                        <p:cTn id="174" dur="1" fill="hold">
                                          <p:stCondLst>
                                            <p:cond delay="350"/>
                                          </p:stCondLst>
                                        </p:cTn>
                                        <p:tgtEl>
                                          <p:spTgt spid="40"/>
                                        </p:tgtEl>
                                        <p:attrNameLst>
                                          <p:attrName>style.visibility</p:attrName>
                                        </p:attrNameLst>
                                      </p:cBhvr>
                                      <p:to>
                                        <p:strVal val="hidden"/>
                                      </p:to>
                                    </p:set>
                                  </p:childTnLst>
                                </p:cTn>
                              </p:par>
                              <p:par>
                                <p:cTn id="175" presetID="10" presetClass="entr" presetSubtype="0" fill="hold" grpId="2" nodeType="withEffect">
                                  <p:stCondLst>
                                    <p:cond delay="0"/>
                                  </p:stCondLst>
                                  <p:childTnLst>
                                    <p:animEffect transition="in" filter="fade">
                                      <p:cBhvr>
                                        <p:cTn id="176" dur="350" fill="hold"/>
                                        <p:tgtEl>
                                          <p:spTgt spid="41"/>
                                        </p:tgtEl>
                                      </p:cBhvr>
                                    </p:animEffect>
                                    <p:set>
                                      <p:cBhvr>
                                        <p:cTn id="177" dur="1" fill="hold">
                                          <p:stCondLst>
                                            <p:cond delay="0"/>
                                          </p:stCondLst>
                                        </p:cTn>
                                        <p:tgtEl>
                                          <p:spTgt spid="41"/>
                                        </p:tgtEl>
                                        <p:attrNameLst>
                                          <p:attrName>style.visibility</p:attrName>
                                        </p:attrNameLst>
                                      </p:cBhvr>
                                      <p:to>
                                        <p:strVal val="visible"/>
                                      </p:to>
                                    </p:set>
                                  </p:childTnLst>
                                </p:cTn>
                              </p:par>
                              <p:par>
                                <p:cTn id="178" presetID="10" presetClass="entr" presetSubtype="0" fill="hold" grpId="2" nodeType="withEffect">
                                  <p:stCondLst>
                                    <p:cond delay="0"/>
                                  </p:stCondLst>
                                  <p:childTnLst>
                                    <p:animEffect transition="in" filter="fade">
                                      <p:cBhvr>
                                        <p:cTn id="179" dur="350" fill="hold"/>
                                        <p:tgtEl>
                                          <p:spTgt spid="42"/>
                                        </p:tgtEl>
                                      </p:cBhvr>
                                    </p:animEffect>
                                    <p:set>
                                      <p:cBhvr>
                                        <p:cTn id="180" dur="1" fill="hold">
                                          <p:stCondLst>
                                            <p:cond delay="0"/>
                                          </p:stCondLst>
                                        </p:cTn>
                                        <p:tgtEl>
                                          <p:spTgt spid="42"/>
                                        </p:tgtEl>
                                        <p:attrNameLst>
                                          <p:attrName>style.visibility</p:attrName>
                                        </p:attrNameLst>
                                      </p:cBhvr>
                                      <p:to>
                                        <p:strVal val="visible"/>
                                      </p:to>
                                    </p:set>
                                  </p:childTnLst>
                                </p:cTn>
                              </p:par>
                              <p:par>
                                <p:cTn id="181" presetID="10" presetClass="entr" presetSubtype="0" fill="hold" grpId="2" nodeType="withEffect">
                                  <p:stCondLst>
                                    <p:cond delay="0"/>
                                  </p:stCondLst>
                                  <p:childTnLst>
                                    <p:animEffect transition="in" filter="fade">
                                      <p:cBhvr>
                                        <p:cTn id="182" dur="350" fill="hold"/>
                                        <p:tgtEl>
                                          <p:spTgt spid="43"/>
                                        </p:tgtEl>
                                      </p:cBhvr>
                                    </p:animEffect>
                                    <p:set>
                                      <p:cBhvr>
                                        <p:cTn id="183" dur="1" fill="hold">
                                          <p:stCondLst>
                                            <p:cond delay="0"/>
                                          </p:stCondLst>
                                        </p:cTn>
                                        <p:tgtEl>
                                          <p:spTgt spid="43"/>
                                        </p:tgtEl>
                                        <p:attrNameLst>
                                          <p:attrName>style.visibility</p:attrName>
                                        </p:attrNameLst>
                                      </p:cBhvr>
                                      <p:to>
                                        <p:strVal val="visible"/>
                                      </p:to>
                                    </p:set>
                                  </p:childTnLst>
                                </p:cTn>
                              </p:par>
                              <p:par>
                                <p:cTn id="184" presetID="10" presetClass="entr" presetSubtype="0" fill="hold" grpId="2" nodeType="withEffect">
                                  <p:stCondLst>
                                    <p:cond delay="0"/>
                                  </p:stCondLst>
                                  <p:childTnLst>
                                    <p:animEffect transition="in" filter="fade">
                                      <p:cBhvr>
                                        <p:cTn id="185" dur="350" fill="hold"/>
                                        <p:tgtEl>
                                          <p:spTgt spid="44"/>
                                        </p:tgtEl>
                                      </p:cBhvr>
                                    </p:animEffect>
                                    <p:set>
                                      <p:cBhvr>
                                        <p:cTn id="186"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2026-10-28T17:49:22.8960000Z</dcterms:created>
  <dcterms:modified xsi:type="dcterms:W3CDTF">2026-10-28T17:49:22.8960000Z</dcterms:modified>
</coreProperties>
</file>