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d76d665edf4276" /><Relationship Type="http://schemas.openxmlformats.org/officeDocument/2006/relationships/extended-properties" Target="/docProps/app.xml" Id="R561c48cb407d4911" /><Relationship Type="http://schemas.openxmlformats.org/officeDocument/2006/relationships/officeDocument" Target="/ppt/presentation.xml" Id="Rc9c952ed8c84464b" /></Relationships>
</file>

<file path=ppt/presentation.xml><?xml version="1.0" encoding="utf-8"?>
<p:presentation xmlns:p="http://schemas.openxmlformats.org/presentationml/2006/main">
  <p:sldMasterIdLst>
    <p:sldMasterId xmlns:r="http://schemas.openxmlformats.org/officeDocument/2006/relationships" id="2147483648" r:id="Rd1293a8aafaa434a"/>
  </p:sldMasterIdLst>
  <p:notesMasterIdLst>
    <p:notesMasterId xmlns:r="http://schemas.openxmlformats.org/officeDocument/2006/relationships" r:id="R998665f3341e4381"/>
  </p:notesMasterIdLst>
  <p:sldIdLst>
    <p:sldId xmlns:r="http://schemas.openxmlformats.org/officeDocument/2006/relationships" id="256" r:id="Rec388c3d7984476e"/>
    <p:sldId xmlns:r="http://schemas.openxmlformats.org/officeDocument/2006/relationships" id="257" r:id="Raff072da69394006"/>
    <p:sldId xmlns:r="http://schemas.openxmlformats.org/officeDocument/2006/relationships" id="258" r:id="Rb4e99b36b92f422a"/>
    <p:sldId xmlns:r="http://schemas.openxmlformats.org/officeDocument/2006/relationships" id="259" r:id="R6617205047654b26"/>
    <p:sldId xmlns:r="http://schemas.openxmlformats.org/officeDocument/2006/relationships" id="260" r:id="R372a1fcc74cf4e8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e0919d7abd4391" /><Relationship Type="http://schemas.openxmlformats.org/officeDocument/2006/relationships/slideMaster" Target="/ppt/slideMasters/slideMaster1.xml" Id="Rd1293a8aafaa434a" /><Relationship Type="http://schemas.openxmlformats.org/officeDocument/2006/relationships/notesMaster" Target="/ppt/notesMasters/notesMaster1.xml" Id="R998665f3341e4381" /><Relationship Type="http://schemas.openxmlformats.org/officeDocument/2006/relationships/presProps" Target="/ppt/presProps.xml" Id="R30a1c9d64c714a35" /><Relationship Type="http://schemas.openxmlformats.org/officeDocument/2006/relationships/tableStyles" Target="/ppt/tableStyles.xml" Id="R1433362878ce4840" /><Relationship Type="http://schemas.openxmlformats.org/officeDocument/2006/relationships/slide" Target="/ppt/slides/slide1.xml" Id="Rec388c3d7984476e" /><Relationship Type="http://schemas.openxmlformats.org/officeDocument/2006/relationships/slide" Target="/ppt/slides/slide2.xml" Id="Raff072da69394006" /><Relationship Type="http://schemas.openxmlformats.org/officeDocument/2006/relationships/slide" Target="/ppt/slides/slide3.xml" Id="Rb4e99b36b92f422a" /><Relationship Type="http://schemas.openxmlformats.org/officeDocument/2006/relationships/slide" Target="/ppt/slides/slide4.xml" Id="R6617205047654b26" /><Relationship Type="http://schemas.openxmlformats.org/officeDocument/2006/relationships/slide" Target="/ppt/slides/slide5.xml" Id="R372a1fcc74cf4e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0ee760e9ca46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c32515cee2432a" /><Relationship Type="http://schemas.openxmlformats.org/officeDocument/2006/relationships/notesMaster" Target="/ppt/notesMasters/notesMaster1.xml" Id="Raabdc6f2df654d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cb9187f6f7420a" /><Relationship Type="http://schemas.openxmlformats.org/officeDocument/2006/relationships/notesMaster" Target="/ppt/notesMasters/notesMaster1.xml" Id="Rb952aad1187241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45c82579274ab0" /><Relationship Type="http://schemas.openxmlformats.org/officeDocument/2006/relationships/notesMaster" Target="/ppt/notesMasters/notesMaster1.xml" Id="R00e1fb34111b45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cf3500d6ec472c" /><Relationship Type="http://schemas.openxmlformats.org/officeDocument/2006/relationships/notesMaster" Target="/ppt/notesMasters/notesMaster1.xml" Id="R7604e52cb6b948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68f4ead6464427" /><Relationship Type="http://schemas.openxmlformats.org/officeDocument/2006/relationships/notesMaster" Target="/ppt/notesMasters/notesMaster1.xml" Id="R547bcf7d556146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Security Assurance è il processo attraverso cui si verifica che un sistema rispetti determinati requisiti di sicurezza.</a:t>
            </a:r>
          </a:p>
          <a:p xmlns:a="http://schemas.openxmlformats.org/drawingml/2006/main">
            <a:r>
              <a:t>La definizione di un requisito, però, non garantisce che questo venga effettivamente rispettato dal software. È quindi necessario verificarne il comportamento.</a:t>
            </a:r>
          </a:p>
          <a:p xmlns:a="http://schemas.openxmlformats.org/drawingml/2006/main">
            <a:r>
              <a:t>Nel contesto 5G, le funzionalità di rete sono realizzate da componenti software chiamate Network Functions.</a:t>
            </a:r>
          </a:p>
          <a:p xmlns:a="http://schemas.openxmlformats.org/drawingml/2006/main">
            <a:r>
              <a:t>Per verificarne la sicurezza, il 3GPP ha definito le Security Assurance Specifications, o SCAS, che descrivono requisiti e procedure di test.</a:t>
            </a:r>
          </a:p>
          <a:p xmlns:a="http://schemas.openxmlformats.org/drawingml/2006/main">
            <a:r>
              <a:t>I test interagiscono con queste componenti dall’esterno, inviando richieste e osservando le risposte. Le comunicazioni generate possono essere registrate in catture di rete, che costituiscono le evidenze su cui effettuare la verifica.</a:t>
            </a:r>
          </a:p>
          <a:p xmlns:a="http://schemas.openxmlformats.org/drawingml/2006/main">
            <a:r>
              <a:t/>
            </a:r>
          </a:p>
          <a:p xmlns:a="http://schemas.openxmlformats.org/drawingml/2006/main">
            <a:r>
              <a:t>Durata indicativa: 50 secondi.</a:t>
            </a:r>
          </a:p>
          <a:p xmlns:a="http://schemas.openxmlformats.org/drawingml/2006/main">
            <a:r>
              <a:t/>
            </a:r>
          </a:p>
          <a:p xmlns:a="http://schemas.openxmlformats.org/drawingml/2006/main">
            <a:r>
              <a:t>Fonti:</a:t>
            </a:r>
          </a:p>
          <a:p xmlns:a="http://schemas.openxmlformats.org/drawingml/2006/main">
            <a:r>
              <a:t>https://www.etsi.org/deliver/etsi_ts/133500_133599/133518/18.00.00_60/ts_133518v180000p.pdf (ambito e procedure di test)</a:t>
            </a:r>
          </a:p>
          <a:p xmlns:a="http://schemas.openxmlformats.org/drawingml/2006/main">
            <a:r>
              <a:t>https://github.com/desila23/5g-security-assurance-thesis/blob/TESI-LATEX/capitoli/02_capitolo.tex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specifiche SCAS sono però scritte in linguaggio naturale, quindi sono pensate per essere lette e interpretate da un operatore.</a:t>
            </a:r>
          </a:p>
          <a:p xmlns:a="http://schemas.openxmlformats.org/drawingml/2006/main">
            <a:r>
              <a:t>Per automatizzare i test, queste procedure devono essere implementate in codice. Il frammento mostrato rappresenta soltanto lo schema dell’esecuzione.</a:t>
            </a:r>
          </a:p>
          <a:p xmlns:a="http://schemas.openxmlformats.org/drawingml/2006/main">
            <a:r>
              <a:t>Mentre l’esecuzione può cambiare in base al test e all’implementazione della rete, la verifica presenta caratteristiche comuni.</a:t>
            </a:r>
          </a:p>
          <a:p xmlns:a="http://schemas.openxmlformats.org/drawingml/2006/main">
            <a:r>
              <a:t>Analizzando diversi test SCAS, ho individuato due operazioni ricorrenti: selezionare i messaggi rilevanti e verificare che soddisfino le condizioni previste.</a:t>
            </a:r>
          </a:p>
          <a:p xmlns:a="http://schemas.openxmlformats.org/drawingml/2006/main">
            <a:r>
              <a:t>Da questa osservazione nasce la proposta di utilizzare un linguaggio specifico per descrivere i criteri di verifica.</a:t>
            </a:r>
          </a:p>
          <a:p xmlns:a="http://schemas.openxmlformats.org/drawingml/2006/main">
            <a:r>
              <a:t/>
            </a:r>
          </a:p>
          <a:p xmlns:a="http://schemas.openxmlformats.org/drawingml/2006/main">
            <a:r>
              <a:t>Durata indicativa: 50 secondi.</a:t>
            </a:r>
          </a:p>
          <a:p xmlns:a="http://schemas.openxmlformats.org/drawingml/2006/main">
            <a:r>
              <a:t/>
            </a:r>
          </a:p>
          <a:p xmlns:a="http://schemas.openxmlformats.org/drawingml/2006/main">
            <a:r>
              <a:t>Fonti:</a:t>
            </a:r>
          </a:p>
          <a:p xmlns:a="http://schemas.openxmlformats.org/drawingml/2006/main">
            <a:r>
              <a:t>https://www.etsi.org/deliver/etsi_ts/133500_133599/133512/17.03.00_60/ts_133512v170300p.pdf (p. 9, Purpose)</a:t>
            </a:r>
          </a:p>
          <a:p xmlns:a="http://schemas.openxmlformats.org/drawingml/2006/main">
            <a:r>
              <a:t>https://www.etsi.org/deliver/etsi_ts/133500_133599/133514/16.03.00_60/ts_133514v160300p.pdf (p. 8, Purpose)</a:t>
            </a:r>
          </a:p>
          <a:p xmlns:a="http://schemas.openxmlformats.org/drawingml/2006/main">
            <a:r>
              <a:t>https://www.etsi.org/deliver/etsi_ts/133500_133599/133518/18.00.00_60/ts_133518v180000p.pdf (p. 8, Expected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Partendo da questa analisi, ho sviluppato due componenti.</a:t>
            </a:r>
          </a:p>
          <a:p xmlns:a="http://schemas.openxmlformats.org/drawingml/2006/main">
            <a:r>
              <a:t>Il primo è un Domain-Specific Language, un linguaggio che permette di rappresentare i criteri di verifica attraverso costrutti riutilizzabili.</a:t>
            </a:r>
          </a:p>
          <a:p xmlns:a="http://schemas.openxmlformats.org/drawingml/2006/main">
            <a:r>
              <a:t>L’esempio è NRF Discovery Authorization: una richiesta di discovery non autorizzata deve ricevere una risposta HTTP 403.</a:t>
            </a:r>
          </a:p>
          <a:p xmlns:a="http://schemas.openxmlformats.org/drawingml/2006/main">
            <a:r>
              <a:t>La SEQUENCE individua richiesta e risposta. Il REQUIRE controlla lo status della risposta. Quella mostrata è la sintassi realmente utilizzata nel progetto. Le regole sono definite esplicitamente, a partire dall’analisi della specifica.</a:t>
            </a:r>
          </a:p>
          <a:p xmlns:a="http://schemas.openxmlformats.org/drawingml/2006/main">
            <a:r>
              <a:t>Il secondo contributo è il sistema che interpreta queste regole ed esegue la verifica.</a:t>
            </a:r>
          </a:p>
          <a:p xmlns:a="http://schemas.openxmlformats.org/drawingml/2006/main">
            <a:r>
              <a:t>Il sistema parte da una cattura PCAP, estrae e normalizza i messaggi, seleziona quelli rilevanti e applica i criteri del DSL.</a:t>
            </a:r>
          </a:p>
          <a:p xmlns:a="http://schemas.openxmlformats.org/drawingml/2006/main">
            <a:r>
              <a:t>La verifica può essere statica oppure temporale, quest’ultima gestita attraverso l’integrazione con MonPoly.</a:t>
            </a:r>
          </a:p>
          <a:p xmlns:a="http://schemas.openxmlformats.org/drawingml/2006/main">
            <a:r>
              <a:t>Infine, produce un report che associa il verdetto alle evidenze utilizzate per determinarlo.</a:t>
            </a:r>
          </a:p>
          <a:p xmlns:a="http://schemas.openxmlformats.org/drawingml/2006/main">
            <a:r>
              <a:t/>
            </a:r>
          </a:p>
          <a:p xmlns:a="http://schemas.openxmlformats.org/drawingml/2006/main">
            <a:r>
              <a:t>Durata indicativa: 75 secondi.</a:t>
            </a:r>
          </a:p>
          <a:p xmlns:a="http://schemas.openxmlformats.org/drawingml/2006/main">
            <a:r>
              <a:t/>
            </a:r>
          </a:p>
          <a:p xmlns:a="http://schemas.openxmlformats.org/drawingml/2006/main">
            <a:r>
              <a:t>Fonti:</a:t>
            </a:r>
          </a:p>
          <a:p xmlns:a="http://schemas.openxmlformats.org/drawingml/2006/main">
            <a:r>
              <a:t>https://github.com/desila23/5g-security-assurance-thesis/blob/main/dsl/nrf_sequence_test.dsl</a:t>
            </a:r>
          </a:p>
          <a:p xmlns:a="http://schemas.openxmlformats.org/drawingml/2006/main">
            <a:r>
              <a:t>https://github.com/desila23/5g-security-assurance-thesis/blob/main/config/tests.json</a:t>
            </a:r>
          </a:p>
          <a:p xmlns:a="http://schemas.openxmlformats.org/drawingml/2006/main">
            <a:r>
              <a:t>https://www.etsi.org/deliver/etsi_ts/133500_133599/133518/18.00.00_60/ts_133518v180000p.pdf</a:t>
            </a:r>
          </a:p>
          <a:p xmlns:a="http://schemas.openxmlformats.org/drawingml/2006/main">
            <a:r>
              <a:t>https://github.com/desila23/5g-security-assurance-thesis/blob/TESI-LATEX/capitoli/05_capitolo.tex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sistema è stato valutato su 16 catture di traffico relative a diversi test SCAS.</a:t>
            </a:r>
          </a:p>
          <a:p xmlns:a="http://schemas.openxmlformats.org/drawingml/2006/main">
            <a:r>
              <a:t>Le catture provengono da due implementazioni 5G open source, Open5GS e free5GC. Sono state prodotte separatamente dal verificatore. Per le prove NRF e UDM sono stati adattati alcuni componenti di ScasDK.</a:t>
            </a:r>
          </a:p>
          <a:p xmlns:a="http://schemas.openxmlformats.org/drawingml/2006/main">
            <a:r>
              <a:t>Il mio sistema non genera quindi le evidenze, ma valuta quelle già ottenute.</a:t>
            </a:r>
          </a:p>
          <a:p xmlns:a="http://schemas.openxmlformats.org/drawingml/2006/main">
            <a:r>
              <a:t>Dei 16 casi, 12 hanno prodotto PASS, uno FAIL e tre INCONCLUSIVE.</a:t>
            </a:r>
          </a:p>
          <a:p xmlns:a="http://schemas.openxmlformats.org/drawingml/2006/main">
            <a:r>
              <a:t>Questi risultati sono coerenti con il comportamento osservato nelle singole catture. Nel caso NRF, il FAIL rileva una risposta HTTP 200 dove il criterio richiede 403. Nei tre casi INCONCLUSIVE, le evidenze disponibili non consentono una conclusione.</a:t>
            </a:r>
          </a:p>
          <a:p xmlns:a="http://schemas.openxmlformats.org/drawingml/2006/main">
            <a:r>
              <a:t/>
            </a:r>
          </a:p>
          <a:p xmlns:a="http://schemas.openxmlformats.org/drawingml/2006/main">
            <a:r>
              <a:t>Durata indicativa: 55 secondi.</a:t>
            </a:r>
          </a:p>
          <a:p xmlns:a="http://schemas.openxmlformats.org/drawingml/2006/main">
            <a:r>
              <a:t/>
            </a:r>
          </a:p>
          <a:p xmlns:a="http://schemas.openxmlformats.org/drawingml/2006/main">
            <a:r>
              <a:t>Fonti:</a:t>
            </a:r>
          </a:p>
          <a:p xmlns:a="http://schemas.openxmlformats.org/drawingml/2006/main">
            <a:r>
              <a:t>https://github.com/desila23/5g-security-assurance-thesis/blob/TESI-LATEX/capitoli/06_capitolo.tex</a:t>
            </a:r>
          </a:p>
          <a:p xmlns:a="http://schemas.openxmlformats.org/drawingml/2006/main">
            <a:r>
              <a:t>https://github.com/desila23/5g-security-assurance-thesis/blob/gh-pages/5g-thesis-presentation/slides/18-baseline.html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risultati sulle catture originali non sono sufficienti, da soli, a valutare l’affidabilità del verificatore: alcuni test hanno guidato anche lo sviluppo.</a:t>
            </a:r>
          </a:p>
          <a:p xmlns:a="http://schemas.openxmlformats.org/drawingml/2006/main">
            <a:r>
              <a:t>Per questo ho introdotto una fase di mutation testing. Uno strumento separato modifica in modo controllato le catture, che vengono poi valutate con la stessa DSL e la stessa pipeline.</a:t>
            </a:r>
          </a:p>
          <a:p xmlns:a="http://schemas.openxmlformats.org/drawingml/2006/main">
            <a:r>
              <a:t>Riprendendo il caso NRF, nella cattura originale lo status è HTTP 200 e il risultato è FAIL. Modificando lo status in 403, il risultato diventa PASS, come previsto.</a:t>
            </a:r>
          </a:p>
          <a:p xmlns:a="http://schemas.openxmlformats.org/drawingml/2006/main">
            <a:r>
              <a:t>Complessivamente, tutti i 13 scenari completati hanno prodotto il verdetto atteso. Dei 15 previsti, due scenari temporali e combinati AMF Case B non sono stati completati per limiti del mutatore attuale.</a:t>
            </a:r>
          </a:p>
          <a:p xmlns:a="http://schemas.openxmlformats.org/drawingml/2006/main">
            <a:r>
              <a:t>Il lavoro mostra quindi come un DSL e un sistema comune possano produrre verifiche motivate e riproducibili. Un possibile sviluppo futuro riguarda la generalizzazione del mutatore.</a:t>
            </a:r>
          </a:p>
          <a:p xmlns:a="http://schemas.openxmlformats.org/drawingml/2006/main">
            <a:r>
              <a:t/>
            </a:r>
          </a:p>
          <a:p xmlns:a="http://schemas.openxmlformats.org/drawingml/2006/main">
            <a:r>
              <a:t>Durata indicativa: 70 secondi.</a:t>
            </a:r>
          </a:p>
          <a:p xmlns:a="http://schemas.openxmlformats.org/drawingml/2006/main">
            <a:r>
              <a:t/>
            </a:r>
          </a:p>
          <a:p xmlns:a="http://schemas.openxmlformats.org/drawingml/2006/main">
            <a:r>
              <a:t>Fonti:</a:t>
            </a:r>
          </a:p>
          <a:p xmlns:a="http://schemas.openxmlformats.org/drawingml/2006/main">
            <a:r>
              <a:t>https://github.com/desila23/5g-security-assurance-thesis/blob/TESI-LATEX/capitoli/06_capitolo.tex</a:t>
            </a:r>
          </a:p>
          <a:p xmlns:a="http://schemas.openxmlformats.org/drawingml/2006/main">
            <a:r>
              <a:t>https://github.com/desila23/5g-security-assurance-thesis/blob/gh-pages/5g-thesis-presentation/slides/20-risultati-mutazioni.html</a:t>
            </a:r>
          </a:p>
          <a:p xmlns:a="http://schemas.openxmlformats.org/drawingml/2006/main">
            <a:r>
              <a:t>https://github.com/desila23/5g-security-assurance-thesis/blob/main/reports/nrf_disc_auth_slice_report.json</a:t>
            </a:r>
          </a:p>
          <a:p xmlns:a="http://schemas.openxmlformats.org/drawingml/2006/main">
            <a:r>
              <a:t>https://github.com/desila23/5g-security-assurance-thesis/blob/main/reports/nrf_disc_auth_slice_status_mutation/report.json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ea68fc30e34a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307981caba47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02609aebbd43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3a7f4cfac144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0b47f04ba24a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d56a1adb1b43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03FBDE-0908-4FDB-810B-22FBB156471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CEAB4E-F738-4D09-AF3B-7648D8AE978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7AC06F2-0134-4C77-B0A2-9B09BEC9816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975AEA-61AA-4611-95F4-E0101CE21C4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C7B986-C2B6-4C0E-9A2B-876623DADA0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2F3F47-8B8D-4426-BA00-509E1B6120C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5D4B67-8AF3-4983-A16A-C7CD8AAEA9D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B6D1D7-9596-43F0-AD4D-D9C211F256D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005368-49B9-4025-99C9-169F2923DEB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4AD3D4-3C0A-436F-9470-BA5DF6C305A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b6414acc7f4190" /><Relationship Type="http://schemas.openxmlformats.org/officeDocument/2006/relationships/slideLayout" Target="/ppt/slideLayouts/slideLayout1.xml" Id="Rb6937dfb269a49db" /><Relationship Type="http://schemas.openxmlformats.org/officeDocument/2006/relationships/slideLayout" Target="/ppt/slideLayouts/slideLayout2.xml" Id="R5f8dd12c27bf41e8" /><Relationship Type="http://schemas.openxmlformats.org/officeDocument/2006/relationships/slideLayout" Target="/ppt/slideLayouts/slideLayout3.xml" Id="Rba96d112b3144677" /><Relationship Type="http://schemas.openxmlformats.org/officeDocument/2006/relationships/slideLayout" Target="/ppt/slideLayouts/slideLayout4.xml" Id="R078e327b30aa423c" /><Relationship Type="http://schemas.openxmlformats.org/officeDocument/2006/relationships/slideLayout" Target="/ppt/slideLayouts/slideLayout5.xml" Id="Rf6fbd7f0781c4e7b" /><Relationship Type="http://schemas.openxmlformats.org/officeDocument/2006/relationships/slideLayout" Target="/ppt/slideLayouts/slideLayout6.xml" Id="R5054208b17624a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937dfb269a49db"/>
    <p:sldLayoutId xmlns:r="http://schemas.openxmlformats.org/officeDocument/2006/relationships" id="2147483650" r:id="R5f8dd12c27bf41e8"/>
    <p:sldLayoutId xmlns:r="http://schemas.openxmlformats.org/officeDocument/2006/relationships" id="2147483651" r:id="Rba96d112b3144677"/>
    <p:sldLayoutId xmlns:r="http://schemas.openxmlformats.org/officeDocument/2006/relationships" id="2147483652" r:id="R078e327b30aa423c"/>
    <p:sldLayoutId xmlns:r="http://schemas.openxmlformats.org/officeDocument/2006/relationships" id="2147483653" r:id="Rf6fbd7f0781c4e7b"/>
    <p:sldLayoutId xmlns:r="http://schemas.openxmlformats.org/officeDocument/2006/relationships" id="2147483654" r:id="R5054208b17624a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cc27df865845e6" /><Relationship Type="http://schemas.openxmlformats.org/officeDocument/2006/relationships/notesSlide" Target="/ppt/notesSlides/notesSlide1.xml" Id="R11be0c9e8e714f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1ddee11919e4ac0" /><Relationship Type="http://schemas.openxmlformats.org/officeDocument/2006/relationships/notesSlide" Target="/ppt/notesSlides/notesSlide2.xml" Id="R4a0d8c6d052642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da24f372ad4e72" /><Relationship Type="http://schemas.openxmlformats.org/officeDocument/2006/relationships/notesSlide" Target="/ppt/notesSlides/notesSlide3.xml" Id="Rd77425645ec64f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4d7e12a7fc4fbe" /><Relationship Type="http://schemas.openxmlformats.org/officeDocument/2006/relationships/notesSlide" Target="/ppt/notesSlides/notesSlide4.xml" Id="R84303179a42449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50022af44344bb5" /><Relationship Type="http://schemas.openxmlformats.org/officeDocument/2006/relationships/notesSlide" Target="/ppt/notesSlides/notesSlide5.xml" Id="Rf8e33323c7564f4d" /></Relationships>
</file>

<file path=ppt/slides/slide1.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34" name="step0_e1">
            <a:extLst xmlns:a="http://schemas.openxmlformats.org/drawingml/2006/main">
              <a:ext uri="{FF2B5EF4-FFF2-40B4-BE49-F238E27FC236}">
                <a16:creationId xmlns:a16="http://schemas.microsoft.com/office/drawing/2014/main" id="{DD1620CD-E838-431A-9D86-BD40A29E3A82}"/>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IL PROBLEMA</a:t>
            </a:r>
          </a:p>
        </p:txBody>
      </p:sp>
      <p:sp>
        <p:nvSpPr>
          <p:cNvPr id="2" name="step0_e2">
            <a:extLst xmlns:a="http://schemas.openxmlformats.org/drawingml/2006/main">
              <a:ext uri="{FF2B5EF4-FFF2-40B4-BE49-F238E27FC236}">
                <a16:creationId xmlns:a16="http://schemas.microsoft.com/office/drawing/2014/main" id="{A980F356-96D6-46F9-8270-BD8BB49393E9}"/>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01 / 05</a:t>
            </a:r>
          </a:p>
        </p:txBody>
      </p:sp>
      <p:sp>
        <p:nvSpPr>
          <p:cNvPr id="3" name="step0_e3">
            <a:extLst xmlns:a="http://schemas.openxmlformats.org/drawingml/2006/main">
              <a:ext uri="{FF2B5EF4-FFF2-40B4-BE49-F238E27FC236}">
                <a16:creationId xmlns:a16="http://schemas.microsoft.com/office/drawing/2014/main" id="{B694E4C3-DE5D-49CF-BB4B-996DF88F79B1}"/>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Il problema della Security Assurance</a:t>
            </a:r>
          </a:p>
        </p:txBody>
      </p:sp>
      <p:sp>
        <p:nvSpPr>
          <p:cNvPr id="4" name="step0_e4">
            <a:extLst xmlns:a="http://schemas.openxmlformats.org/drawingml/2006/main">
              <a:ext uri="{FF2B5EF4-FFF2-40B4-BE49-F238E27FC236}">
                <a16:creationId xmlns:a16="http://schemas.microsoft.com/office/drawing/2014/main" id="{D9C5E455-544B-4914-8AA1-5E8D56E4D48D}"/>
              </a:ext>
            </a:extLst>
          </p:cNvPr>
          <p:cNvSpPr>
            <a:spLocks xmlns:a="http://schemas.openxmlformats.org/drawingml/2006/main" noGrp="1"/>
          </p:cNvSpPr>
          <p:nvPr/>
        </p:nvSpPr>
        <p:spPr>
          <a:xfrm xmlns:a="http://schemas.openxmlformats.org/drawingml/2006/main">
            <a:off x="1066800" y="2000250"/>
            <a:ext cx="13106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a:solidFill>
                  <a:srgbClr val="52627B"/>
                </a:solidFill>
                <a:latin typeface="Nimbus Sans"/>
                <a:ea typeface="Nimbus Sans"/>
                <a:cs typeface="Nimbus Sans"/>
              </a:defRPr>
            </a:defPPr>
            <a:lvl1pPr algn="l">
              <a:defRPr sz="2175" b="0">
                <a:solidFill>
                  <a:srgbClr val="52627B"/>
                </a:solidFill>
                <a:latin typeface="Nimbus Sans"/>
                <a:ea typeface="Nimbus Sans"/>
                <a:cs typeface="Nimbus Sans"/>
              </a:defRPr>
            </a:lvl1pPr>
            <a:lvl2pPr algn="l">
              <a:defRPr sz="2175" b="0">
                <a:solidFill>
                  <a:srgbClr val="52627B"/>
                </a:solidFill>
                <a:latin typeface="Nimbus Sans"/>
                <a:ea typeface="Nimbus Sans"/>
                <a:cs typeface="Nimbus Sans"/>
              </a:defRPr>
            </a:lvl2pPr>
            <a:lvl3pPr algn="l">
              <a:defRPr sz="2175" b="0">
                <a:solidFill>
                  <a:srgbClr val="52627B"/>
                </a:solidFill>
                <a:latin typeface="Nimbus Sans"/>
                <a:ea typeface="Nimbus Sans"/>
                <a:cs typeface="Nimbus Sans"/>
              </a:defRPr>
            </a:lvl3pPr>
            <a:lvl4pPr algn="l">
              <a:defRPr sz="2175" b="0">
                <a:solidFill>
                  <a:srgbClr val="52627B"/>
                </a:solidFill>
                <a:latin typeface="Nimbus Sans"/>
                <a:ea typeface="Nimbus Sans"/>
                <a:cs typeface="Nimbus Sans"/>
              </a:defRPr>
            </a:lvl4pPr>
            <a:lvl5pPr algn="l">
              <a:defRPr sz="2175" b="0">
                <a:solidFill>
                  <a:srgbClr val="52627B"/>
                </a:solidFill>
                <a:latin typeface="Nimbus Sans"/>
                <a:ea typeface="Nimbus Sans"/>
                <a:cs typeface="Nimbus Sans"/>
              </a:defRPr>
            </a:lvl5pPr>
            <a:lvl6pPr algn="l">
              <a:defRPr sz="2175" b="0">
                <a:solidFill>
                  <a:srgbClr val="52627B"/>
                </a:solidFill>
                <a:latin typeface="Nimbus Sans"/>
                <a:ea typeface="Nimbus Sans"/>
                <a:cs typeface="Nimbus Sans"/>
              </a:defRPr>
            </a:lvl6pPr>
            <a:lvl7pPr algn="l">
              <a:defRPr sz="2175" b="0">
                <a:solidFill>
                  <a:srgbClr val="52627B"/>
                </a:solidFill>
                <a:latin typeface="Nimbus Sans"/>
                <a:ea typeface="Nimbus Sans"/>
                <a:cs typeface="Nimbus Sans"/>
              </a:defRPr>
            </a:lvl7pPr>
            <a:lvl8pPr algn="l">
              <a:defRPr sz="2175" b="0">
                <a:solidFill>
                  <a:srgbClr val="52627B"/>
                </a:solidFill>
                <a:latin typeface="Nimbus Sans"/>
                <a:ea typeface="Nimbus Sans"/>
                <a:cs typeface="Nimbus Sans"/>
              </a:defRPr>
            </a:lvl8pPr>
            <a:lvl9pPr algn="l">
              <a:defRPr sz="2175" b="0">
                <a:solidFill>
                  <a:srgbClr val="52627B"/>
                </a:solidFill>
                <a:latin typeface="Nimbus Sans"/>
                <a:ea typeface="Nimbus Sans"/>
                <a:cs typeface="Nimbus Sans"/>
              </a:defRPr>
            </a:lvl9pPr>
          </a:lstStyle>
          <a:p xmlns:a="http://schemas.openxmlformats.org/drawingml/2006/main">
            <a:pPr algn="l">
              <a:defRPr sz="2175" b="0">
                <a:solidFill>
                  <a:srgbClr val="52627B"/>
                </a:solidFill>
                <a:latin typeface="Nimbus Sans"/>
                <a:ea typeface="Nimbus Sans"/>
                <a:cs typeface="Nimbus Sans"/>
              </a:defRPr>
            </a:pPr>
            <a:r>
              <a:rPr sz="2175" b="0">
                <a:solidFill>
                  <a:srgbClr val="52627B"/>
                </a:solidFill>
                <a:latin typeface="Nimbus Sans"/>
                <a:ea typeface="Nimbus Sans"/>
                <a:cs typeface="Nimbus Sans"/>
              </a:rPr>
              <a:t>Verificare che un sistema rispetti i requisiti di sicurezza previsti.</a:t>
            </a:r>
          </a:p>
        </p:txBody>
      </p:sp>
      <p:sp>
        <p:nvSpPr>
          <p:cNvPr id="5" name="step1_e5">
            <a:extLst xmlns:a="http://schemas.openxmlformats.org/drawingml/2006/main">
              <a:ext uri="{FF2B5EF4-FFF2-40B4-BE49-F238E27FC236}">
                <a16:creationId xmlns:a16="http://schemas.microsoft.com/office/drawing/2014/main" id="{F952B295-CE16-4BA0-81EC-F48F5553C6B0}"/>
              </a:ext>
            </a:extLst>
          </p:cNvPr>
          <p:cNvSpPr>
            <a:spLocks xmlns:a="http://schemas.openxmlformats.org/drawingml/2006/main" noGrp="1"/>
          </p:cNvSpPr>
          <p:nvPr/>
        </p:nvSpPr>
        <p:spPr>
          <a:xfrm xmlns:a="http://schemas.openxmlformats.org/drawingml/2006/main">
            <a:off x="1066800" y="3190875"/>
            <a:ext cx="3619500" cy="123825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7145">
            <a:solidFill>
              <a:srgbClr val="D9E3EF"/>
            </a:solidFill>
            <a:prstDash val="solid"/>
          </a:ln>
        </p:spPr>
      </p:sp>
      <p:sp>
        <p:nvSpPr>
          <p:cNvPr id="6" name="step1_e6">
            <a:extLst xmlns:a="http://schemas.openxmlformats.org/drawingml/2006/main">
              <a:ext uri="{FF2B5EF4-FFF2-40B4-BE49-F238E27FC236}">
                <a16:creationId xmlns:a16="http://schemas.microsoft.com/office/drawing/2014/main" id="{69FFF48D-F3C3-4A2D-A94B-4BFE2A1AE5B9}"/>
              </a:ext>
            </a:extLst>
          </p:cNvPr>
          <p:cNvSpPr>
            <a:spLocks xmlns:a="http://schemas.openxmlformats.org/drawingml/2006/main" noGrp="1"/>
          </p:cNvSpPr>
          <p:nvPr/>
        </p:nvSpPr>
        <p:spPr>
          <a:xfrm xmlns:a="http://schemas.openxmlformats.org/drawingml/2006/main">
            <a:off x="1276350" y="3429000"/>
            <a:ext cx="320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a:solidFill>
                  <a:srgbClr val="182536"/>
                </a:solidFill>
                <a:latin typeface="Nimbus Sans"/>
                <a:ea typeface="Nimbus Sans"/>
                <a:cs typeface="Nimbus Sans"/>
              </a:defRPr>
            </a:defPPr>
            <a:lvl1pPr algn="ctr">
              <a:defRPr sz="2475" b="1">
                <a:solidFill>
                  <a:srgbClr val="182536"/>
                </a:solidFill>
                <a:latin typeface="Nimbus Sans"/>
                <a:ea typeface="Nimbus Sans"/>
                <a:cs typeface="Nimbus Sans"/>
              </a:defRPr>
            </a:lvl1pPr>
            <a:lvl2pPr algn="ctr">
              <a:defRPr sz="2475" b="1">
                <a:solidFill>
                  <a:srgbClr val="182536"/>
                </a:solidFill>
                <a:latin typeface="Nimbus Sans"/>
                <a:ea typeface="Nimbus Sans"/>
                <a:cs typeface="Nimbus Sans"/>
              </a:defRPr>
            </a:lvl2pPr>
            <a:lvl3pPr algn="ctr">
              <a:defRPr sz="2475" b="1">
                <a:solidFill>
                  <a:srgbClr val="182536"/>
                </a:solidFill>
                <a:latin typeface="Nimbus Sans"/>
                <a:ea typeface="Nimbus Sans"/>
                <a:cs typeface="Nimbus Sans"/>
              </a:defRPr>
            </a:lvl3pPr>
            <a:lvl4pPr algn="ctr">
              <a:defRPr sz="2475" b="1">
                <a:solidFill>
                  <a:srgbClr val="182536"/>
                </a:solidFill>
                <a:latin typeface="Nimbus Sans"/>
                <a:ea typeface="Nimbus Sans"/>
                <a:cs typeface="Nimbus Sans"/>
              </a:defRPr>
            </a:lvl4pPr>
            <a:lvl5pPr algn="ctr">
              <a:defRPr sz="2475" b="1">
                <a:solidFill>
                  <a:srgbClr val="182536"/>
                </a:solidFill>
                <a:latin typeface="Nimbus Sans"/>
                <a:ea typeface="Nimbus Sans"/>
                <a:cs typeface="Nimbus Sans"/>
              </a:defRPr>
            </a:lvl5pPr>
            <a:lvl6pPr algn="ctr">
              <a:defRPr sz="2475" b="1">
                <a:solidFill>
                  <a:srgbClr val="182536"/>
                </a:solidFill>
                <a:latin typeface="Nimbus Sans"/>
                <a:ea typeface="Nimbus Sans"/>
                <a:cs typeface="Nimbus Sans"/>
              </a:defRPr>
            </a:lvl6pPr>
            <a:lvl7pPr algn="ctr">
              <a:defRPr sz="2475" b="1">
                <a:solidFill>
                  <a:srgbClr val="182536"/>
                </a:solidFill>
                <a:latin typeface="Nimbus Sans"/>
                <a:ea typeface="Nimbus Sans"/>
                <a:cs typeface="Nimbus Sans"/>
              </a:defRPr>
            </a:lvl7pPr>
            <a:lvl8pPr algn="ctr">
              <a:defRPr sz="2475" b="1">
                <a:solidFill>
                  <a:srgbClr val="182536"/>
                </a:solidFill>
                <a:latin typeface="Nimbus Sans"/>
                <a:ea typeface="Nimbus Sans"/>
                <a:cs typeface="Nimbus Sans"/>
              </a:defRPr>
            </a:lvl8pPr>
            <a:lvl9pPr algn="ctr">
              <a:defRPr sz="2475" b="1">
                <a:solidFill>
                  <a:srgbClr val="182536"/>
                </a:solidFill>
                <a:latin typeface="Nimbus Sans"/>
                <a:ea typeface="Nimbus Sans"/>
                <a:cs typeface="Nimbus Sans"/>
              </a:defRPr>
            </a:lvl9pPr>
          </a:lstStyle>
          <a:p xmlns:a="http://schemas.openxmlformats.org/drawingml/2006/main">
            <a:pPr algn="ctr">
              <a:defRPr sz="2475" b="1">
                <a:solidFill>
                  <a:srgbClr val="182536"/>
                </a:solidFill>
                <a:latin typeface="Nimbus Sans"/>
                <a:ea typeface="Nimbus Sans"/>
                <a:cs typeface="Nimbus Sans"/>
              </a:defRPr>
            </a:pPr>
            <a:r>
              <a:rPr sz="2475" b="1">
                <a:solidFill>
                  <a:srgbClr val="182536"/>
                </a:solidFill>
                <a:latin typeface="Nimbus Sans"/>
                <a:ea typeface="Nimbus Sans"/>
                <a:cs typeface="Nimbus Sans"/>
              </a:rPr>
              <a:t>Requisito di sicurezza</a:t>
            </a:r>
          </a:p>
        </p:txBody>
      </p:sp>
      <p:sp>
        <p:nvSpPr>
          <p:cNvPr id="7" name="step1_e7">
            <a:extLst xmlns:a="http://schemas.openxmlformats.org/drawingml/2006/main">
              <a:ext uri="{FF2B5EF4-FFF2-40B4-BE49-F238E27FC236}">
                <a16:creationId xmlns:a16="http://schemas.microsoft.com/office/drawing/2014/main" id="{990C0A83-8411-493D-A68C-775AA53C90CA}"/>
              </a:ext>
            </a:extLst>
          </p:cNvPr>
          <p:cNvSpPr>
            <a:spLocks xmlns:a="http://schemas.openxmlformats.org/drawingml/2006/main" noGrp="1"/>
          </p:cNvSpPr>
          <p:nvPr/>
        </p:nvSpPr>
        <p:spPr>
          <a:xfrm xmlns:a="http://schemas.openxmlformats.org/drawingml/2006/main">
            <a:off x="1257300" y="3943350"/>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Comportamento richiesto</a:t>
            </a:r>
          </a:p>
        </p:txBody>
      </p:sp>
      <p:sp>
        <p:nvSpPr>
          <p:cNvPr id="8" name="step2_e8">
            <a:extLst xmlns:a="http://schemas.openxmlformats.org/drawingml/2006/main">
              <a:ext uri="{FF2B5EF4-FFF2-40B4-BE49-F238E27FC236}">
                <a16:creationId xmlns:a16="http://schemas.microsoft.com/office/drawing/2014/main" id="{EFCEAE01-DEA1-4A65-8D4B-97AD29DAFA9B}"/>
              </a:ext>
            </a:extLst>
          </p:cNvPr>
          <p:cNvSpPr>
            <a:spLocks xmlns:a="http://schemas.openxmlformats.org/drawingml/2006/main" noGrp="1"/>
          </p:cNvSpPr>
          <p:nvPr/>
        </p:nvSpPr>
        <p:spPr>
          <a:xfrm xmlns:a="http://schemas.openxmlformats.org/drawingml/2006/main" flipH="0">
            <a:off x="4953000" y="3705225"/>
            <a:ext cx="552450" cy="190500"/>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9" name="step2_e9">
            <a:extLst xmlns:a="http://schemas.openxmlformats.org/drawingml/2006/main">
              <a:ext uri="{FF2B5EF4-FFF2-40B4-BE49-F238E27FC236}">
                <a16:creationId xmlns:a16="http://schemas.microsoft.com/office/drawing/2014/main" id="{7DD39C00-2AA5-4807-8618-E4AA8E6B9277}"/>
              </a:ext>
            </a:extLst>
          </p:cNvPr>
          <p:cNvSpPr>
            <a:spLocks xmlns:a="http://schemas.openxmlformats.org/drawingml/2006/main" noGrp="1"/>
          </p:cNvSpPr>
          <p:nvPr/>
        </p:nvSpPr>
        <p:spPr>
          <a:xfrm xmlns:a="http://schemas.openxmlformats.org/drawingml/2006/main">
            <a:off x="5810250" y="3190875"/>
            <a:ext cx="3619500" cy="123825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7145">
            <a:solidFill>
              <a:srgbClr val="D9E3EF"/>
            </a:solidFill>
            <a:prstDash val="solid"/>
          </a:ln>
        </p:spPr>
      </p:sp>
      <p:sp>
        <p:nvSpPr>
          <p:cNvPr id="10" name="step2_e10">
            <a:extLst xmlns:a="http://schemas.openxmlformats.org/drawingml/2006/main">
              <a:ext uri="{FF2B5EF4-FFF2-40B4-BE49-F238E27FC236}">
                <a16:creationId xmlns:a16="http://schemas.microsoft.com/office/drawing/2014/main" id="{04AF1DA5-4FE0-42CA-81BF-ADC14359FEB9}"/>
              </a:ext>
            </a:extLst>
          </p:cNvPr>
          <p:cNvSpPr>
            <a:spLocks xmlns:a="http://schemas.openxmlformats.org/drawingml/2006/main" noGrp="1"/>
          </p:cNvSpPr>
          <p:nvPr/>
        </p:nvSpPr>
        <p:spPr>
          <a:xfrm xmlns:a="http://schemas.openxmlformats.org/drawingml/2006/main">
            <a:off x="6019800" y="3429000"/>
            <a:ext cx="320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a:solidFill>
                  <a:srgbClr val="182536"/>
                </a:solidFill>
                <a:latin typeface="Nimbus Sans"/>
                <a:ea typeface="Nimbus Sans"/>
                <a:cs typeface="Nimbus Sans"/>
              </a:defRPr>
            </a:defPPr>
            <a:lvl1pPr algn="ctr">
              <a:defRPr sz="2475" b="1">
                <a:solidFill>
                  <a:srgbClr val="182536"/>
                </a:solidFill>
                <a:latin typeface="Nimbus Sans"/>
                <a:ea typeface="Nimbus Sans"/>
                <a:cs typeface="Nimbus Sans"/>
              </a:defRPr>
            </a:lvl1pPr>
            <a:lvl2pPr algn="ctr">
              <a:defRPr sz="2475" b="1">
                <a:solidFill>
                  <a:srgbClr val="182536"/>
                </a:solidFill>
                <a:latin typeface="Nimbus Sans"/>
                <a:ea typeface="Nimbus Sans"/>
                <a:cs typeface="Nimbus Sans"/>
              </a:defRPr>
            </a:lvl2pPr>
            <a:lvl3pPr algn="ctr">
              <a:defRPr sz="2475" b="1">
                <a:solidFill>
                  <a:srgbClr val="182536"/>
                </a:solidFill>
                <a:latin typeface="Nimbus Sans"/>
                <a:ea typeface="Nimbus Sans"/>
                <a:cs typeface="Nimbus Sans"/>
              </a:defRPr>
            </a:lvl3pPr>
            <a:lvl4pPr algn="ctr">
              <a:defRPr sz="2475" b="1">
                <a:solidFill>
                  <a:srgbClr val="182536"/>
                </a:solidFill>
                <a:latin typeface="Nimbus Sans"/>
                <a:ea typeface="Nimbus Sans"/>
                <a:cs typeface="Nimbus Sans"/>
              </a:defRPr>
            </a:lvl4pPr>
            <a:lvl5pPr algn="ctr">
              <a:defRPr sz="2475" b="1">
                <a:solidFill>
                  <a:srgbClr val="182536"/>
                </a:solidFill>
                <a:latin typeface="Nimbus Sans"/>
                <a:ea typeface="Nimbus Sans"/>
                <a:cs typeface="Nimbus Sans"/>
              </a:defRPr>
            </a:lvl5pPr>
            <a:lvl6pPr algn="ctr">
              <a:defRPr sz="2475" b="1">
                <a:solidFill>
                  <a:srgbClr val="182536"/>
                </a:solidFill>
                <a:latin typeface="Nimbus Sans"/>
                <a:ea typeface="Nimbus Sans"/>
                <a:cs typeface="Nimbus Sans"/>
              </a:defRPr>
            </a:lvl6pPr>
            <a:lvl7pPr algn="ctr">
              <a:defRPr sz="2475" b="1">
                <a:solidFill>
                  <a:srgbClr val="182536"/>
                </a:solidFill>
                <a:latin typeface="Nimbus Sans"/>
                <a:ea typeface="Nimbus Sans"/>
                <a:cs typeface="Nimbus Sans"/>
              </a:defRPr>
            </a:lvl7pPr>
            <a:lvl8pPr algn="ctr">
              <a:defRPr sz="2475" b="1">
                <a:solidFill>
                  <a:srgbClr val="182536"/>
                </a:solidFill>
                <a:latin typeface="Nimbus Sans"/>
                <a:ea typeface="Nimbus Sans"/>
                <a:cs typeface="Nimbus Sans"/>
              </a:defRPr>
            </a:lvl8pPr>
            <a:lvl9pPr algn="ctr">
              <a:defRPr sz="2475" b="1">
                <a:solidFill>
                  <a:srgbClr val="182536"/>
                </a:solidFill>
                <a:latin typeface="Nimbus Sans"/>
                <a:ea typeface="Nimbus Sans"/>
                <a:cs typeface="Nimbus Sans"/>
              </a:defRPr>
            </a:lvl9pPr>
          </a:lstStyle>
          <a:p xmlns:a="http://schemas.openxmlformats.org/drawingml/2006/main">
            <a:pPr algn="ctr">
              <a:defRPr sz="2475" b="1">
                <a:solidFill>
                  <a:srgbClr val="182536"/>
                </a:solidFill>
                <a:latin typeface="Nimbus Sans"/>
                <a:ea typeface="Nimbus Sans"/>
                <a:cs typeface="Nimbus Sans"/>
              </a:defRPr>
            </a:pPr>
            <a:r>
              <a:rPr sz="2475" b="1">
                <a:solidFill>
                  <a:srgbClr val="182536"/>
                </a:solidFill>
                <a:latin typeface="Nimbus Sans"/>
                <a:ea typeface="Nimbus Sans"/>
                <a:cs typeface="Nimbus Sans"/>
              </a:rPr>
              <a:t>Software</a:t>
            </a:r>
          </a:p>
        </p:txBody>
      </p:sp>
      <p:sp>
        <p:nvSpPr>
          <p:cNvPr id="11" name="step2_e11">
            <a:extLst xmlns:a="http://schemas.openxmlformats.org/drawingml/2006/main">
              <a:ext uri="{FF2B5EF4-FFF2-40B4-BE49-F238E27FC236}">
                <a16:creationId xmlns:a16="http://schemas.microsoft.com/office/drawing/2014/main" id="{2DACC9C4-4E25-4F8D-9863-DB796CAD197F}"/>
              </a:ext>
            </a:extLst>
          </p:cNvPr>
          <p:cNvSpPr>
            <a:spLocks xmlns:a="http://schemas.openxmlformats.org/drawingml/2006/main" noGrp="1"/>
          </p:cNvSpPr>
          <p:nvPr/>
        </p:nvSpPr>
        <p:spPr>
          <a:xfrm xmlns:a="http://schemas.openxmlformats.org/drawingml/2006/main">
            <a:off x="6000750" y="3943350"/>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Comportamento implementato</a:t>
            </a:r>
          </a:p>
        </p:txBody>
      </p:sp>
      <p:sp>
        <p:nvSpPr>
          <p:cNvPr id="12" name="step3_e12">
            <a:extLst xmlns:a="http://schemas.openxmlformats.org/drawingml/2006/main">
              <a:ext uri="{FF2B5EF4-FFF2-40B4-BE49-F238E27FC236}">
                <a16:creationId xmlns:a16="http://schemas.microsoft.com/office/drawing/2014/main" id="{FC36564B-B3CD-4CAC-A563-25524F76E20D}"/>
              </a:ext>
            </a:extLst>
          </p:cNvPr>
          <p:cNvSpPr>
            <a:spLocks xmlns:a="http://schemas.openxmlformats.org/drawingml/2006/main" noGrp="1"/>
          </p:cNvSpPr>
          <p:nvPr/>
        </p:nvSpPr>
        <p:spPr>
          <a:xfrm xmlns:a="http://schemas.openxmlformats.org/drawingml/2006/main" flipH="0">
            <a:off x="9696450" y="3705225"/>
            <a:ext cx="552450" cy="190500"/>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13" name="step3_e13">
            <a:extLst xmlns:a="http://schemas.openxmlformats.org/drawingml/2006/main">
              <a:ext uri="{FF2B5EF4-FFF2-40B4-BE49-F238E27FC236}">
                <a16:creationId xmlns:a16="http://schemas.microsoft.com/office/drawing/2014/main" id="{22E5CF7C-D378-4C70-B719-52AAC93B8C02}"/>
              </a:ext>
            </a:extLst>
          </p:cNvPr>
          <p:cNvSpPr>
            <a:spLocks xmlns:a="http://schemas.openxmlformats.org/drawingml/2006/main" noGrp="1"/>
          </p:cNvSpPr>
          <p:nvPr/>
        </p:nvSpPr>
        <p:spPr>
          <a:xfrm xmlns:a="http://schemas.openxmlformats.org/drawingml/2006/main">
            <a:off x="10553700" y="3190875"/>
            <a:ext cx="3619500" cy="1238250"/>
          </a:xfrm>
          <a:prstGeom xmlns:a="http://schemas.openxmlformats.org/drawingml/2006/main" prst="roundRect">
            <a:avLst>
              <a:gd name="adj" fmla="val 11538"/>
            </a:avLst>
          </a:prstGeom>
          <a:solidFill xmlns:a="http://schemas.openxmlformats.org/drawingml/2006/main">
            <a:srgbClr val="F0F4FF"/>
          </a:solidFill>
          <a:ln xmlns:a="http://schemas.openxmlformats.org/drawingml/2006/main" w="17145">
            <a:solidFill>
              <a:srgbClr val="D9E3EF"/>
            </a:solidFill>
            <a:prstDash val="solid"/>
          </a:ln>
        </p:spPr>
      </p:sp>
      <p:sp>
        <p:nvSpPr>
          <p:cNvPr id="14" name="step3_e14">
            <a:extLst xmlns:a="http://schemas.openxmlformats.org/drawingml/2006/main">
              <a:ext uri="{FF2B5EF4-FFF2-40B4-BE49-F238E27FC236}">
                <a16:creationId xmlns:a16="http://schemas.microsoft.com/office/drawing/2014/main" id="{A2645DD3-8724-43AB-B02C-4EB553B35F98}"/>
              </a:ext>
            </a:extLst>
          </p:cNvPr>
          <p:cNvSpPr>
            <a:spLocks xmlns:a="http://schemas.openxmlformats.org/drawingml/2006/main" noGrp="1"/>
          </p:cNvSpPr>
          <p:nvPr/>
        </p:nvSpPr>
        <p:spPr>
          <a:xfrm xmlns:a="http://schemas.openxmlformats.org/drawingml/2006/main">
            <a:off x="10763250" y="3429000"/>
            <a:ext cx="320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a:solidFill>
                  <a:srgbClr val="182536"/>
                </a:solidFill>
                <a:latin typeface="Nimbus Sans"/>
                <a:ea typeface="Nimbus Sans"/>
                <a:cs typeface="Nimbus Sans"/>
              </a:defRPr>
            </a:defPPr>
            <a:lvl1pPr algn="ctr">
              <a:defRPr sz="2475" b="1">
                <a:solidFill>
                  <a:srgbClr val="182536"/>
                </a:solidFill>
                <a:latin typeface="Nimbus Sans"/>
                <a:ea typeface="Nimbus Sans"/>
                <a:cs typeface="Nimbus Sans"/>
              </a:defRPr>
            </a:lvl1pPr>
            <a:lvl2pPr algn="ctr">
              <a:defRPr sz="2475" b="1">
                <a:solidFill>
                  <a:srgbClr val="182536"/>
                </a:solidFill>
                <a:latin typeface="Nimbus Sans"/>
                <a:ea typeface="Nimbus Sans"/>
                <a:cs typeface="Nimbus Sans"/>
              </a:defRPr>
            </a:lvl2pPr>
            <a:lvl3pPr algn="ctr">
              <a:defRPr sz="2475" b="1">
                <a:solidFill>
                  <a:srgbClr val="182536"/>
                </a:solidFill>
                <a:latin typeface="Nimbus Sans"/>
                <a:ea typeface="Nimbus Sans"/>
                <a:cs typeface="Nimbus Sans"/>
              </a:defRPr>
            </a:lvl3pPr>
            <a:lvl4pPr algn="ctr">
              <a:defRPr sz="2475" b="1">
                <a:solidFill>
                  <a:srgbClr val="182536"/>
                </a:solidFill>
                <a:latin typeface="Nimbus Sans"/>
                <a:ea typeface="Nimbus Sans"/>
                <a:cs typeface="Nimbus Sans"/>
              </a:defRPr>
            </a:lvl4pPr>
            <a:lvl5pPr algn="ctr">
              <a:defRPr sz="2475" b="1">
                <a:solidFill>
                  <a:srgbClr val="182536"/>
                </a:solidFill>
                <a:latin typeface="Nimbus Sans"/>
                <a:ea typeface="Nimbus Sans"/>
                <a:cs typeface="Nimbus Sans"/>
              </a:defRPr>
            </a:lvl5pPr>
            <a:lvl6pPr algn="ctr">
              <a:defRPr sz="2475" b="1">
                <a:solidFill>
                  <a:srgbClr val="182536"/>
                </a:solidFill>
                <a:latin typeface="Nimbus Sans"/>
                <a:ea typeface="Nimbus Sans"/>
                <a:cs typeface="Nimbus Sans"/>
              </a:defRPr>
            </a:lvl6pPr>
            <a:lvl7pPr algn="ctr">
              <a:defRPr sz="2475" b="1">
                <a:solidFill>
                  <a:srgbClr val="182536"/>
                </a:solidFill>
                <a:latin typeface="Nimbus Sans"/>
                <a:ea typeface="Nimbus Sans"/>
                <a:cs typeface="Nimbus Sans"/>
              </a:defRPr>
            </a:lvl7pPr>
            <a:lvl8pPr algn="ctr">
              <a:defRPr sz="2475" b="1">
                <a:solidFill>
                  <a:srgbClr val="182536"/>
                </a:solidFill>
                <a:latin typeface="Nimbus Sans"/>
                <a:ea typeface="Nimbus Sans"/>
                <a:cs typeface="Nimbus Sans"/>
              </a:defRPr>
            </a:lvl8pPr>
            <a:lvl9pPr algn="ctr">
              <a:defRPr sz="2475" b="1">
                <a:solidFill>
                  <a:srgbClr val="182536"/>
                </a:solidFill>
                <a:latin typeface="Nimbus Sans"/>
                <a:ea typeface="Nimbus Sans"/>
                <a:cs typeface="Nimbus Sans"/>
              </a:defRPr>
            </a:lvl9pPr>
          </a:lstStyle>
          <a:p xmlns:a="http://schemas.openxmlformats.org/drawingml/2006/main">
            <a:pPr algn="ctr">
              <a:defRPr sz="2475" b="1">
                <a:solidFill>
                  <a:srgbClr val="182536"/>
                </a:solidFill>
                <a:latin typeface="Nimbus Sans"/>
                <a:ea typeface="Nimbus Sans"/>
                <a:cs typeface="Nimbus Sans"/>
              </a:defRPr>
            </a:pPr>
            <a:r>
              <a:rPr sz="2475" b="1">
                <a:solidFill>
                  <a:srgbClr val="182536"/>
                </a:solidFill>
                <a:latin typeface="Nimbus Sans"/>
                <a:ea typeface="Nimbus Sans"/>
                <a:cs typeface="Nimbus Sans"/>
              </a:rPr>
              <a:t>Verifica</a:t>
            </a:r>
          </a:p>
        </p:txBody>
      </p:sp>
      <p:sp>
        <p:nvSpPr>
          <p:cNvPr id="15" name="step3_e15">
            <a:extLst xmlns:a="http://schemas.openxmlformats.org/drawingml/2006/main">
              <a:ext uri="{FF2B5EF4-FFF2-40B4-BE49-F238E27FC236}">
                <a16:creationId xmlns:a16="http://schemas.microsoft.com/office/drawing/2014/main" id="{B9A468A8-A76A-46BF-B563-3AC1641AAD91}"/>
              </a:ext>
            </a:extLst>
          </p:cNvPr>
          <p:cNvSpPr>
            <a:spLocks xmlns:a="http://schemas.openxmlformats.org/drawingml/2006/main" noGrp="1"/>
          </p:cNvSpPr>
          <p:nvPr/>
        </p:nvSpPr>
        <p:spPr>
          <a:xfrm xmlns:a="http://schemas.openxmlformats.org/drawingml/2006/main">
            <a:off x="10744200" y="3943350"/>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Confronto con le evidenze</a:t>
            </a:r>
          </a:p>
        </p:txBody>
      </p:sp>
      <p:sp>
        <p:nvSpPr>
          <p:cNvPr id="16" name="step3_e16">
            <a:extLst xmlns:a="http://schemas.openxmlformats.org/drawingml/2006/main">
              <a:ext uri="{FF2B5EF4-FFF2-40B4-BE49-F238E27FC236}">
                <a16:creationId xmlns:a16="http://schemas.microsoft.com/office/drawing/2014/main" id="{3497302A-0C7D-47DF-892D-4078187EAD42}"/>
              </a:ext>
            </a:extLst>
          </p:cNvPr>
          <p:cNvSpPr>
            <a:spLocks xmlns:a="http://schemas.openxmlformats.org/drawingml/2006/main" noGrp="1"/>
          </p:cNvSpPr>
          <p:nvPr/>
        </p:nvSpPr>
        <p:spPr>
          <a:xfrm xmlns:a="http://schemas.openxmlformats.org/drawingml/2006/main">
            <a:off x="1066800" y="4648200"/>
            <a:ext cx="1310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82536"/>
                </a:solidFill>
                <a:latin typeface="Nimbus Sans"/>
                <a:ea typeface="Nimbus Sans"/>
                <a:cs typeface="Nimbus Sans"/>
              </a:defRPr>
            </a:defPPr>
            <a:lvl1pPr algn="l">
              <a:defRPr sz="2250" b="1">
                <a:solidFill>
                  <a:srgbClr val="182536"/>
                </a:solidFill>
                <a:latin typeface="Nimbus Sans"/>
                <a:ea typeface="Nimbus Sans"/>
                <a:cs typeface="Nimbus Sans"/>
              </a:defRPr>
            </a:lvl1pPr>
            <a:lvl2pPr algn="l">
              <a:defRPr sz="2250" b="1">
                <a:solidFill>
                  <a:srgbClr val="182536"/>
                </a:solidFill>
                <a:latin typeface="Nimbus Sans"/>
                <a:ea typeface="Nimbus Sans"/>
                <a:cs typeface="Nimbus Sans"/>
              </a:defRPr>
            </a:lvl2pPr>
            <a:lvl3pPr algn="l">
              <a:defRPr sz="2250" b="1">
                <a:solidFill>
                  <a:srgbClr val="182536"/>
                </a:solidFill>
                <a:latin typeface="Nimbus Sans"/>
                <a:ea typeface="Nimbus Sans"/>
                <a:cs typeface="Nimbus Sans"/>
              </a:defRPr>
            </a:lvl3pPr>
            <a:lvl4pPr algn="l">
              <a:defRPr sz="2250" b="1">
                <a:solidFill>
                  <a:srgbClr val="182536"/>
                </a:solidFill>
                <a:latin typeface="Nimbus Sans"/>
                <a:ea typeface="Nimbus Sans"/>
                <a:cs typeface="Nimbus Sans"/>
              </a:defRPr>
            </a:lvl4pPr>
            <a:lvl5pPr algn="l">
              <a:defRPr sz="2250" b="1">
                <a:solidFill>
                  <a:srgbClr val="182536"/>
                </a:solidFill>
                <a:latin typeface="Nimbus Sans"/>
                <a:ea typeface="Nimbus Sans"/>
                <a:cs typeface="Nimbus Sans"/>
              </a:defRPr>
            </a:lvl5pPr>
            <a:lvl6pPr algn="l">
              <a:defRPr sz="2250" b="1">
                <a:solidFill>
                  <a:srgbClr val="182536"/>
                </a:solidFill>
                <a:latin typeface="Nimbus Sans"/>
                <a:ea typeface="Nimbus Sans"/>
                <a:cs typeface="Nimbus Sans"/>
              </a:defRPr>
            </a:lvl6pPr>
            <a:lvl7pPr algn="l">
              <a:defRPr sz="2250" b="1">
                <a:solidFill>
                  <a:srgbClr val="182536"/>
                </a:solidFill>
                <a:latin typeface="Nimbus Sans"/>
                <a:ea typeface="Nimbus Sans"/>
                <a:cs typeface="Nimbus Sans"/>
              </a:defRPr>
            </a:lvl7pPr>
            <a:lvl8pPr algn="l">
              <a:defRPr sz="2250" b="1">
                <a:solidFill>
                  <a:srgbClr val="182536"/>
                </a:solidFill>
                <a:latin typeface="Nimbus Sans"/>
                <a:ea typeface="Nimbus Sans"/>
                <a:cs typeface="Nimbus Sans"/>
              </a:defRPr>
            </a:lvl8pPr>
            <a:lvl9pPr algn="l">
              <a:defRPr sz="2250" b="1">
                <a:solidFill>
                  <a:srgbClr val="182536"/>
                </a:solidFill>
                <a:latin typeface="Nimbus Sans"/>
                <a:ea typeface="Nimbus Sans"/>
                <a:cs typeface="Nimbus Sans"/>
              </a:defRPr>
            </a:lvl9pPr>
          </a:lstStyle>
          <a:p xmlns:a="http://schemas.openxmlformats.org/drawingml/2006/main">
            <a:pPr algn="l">
              <a:defRPr sz="2250" b="1">
                <a:solidFill>
                  <a:srgbClr val="182536"/>
                </a:solidFill>
                <a:latin typeface="Nimbus Sans"/>
                <a:ea typeface="Nimbus Sans"/>
                <a:cs typeface="Nimbus Sans"/>
              </a:defRPr>
            </a:pPr>
            <a:r>
              <a:rPr sz="2250" b="1">
                <a:solidFill>
                  <a:srgbClr val="182536"/>
                </a:solidFill>
                <a:latin typeface="Nimbus Sans"/>
                <a:ea typeface="Nimbus Sans"/>
                <a:cs typeface="Nimbus Sans"/>
              </a:rPr>
              <a:t>Definire un requisito non garantisce che il software lo rispetti.</a:t>
            </a:r>
          </a:p>
        </p:txBody>
      </p:sp>
      <p:sp>
        <p:nvSpPr>
          <p:cNvPr id="17" name="step4_e17">
            <a:extLst xmlns:a="http://schemas.openxmlformats.org/drawingml/2006/main">
              <a:ext uri="{FF2B5EF4-FFF2-40B4-BE49-F238E27FC236}">
                <a16:creationId xmlns:a16="http://schemas.microsoft.com/office/drawing/2014/main" id="{03BFF5C6-9153-4E2C-A3B9-26BA552E9760}"/>
              </a:ext>
            </a:extLst>
          </p:cNvPr>
          <p:cNvSpPr>
            <a:spLocks xmlns:a="http://schemas.openxmlformats.org/drawingml/2006/main" noGrp="1"/>
          </p:cNvSpPr>
          <p:nvPr/>
        </p:nvSpPr>
        <p:spPr>
          <a:xfrm xmlns:a="http://schemas.openxmlformats.org/drawingml/2006/main">
            <a:off x="1066800" y="5410200"/>
            <a:ext cx="13106400" cy="2019300"/>
          </a:xfrm>
          <a:prstGeom xmlns:a="http://schemas.openxmlformats.org/drawingml/2006/main" prst="roundRect">
            <a:avLst>
              <a:gd name="adj" fmla="val 7075"/>
            </a:avLst>
          </a:prstGeom>
          <a:solidFill xmlns:a="http://schemas.openxmlformats.org/drawingml/2006/main">
            <a:srgbClr val="FFFFFF"/>
          </a:solidFill>
          <a:ln xmlns:a="http://schemas.openxmlformats.org/drawingml/2006/main" w="17145">
            <a:solidFill>
              <a:srgbClr val="D9E3EF"/>
            </a:solidFill>
            <a:prstDash val="solid"/>
          </a:ln>
        </p:spPr>
      </p:sp>
      <p:sp>
        <p:nvSpPr>
          <p:cNvPr id="18" name="step4_e18">
            <a:extLst xmlns:a="http://schemas.openxmlformats.org/drawingml/2006/main">
              <a:ext uri="{FF2B5EF4-FFF2-40B4-BE49-F238E27FC236}">
                <a16:creationId xmlns:a16="http://schemas.microsoft.com/office/drawing/2014/main" id="{E99AE7BB-76B7-4788-BA67-C2174FEB395B}"/>
              </a:ext>
            </a:extLst>
          </p:cNvPr>
          <p:cNvSpPr>
            <a:spLocks xmlns:a="http://schemas.openxmlformats.org/drawingml/2006/main" noGrp="1"/>
          </p:cNvSpPr>
          <p:nvPr/>
        </p:nvSpPr>
        <p:spPr>
          <a:xfrm xmlns:a="http://schemas.openxmlformats.org/drawingml/2006/main">
            <a:off x="1333500" y="56388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Nimbus Sans"/>
                <a:ea typeface="Nimbus Sans"/>
                <a:cs typeface="Nimbus Sans"/>
              </a:defRPr>
            </a:defPPr>
            <a:lvl1pPr algn="l">
              <a:defRPr sz="1725" b="1">
                <a:solidFill>
                  <a:srgbClr val="4264D0"/>
                </a:solidFill>
                <a:latin typeface="Nimbus Sans"/>
                <a:ea typeface="Nimbus Sans"/>
                <a:cs typeface="Nimbus Sans"/>
              </a:defRPr>
            </a:lvl1pPr>
            <a:lvl2pPr algn="l">
              <a:defRPr sz="1725" b="1">
                <a:solidFill>
                  <a:srgbClr val="4264D0"/>
                </a:solidFill>
                <a:latin typeface="Nimbus Sans"/>
                <a:ea typeface="Nimbus Sans"/>
                <a:cs typeface="Nimbus Sans"/>
              </a:defRPr>
            </a:lvl2pPr>
            <a:lvl3pPr algn="l">
              <a:defRPr sz="1725" b="1">
                <a:solidFill>
                  <a:srgbClr val="4264D0"/>
                </a:solidFill>
                <a:latin typeface="Nimbus Sans"/>
                <a:ea typeface="Nimbus Sans"/>
                <a:cs typeface="Nimbus Sans"/>
              </a:defRPr>
            </a:lvl3pPr>
            <a:lvl4pPr algn="l">
              <a:defRPr sz="1725" b="1">
                <a:solidFill>
                  <a:srgbClr val="4264D0"/>
                </a:solidFill>
                <a:latin typeface="Nimbus Sans"/>
                <a:ea typeface="Nimbus Sans"/>
                <a:cs typeface="Nimbus Sans"/>
              </a:defRPr>
            </a:lvl4pPr>
            <a:lvl5pPr algn="l">
              <a:defRPr sz="1725" b="1">
                <a:solidFill>
                  <a:srgbClr val="4264D0"/>
                </a:solidFill>
                <a:latin typeface="Nimbus Sans"/>
                <a:ea typeface="Nimbus Sans"/>
                <a:cs typeface="Nimbus Sans"/>
              </a:defRPr>
            </a:lvl5pPr>
            <a:lvl6pPr algn="l">
              <a:defRPr sz="1725" b="1">
                <a:solidFill>
                  <a:srgbClr val="4264D0"/>
                </a:solidFill>
                <a:latin typeface="Nimbus Sans"/>
                <a:ea typeface="Nimbus Sans"/>
                <a:cs typeface="Nimbus Sans"/>
              </a:defRPr>
            </a:lvl6pPr>
            <a:lvl7pPr algn="l">
              <a:defRPr sz="1725" b="1">
                <a:solidFill>
                  <a:srgbClr val="4264D0"/>
                </a:solidFill>
                <a:latin typeface="Nimbus Sans"/>
                <a:ea typeface="Nimbus Sans"/>
                <a:cs typeface="Nimbus Sans"/>
              </a:defRPr>
            </a:lvl7pPr>
            <a:lvl8pPr algn="l">
              <a:defRPr sz="1725" b="1">
                <a:solidFill>
                  <a:srgbClr val="4264D0"/>
                </a:solidFill>
                <a:latin typeface="Nimbus Sans"/>
                <a:ea typeface="Nimbus Sans"/>
                <a:cs typeface="Nimbus Sans"/>
              </a:defRPr>
            </a:lvl8pPr>
            <a:lvl9pPr algn="l">
              <a:defRPr sz="1725" b="1">
                <a:solidFill>
                  <a:srgbClr val="4264D0"/>
                </a:solidFill>
                <a:latin typeface="Nimbus Sans"/>
                <a:ea typeface="Nimbus Sans"/>
                <a:cs typeface="Nimbus Sans"/>
              </a:defRPr>
            </a:lvl9pPr>
          </a:lstStyle>
          <a:p xmlns:a="http://schemas.openxmlformats.org/drawingml/2006/main">
            <a:pPr algn="l">
              <a:defRPr sz="1725" b="1">
                <a:solidFill>
                  <a:srgbClr val="4264D0"/>
                </a:solidFill>
                <a:latin typeface="Nimbus Sans"/>
                <a:ea typeface="Nimbus Sans"/>
                <a:cs typeface="Nimbus Sans"/>
              </a:defRPr>
            </a:pPr>
            <a:r>
              <a:rPr sz="1725" b="1">
                <a:solidFill>
                  <a:srgbClr val="4264D0"/>
                </a:solidFill>
                <a:latin typeface="Nimbus Sans"/>
                <a:ea typeface="Nimbus Sans"/>
                <a:cs typeface="Nimbus Sans"/>
              </a:rPr>
              <a:t>NEL 5G</a:t>
            </a:r>
          </a:p>
        </p:txBody>
      </p:sp>
      <p:sp>
        <p:nvSpPr>
          <p:cNvPr id="19" name="step4_e19">
            <a:extLst xmlns:a="http://schemas.openxmlformats.org/drawingml/2006/main">
              <a:ext uri="{FF2B5EF4-FFF2-40B4-BE49-F238E27FC236}">
                <a16:creationId xmlns:a16="http://schemas.microsoft.com/office/drawing/2014/main" id="{87363FEF-6CDA-4F5F-8993-A0B7F34F185D}"/>
              </a:ext>
            </a:extLst>
          </p:cNvPr>
          <p:cNvSpPr>
            <a:spLocks xmlns:a="http://schemas.openxmlformats.org/drawingml/2006/main" noGrp="1"/>
          </p:cNvSpPr>
          <p:nvPr/>
        </p:nvSpPr>
        <p:spPr>
          <a:xfrm xmlns:a="http://schemas.openxmlformats.org/drawingml/2006/main">
            <a:off x="1476375" y="62579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00" b="1">
                <a:solidFill>
                  <a:srgbClr val="182536"/>
                </a:solidFill>
                <a:latin typeface="Nimbus Sans"/>
                <a:ea typeface="Nimbus Sans"/>
                <a:cs typeface="Nimbus Sans"/>
              </a:defRPr>
            </a:defPPr>
            <a:lvl1pPr algn="ctr">
              <a:defRPr sz="2400" b="1">
                <a:solidFill>
                  <a:srgbClr val="182536"/>
                </a:solidFill>
                <a:latin typeface="Nimbus Sans"/>
                <a:ea typeface="Nimbus Sans"/>
                <a:cs typeface="Nimbus Sans"/>
              </a:defRPr>
            </a:lvl1pPr>
            <a:lvl2pPr algn="ctr">
              <a:defRPr sz="2400" b="1">
                <a:solidFill>
                  <a:srgbClr val="182536"/>
                </a:solidFill>
                <a:latin typeface="Nimbus Sans"/>
                <a:ea typeface="Nimbus Sans"/>
                <a:cs typeface="Nimbus Sans"/>
              </a:defRPr>
            </a:lvl2pPr>
            <a:lvl3pPr algn="ctr">
              <a:defRPr sz="2400" b="1">
                <a:solidFill>
                  <a:srgbClr val="182536"/>
                </a:solidFill>
                <a:latin typeface="Nimbus Sans"/>
                <a:ea typeface="Nimbus Sans"/>
                <a:cs typeface="Nimbus Sans"/>
              </a:defRPr>
            </a:lvl3pPr>
            <a:lvl4pPr algn="ctr">
              <a:defRPr sz="2400" b="1">
                <a:solidFill>
                  <a:srgbClr val="182536"/>
                </a:solidFill>
                <a:latin typeface="Nimbus Sans"/>
                <a:ea typeface="Nimbus Sans"/>
                <a:cs typeface="Nimbus Sans"/>
              </a:defRPr>
            </a:lvl4pPr>
            <a:lvl5pPr algn="ctr">
              <a:defRPr sz="2400" b="1">
                <a:solidFill>
                  <a:srgbClr val="182536"/>
                </a:solidFill>
                <a:latin typeface="Nimbus Sans"/>
                <a:ea typeface="Nimbus Sans"/>
                <a:cs typeface="Nimbus Sans"/>
              </a:defRPr>
            </a:lvl5pPr>
            <a:lvl6pPr algn="ctr">
              <a:defRPr sz="2400" b="1">
                <a:solidFill>
                  <a:srgbClr val="182536"/>
                </a:solidFill>
                <a:latin typeface="Nimbus Sans"/>
                <a:ea typeface="Nimbus Sans"/>
                <a:cs typeface="Nimbus Sans"/>
              </a:defRPr>
            </a:lvl6pPr>
            <a:lvl7pPr algn="ctr">
              <a:defRPr sz="2400" b="1">
                <a:solidFill>
                  <a:srgbClr val="182536"/>
                </a:solidFill>
                <a:latin typeface="Nimbus Sans"/>
                <a:ea typeface="Nimbus Sans"/>
                <a:cs typeface="Nimbus Sans"/>
              </a:defRPr>
            </a:lvl7pPr>
            <a:lvl8pPr algn="ctr">
              <a:defRPr sz="2400" b="1">
                <a:solidFill>
                  <a:srgbClr val="182536"/>
                </a:solidFill>
                <a:latin typeface="Nimbus Sans"/>
                <a:ea typeface="Nimbus Sans"/>
                <a:cs typeface="Nimbus Sans"/>
              </a:defRPr>
            </a:lvl8pPr>
            <a:lvl9pPr algn="ctr">
              <a:defRPr sz="2400" b="1">
                <a:solidFill>
                  <a:srgbClr val="182536"/>
                </a:solidFill>
                <a:latin typeface="Nimbus Sans"/>
                <a:ea typeface="Nimbus Sans"/>
                <a:cs typeface="Nimbus Sans"/>
              </a:defRPr>
            </a:lvl9pPr>
          </a:lstStyle>
          <a:p xmlns:a="http://schemas.openxmlformats.org/drawingml/2006/main">
            <a:pPr algn="ctr">
              <a:defRPr sz="2400" b="1">
                <a:solidFill>
                  <a:srgbClr val="182536"/>
                </a:solidFill>
                <a:latin typeface="Nimbus Sans"/>
                <a:ea typeface="Nimbus Sans"/>
                <a:cs typeface="Nimbus Sans"/>
              </a:defRPr>
            </a:pPr>
            <a:r>
              <a:rPr sz="2400" b="1">
                <a:solidFill>
                  <a:srgbClr val="182536"/>
                </a:solidFill>
                <a:latin typeface="Nimbus Sans"/>
                <a:ea typeface="Nimbus Sans"/>
                <a:cs typeface="Nimbus Sans"/>
              </a:rPr>
              <a:t>Test SCAS</a:t>
            </a:r>
          </a:p>
        </p:txBody>
      </p:sp>
      <p:sp>
        <p:nvSpPr>
          <p:cNvPr id="20" name="step4_e20">
            <a:extLst xmlns:a="http://schemas.openxmlformats.org/drawingml/2006/main">
              <a:ext uri="{FF2B5EF4-FFF2-40B4-BE49-F238E27FC236}">
                <a16:creationId xmlns:a16="http://schemas.microsoft.com/office/drawing/2014/main" id="{1DFB12F5-621C-4134-AA2B-35454EB53958}"/>
              </a:ext>
            </a:extLst>
          </p:cNvPr>
          <p:cNvSpPr>
            <a:spLocks xmlns:a="http://schemas.openxmlformats.org/drawingml/2006/main" noGrp="1"/>
          </p:cNvSpPr>
          <p:nvPr/>
        </p:nvSpPr>
        <p:spPr>
          <a:xfrm xmlns:a="http://schemas.openxmlformats.org/drawingml/2006/main">
            <a:off x="1381125" y="67437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52627B"/>
                </a:solidFill>
                <a:latin typeface="Nimbus Sans"/>
                <a:ea typeface="Nimbus Sans"/>
                <a:cs typeface="Nimbus Sans"/>
              </a:defRPr>
            </a:defPPr>
            <a:lvl1pPr algn="ctr">
              <a:defRPr sz="1800" b="0">
                <a:solidFill>
                  <a:srgbClr val="52627B"/>
                </a:solidFill>
                <a:latin typeface="Nimbus Sans"/>
                <a:ea typeface="Nimbus Sans"/>
                <a:cs typeface="Nimbus Sans"/>
              </a:defRPr>
            </a:lvl1pPr>
            <a:lvl2pPr algn="ctr">
              <a:defRPr sz="1800" b="0">
                <a:solidFill>
                  <a:srgbClr val="52627B"/>
                </a:solidFill>
                <a:latin typeface="Nimbus Sans"/>
                <a:ea typeface="Nimbus Sans"/>
                <a:cs typeface="Nimbus Sans"/>
              </a:defRPr>
            </a:lvl2pPr>
            <a:lvl3pPr algn="ctr">
              <a:defRPr sz="1800" b="0">
                <a:solidFill>
                  <a:srgbClr val="52627B"/>
                </a:solidFill>
                <a:latin typeface="Nimbus Sans"/>
                <a:ea typeface="Nimbus Sans"/>
                <a:cs typeface="Nimbus Sans"/>
              </a:defRPr>
            </a:lvl3pPr>
            <a:lvl4pPr algn="ctr">
              <a:defRPr sz="1800" b="0">
                <a:solidFill>
                  <a:srgbClr val="52627B"/>
                </a:solidFill>
                <a:latin typeface="Nimbus Sans"/>
                <a:ea typeface="Nimbus Sans"/>
                <a:cs typeface="Nimbus Sans"/>
              </a:defRPr>
            </a:lvl4pPr>
            <a:lvl5pPr algn="ctr">
              <a:defRPr sz="1800" b="0">
                <a:solidFill>
                  <a:srgbClr val="52627B"/>
                </a:solidFill>
                <a:latin typeface="Nimbus Sans"/>
                <a:ea typeface="Nimbus Sans"/>
                <a:cs typeface="Nimbus Sans"/>
              </a:defRPr>
            </a:lvl5pPr>
            <a:lvl6pPr algn="ctr">
              <a:defRPr sz="1800" b="0">
                <a:solidFill>
                  <a:srgbClr val="52627B"/>
                </a:solidFill>
                <a:latin typeface="Nimbus Sans"/>
                <a:ea typeface="Nimbus Sans"/>
                <a:cs typeface="Nimbus Sans"/>
              </a:defRPr>
            </a:lvl6pPr>
            <a:lvl7pPr algn="ctr">
              <a:defRPr sz="1800" b="0">
                <a:solidFill>
                  <a:srgbClr val="52627B"/>
                </a:solidFill>
                <a:latin typeface="Nimbus Sans"/>
                <a:ea typeface="Nimbus Sans"/>
                <a:cs typeface="Nimbus Sans"/>
              </a:defRPr>
            </a:lvl7pPr>
            <a:lvl8pPr algn="ctr">
              <a:defRPr sz="1800" b="0">
                <a:solidFill>
                  <a:srgbClr val="52627B"/>
                </a:solidFill>
                <a:latin typeface="Nimbus Sans"/>
                <a:ea typeface="Nimbus Sans"/>
                <a:cs typeface="Nimbus Sans"/>
              </a:defRPr>
            </a:lvl8pPr>
            <a:lvl9pPr algn="ctr">
              <a:defRPr sz="1800" b="0">
                <a:solidFill>
                  <a:srgbClr val="52627B"/>
                </a:solidFill>
                <a:latin typeface="Nimbus Sans"/>
                <a:ea typeface="Nimbus Sans"/>
                <a:cs typeface="Nimbus Sans"/>
              </a:defRPr>
            </a:lvl9pPr>
          </a:lstStyle>
          <a:p xmlns:a="http://schemas.openxmlformats.org/drawingml/2006/main">
            <a:pPr algn="ctr">
              <a:defRPr sz="1800" b="0">
                <a:solidFill>
                  <a:srgbClr val="52627B"/>
                </a:solidFill>
                <a:latin typeface="Nimbus Sans"/>
                <a:ea typeface="Nimbus Sans"/>
                <a:cs typeface="Nimbus Sans"/>
              </a:defRPr>
            </a:pPr>
            <a:r>
              <a:rPr sz="1800" b="0">
                <a:solidFill>
                  <a:srgbClr val="52627B"/>
                </a:solidFill>
                <a:latin typeface="Nimbus Sans"/>
                <a:ea typeface="Nimbus Sans"/>
                <a:cs typeface="Nimbus Sans"/>
              </a:rPr>
              <a:t>interazioni dall’esterno</a:t>
            </a:r>
          </a:p>
        </p:txBody>
      </p:sp>
      <p:sp>
        <p:nvSpPr>
          <p:cNvPr id="21" name="step4_e21">
            <a:extLst xmlns:a="http://schemas.openxmlformats.org/drawingml/2006/main">
              <a:ext uri="{FF2B5EF4-FFF2-40B4-BE49-F238E27FC236}">
                <a16:creationId xmlns:a16="http://schemas.microsoft.com/office/drawing/2014/main" id="{A1EC34F8-D749-4D80-A9F2-EE18376C6518}"/>
              </a:ext>
            </a:extLst>
          </p:cNvPr>
          <p:cNvSpPr>
            <a:spLocks xmlns:a="http://schemas.openxmlformats.org/drawingml/2006/main" noGrp="1"/>
          </p:cNvSpPr>
          <p:nvPr/>
        </p:nvSpPr>
        <p:spPr>
          <a:xfrm xmlns:a="http://schemas.openxmlformats.org/drawingml/2006/main" flipH="0">
            <a:off x="4267200" y="6315075"/>
            <a:ext cx="1619250" cy="16192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22" name="step4_e22">
            <a:extLst xmlns:a="http://schemas.openxmlformats.org/drawingml/2006/main">
              <a:ext uri="{FF2B5EF4-FFF2-40B4-BE49-F238E27FC236}">
                <a16:creationId xmlns:a16="http://schemas.microsoft.com/office/drawing/2014/main" id="{EBF31F59-B977-4F80-9C5E-647A464ADFDF}"/>
              </a:ext>
            </a:extLst>
          </p:cNvPr>
          <p:cNvSpPr>
            <a:spLocks xmlns:a="http://schemas.openxmlformats.org/drawingml/2006/main" noGrp="1"/>
          </p:cNvSpPr>
          <p:nvPr/>
        </p:nvSpPr>
        <p:spPr>
          <a:xfrm xmlns:a="http://schemas.openxmlformats.org/drawingml/2006/main">
            <a:off x="4429125" y="59817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52627B"/>
                </a:solidFill>
                <a:latin typeface="Nimbus Sans"/>
                <a:ea typeface="Nimbus Sans"/>
                <a:cs typeface="Nimbus Sans"/>
              </a:defRPr>
            </a:defPPr>
            <a:lvl1pPr algn="ctr">
              <a:defRPr sz="1800" b="0">
                <a:solidFill>
                  <a:srgbClr val="52627B"/>
                </a:solidFill>
                <a:latin typeface="Nimbus Sans"/>
                <a:ea typeface="Nimbus Sans"/>
                <a:cs typeface="Nimbus Sans"/>
              </a:defRPr>
            </a:lvl1pPr>
            <a:lvl2pPr algn="ctr">
              <a:defRPr sz="1800" b="0">
                <a:solidFill>
                  <a:srgbClr val="52627B"/>
                </a:solidFill>
                <a:latin typeface="Nimbus Sans"/>
                <a:ea typeface="Nimbus Sans"/>
                <a:cs typeface="Nimbus Sans"/>
              </a:defRPr>
            </a:lvl2pPr>
            <a:lvl3pPr algn="ctr">
              <a:defRPr sz="1800" b="0">
                <a:solidFill>
                  <a:srgbClr val="52627B"/>
                </a:solidFill>
                <a:latin typeface="Nimbus Sans"/>
                <a:ea typeface="Nimbus Sans"/>
                <a:cs typeface="Nimbus Sans"/>
              </a:defRPr>
            </a:lvl3pPr>
            <a:lvl4pPr algn="ctr">
              <a:defRPr sz="1800" b="0">
                <a:solidFill>
                  <a:srgbClr val="52627B"/>
                </a:solidFill>
                <a:latin typeface="Nimbus Sans"/>
                <a:ea typeface="Nimbus Sans"/>
                <a:cs typeface="Nimbus Sans"/>
              </a:defRPr>
            </a:lvl4pPr>
            <a:lvl5pPr algn="ctr">
              <a:defRPr sz="1800" b="0">
                <a:solidFill>
                  <a:srgbClr val="52627B"/>
                </a:solidFill>
                <a:latin typeface="Nimbus Sans"/>
                <a:ea typeface="Nimbus Sans"/>
                <a:cs typeface="Nimbus Sans"/>
              </a:defRPr>
            </a:lvl5pPr>
            <a:lvl6pPr algn="ctr">
              <a:defRPr sz="1800" b="0">
                <a:solidFill>
                  <a:srgbClr val="52627B"/>
                </a:solidFill>
                <a:latin typeface="Nimbus Sans"/>
                <a:ea typeface="Nimbus Sans"/>
                <a:cs typeface="Nimbus Sans"/>
              </a:defRPr>
            </a:lvl6pPr>
            <a:lvl7pPr algn="ctr">
              <a:defRPr sz="1800" b="0">
                <a:solidFill>
                  <a:srgbClr val="52627B"/>
                </a:solidFill>
                <a:latin typeface="Nimbus Sans"/>
                <a:ea typeface="Nimbus Sans"/>
                <a:cs typeface="Nimbus Sans"/>
              </a:defRPr>
            </a:lvl7pPr>
            <a:lvl8pPr algn="ctr">
              <a:defRPr sz="1800" b="0">
                <a:solidFill>
                  <a:srgbClr val="52627B"/>
                </a:solidFill>
                <a:latin typeface="Nimbus Sans"/>
                <a:ea typeface="Nimbus Sans"/>
                <a:cs typeface="Nimbus Sans"/>
              </a:defRPr>
            </a:lvl8pPr>
            <a:lvl9pPr algn="ctr">
              <a:defRPr sz="1800" b="0">
                <a:solidFill>
                  <a:srgbClr val="52627B"/>
                </a:solidFill>
                <a:latin typeface="Nimbus Sans"/>
                <a:ea typeface="Nimbus Sans"/>
                <a:cs typeface="Nimbus Sans"/>
              </a:defRPr>
            </a:lvl9pPr>
          </a:lstStyle>
          <a:p xmlns:a="http://schemas.openxmlformats.org/drawingml/2006/main">
            <a:pPr algn="ctr">
              <a:defRPr sz="1800" b="0">
                <a:solidFill>
                  <a:srgbClr val="52627B"/>
                </a:solidFill>
                <a:latin typeface="Nimbus Sans"/>
                <a:ea typeface="Nimbus Sans"/>
                <a:cs typeface="Nimbus Sans"/>
              </a:defRPr>
            </a:pPr>
            <a:r>
              <a:rPr sz="1800" b="0">
                <a:solidFill>
                  <a:srgbClr val="52627B"/>
                </a:solidFill>
                <a:latin typeface="Nimbus Sans"/>
                <a:ea typeface="Nimbus Sans"/>
                <a:cs typeface="Nimbus Sans"/>
              </a:rPr>
              <a:t>richiesta</a:t>
            </a:r>
          </a:p>
        </p:txBody>
      </p:sp>
      <p:sp>
        <p:nvSpPr>
          <p:cNvPr id="23" name="step4_e23">
            <a:extLst xmlns:a="http://schemas.openxmlformats.org/drawingml/2006/main">
              <a:ext uri="{FF2B5EF4-FFF2-40B4-BE49-F238E27FC236}">
                <a16:creationId xmlns:a16="http://schemas.microsoft.com/office/drawing/2014/main" id="{B7FE5264-039C-4D03-9F87-8406D32D56D1}"/>
              </a:ext>
            </a:extLst>
          </p:cNvPr>
          <p:cNvSpPr>
            <a:spLocks xmlns:a="http://schemas.openxmlformats.org/drawingml/2006/main" noGrp="1"/>
          </p:cNvSpPr>
          <p:nvPr/>
        </p:nvSpPr>
        <p:spPr>
          <a:xfrm xmlns:a="http://schemas.openxmlformats.org/drawingml/2006/main" flipH="1">
            <a:off x="4267200" y="6791325"/>
            <a:ext cx="1619250" cy="16192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24" name="step4_e24">
            <a:extLst xmlns:a="http://schemas.openxmlformats.org/drawingml/2006/main">
              <a:ext uri="{FF2B5EF4-FFF2-40B4-BE49-F238E27FC236}">
                <a16:creationId xmlns:a16="http://schemas.microsoft.com/office/drawing/2014/main" id="{37F40155-F0A4-42D2-AAF6-82A440B7408E}"/>
              </a:ext>
            </a:extLst>
          </p:cNvPr>
          <p:cNvSpPr>
            <a:spLocks xmlns:a="http://schemas.openxmlformats.org/drawingml/2006/main" noGrp="1"/>
          </p:cNvSpPr>
          <p:nvPr/>
        </p:nvSpPr>
        <p:spPr>
          <a:xfrm xmlns:a="http://schemas.openxmlformats.org/drawingml/2006/main">
            <a:off x="4429125" y="70580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52627B"/>
                </a:solidFill>
                <a:latin typeface="Nimbus Sans"/>
                <a:ea typeface="Nimbus Sans"/>
                <a:cs typeface="Nimbus Sans"/>
              </a:defRPr>
            </a:defPPr>
            <a:lvl1pPr algn="ctr">
              <a:defRPr sz="1800" b="0">
                <a:solidFill>
                  <a:srgbClr val="52627B"/>
                </a:solidFill>
                <a:latin typeface="Nimbus Sans"/>
                <a:ea typeface="Nimbus Sans"/>
                <a:cs typeface="Nimbus Sans"/>
              </a:defRPr>
            </a:lvl1pPr>
            <a:lvl2pPr algn="ctr">
              <a:defRPr sz="1800" b="0">
                <a:solidFill>
                  <a:srgbClr val="52627B"/>
                </a:solidFill>
                <a:latin typeface="Nimbus Sans"/>
                <a:ea typeface="Nimbus Sans"/>
                <a:cs typeface="Nimbus Sans"/>
              </a:defRPr>
            </a:lvl2pPr>
            <a:lvl3pPr algn="ctr">
              <a:defRPr sz="1800" b="0">
                <a:solidFill>
                  <a:srgbClr val="52627B"/>
                </a:solidFill>
                <a:latin typeface="Nimbus Sans"/>
                <a:ea typeface="Nimbus Sans"/>
                <a:cs typeface="Nimbus Sans"/>
              </a:defRPr>
            </a:lvl3pPr>
            <a:lvl4pPr algn="ctr">
              <a:defRPr sz="1800" b="0">
                <a:solidFill>
                  <a:srgbClr val="52627B"/>
                </a:solidFill>
                <a:latin typeface="Nimbus Sans"/>
                <a:ea typeface="Nimbus Sans"/>
                <a:cs typeface="Nimbus Sans"/>
              </a:defRPr>
            </a:lvl4pPr>
            <a:lvl5pPr algn="ctr">
              <a:defRPr sz="1800" b="0">
                <a:solidFill>
                  <a:srgbClr val="52627B"/>
                </a:solidFill>
                <a:latin typeface="Nimbus Sans"/>
                <a:ea typeface="Nimbus Sans"/>
                <a:cs typeface="Nimbus Sans"/>
              </a:defRPr>
            </a:lvl5pPr>
            <a:lvl6pPr algn="ctr">
              <a:defRPr sz="1800" b="0">
                <a:solidFill>
                  <a:srgbClr val="52627B"/>
                </a:solidFill>
                <a:latin typeface="Nimbus Sans"/>
                <a:ea typeface="Nimbus Sans"/>
                <a:cs typeface="Nimbus Sans"/>
              </a:defRPr>
            </a:lvl6pPr>
            <a:lvl7pPr algn="ctr">
              <a:defRPr sz="1800" b="0">
                <a:solidFill>
                  <a:srgbClr val="52627B"/>
                </a:solidFill>
                <a:latin typeface="Nimbus Sans"/>
                <a:ea typeface="Nimbus Sans"/>
                <a:cs typeface="Nimbus Sans"/>
              </a:defRPr>
            </a:lvl7pPr>
            <a:lvl8pPr algn="ctr">
              <a:defRPr sz="1800" b="0">
                <a:solidFill>
                  <a:srgbClr val="52627B"/>
                </a:solidFill>
                <a:latin typeface="Nimbus Sans"/>
                <a:ea typeface="Nimbus Sans"/>
                <a:cs typeface="Nimbus Sans"/>
              </a:defRPr>
            </a:lvl8pPr>
            <a:lvl9pPr algn="ctr">
              <a:defRPr sz="1800" b="0">
                <a:solidFill>
                  <a:srgbClr val="52627B"/>
                </a:solidFill>
                <a:latin typeface="Nimbus Sans"/>
                <a:ea typeface="Nimbus Sans"/>
                <a:cs typeface="Nimbus Sans"/>
              </a:defRPr>
            </a:lvl9pPr>
          </a:lstStyle>
          <a:p xmlns:a="http://schemas.openxmlformats.org/drawingml/2006/main">
            <a:pPr algn="ctr">
              <a:defRPr sz="1800" b="0">
                <a:solidFill>
                  <a:srgbClr val="52627B"/>
                </a:solidFill>
                <a:latin typeface="Nimbus Sans"/>
                <a:ea typeface="Nimbus Sans"/>
                <a:cs typeface="Nimbus Sans"/>
              </a:defRPr>
            </a:pPr>
            <a:r>
              <a:rPr sz="1800" b="0">
                <a:solidFill>
                  <a:srgbClr val="52627B"/>
                </a:solidFill>
                <a:latin typeface="Nimbus Sans"/>
                <a:ea typeface="Nimbus Sans"/>
                <a:cs typeface="Nimbus Sans"/>
              </a:rPr>
              <a:t>risposta</a:t>
            </a:r>
          </a:p>
        </p:txBody>
      </p:sp>
      <p:sp>
        <p:nvSpPr>
          <p:cNvPr id="25" name="step4_e25">
            <a:extLst xmlns:a="http://schemas.openxmlformats.org/drawingml/2006/main">
              <a:ext uri="{FF2B5EF4-FFF2-40B4-BE49-F238E27FC236}">
                <a16:creationId xmlns:a16="http://schemas.microsoft.com/office/drawing/2014/main" id="{5C646CE1-4EB2-4139-B543-7D85841E7FA6}"/>
              </a:ext>
            </a:extLst>
          </p:cNvPr>
          <p:cNvSpPr>
            <a:spLocks xmlns:a="http://schemas.openxmlformats.org/drawingml/2006/main" noGrp="1"/>
          </p:cNvSpPr>
          <p:nvPr/>
        </p:nvSpPr>
        <p:spPr>
          <a:xfrm xmlns:a="http://schemas.openxmlformats.org/drawingml/2006/main">
            <a:off x="6191250" y="6134100"/>
            <a:ext cx="3143250" cy="1009650"/>
          </a:xfrm>
          <a:prstGeom xmlns:a="http://schemas.openxmlformats.org/drawingml/2006/main" prst="roundRect">
            <a:avLst>
              <a:gd name="adj" fmla="val 14151"/>
            </a:avLst>
          </a:prstGeom>
          <a:solidFill xmlns:a="http://schemas.openxmlformats.org/drawingml/2006/main">
            <a:srgbClr val="F0F4FF"/>
          </a:solidFill>
          <a:ln xmlns:a="http://schemas.openxmlformats.org/drawingml/2006/main" w="17145">
            <a:solidFill>
              <a:srgbClr val="D9E3EF"/>
            </a:solidFill>
            <a:prstDash val="solid"/>
          </a:ln>
        </p:spPr>
      </p:sp>
      <p:sp>
        <p:nvSpPr>
          <p:cNvPr id="26" name="step4_e26">
            <a:extLst xmlns:a="http://schemas.openxmlformats.org/drawingml/2006/main">
              <a:ext uri="{FF2B5EF4-FFF2-40B4-BE49-F238E27FC236}">
                <a16:creationId xmlns:a16="http://schemas.microsoft.com/office/drawing/2014/main" id="{8809B8A1-9364-4EF1-818C-EE7F75BD8435}"/>
              </a:ext>
            </a:extLst>
          </p:cNvPr>
          <p:cNvSpPr>
            <a:spLocks xmlns:a="http://schemas.openxmlformats.org/drawingml/2006/main" noGrp="1"/>
          </p:cNvSpPr>
          <p:nvPr/>
        </p:nvSpPr>
        <p:spPr>
          <a:xfrm xmlns:a="http://schemas.openxmlformats.org/drawingml/2006/main">
            <a:off x="6381750" y="6286500"/>
            <a:ext cx="276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00" b="1">
                <a:solidFill>
                  <a:srgbClr val="182536"/>
                </a:solidFill>
                <a:latin typeface="Nimbus Sans"/>
                <a:ea typeface="Nimbus Sans"/>
                <a:cs typeface="Nimbus Sans"/>
              </a:defRPr>
            </a:defPPr>
            <a:lvl1pPr algn="ctr">
              <a:defRPr sz="2400" b="1">
                <a:solidFill>
                  <a:srgbClr val="182536"/>
                </a:solidFill>
                <a:latin typeface="Nimbus Sans"/>
                <a:ea typeface="Nimbus Sans"/>
                <a:cs typeface="Nimbus Sans"/>
              </a:defRPr>
            </a:lvl1pPr>
            <a:lvl2pPr algn="ctr">
              <a:defRPr sz="2400" b="1">
                <a:solidFill>
                  <a:srgbClr val="182536"/>
                </a:solidFill>
                <a:latin typeface="Nimbus Sans"/>
                <a:ea typeface="Nimbus Sans"/>
                <a:cs typeface="Nimbus Sans"/>
              </a:defRPr>
            </a:lvl2pPr>
            <a:lvl3pPr algn="ctr">
              <a:defRPr sz="2400" b="1">
                <a:solidFill>
                  <a:srgbClr val="182536"/>
                </a:solidFill>
                <a:latin typeface="Nimbus Sans"/>
                <a:ea typeface="Nimbus Sans"/>
                <a:cs typeface="Nimbus Sans"/>
              </a:defRPr>
            </a:lvl3pPr>
            <a:lvl4pPr algn="ctr">
              <a:defRPr sz="2400" b="1">
                <a:solidFill>
                  <a:srgbClr val="182536"/>
                </a:solidFill>
                <a:latin typeface="Nimbus Sans"/>
                <a:ea typeface="Nimbus Sans"/>
                <a:cs typeface="Nimbus Sans"/>
              </a:defRPr>
            </a:lvl4pPr>
            <a:lvl5pPr algn="ctr">
              <a:defRPr sz="2400" b="1">
                <a:solidFill>
                  <a:srgbClr val="182536"/>
                </a:solidFill>
                <a:latin typeface="Nimbus Sans"/>
                <a:ea typeface="Nimbus Sans"/>
                <a:cs typeface="Nimbus Sans"/>
              </a:defRPr>
            </a:lvl5pPr>
            <a:lvl6pPr algn="ctr">
              <a:defRPr sz="2400" b="1">
                <a:solidFill>
                  <a:srgbClr val="182536"/>
                </a:solidFill>
                <a:latin typeface="Nimbus Sans"/>
                <a:ea typeface="Nimbus Sans"/>
                <a:cs typeface="Nimbus Sans"/>
              </a:defRPr>
            </a:lvl6pPr>
            <a:lvl7pPr algn="ctr">
              <a:defRPr sz="2400" b="1">
                <a:solidFill>
                  <a:srgbClr val="182536"/>
                </a:solidFill>
                <a:latin typeface="Nimbus Sans"/>
                <a:ea typeface="Nimbus Sans"/>
                <a:cs typeface="Nimbus Sans"/>
              </a:defRPr>
            </a:lvl7pPr>
            <a:lvl8pPr algn="ctr">
              <a:defRPr sz="2400" b="1">
                <a:solidFill>
                  <a:srgbClr val="182536"/>
                </a:solidFill>
                <a:latin typeface="Nimbus Sans"/>
                <a:ea typeface="Nimbus Sans"/>
                <a:cs typeface="Nimbus Sans"/>
              </a:defRPr>
            </a:lvl8pPr>
            <a:lvl9pPr algn="ctr">
              <a:defRPr sz="2400" b="1">
                <a:solidFill>
                  <a:srgbClr val="182536"/>
                </a:solidFill>
                <a:latin typeface="Nimbus Sans"/>
                <a:ea typeface="Nimbus Sans"/>
                <a:cs typeface="Nimbus Sans"/>
              </a:defRPr>
            </a:lvl9pPr>
          </a:lstStyle>
          <a:p xmlns:a="http://schemas.openxmlformats.org/drawingml/2006/main">
            <a:pPr algn="ctr">
              <a:defRPr sz="2400" b="1">
                <a:solidFill>
                  <a:srgbClr val="182536"/>
                </a:solidFill>
                <a:latin typeface="Nimbus Sans"/>
                <a:ea typeface="Nimbus Sans"/>
                <a:cs typeface="Nimbus Sans"/>
              </a:defRPr>
            </a:pPr>
            <a:r>
              <a:rPr sz="2400" b="1">
                <a:solidFill>
                  <a:srgbClr val="182536"/>
                </a:solidFill>
                <a:latin typeface="Nimbus Sans"/>
                <a:ea typeface="Nimbus Sans"/>
                <a:cs typeface="Nimbus Sans"/>
              </a:rPr>
              <a:t>Network Function</a:t>
            </a:r>
          </a:p>
        </p:txBody>
      </p:sp>
      <p:sp>
        <p:nvSpPr>
          <p:cNvPr id="27" name="step4_e27">
            <a:extLst xmlns:a="http://schemas.openxmlformats.org/drawingml/2006/main">
              <a:ext uri="{FF2B5EF4-FFF2-40B4-BE49-F238E27FC236}">
                <a16:creationId xmlns:a16="http://schemas.microsoft.com/office/drawing/2014/main" id="{119BD1B4-4F14-4ACD-9028-87E2FBAD9ACF}"/>
              </a:ext>
            </a:extLst>
          </p:cNvPr>
          <p:cNvSpPr>
            <a:spLocks xmlns:a="http://schemas.openxmlformats.org/drawingml/2006/main" noGrp="1"/>
          </p:cNvSpPr>
          <p:nvPr/>
        </p:nvSpPr>
        <p:spPr>
          <a:xfrm xmlns:a="http://schemas.openxmlformats.org/drawingml/2006/main">
            <a:off x="6381750" y="6715125"/>
            <a:ext cx="276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52627B"/>
                </a:solidFill>
                <a:latin typeface="Nimbus Sans"/>
                <a:ea typeface="Nimbus Sans"/>
                <a:cs typeface="Nimbus Sans"/>
              </a:defRPr>
            </a:defPPr>
            <a:lvl1pPr algn="ctr">
              <a:defRPr sz="1800" b="0">
                <a:solidFill>
                  <a:srgbClr val="52627B"/>
                </a:solidFill>
                <a:latin typeface="Nimbus Sans"/>
                <a:ea typeface="Nimbus Sans"/>
                <a:cs typeface="Nimbus Sans"/>
              </a:defRPr>
            </a:lvl1pPr>
            <a:lvl2pPr algn="ctr">
              <a:defRPr sz="1800" b="0">
                <a:solidFill>
                  <a:srgbClr val="52627B"/>
                </a:solidFill>
                <a:latin typeface="Nimbus Sans"/>
                <a:ea typeface="Nimbus Sans"/>
                <a:cs typeface="Nimbus Sans"/>
              </a:defRPr>
            </a:lvl2pPr>
            <a:lvl3pPr algn="ctr">
              <a:defRPr sz="1800" b="0">
                <a:solidFill>
                  <a:srgbClr val="52627B"/>
                </a:solidFill>
                <a:latin typeface="Nimbus Sans"/>
                <a:ea typeface="Nimbus Sans"/>
                <a:cs typeface="Nimbus Sans"/>
              </a:defRPr>
            </a:lvl3pPr>
            <a:lvl4pPr algn="ctr">
              <a:defRPr sz="1800" b="0">
                <a:solidFill>
                  <a:srgbClr val="52627B"/>
                </a:solidFill>
                <a:latin typeface="Nimbus Sans"/>
                <a:ea typeface="Nimbus Sans"/>
                <a:cs typeface="Nimbus Sans"/>
              </a:defRPr>
            </a:lvl4pPr>
            <a:lvl5pPr algn="ctr">
              <a:defRPr sz="1800" b="0">
                <a:solidFill>
                  <a:srgbClr val="52627B"/>
                </a:solidFill>
                <a:latin typeface="Nimbus Sans"/>
                <a:ea typeface="Nimbus Sans"/>
                <a:cs typeface="Nimbus Sans"/>
              </a:defRPr>
            </a:lvl5pPr>
            <a:lvl6pPr algn="ctr">
              <a:defRPr sz="1800" b="0">
                <a:solidFill>
                  <a:srgbClr val="52627B"/>
                </a:solidFill>
                <a:latin typeface="Nimbus Sans"/>
                <a:ea typeface="Nimbus Sans"/>
                <a:cs typeface="Nimbus Sans"/>
              </a:defRPr>
            </a:lvl6pPr>
            <a:lvl7pPr algn="ctr">
              <a:defRPr sz="1800" b="0">
                <a:solidFill>
                  <a:srgbClr val="52627B"/>
                </a:solidFill>
                <a:latin typeface="Nimbus Sans"/>
                <a:ea typeface="Nimbus Sans"/>
                <a:cs typeface="Nimbus Sans"/>
              </a:defRPr>
            </a:lvl7pPr>
            <a:lvl8pPr algn="ctr">
              <a:defRPr sz="1800" b="0">
                <a:solidFill>
                  <a:srgbClr val="52627B"/>
                </a:solidFill>
                <a:latin typeface="Nimbus Sans"/>
                <a:ea typeface="Nimbus Sans"/>
                <a:cs typeface="Nimbus Sans"/>
              </a:defRPr>
            </a:lvl8pPr>
            <a:lvl9pPr algn="ctr">
              <a:defRPr sz="1800" b="0">
                <a:solidFill>
                  <a:srgbClr val="52627B"/>
                </a:solidFill>
                <a:latin typeface="Nimbus Sans"/>
                <a:ea typeface="Nimbus Sans"/>
                <a:cs typeface="Nimbus Sans"/>
              </a:defRPr>
            </a:lvl9pPr>
          </a:lstStyle>
          <a:p xmlns:a="http://schemas.openxmlformats.org/drawingml/2006/main">
            <a:pPr algn="ctr">
              <a:defRPr sz="1800" b="0">
                <a:solidFill>
                  <a:srgbClr val="52627B"/>
                </a:solidFill>
                <a:latin typeface="Nimbus Sans"/>
                <a:ea typeface="Nimbus Sans"/>
                <a:cs typeface="Nimbus Sans"/>
              </a:defRPr>
            </a:pPr>
            <a:r>
              <a:rPr sz="1800" b="0">
                <a:solidFill>
                  <a:srgbClr val="52627B"/>
                </a:solidFill>
                <a:latin typeface="Nimbus Sans"/>
                <a:ea typeface="Nimbus Sans"/>
                <a:cs typeface="Nimbus Sans"/>
              </a:rPr>
              <a:t>componente software</a:t>
            </a:r>
          </a:p>
        </p:txBody>
      </p:sp>
      <p:sp>
        <p:nvSpPr>
          <p:cNvPr id="28" name="step4_e28">
            <a:extLst xmlns:a="http://schemas.openxmlformats.org/drawingml/2006/main">
              <a:ext uri="{FF2B5EF4-FFF2-40B4-BE49-F238E27FC236}">
                <a16:creationId xmlns:a16="http://schemas.microsoft.com/office/drawing/2014/main" id="{375A2EE7-F8CA-4B02-8BAE-567EA723CEB2}"/>
              </a:ext>
            </a:extLst>
          </p:cNvPr>
          <p:cNvSpPr>
            <a:spLocks xmlns:a="http://schemas.openxmlformats.org/drawingml/2006/main" noGrp="1"/>
          </p:cNvSpPr>
          <p:nvPr/>
        </p:nvSpPr>
        <p:spPr>
          <a:xfrm xmlns:a="http://schemas.openxmlformats.org/drawingml/2006/main" flipH="0">
            <a:off x="9620250" y="6543675"/>
            <a:ext cx="1123950" cy="16192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29" name="step4_e29">
            <a:extLst xmlns:a="http://schemas.openxmlformats.org/drawingml/2006/main">
              <a:ext uri="{FF2B5EF4-FFF2-40B4-BE49-F238E27FC236}">
                <a16:creationId xmlns:a16="http://schemas.microsoft.com/office/drawing/2014/main" id="{792DD1B0-05D4-4ACE-9F4E-91F1BA8FFA39}"/>
              </a:ext>
            </a:extLst>
          </p:cNvPr>
          <p:cNvSpPr>
            <a:spLocks xmlns:a="http://schemas.openxmlformats.org/drawingml/2006/main" noGrp="1"/>
          </p:cNvSpPr>
          <p:nvPr/>
        </p:nvSpPr>
        <p:spPr>
          <a:xfrm xmlns:a="http://schemas.openxmlformats.org/drawingml/2006/main">
            <a:off x="9496425" y="6124575"/>
            <a:ext cx="13620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a:solidFill>
                  <a:srgbClr val="52627B"/>
                </a:solidFill>
                <a:latin typeface="Nimbus Sans"/>
                <a:ea typeface="Nimbus Sans"/>
                <a:cs typeface="Nimbus Sans"/>
              </a:defRPr>
            </a:defPPr>
            <a:lvl1pPr algn="ctr">
              <a:defRPr sz="1650" b="0">
                <a:solidFill>
                  <a:srgbClr val="52627B"/>
                </a:solidFill>
                <a:latin typeface="Nimbus Sans"/>
                <a:ea typeface="Nimbus Sans"/>
                <a:cs typeface="Nimbus Sans"/>
              </a:defRPr>
            </a:lvl1pPr>
            <a:lvl2pPr algn="ctr">
              <a:defRPr sz="1650" b="0">
                <a:solidFill>
                  <a:srgbClr val="52627B"/>
                </a:solidFill>
                <a:latin typeface="Nimbus Sans"/>
                <a:ea typeface="Nimbus Sans"/>
                <a:cs typeface="Nimbus Sans"/>
              </a:defRPr>
            </a:lvl2pPr>
            <a:lvl3pPr algn="ctr">
              <a:defRPr sz="1650" b="0">
                <a:solidFill>
                  <a:srgbClr val="52627B"/>
                </a:solidFill>
                <a:latin typeface="Nimbus Sans"/>
                <a:ea typeface="Nimbus Sans"/>
                <a:cs typeface="Nimbus Sans"/>
              </a:defRPr>
            </a:lvl3pPr>
            <a:lvl4pPr algn="ctr">
              <a:defRPr sz="1650" b="0">
                <a:solidFill>
                  <a:srgbClr val="52627B"/>
                </a:solidFill>
                <a:latin typeface="Nimbus Sans"/>
                <a:ea typeface="Nimbus Sans"/>
                <a:cs typeface="Nimbus Sans"/>
              </a:defRPr>
            </a:lvl4pPr>
            <a:lvl5pPr algn="ctr">
              <a:defRPr sz="1650" b="0">
                <a:solidFill>
                  <a:srgbClr val="52627B"/>
                </a:solidFill>
                <a:latin typeface="Nimbus Sans"/>
                <a:ea typeface="Nimbus Sans"/>
                <a:cs typeface="Nimbus Sans"/>
              </a:defRPr>
            </a:lvl5pPr>
            <a:lvl6pPr algn="ctr">
              <a:defRPr sz="1650" b="0">
                <a:solidFill>
                  <a:srgbClr val="52627B"/>
                </a:solidFill>
                <a:latin typeface="Nimbus Sans"/>
                <a:ea typeface="Nimbus Sans"/>
                <a:cs typeface="Nimbus Sans"/>
              </a:defRPr>
            </a:lvl6pPr>
            <a:lvl7pPr algn="ctr">
              <a:defRPr sz="1650" b="0">
                <a:solidFill>
                  <a:srgbClr val="52627B"/>
                </a:solidFill>
                <a:latin typeface="Nimbus Sans"/>
                <a:ea typeface="Nimbus Sans"/>
                <a:cs typeface="Nimbus Sans"/>
              </a:defRPr>
            </a:lvl7pPr>
            <a:lvl8pPr algn="ctr">
              <a:defRPr sz="1650" b="0">
                <a:solidFill>
                  <a:srgbClr val="52627B"/>
                </a:solidFill>
                <a:latin typeface="Nimbus Sans"/>
                <a:ea typeface="Nimbus Sans"/>
                <a:cs typeface="Nimbus Sans"/>
              </a:defRPr>
            </a:lvl8pPr>
            <a:lvl9pPr algn="ctr">
              <a:defRPr sz="1650" b="0">
                <a:solidFill>
                  <a:srgbClr val="52627B"/>
                </a:solidFill>
                <a:latin typeface="Nimbus Sans"/>
                <a:ea typeface="Nimbus Sans"/>
                <a:cs typeface="Nimbus Sans"/>
              </a:defRPr>
            </a:lvl9pPr>
          </a:lstStyle>
          <a:p xmlns:a="http://schemas.openxmlformats.org/drawingml/2006/main">
            <a:pPr algn="ctr">
              <a:defRPr sz="1650" b="0">
                <a:solidFill>
                  <a:srgbClr val="52627B"/>
                </a:solidFill>
                <a:latin typeface="Nimbus Sans"/>
                <a:ea typeface="Nimbus Sans"/>
                <a:cs typeface="Nimbus Sans"/>
              </a:defRPr>
            </a:pPr>
            <a:r>
              <a:rPr sz="1650" b="0">
                <a:solidFill>
                  <a:srgbClr val="52627B"/>
                </a:solidFill>
                <a:latin typeface="Nimbus Sans"/>
                <a:ea typeface="Nimbus Sans"/>
                <a:cs typeface="Nimbus Sans"/>
              </a:rPr>
              <a:t>registrazione</a:t>
            </a:r>
          </a:p>
        </p:txBody>
      </p:sp>
      <p:sp>
        <p:nvSpPr>
          <p:cNvPr id="30" name="step4_e30">
            <a:extLst xmlns:a="http://schemas.openxmlformats.org/drawingml/2006/main">
              <a:ext uri="{FF2B5EF4-FFF2-40B4-BE49-F238E27FC236}">
                <a16:creationId xmlns:a16="http://schemas.microsoft.com/office/drawing/2014/main" id="{1D8004BA-3B3B-4318-9158-81C22857C491}"/>
              </a:ext>
            </a:extLst>
          </p:cNvPr>
          <p:cNvSpPr>
            <a:spLocks xmlns:a="http://schemas.openxmlformats.org/drawingml/2006/main" noGrp="1"/>
          </p:cNvSpPr>
          <p:nvPr/>
        </p:nvSpPr>
        <p:spPr>
          <a:xfrm xmlns:a="http://schemas.openxmlformats.org/drawingml/2006/main">
            <a:off x="11049000" y="6134100"/>
            <a:ext cx="2762250" cy="1009650"/>
          </a:xfrm>
          <a:prstGeom xmlns:a="http://schemas.openxmlformats.org/drawingml/2006/main" prst="roundRect">
            <a:avLst>
              <a:gd name="adj" fmla="val 14151"/>
            </a:avLst>
          </a:prstGeom>
          <a:solidFill xmlns:a="http://schemas.openxmlformats.org/drawingml/2006/main">
            <a:srgbClr val="EEF8F3"/>
          </a:solidFill>
          <a:ln xmlns:a="http://schemas.openxmlformats.org/drawingml/2006/main" w="17145">
            <a:solidFill>
              <a:srgbClr val="B9DECF"/>
            </a:solidFill>
            <a:prstDash val="solid"/>
          </a:ln>
        </p:spPr>
      </p:sp>
      <p:sp>
        <p:nvSpPr>
          <p:cNvPr id="31" name="step4_e31">
            <a:extLst xmlns:a="http://schemas.openxmlformats.org/drawingml/2006/main">
              <a:ext uri="{FF2B5EF4-FFF2-40B4-BE49-F238E27FC236}">
                <a16:creationId xmlns:a16="http://schemas.microsoft.com/office/drawing/2014/main" id="{79EF6AA1-A803-4F29-8126-B9AF2086FBAA}"/>
              </a:ext>
            </a:extLst>
          </p:cNvPr>
          <p:cNvSpPr>
            <a:spLocks xmlns:a="http://schemas.openxmlformats.org/drawingml/2006/main" noGrp="1"/>
          </p:cNvSpPr>
          <p:nvPr/>
        </p:nvSpPr>
        <p:spPr>
          <a:xfrm xmlns:a="http://schemas.openxmlformats.org/drawingml/2006/main">
            <a:off x="11220450" y="6286500"/>
            <a:ext cx="2419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00" b="1">
                <a:solidFill>
                  <a:srgbClr val="278766"/>
                </a:solidFill>
                <a:latin typeface="Nimbus Sans"/>
                <a:ea typeface="Nimbus Sans"/>
                <a:cs typeface="Nimbus Sans"/>
              </a:defRPr>
            </a:defPPr>
            <a:lvl1pPr algn="ctr">
              <a:defRPr sz="2400" b="1">
                <a:solidFill>
                  <a:srgbClr val="278766"/>
                </a:solidFill>
                <a:latin typeface="Nimbus Sans"/>
                <a:ea typeface="Nimbus Sans"/>
                <a:cs typeface="Nimbus Sans"/>
              </a:defRPr>
            </a:lvl1pPr>
            <a:lvl2pPr algn="ctr">
              <a:defRPr sz="2400" b="1">
                <a:solidFill>
                  <a:srgbClr val="278766"/>
                </a:solidFill>
                <a:latin typeface="Nimbus Sans"/>
                <a:ea typeface="Nimbus Sans"/>
                <a:cs typeface="Nimbus Sans"/>
              </a:defRPr>
            </a:lvl2pPr>
            <a:lvl3pPr algn="ctr">
              <a:defRPr sz="2400" b="1">
                <a:solidFill>
                  <a:srgbClr val="278766"/>
                </a:solidFill>
                <a:latin typeface="Nimbus Sans"/>
                <a:ea typeface="Nimbus Sans"/>
                <a:cs typeface="Nimbus Sans"/>
              </a:defRPr>
            </a:lvl3pPr>
            <a:lvl4pPr algn="ctr">
              <a:defRPr sz="2400" b="1">
                <a:solidFill>
                  <a:srgbClr val="278766"/>
                </a:solidFill>
                <a:latin typeface="Nimbus Sans"/>
                <a:ea typeface="Nimbus Sans"/>
                <a:cs typeface="Nimbus Sans"/>
              </a:defRPr>
            </a:lvl4pPr>
            <a:lvl5pPr algn="ctr">
              <a:defRPr sz="2400" b="1">
                <a:solidFill>
                  <a:srgbClr val="278766"/>
                </a:solidFill>
                <a:latin typeface="Nimbus Sans"/>
                <a:ea typeface="Nimbus Sans"/>
                <a:cs typeface="Nimbus Sans"/>
              </a:defRPr>
            </a:lvl5pPr>
            <a:lvl6pPr algn="ctr">
              <a:defRPr sz="2400" b="1">
                <a:solidFill>
                  <a:srgbClr val="278766"/>
                </a:solidFill>
                <a:latin typeface="Nimbus Sans"/>
                <a:ea typeface="Nimbus Sans"/>
                <a:cs typeface="Nimbus Sans"/>
              </a:defRPr>
            </a:lvl6pPr>
            <a:lvl7pPr algn="ctr">
              <a:defRPr sz="2400" b="1">
                <a:solidFill>
                  <a:srgbClr val="278766"/>
                </a:solidFill>
                <a:latin typeface="Nimbus Sans"/>
                <a:ea typeface="Nimbus Sans"/>
                <a:cs typeface="Nimbus Sans"/>
              </a:defRPr>
            </a:lvl7pPr>
            <a:lvl8pPr algn="ctr">
              <a:defRPr sz="2400" b="1">
                <a:solidFill>
                  <a:srgbClr val="278766"/>
                </a:solidFill>
                <a:latin typeface="Nimbus Sans"/>
                <a:ea typeface="Nimbus Sans"/>
                <a:cs typeface="Nimbus Sans"/>
              </a:defRPr>
            </a:lvl8pPr>
            <a:lvl9pPr algn="ctr">
              <a:defRPr sz="2400" b="1">
                <a:solidFill>
                  <a:srgbClr val="278766"/>
                </a:solidFill>
                <a:latin typeface="Nimbus Sans"/>
                <a:ea typeface="Nimbus Sans"/>
                <a:cs typeface="Nimbus Sans"/>
              </a:defRPr>
            </a:lvl9pPr>
          </a:lstStyle>
          <a:p xmlns:a="http://schemas.openxmlformats.org/drawingml/2006/main">
            <a:pPr algn="ctr">
              <a:defRPr sz="2400" b="1">
                <a:solidFill>
                  <a:srgbClr val="278766"/>
                </a:solidFill>
                <a:latin typeface="Nimbus Sans"/>
                <a:ea typeface="Nimbus Sans"/>
                <a:cs typeface="Nimbus Sans"/>
              </a:defRPr>
            </a:pPr>
            <a:r>
              <a:rPr sz="2400" b="1">
                <a:solidFill>
                  <a:srgbClr val="278766"/>
                </a:solidFill>
                <a:latin typeface="Nimbus Sans"/>
                <a:ea typeface="Nimbus Sans"/>
                <a:cs typeface="Nimbus Sans"/>
              </a:rPr>
              <a:t>Cattura PCAP</a:t>
            </a:r>
          </a:p>
        </p:txBody>
      </p:sp>
      <p:sp>
        <p:nvSpPr>
          <p:cNvPr id="32" name="step4_e32">
            <a:extLst xmlns:a="http://schemas.openxmlformats.org/drawingml/2006/main">
              <a:ext uri="{FF2B5EF4-FFF2-40B4-BE49-F238E27FC236}">
                <a16:creationId xmlns:a16="http://schemas.microsoft.com/office/drawing/2014/main" id="{4F6D9074-BAD2-47BF-A6B3-E9D722140A2F}"/>
              </a:ext>
            </a:extLst>
          </p:cNvPr>
          <p:cNvSpPr>
            <a:spLocks xmlns:a="http://schemas.openxmlformats.org/drawingml/2006/main" noGrp="1"/>
          </p:cNvSpPr>
          <p:nvPr/>
        </p:nvSpPr>
        <p:spPr>
          <a:xfrm xmlns:a="http://schemas.openxmlformats.org/drawingml/2006/main">
            <a:off x="11220450" y="6715125"/>
            <a:ext cx="2419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52627B"/>
                </a:solidFill>
                <a:latin typeface="Nimbus Sans"/>
                <a:ea typeface="Nimbus Sans"/>
                <a:cs typeface="Nimbus Sans"/>
              </a:defRPr>
            </a:defPPr>
            <a:lvl1pPr algn="ctr">
              <a:defRPr sz="1800" b="0">
                <a:solidFill>
                  <a:srgbClr val="52627B"/>
                </a:solidFill>
                <a:latin typeface="Nimbus Sans"/>
                <a:ea typeface="Nimbus Sans"/>
                <a:cs typeface="Nimbus Sans"/>
              </a:defRPr>
            </a:lvl1pPr>
            <a:lvl2pPr algn="ctr">
              <a:defRPr sz="1800" b="0">
                <a:solidFill>
                  <a:srgbClr val="52627B"/>
                </a:solidFill>
                <a:latin typeface="Nimbus Sans"/>
                <a:ea typeface="Nimbus Sans"/>
                <a:cs typeface="Nimbus Sans"/>
              </a:defRPr>
            </a:lvl2pPr>
            <a:lvl3pPr algn="ctr">
              <a:defRPr sz="1800" b="0">
                <a:solidFill>
                  <a:srgbClr val="52627B"/>
                </a:solidFill>
                <a:latin typeface="Nimbus Sans"/>
                <a:ea typeface="Nimbus Sans"/>
                <a:cs typeface="Nimbus Sans"/>
              </a:defRPr>
            </a:lvl3pPr>
            <a:lvl4pPr algn="ctr">
              <a:defRPr sz="1800" b="0">
                <a:solidFill>
                  <a:srgbClr val="52627B"/>
                </a:solidFill>
                <a:latin typeface="Nimbus Sans"/>
                <a:ea typeface="Nimbus Sans"/>
                <a:cs typeface="Nimbus Sans"/>
              </a:defRPr>
            </a:lvl4pPr>
            <a:lvl5pPr algn="ctr">
              <a:defRPr sz="1800" b="0">
                <a:solidFill>
                  <a:srgbClr val="52627B"/>
                </a:solidFill>
                <a:latin typeface="Nimbus Sans"/>
                <a:ea typeface="Nimbus Sans"/>
                <a:cs typeface="Nimbus Sans"/>
              </a:defRPr>
            </a:lvl5pPr>
            <a:lvl6pPr algn="ctr">
              <a:defRPr sz="1800" b="0">
                <a:solidFill>
                  <a:srgbClr val="52627B"/>
                </a:solidFill>
                <a:latin typeface="Nimbus Sans"/>
                <a:ea typeface="Nimbus Sans"/>
                <a:cs typeface="Nimbus Sans"/>
              </a:defRPr>
            </a:lvl6pPr>
            <a:lvl7pPr algn="ctr">
              <a:defRPr sz="1800" b="0">
                <a:solidFill>
                  <a:srgbClr val="52627B"/>
                </a:solidFill>
                <a:latin typeface="Nimbus Sans"/>
                <a:ea typeface="Nimbus Sans"/>
                <a:cs typeface="Nimbus Sans"/>
              </a:defRPr>
            </a:lvl7pPr>
            <a:lvl8pPr algn="ctr">
              <a:defRPr sz="1800" b="0">
                <a:solidFill>
                  <a:srgbClr val="52627B"/>
                </a:solidFill>
                <a:latin typeface="Nimbus Sans"/>
                <a:ea typeface="Nimbus Sans"/>
                <a:cs typeface="Nimbus Sans"/>
              </a:defRPr>
            </a:lvl8pPr>
            <a:lvl9pPr algn="ctr">
              <a:defRPr sz="1800" b="0">
                <a:solidFill>
                  <a:srgbClr val="52627B"/>
                </a:solidFill>
                <a:latin typeface="Nimbus Sans"/>
                <a:ea typeface="Nimbus Sans"/>
                <a:cs typeface="Nimbus Sans"/>
              </a:defRPr>
            </a:lvl9pPr>
          </a:lstStyle>
          <a:p xmlns:a="http://schemas.openxmlformats.org/drawingml/2006/main">
            <a:pPr algn="ctr">
              <a:defRPr sz="1800" b="0">
                <a:solidFill>
                  <a:srgbClr val="52627B"/>
                </a:solidFill>
                <a:latin typeface="Nimbus Sans"/>
                <a:ea typeface="Nimbus Sans"/>
                <a:cs typeface="Nimbus Sans"/>
              </a:defRPr>
            </a:pPr>
            <a:r>
              <a:rPr sz="1800" b="0">
                <a:solidFill>
                  <a:srgbClr val="52627B"/>
                </a:solidFill>
                <a:latin typeface="Nimbus Sans"/>
                <a:ea typeface="Nimbus Sans"/>
                <a:cs typeface="Nimbus Sans"/>
              </a:rPr>
              <a:t>evidenze del test</a:t>
            </a:r>
          </a:p>
        </p:txBody>
      </p:sp>
      <p:sp>
        <p:nvSpPr>
          <p:cNvPr id="33" name="step4_e33">
            <a:extLst xmlns:a="http://schemas.openxmlformats.org/drawingml/2006/main">
              <a:ext uri="{FF2B5EF4-FFF2-40B4-BE49-F238E27FC236}">
                <a16:creationId xmlns:a16="http://schemas.microsoft.com/office/drawing/2014/main" id="{C7B187E4-D8A8-4B9A-A2AD-E41F77C9AD4A}"/>
              </a:ext>
            </a:extLst>
          </p:cNvPr>
          <p:cNvSpPr>
            <a:spLocks xmlns:a="http://schemas.openxmlformats.org/drawingml/2006/main" noGrp="1"/>
          </p:cNvSpPr>
          <p:nvPr/>
        </p:nvSpPr>
        <p:spPr>
          <a:xfrm xmlns:a="http://schemas.openxmlformats.org/drawingml/2006/main">
            <a:off x="1066800" y="7791450"/>
            <a:ext cx="13106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52627B"/>
                </a:solidFill>
                <a:latin typeface="Nimbus Sans"/>
                <a:ea typeface="Nimbus Sans"/>
                <a:cs typeface="Nimbus Sans"/>
              </a:defRPr>
            </a:defPPr>
            <a:lvl1pPr algn="l">
              <a:defRPr sz="2100" b="0">
                <a:solidFill>
                  <a:srgbClr val="52627B"/>
                </a:solidFill>
                <a:latin typeface="Nimbus Sans"/>
                <a:ea typeface="Nimbus Sans"/>
                <a:cs typeface="Nimbus Sans"/>
              </a:defRPr>
            </a:lvl1pPr>
            <a:lvl2pPr algn="l">
              <a:defRPr sz="2100" b="0">
                <a:solidFill>
                  <a:srgbClr val="52627B"/>
                </a:solidFill>
                <a:latin typeface="Nimbus Sans"/>
                <a:ea typeface="Nimbus Sans"/>
                <a:cs typeface="Nimbus Sans"/>
              </a:defRPr>
            </a:lvl2pPr>
            <a:lvl3pPr algn="l">
              <a:defRPr sz="2100" b="0">
                <a:solidFill>
                  <a:srgbClr val="52627B"/>
                </a:solidFill>
                <a:latin typeface="Nimbus Sans"/>
                <a:ea typeface="Nimbus Sans"/>
                <a:cs typeface="Nimbus Sans"/>
              </a:defRPr>
            </a:lvl3pPr>
            <a:lvl4pPr algn="l">
              <a:defRPr sz="2100" b="0">
                <a:solidFill>
                  <a:srgbClr val="52627B"/>
                </a:solidFill>
                <a:latin typeface="Nimbus Sans"/>
                <a:ea typeface="Nimbus Sans"/>
                <a:cs typeface="Nimbus Sans"/>
              </a:defRPr>
            </a:lvl4pPr>
            <a:lvl5pPr algn="l">
              <a:defRPr sz="2100" b="0">
                <a:solidFill>
                  <a:srgbClr val="52627B"/>
                </a:solidFill>
                <a:latin typeface="Nimbus Sans"/>
                <a:ea typeface="Nimbus Sans"/>
                <a:cs typeface="Nimbus Sans"/>
              </a:defRPr>
            </a:lvl5pPr>
            <a:lvl6pPr algn="l">
              <a:defRPr sz="2100" b="0">
                <a:solidFill>
                  <a:srgbClr val="52627B"/>
                </a:solidFill>
                <a:latin typeface="Nimbus Sans"/>
                <a:ea typeface="Nimbus Sans"/>
                <a:cs typeface="Nimbus Sans"/>
              </a:defRPr>
            </a:lvl6pPr>
            <a:lvl7pPr algn="l">
              <a:defRPr sz="2100" b="0">
                <a:solidFill>
                  <a:srgbClr val="52627B"/>
                </a:solidFill>
                <a:latin typeface="Nimbus Sans"/>
                <a:ea typeface="Nimbus Sans"/>
                <a:cs typeface="Nimbus Sans"/>
              </a:defRPr>
            </a:lvl7pPr>
            <a:lvl8pPr algn="l">
              <a:defRPr sz="2100" b="0">
                <a:solidFill>
                  <a:srgbClr val="52627B"/>
                </a:solidFill>
                <a:latin typeface="Nimbus Sans"/>
                <a:ea typeface="Nimbus Sans"/>
                <a:cs typeface="Nimbus Sans"/>
              </a:defRPr>
            </a:lvl8pPr>
            <a:lvl9pPr algn="l">
              <a:defRPr sz="2100" b="0">
                <a:solidFill>
                  <a:srgbClr val="52627B"/>
                </a:solidFill>
                <a:latin typeface="Nimbus Sans"/>
                <a:ea typeface="Nimbus Sans"/>
                <a:cs typeface="Nimbus Sans"/>
              </a:defRPr>
            </a:lvl9pPr>
          </a:lstStyle>
          <a:p xmlns:a="http://schemas.openxmlformats.org/drawingml/2006/main">
            <a:pPr algn="l">
              <a:defRPr sz="2100" b="0">
                <a:solidFill>
                  <a:srgbClr val="52627B"/>
                </a:solidFill>
                <a:latin typeface="Nimbus Sans"/>
                <a:ea typeface="Nimbus Sans"/>
                <a:cs typeface="Nimbus Sans"/>
              </a:defRPr>
            </a:pPr>
            <a:r>
              <a:rPr sz="2100" b="0">
                <a:solidFill>
                  <a:srgbClr val="52627B"/>
                </a:solidFill>
                <a:latin typeface="Nimbus Sans"/>
                <a:ea typeface="Nimbus Sans"/>
                <a:cs typeface="Nimbus Sans"/>
              </a:rPr>
              <a:t>Le SCAS del 3GPP descrivono requisiti e procedure di test per le Network Functions.</a:t>
            </a:r>
          </a:p>
        </p:txBody>
      </p:sp>
    </p:spTree>
    <p:extLst>
      <p:ext uri="{BB962C8B-B14F-4D97-AF65-F5344CB8AC3E}">
        <p14:creationId xmlns:p14="http://schemas.microsoft.com/office/powerpoint/2010/main" val="140673882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tgtEl>
                                          <p:spTgt spid="5"/>
                                        </p:tgtEl>
                                        <p:attrNameLst>
                                          <p:attrName>style.visibility</p:attrName>
                                        </p:attrNameLst>
                                      </p:cBhvr>
                                      <p:to>
                                        <p:strVal val="visible"/>
                                      </p:to>
                                    </p:set>
                                    <p:set>
                                      <p:cBhvr>
                                        <p:cTn id="7" dur="1" fill="hold"/>
                                        <p:tgtEl>
                                          <p:spTgt spid="6"/>
                                        </p:tgtEl>
                                        <p:attrNameLst>
                                          <p:attrName>style.visibility</p:attrName>
                                        </p:attrNameLst>
                                      </p:cBhvr>
                                      <p:to>
                                        <p:strVal val="visible"/>
                                      </p:to>
                                    </p:set>
                                    <p:set>
                                      <p:cBhvr>
                                        <p:cTn id="8" dur="1" fill="hold"/>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childTnLst>
                                    <p:set>
                                      <p:cBhvr>
                                        <p:cTn id="12" dur="1" fill="hold"/>
                                        <p:tgtEl>
                                          <p:spTgt spid="8"/>
                                        </p:tgtEl>
                                        <p:attrNameLst>
                                          <p:attrName>style.visibility</p:attrName>
                                        </p:attrNameLst>
                                      </p:cBhvr>
                                      <p:to>
                                        <p:strVal val="visible"/>
                                      </p:to>
                                    </p:set>
                                    <p:set>
                                      <p:cBhvr>
                                        <p:cTn id="13" dur="1" fill="hold"/>
                                        <p:tgtEl>
                                          <p:spTgt spid="9"/>
                                        </p:tgtEl>
                                        <p:attrNameLst>
                                          <p:attrName>style.visibility</p:attrName>
                                        </p:attrNameLst>
                                      </p:cBhvr>
                                      <p:to>
                                        <p:strVal val="visible"/>
                                      </p:to>
                                    </p:set>
                                    <p:set>
                                      <p:cBhvr>
                                        <p:cTn id="14" dur="1" fill="hold"/>
                                        <p:tgtEl>
                                          <p:spTgt spid="10"/>
                                        </p:tgtEl>
                                        <p:attrNameLst>
                                          <p:attrName>style.visibility</p:attrName>
                                        </p:attrNameLst>
                                      </p:cBhvr>
                                      <p:to>
                                        <p:strVal val="visible"/>
                                      </p:to>
                                    </p:set>
                                    <p:set>
                                      <p:cBhvr>
                                        <p:cTn id="15" dur="1" fill="hold"/>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3" nodeType="clickEffect">
                                  <p:stCondLst>
                                    <p:cond delay="0"/>
                                  </p:stCondLst>
                                  <p:childTnLst>
                                    <p:set>
                                      <p:cBhvr>
                                        <p:cTn id="19" dur="1" fill="hold"/>
                                        <p:tgtEl>
                                          <p:spTgt spid="12"/>
                                        </p:tgtEl>
                                        <p:attrNameLst>
                                          <p:attrName>style.visibility</p:attrName>
                                        </p:attrNameLst>
                                      </p:cBhvr>
                                      <p:to>
                                        <p:strVal val="visible"/>
                                      </p:to>
                                    </p:set>
                                    <p:set>
                                      <p:cBhvr>
                                        <p:cTn id="20" dur="1" fill="hold"/>
                                        <p:tgtEl>
                                          <p:spTgt spid="13"/>
                                        </p:tgtEl>
                                        <p:attrNameLst>
                                          <p:attrName>style.visibility</p:attrName>
                                        </p:attrNameLst>
                                      </p:cBhvr>
                                      <p:to>
                                        <p:strVal val="visible"/>
                                      </p:to>
                                    </p:set>
                                    <p:set>
                                      <p:cBhvr>
                                        <p:cTn id="21" dur="1" fill="hold"/>
                                        <p:tgtEl>
                                          <p:spTgt spid="14"/>
                                        </p:tgtEl>
                                        <p:attrNameLst>
                                          <p:attrName>style.visibility</p:attrName>
                                        </p:attrNameLst>
                                      </p:cBhvr>
                                      <p:to>
                                        <p:strVal val="visible"/>
                                      </p:to>
                                    </p:set>
                                    <p:set>
                                      <p:cBhvr>
                                        <p:cTn id="22" dur="1" fill="hold"/>
                                        <p:tgtEl>
                                          <p:spTgt spid="15"/>
                                        </p:tgtEl>
                                        <p:attrNameLst>
                                          <p:attrName>style.visibility</p:attrName>
                                        </p:attrNameLst>
                                      </p:cBhvr>
                                      <p:to>
                                        <p:strVal val="visible"/>
                                      </p:to>
                                    </p:set>
                                    <p:set>
                                      <p:cBhvr>
                                        <p:cTn id="23" dur="1" fill="hold"/>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4" nodeType="clickEffect">
                                  <p:stCondLst>
                                    <p:cond delay="0"/>
                                  </p:stCondLst>
                                  <p:childTnLst>
                                    <p:set>
                                      <p:cBhvr>
                                        <p:cTn id="27" dur="1" fill="hold"/>
                                        <p:tgtEl>
                                          <p:spTgt spid="17"/>
                                        </p:tgtEl>
                                        <p:attrNameLst>
                                          <p:attrName>style.visibility</p:attrName>
                                        </p:attrNameLst>
                                      </p:cBhvr>
                                      <p:to>
                                        <p:strVal val="visible"/>
                                      </p:to>
                                    </p:set>
                                    <p:set>
                                      <p:cBhvr>
                                        <p:cTn id="28" dur="1" fill="hold"/>
                                        <p:tgtEl>
                                          <p:spTgt spid="18"/>
                                        </p:tgtEl>
                                        <p:attrNameLst>
                                          <p:attrName>style.visibility</p:attrName>
                                        </p:attrNameLst>
                                      </p:cBhvr>
                                      <p:to>
                                        <p:strVal val="visible"/>
                                      </p:to>
                                    </p:set>
                                    <p:set>
                                      <p:cBhvr>
                                        <p:cTn id="29" dur="1" fill="hold"/>
                                        <p:tgtEl>
                                          <p:spTgt spid="19"/>
                                        </p:tgtEl>
                                        <p:attrNameLst>
                                          <p:attrName>style.visibility</p:attrName>
                                        </p:attrNameLst>
                                      </p:cBhvr>
                                      <p:to>
                                        <p:strVal val="visible"/>
                                      </p:to>
                                    </p:set>
                                    <p:set>
                                      <p:cBhvr>
                                        <p:cTn id="30" dur="1" fill="hold"/>
                                        <p:tgtEl>
                                          <p:spTgt spid="20"/>
                                        </p:tgtEl>
                                        <p:attrNameLst>
                                          <p:attrName>style.visibility</p:attrName>
                                        </p:attrNameLst>
                                      </p:cBhvr>
                                      <p:to>
                                        <p:strVal val="visible"/>
                                      </p:to>
                                    </p:set>
                                    <p:set>
                                      <p:cBhvr>
                                        <p:cTn id="31" dur="1" fill="hold"/>
                                        <p:tgtEl>
                                          <p:spTgt spid="21"/>
                                        </p:tgtEl>
                                        <p:attrNameLst>
                                          <p:attrName>style.visibility</p:attrName>
                                        </p:attrNameLst>
                                      </p:cBhvr>
                                      <p:to>
                                        <p:strVal val="visible"/>
                                      </p:to>
                                    </p:set>
                                    <p:set>
                                      <p:cBhvr>
                                        <p:cTn id="32" dur="1" fill="hold"/>
                                        <p:tgtEl>
                                          <p:spTgt spid="22"/>
                                        </p:tgtEl>
                                        <p:attrNameLst>
                                          <p:attrName>style.visibility</p:attrName>
                                        </p:attrNameLst>
                                      </p:cBhvr>
                                      <p:to>
                                        <p:strVal val="visible"/>
                                      </p:to>
                                    </p:set>
                                    <p:set>
                                      <p:cBhvr>
                                        <p:cTn id="33" dur="1" fill="hold"/>
                                        <p:tgtEl>
                                          <p:spTgt spid="23"/>
                                        </p:tgtEl>
                                        <p:attrNameLst>
                                          <p:attrName>style.visibility</p:attrName>
                                        </p:attrNameLst>
                                      </p:cBhvr>
                                      <p:to>
                                        <p:strVal val="visible"/>
                                      </p:to>
                                    </p:set>
                                    <p:set>
                                      <p:cBhvr>
                                        <p:cTn id="34" dur="1" fill="hold"/>
                                        <p:tgtEl>
                                          <p:spTgt spid="24"/>
                                        </p:tgtEl>
                                        <p:attrNameLst>
                                          <p:attrName>style.visibility</p:attrName>
                                        </p:attrNameLst>
                                      </p:cBhvr>
                                      <p:to>
                                        <p:strVal val="visible"/>
                                      </p:to>
                                    </p:set>
                                    <p:set>
                                      <p:cBhvr>
                                        <p:cTn id="35" dur="1" fill="hold"/>
                                        <p:tgtEl>
                                          <p:spTgt spid="25"/>
                                        </p:tgtEl>
                                        <p:attrNameLst>
                                          <p:attrName>style.visibility</p:attrName>
                                        </p:attrNameLst>
                                      </p:cBhvr>
                                      <p:to>
                                        <p:strVal val="visible"/>
                                      </p:to>
                                    </p:set>
                                    <p:set>
                                      <p:cBhvr>
                                        <p:cTn id="36" dur="1" fill="hold"/>
                                        <p:tgtEl>
                                          <p:spTgt spid="26"/>
                                        </p:tgtEl>
                                        <p:attrNameLst>
                                          <p:attrName>style.visibility</p:attrName>
                                        </p:attrNameLst>
                                      </p:cBhvr>
                                      <p:to>
                                        <p:strVal val="visible"/>
                                      </p:to>
                                    </p:set>
                                    <p:set>
                                      <p:cBhvr>
                                        <p:cTn id="37" dur="1" fill="hold"/>
                                        <p:tgtEl>
                                          <p:spTgt spid="27"/>
                                        </p:tgtEl>
                                        <p:attrNameLst>
                                          <p:attrName>style.visibility</p:attrName>
                                        </p:attrNameLst>
                                      </p:cBhvr>
                                      <p:to>
                                        <p:strVal val="visible"/>
                                      </p:to>
                                    </p:set>
                                    <p:set>
                                      <p:cBhvr>
                                        <p:cTn id="38" dur="1" fill="hold"/>
                                        <p:tgtEl>
                                          <p:spTgt spid="28"/>
                                        </p:tgtEl>
                                        <p:attrNameLst>
                                          <p:attrName>style.visibility</p:attrName>
                                        </p:attrNameLst>
                                      </p:cBhvr>
                                      <p:to>
                                        <p:strVal val="visible"/>
                                      </p:to>
                                    </p:set>
                                    <p:set>
                                      <p:cBhvr>
                                        <p:cTn id="39" dur="1" fill="hold"/>
                                        <p:tgtEl>
                                          <p:spTgt spid="29"/>
                                        </p:tgtEl>
                                        <p:attrNameLst>
                                          <p:attrName>style.visibility</p:attrName>
                                        </p:attrNameLst>
                                      </p:cBhvr>
                                      <p:to>
                                        <p:strVal val="visible"/>
                                      </p:to>
                                    </p:set>
                                    <p:set>
                                      <p:cBhvr>
                                        <p:cTn id="40" dur="1" fill="hold"/>
                                        <p:tgtEl>
                                          <p:spTgt spid="30"/>
                                        </p:tgtEl>
                                        <p:attrNameLst>
                                          <p:attrName>style.visibility</p:attrName>
                                        </p:attrNameLst>
                                      </p:cBhvr>
                                      <p:to>
                                        <p:strVal val="visible"/>
                                      </p:to>
                                    </p:set>
                                    <p:set>
                                      <p:cBhvr>
                                        <p:cTn id="41" dur="1" fill="hold"/>
                                        <p:tgtEl>
                                          <p:spTgt spid="31"/>
                                        </p:tgtEl>
                                        <p:attrNameLst>
                                          <p:attrName>style.visibility</p:attrName>
                                        </p:attrNameLst>
                                      </p:cBhvr>
                                      <p:to>
                                        <p:strVal val="visible"/>
                                      </p:to>
                                    </p:set>
                                    <p:set>
                                      <p:cBhvr>
                                        <p:cTn id="42" dur="1" fill="hold"/>
                                        <p:tgtEl>
                                          <p:spTgt spid="32"/>
                                        </p:tgtEl>
                                        <p:attrNameLst>
                                          <p:attrName>style.visibility</p:attrName>
                                        </p:attrNameLst>
                                      </p:cBhvr>
                                      <p:to>
                                        <p:strVal val="visible"/>
                                      </p:to>
                                    </p:set>
                                    <p:set>
                                      <p:cBhvr>
                                        <p:cTn id="43" dur="1" fill="hold"/>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27" name="step0_e34">
            <a:extLst xmlns:a="http://schemas.openxmlformats.org/drawingml/2006/main">
              <a:ext uri="{FF2B5EF4-FFF2-40B4-BE49-F238E27FC236}">
                <a16:creationId xmlns:a16="http://schemas.microsoft.com/office/drawing/2014/main" id="{EA7528D1-64BB-4CBA-A654-FD5C0405FF65}"/>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AUTOMAZIONE</a:t>
            </a:r>
          </a:p>
        </p:txBody>
      </p:sp>
      <p:sp>
        <p:nvSpPr>
          <p:cNvPr id="2" name="step0_e35">
            <a:extLst xmlns:a="http://schemas.openxmlformats.org/drawingml/2006/main">
              <a:ext uri="{FF2B5EF4-FFF2-40B4-BE49-F238E27FC236}">
                <a16:creationId xmlns:a16="http://schemas.microsoft.com/office/drawing/2014/main" id="{AA75A3A8-2474-4735-B78F-38ABF2C49960}"/>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02 / 05</a:t>
            </a:r>
          </a:p>
        </p:txBody>
      </p:sp>
      <p:sp>
        <p:nvSpPr>
          <p:cNvPr id="3" name="step0_e36">
            <a:extLst xmlns:a="http://schemas.openxmlformats.org/drawingml/2006/main">
              <a:ext uri="{FF2B5EF4-FFF2-40B4-BE49-F238E27FC236}">
                <a16:creationId xmlns:a16="http://schemas.microsoft.com/office/drawing/2014/main" id="{1848B722-5288-4F68-966A-65012A0040EC}"/>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Il problema dell’automazione</a:t>
            </a:r>
          </a:p>
        </p:txBody>
      </p:sp>
      <p:sp>
        <p:nvSpPr>
          <p:cNvPr id="4" name="step0_e37">
            <a:extLst xmlns:a="http://schemas.openxmlformats.org/drawingml/2006/main">
              <a:ext uri="{FF2B5EF4-FFF2-40B4-BE49-F238E27FC236}">
                <a16:creationId xmlns:a16="http://schemas.microsoft.com/office/drawing/2014/main" id="{CC6C5FB8-38C5-4A6F-9CA4-9196452AAA7A}"/>
              </a:ext>
            </a:extLst>
          </p:cNvPr>
          <p:cNvSpPr>
            <a:spLocks xmlns:a="http://schemas.openxmlformats.org/drawingml/2006/main" noGrp="1"/>
          </p:cNvSpPr>
          <p:nvPr/>
        </p:nvSpPr>
        <p:spPr>
          <a:xfrm xmlns:a="http://schemas.openxmlformats.org/drawingml/2006/main">
            <a:off x="1066800" y="2000250"/>
            <a:ext cx="13106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a:solidFill>
                  <a:srgbClr val="52627B"/>
                </a:solidFill>
                <a:latin typeface="Nimbus Sans"/>
                <a:ea typeface="Nimbus Sans"/>
                <a:cs typeface="Nimbus Sans"/>
              </a:defRPr>
            </a:defPPr>
            <a:lvl1pPr algn="l">
              <a:defRPr sz="2175" b="0">
                <a:solidFill>
                  <a:srgbClr val="52627B"/>
                </a:solidFill>
                <a:latin typeface="Nimbus Sans"/>
                <a:ea typeface="Nimbus Sans"/>
                <a:cs typeface="Nimbus Sans"/>
              </a:defRPr>
            </a:lvl1pPr>
            <a:lvl2pPr algn="l">
              <a:defRPr sz="2175" b="0">
                <a:solidFill>
                  <a:srgbClr val="52627B"/>
                </a:solidFill>
                <a:latin typeface="Nimbus Sans"/>
                <a:ea typeface="Nimbus Sans"/>
                <a:cs typeface="Nimbus Sans"/>
              </a:defRPr>
            </a:lvl2pPr>
            <a:lvl3pPr algn="l">
              <a:defRPr sz="2175" b="0">
                <a:solidFill>
                  <a:srgbClr val="52627B"/>
                </a:solidFill>
                <a:latin typeface="Nimbus Sans"/>
                <a:ea typeface="Nimbus Sans"/>
                <a:cs typeface="Nimbus Sans"/>
              </a:defRPr>
            </a:lvl3pPr>
            <a:lvl4pPr algn="l">
              <a:defRPr sz="2175" b="0">
                <a:solidFill>
                  <a:srgbClr val="52627B"/>
                </a:solidFill>
                <a:latin typeface="Nimbus Sans"/>
                <a:ea typeface="Nimbus Sans"/>
                <a:cs typeface="Nimbus Sans"/>
              </a:defRPr>
            </a:lvl4pPr>
            <a:lvl5pPr algn="l">
              <a:defRPr sz="2175" b="0">
                <a:solidFill>
                  <a:srgbClr val="52627B"/>
                </a:solidFill>
                <a:latin typeface="Nimbus Sans"/>
                <a:ea typeface="Nimbus Sans"/>
                <a:cs typeface="Nimbus Sans"/>
              </a:defRPr>
            </a:lvl5pPr>
            <a:lvl6pPr algn="l">
              <a:defRPr sz="2175" b="0">
                <a:solidFill>
                  <a:srgbClr val="52627B"/>
                </a:solidFill>
                <a:latin typeface="Nimbus Sans"/>
                <a:ea typeface="Nimbus Sans"/>
                <a:cs typeface="Nimbus Sans"/>
              </a:defRPr>
            </a:lvl6pPr>
            <a:lvl7pPr algn="l">
              <a:defRPr sz="2175" b="0">
                <a:solidFill>
                  <a:srgbClr val="52627B"/>
                </a:solidFill>
                <a:latin typeface="Nimbus Sans"/>
                <a:ea typeface="Nimbus Sans"/>
                <a:cs typeface="Nimbus Sans"/>
              </a:defRPr>
            </a:lvl7pPr>
            <a:lvl8pPr algn="l">
              <a:defRPr sz="2175" b="0">
                <a:solidFill>
                  <a:srgbClr val="52627B"/>
                </a:solidFill>
                <a:latin typeface="Nimbus Sans"/>
                <a:ea typeface="Nimbus Sans"/>
                <a:cs typeface="Nimbus Sans"/>
              </a:defRPr>
            </a:lvl8pPr>
            <a:lvl9pPr algn="l">
              <a:defRPr sz="2175" b="0">
                <a:solidFill>
                  <a:srgbClr val="52627B"/>
                </a:solidFill>
                <a:latin typeface="Nimbus Sans"/>
                <a:ea typeface="Nimbus Sans"/>
                <a:cs typeface="Nimbus Sans"/>
              </a:defRPr>
            </a:lvl9pPr>
          </a:lstStyle>
          <a:p xmlns:a="http://schemas.openxmlformats.org/drawingml/2006/main">
            <a:pPr algn="l">
              <a:defRPr sz="2175" b="0">
                <a:solidFill>
                  <a:srgbClr val="52627B"/>
                </a:solidFill>
                <a:latin typeface="Nimbus Sans"/>
                <a:ea typeface="Nimbus Sans"/>
                <a:cs typeface="Nimbus Sans"/>
              </a:defRPr>
            </a:pPr>
            <a:r>
              <a:rPr sz="2175" b="0">
                <a:solidFill>
                  <a:srgbClr val="52627B"/>
                </a:solidFill>
                <a:latin typeface="Nimbus Sans"/>
                <a:ea typeface="Nimbus Sans"/>
                <a:cs typeface="Nimbus Sans"/>
              </a:rPr>
              <a:t>Le procedure sono in linguaggio naturale. L’automazione richiede codice.</a:t>
            </a:r>
          </a:p>
        </p:txBody>
      </p:sp>
      <p:sp>
        <p:nvSpPr>
          <p:cNvPr id="5" name="step1_e38">
            <a:extLst xmlns:a="http://schemas.openxmlformats.org/drawingml/2006/main">
              <a:ext uri="{FF2B5EF4-FFF2-40B4-BE49-F238E27FC236}">
                <a16:creationId xmlns:a16="http://schemas.microsoft.com/office/drawing/2014/main" id="{6298491E-4B36-4A2D-9D6A-22DB35E1D420}"/>
              </a:ext>
            </a:extLst>
          </p:cNvPr>
          <p:cNvSpPr>
            <a:spLocks xmlns:a="http://schemas.openxmlformats.org/drawingml/2006/main" noGrp="1"/>
          </p:cNvSpPr>
          <p:nvPr/>
        </p:nvSpPr>
        <p:spPr>
          <a:xfrm xmlns:a="http://schemas.openxmlformats.org/drawingml/2006/main">
            <a:off x="1066800" y="2781300"/>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Nimbus Sans"/>
                <a:ea typeface="Nimbus Sans"/>
                <a:cs typeface="Nimbus Sans"/>
              </a:defRPr>
            </a:defPPr>
            <a:lvl1pPr algn="l">
              <a:defRPr sz="1725" b="1">
                <a:solidFill>
                  <a:srgbClr val="4264D0"/>
                </a:solidFill>
                <a:latin typeface="Nimbus Sans"/>
                <a:ea typeface="Nimbus Sans"/>
                <a:cs typeface="Nimbus Sans"/>
              </a:defRPr>
            </a:lvl1pPr>
            <a:lvl2pPr algn="l">
              <a:defRPr sz="1725" b="1">
                <a:solidFill>
                  <a:srgbClr val="4264D0"/>
                </a:solidFill>
                <a:latin typeface="Nimbus Sans"/>
                <a:ea typeface="Nimbus Sans"/>
                <a:cs typeface="Nimbus Sans"/>
              </a:defRPr>
            </a:lvl2pPr>
            <a:lvl3pPr algn="l">
              <a:defRPr sz="1725" b="1">
                <a:solidFill>
                  <a:srgbClr val="4264D0"/>
                </a:solidFill>
                <a:latin typeface="Nimbus Sans"/>
                <a:ea typeface="Nimbus Sans"/>
                <a:cs typeface="Nimbus Sans"/>
              </a:defRPr>
            </a:lvl3pPr>
            <a:lvl4pPr algn="l">
              <a:defRPr sz="1725" b="1">
                <a:solidFill>
                  <a:srgbClr val="4264D0"/>
                </a:solidFill>
                <a:latin typeface="Nimbus Sans"/>
                <a:ea typeface="Nimbus Sans"/>
                <a:cs typeface="Nimbus Sans"/>
              </a:defRPr>
            </a:lvl4pPr>
            <a:lvl5pPr algn="l">
              <a:defRPr sz="1725" b="1">
                <a:solidFill>
                  <a:srgbClr val="4264D0"/>
                </a:solidFill>
                <a:latin typeface="Nimbus Sans"/>
                <a:ea typeface="Nimbus Sans"/>
                <a:cs typeface="Nimbus Sans"/>
              </a:defRPr>
            </a:lvl5pPr>
            <a:lvl6pPr algn="l">
              <a:defRPr sz="1725" b="1">
                <a:solidFill>
                  <a:srgbClr val="4264D0"/>
                </a:solidFill>
                <a:latin typeface="Nimbus Sans"/>
                <a:ea typeface="Nimbus Sans"/>
                <a:cs typeface="Nimbus Sans"/>
              </a:defRPr>
            </a:lvl6pPr>
            <a:lvl7pPr algn="l">
              <a:defRPr sz="1725" b="1">
                <a:solidFill>
                  <a:srgbClr val="4264D0"/>
                </a:solidFill>
                <a:latin typeface="Nimbus Sans"/>
                <a:ea typeface="Nimbus Sans"/>
                <a:cs typeface="Nimbus Sans"/>
              </a:defRPr>
            </a:lvl7pPr>
            <a:lvl8pPr algn="l">
              <a:defRPr sz="1725" b="1">
                <a:solidFill>
                  <a:srgbClr val="4264D0"/>
                </a:solidFill>
                <a:latin typeface="Nimbus Sans"/>
                <a:ea typeface="Nimbus Sans"/>
                <a:cs typeface="Nimbus Sans"/>
              </a:defRPr>
            </a:lvl8pPr>
            <a:lvl9pPr algn="l">
              <a:defRPr sz="1725" b="1">
                <a:solidFill>
                  <a:srgbClr val="4264D0"/>
                </a:solidFill>
                <a:latin typeface="Nimbus Sans"/>
                <a:ea typeface="Nimbus Sans"/>
                <a:cs typeface="Nimbus Sans"/>
              </a:defRPr>
            </a:lvl9pPr>
          </a:lstStyle>
          <a:p xmlns:a="http://schemas.openxmlformats.org/drawingml/2006/main">
            <a:pPr algn="l">
              <a:defRPr sz="1725" b="1">
                <a:solidFill>
                  <a:srgbClr val="4264D0"/>
                </a:solidFill>
                <a:latin typeface="Nimbus Sans"/>
                <a:ea typeface="Nimbus Sans"/>
                <a:cs typeface="Nimbus Sans"/>
              </a:defRPr>
            </a:pPr>
            <a:r>
              <a:rPr sz="1725" b="1">
                <a:solidFill>
                  <a:srgbClr val="4264D0"/>
                </a:solidFill>
                <a:latin typeface="Nimbus Sans"/>
                <a:ea typeface="Nimbus Sans"/>
                <a:cs typeface="Nimbus Sans"/>
              </a:rPr>
              <a:t>Estratti dalle specifiche SCAS</a:t>
            </a:r>
          </a:p>
        </p:txBody>
      </p:sp>
      <p:sp>
        <p:nvSpPr>
          <p:cNvPr id="6" name="step1_e39">
            <a:extLst xmlns:a="http://schemas.openxmlformats.org/drawingml/2006/main">
              <a:ext uri="{FF2B5EF4-FFF2-40B4-BE49-F238E27FC236}">
                <a16:creationId xmlns:a16="http://schemas.microsoft.com/office/drawing/2014/main" id="{3407B3B2-353F-433D-B9ED-7921DA48BE21}"/>
              </a:ext>
            </a:extLst>
          </p:cNvPr>
          <p:cNvSpPr>
            <a:spLocks xmlns:a="http://schemas.openxmlformats.org/drawingml/2006/main" noGrp="1"/>
          </p:cNvSpPr>
          <p:nvPr/>
        </p:nvSpPr>
        <p:spPr>
          <a:xfrm xmlns:a="http://schemas.openxmlformats.org/drawingml/2006/main">
            <a:off x="1066800" y="3276600"/>
            <a:ext cx="5810250" cy="1095375"/>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7145">
            <a:solidFill>
              <a:srgbClr val="D9E3EF"/>
            </a:solidFill>
            <a:prstDash val="solid"/>
          </a:ln>
        </p:spPr>
      </p:sp>
      <p:sp>
        <p:nvSpPr>
          <p:cNvPr id="7" name="step1_e40">
            <a:extLst xmlns:a="http://schemas.openxmlformats.org/drawingml/2006/main">
              <a:ext uri="{FF2B5EF4-FFF2-40B4-BE49-F238E27FC236}">
                <a16:creationId xmlns:a16="http://schemas.microsoft.com/office/drawing/2014/main" id="{337F831C-174A-4AD6-AA3C-D47902488E34}"/>
              </a:ext>
            </a:extLst>
          </p:cNvPr>
          <p:cNvSpPr>
            <a:spLocks xmlns:a="http://schemas.openxmlformats.org/drawingml/2006/main" noGrp="1"/>
          </p:cNvSpPr>
          <p:nvPr/>
        </p:nvSpPr>
        <p:spPr>
          <a:xfrm xmlns:a="http://schemas.openxmlformats.org/drawingml/2006/main">
            <a:off x="1295400" y="340042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4264D0"/>
                </a:solidFill>
                <a:latin typeface="Nimbus Sans"/>
                <a:ea typeface="Nimbus Sans"/>
                <a:cs typeface="Nimbus Sans"/>
              </a:defRPr>
            </a:defPPr>
            <a:lvl1pPr algn="l">
              <a:defRPr sz="1800" b="1">
                <a:solidFill>
                  <a:srgbClr val="4264D0"/>
                </a:solidFill>
                <a:latin typeface="Nimbus Sans"/>
                <a:ea typeface="Nimbus Sans"/>
                <a:cs typeface="Nimbus Sans"/>
              </a:defRPr>
            </a:lvl1pPr>
            <a:lvl2pPr algn="l">
              <a:defRPr sz="1800" b="1">
                <a:solidFill>
                  <a:srgbClr val="4264D0"/>
                </a:solidFill>
                <a:latin typeface="Nimbus Sans"/>
                <a:ea typeface="Nimbus Sans"/>
                <a:cs typeface="Nimbus Sans"/>
              </a:defRPr>
            </a:lvl2pPr>
            <a:lvl3pPr algn="l">
              <a:defRPr sz="1800" b="1">
                <a:solidFill>
                  <a:srgbClr val="4264D0"/>
                </a:solidFill>
                <a:latin typeface="Nimbus Sans"/>
                <a:ea typeface="Nimbus Sans"/>
                <a:cs typeface="Nimbus Sans"/>
              </a:defRPr>
            </a:lvl3pPr>
            <a:lvl4pPr algn="l">
              <a:defRPr sz="1800" b="1">
                <a:solidFill>
                  <a:srgbClr val="4264D0"/>
                </a:solidFill>
                <a:latin typeface="Nimbus Sans"/>
                <a:ea typeface="Nimbus Sans"/>
                <a:cs typeface="Nimbus Sans"/>
              </a:defRPr>
            </a:lvl4pPr>
            <a:lvl5pPr algn="l">
              <a:defRPr sz="1800" b="1">
                <a:solidFill>
                  <a:srgbClr val="4264D0"/>
                </a:solidFill>
                <a:latin typeface="Nimbus Sans"/>
                <a:ea typeface="Nimbus Sans"/>
                <a:cs typeface="Nimbus Sans"/>
              </a:defRPr>
            </a:lvl5pPr>
            <a:lvl6pPr algn="l">
              <a:defRPr sz="1800" b="1">
                <a:solidFill>
                  <a:srgbClr val="4264D0"/>
                </a:solidFill>
                <a:latin typeface="Nimbus Sans"/>
                <a:ea typeface="Nimbus Sans"/>
                <a:cs typeface="Nimbus Sans"/>
              </a:defRPr>
            </a:lvl6pPr>
            <a:lvl7pPr algn="l">
              <a:defRPr sz="1800" b="1">
                <a:solidFill>
                  <a:srgbClr val="4264D0"/>
                </a:solidFill>
                <a:latin typeface="Nimbus Sans"/>
                <a:ea typeface="Nimbus Sans"/>
                <a:cs typeface="Nimbus Sans"/>
              </a:defRPr>
            </a:lvl7pPr>
            <a:lvl8pPr algn="l">
              <a:defRPr sz="1800" b="1">
                <a:solidFill>
                  <a:srgbClr val="4264D0"/>
                </a:solidFill>
                <a:latin typeface="Nimbus Sans"/>
                <a:ea typeface="Nimbus Sans"/>
                <a:cs typeface="Nimbus Sans"/>
              </a:defRPr>
            </a:lvl8pPr>
            <a:lvl9pPr algn="l">
              <a:defRPr sz="1800" b="1">
                <a:solidFill>
                  <a:srgbClr val="4264D0"/>
                </a:solidFill>
                <a:latin typeface="Nimbus Sans"/>
                <a:ea typeface="Nimbus Sans"/>
                <a:cs typeface="Nimbus Sans"/>
              </a:defRPr>
            </a:lvl9pPr>
          </a:lstStyle>
          <a:p xmlns:a="http://schemas.openxmlformats.org/drawingml/2006/main">
            <a:pPr algn="l">
              <a:defRPr sz="1800" b="1">
                <a:solidFill>
                  <a:srgbClr val="4264D0"/>
                </a:solidFill>
                <a:latin typeface="Nimbus Sans"/>
                <a:ea typeface="Nimbus Sans"/>
                <a:cs typeface="Nimbus Sans"/>
              </a:defRPr>
            </a:pPr>
            <a:r>
              <a:rPr sz="1800" b="1">
                <a:solidFill>
                  <a:srgbClr val="4264D0"/>
                </a:solidFill>
                <a:latin typeface="Nimbus Sans"/>
                <a:ea typeface="Nimbus Sans"/>
                <a:cs typeface="Nimbus Sans"/>
              </a:rPr>
              <a:t>3GPP TS 33.512 · AMF</a:t>
            </a:r>
          </a:p>
        </p:txBody>
      </p:sp>
      <p:sp>
        <p:nvSpPr>
          <p:cNvPr id="8" name="step1_e41">
            <a:extLst xmlns:a="http://schemas.openxmlformats.org/drawingml/2006/main">
              <a:ext uri="{FF2B5EF4-FFF2-40B4-BE49-F238E27FC236}">
                <a16:creationId xmlns:a16="http://schemas.microsoft.com/office/drawing/2014/main" id="{FA8B98E9-DA41-444B-927E-231E7C1E95D4}"/>
              </a:ext>
            </a:extLst>
          </p:cNvPr>
          <p:cNvSpPr>
            <a:spLocks xmlns:a="http://schemas.openxmlformats.org/drawingml/2006/main" noGrp="1"/>
          </p:cNvSpPr>
          <p:nvPr/>
        </p:nvSpPr>
        <p:spPr>
          <a:xfrm xmlns:a="http://schemas.openxmlformats.org/drawingml/2006/main">
            <a:off x="1295400" y="3762375"/>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182536"/>
                </a:solidFill>
                <a:latin typeface="Nimbus Sans"/>
                <a:ea typeface="Nimbus Sans"/>
                <a:cs typeface="Nimbus Sans"/>
              </a:defRPr>
            </a:defPPr>
            <a:lvl1pPr algn="l">
              <a:defRPr sz="1800" b="0">
                <a:solidFill>
                  <a:srgbClr val="182536"/>
                </a:solidFill>
                <a:latin typeface="Nimbus Sans"/>
                <a:ea typeface="Nimbus Sans"/>
                <a:cs typeface="Nimbus Sans"/>
              </a:defRPr>
            </a:lvl1pPr>
            <a:lvl2pPr algn="l">
              <a:defRPr sz="1800" b="0">
                <a:solidFill>
                  <a:srgbClr val="182536"/>
                </a:solidFill>
                <a:latin typeface="Nimbus Sans"/>
                <a:ea typeface="Nimbus Sans"/>
                <a:cs typeface="Nimbus Sans"/>
              </a:defRPr>
            </a:lvl2pPr>
            <a:lvl3pPr algn="l">
              <a:defRPr sz="1800" b="0">
                <a:solidFill>
                  <a:srgbClr val="182536"/>
                </a:solidFill>
                <a:latin typeface="Nimbus Sans"/>
                <a:ea typeface="Nimbus Sans"/>
                <a:cs typeface="Nimbus Sans"/>
              </a:defRPr>
            </a:lvl3pPr>
            <a:lvl4pPr algn="l">
              <a:defRPr sz="1800" b="0">
                <a:solidFill>
                  <a:srgbClr val="182536"/>
                </a:solidFill>
                <a:latin typeface="Nimbus Sans"/>
                <a:ea typeface="Nimbus Sans"/>
                <a:cs typeface="Nimbus Sans"/>
              </a:defRPr>
            </a:lvl4pPr>
            <a:lvl5pPr algn="l">
              <a:defRPr sz="1800" b="0">
                <a:solidFill>
                  <a:srgbClr val="182536"/>
                </a:solidFill>
                <a:latin typeface="Nimbus Sans"/>
                <a:ea typeface="Nimbus Sans"/>
                <a:cs typeface="Nimbus Sans"/>
              </a:defRPr>
            </a:lvl5pPr>
            <a:lvl6pPr algn="l">
              <a:defRPr sz="1800" b="0">
                <a:solidFill>
                  <a:srgbClr val="182536"/>
                </a:solidFill>
                <a:latin typeface="Nimbus Sans"/>
                <a:ea typeface="Nimbus Sans"/>
                <a:cs typeface="Nimbus Sans"/>
              </a:defRPr>
            </a:lvl6pPr>
            <a:lvl7pPr algn="l">
              <a:defRPr sz="1800" b="0">
                <a:solidFill>
                  <a:srgbClr val="182536"/>
                </a:solidFill>
                <a:latin typeface="Nimbus Sans"/>
                <a:ea typeface="Nimbus Sans"/>
                <a:cs typeface="Nimbus Sans"/>
              </a:defRPr>
            </a:lvl7pPr>
            <a:lvl8pPr algn="l">
              <a:defRPr sz="1800" b="0">
                <a:solidFill>
                  <a:srgbClr val="182536"/>
                </a:solidFill>
                <a:latin typeface="Nimbus Sans"/>
                <a:ea typeface="Nimbus Sans"/>
                <a:cs typeface="Nimbus Sans"/>
              </a:defRPr>
            </a:lvl8pPr>
            <a:lvl9pPr algn="l">
              <a:defRPr sz="1800" b="0">
                <a:solidFill>
                  <a:srgbClr val="182536"/>
                </a:solidFill>
                <a:latin typeface="Nimbus Sans"/>
                <a:ea typeface="Nimbus Sans"/>
                <a:cs typeface="Nimbus Sans"/>
              </a:defRPr>
            </a:lvl9pPr>
          </a:lstStyle>
          <a:p xmlns:a="http://schemas.openxmlformats.org/drawingml/2006/main">
            <a:pPr algn="l">
              <a:defRPr sz="1800" b="0">
                <a:solidFill>
                  <a:srgbClr val="182536"/>
                </a:solidFill>
                <a:latin typeface="Nimbus Sans"/>
                <a:ea typeface="Nimbus Sans"/>
                <a:cs typeface="Nimbus Sans"/>
              </a:defRPr>
            </a:pPr>
            <a:r>
              <a:rPr sz="1800" b="0">
                <a:solidFill>
                  <a:srgbClr val="182536"/>
                </a:solidFill>
                <a:latin typeface="Nimbus Sans"/>
                <a:ea typeface="Nimbus Sans"/>
                <a:cs typeface="Nimbus Sans"/>
              </a:rPr>
              <a:t>“Verify that synchronization failure is correctly</a:t>
            </a:r>
          </a:p>
          <a:p xmlns:a="http://schemas.openxmlformats.org/drawingml/2006/main">
            <a:pPr algn="l">
              <a:defRPr sz="1800" b="0">
                <a:solidFill>
                  <a:srgbClr val="182536"/>
                </a:solidFill>
                <a:latin typeface="Nimbus Sans"/>
                <a:ea typeface="Nimbus Sans"/>
                <a:cs typeface="Nimbus Sans"/>
              </a:defRPr>
            </a:pPr>
            <a:r>
              <a:rPr sz="1800" b="0">
                <a:solidFill>
                  <a:srgbClr val="182536"/>
                </a:solidFill>
                <a:latin typeface="Nimbus Sans"/>
                <a:ea typeface="Nimbus Sans"/>
                <a:cs typeface="Nimbus Sans"/>
              </a:rPr>
              <a:t>handled by the SEAF/AMF.”</a:t>
            </a:r>
          </a:p>
        </p:txBody>
      </p:sp>
      <p:sp>
        <p:nvSpPr>
          <p:cNvPr id="9" name="step1_e42">
            <a:extLst xmlns:a="http://schemas.openxmlformats.org/drawingml/2006/main">
              <a:ext uri="{FF2B5EF4-FFF2-40B4-BE49-F238E27FC236}">
                <a16:creationId xmlns:a16="http://schemas.microsoft.com/office/drawing/2014/main" id="{5FCD6329-6960-4578-8A95-A73BEF2218C0}"/>
              </a:ext>
            </a:extLst>
          </p:cNvPr>
          <p:cNvSpPr>
            <a:spLocks xmlns:a="http://schemas.openxmlformats.org/drawingml/2006/main" noGrp="1"/>
          </p:cNvSpPr>
          <p:nvPr/>
        </p:nvSpPr>
        <p:spPr>
          <a:xfrm xmlns:a="http://schemas.openxmlformats.org/drawingml/2006/main">
            <a:off x="1362075" y="4276725"/>
            <a:ext cx="5810250" cy="1095375"/>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7145">
            <a:solidFill>
              <a:srgbClr val="D9E3EF"/>
            </a:solidFill>
            <a:prstDash val="solid"/>
          </a:ln>
        </p:spPr>
      </p:sp>
      <p:sp>
        <p:nvSpPr>
          <p:cNvPr id="10" name="step1_e43">
            <a:extLst xmlns:a="http://schemas.openxmlformats.org/drawingml/2006/main">
              <a:ext uri="{FF2B5EF4-FFF2-40B4-BE49-F238E27FC236}">
                <a16:creationId xmlns:a16="http://schemas.microsoft.com/office/drawing/2014/main" id="{51E3D231-0167-4BB9-BCD7-DD0EF8ED52C6}"/>
              </a:ext>
            </a:extLst>
          </p:cNvPr>
          <p:cNvSpPr>
            <a:spLocks xmlns:a="http://schemas.openxmlformats.org/drawingml/2006/main" noGrp="1"/>
          </p:cNvSpPr>
          <p:nvPr/>
        </p:nvSpPr>
        <p:spPr>
          <a:xfrm xmlns:a="http://schemas.openxmlformats.org/drawingml/2006/main">
            <a:off x="1590675" y="439102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4264D0"/>
                </a:solidFill>
                <a:latin typeface="Nimbus Sans"/>
                <a:ea typeface="Nimbus Sans"/>
                <a:cs typeface="Nimbus Sans"/>
              </a:defRPr>
            </a:defPPr>
            <a:lvl1pPr algn="l">
              <a:defRPr sz="1800" b="1">
                <a:solidFill>
                  <a:srgbClr val="4264D0"/>
                </a:solidFill>
                <a:latin typeface="Nimbus Sans"/>
                <a:ea typeface="Nimbus Sans"/>
                <a:cs typeface="Nimbus Sans"/>
              </a:defRPr>
            </a:lvl1pPr>
            <a:lvl2pPr algn="l">
              <a:defRPr sz="1800" b="1">
                <a:solidFill>
                  <a:srgbClr val="4264D0"/>
                </a:solidFill>
                <a:latin typeface="Nimbus Sans"/>
                <a:ea typeface="Nimbus Sans"/>
                <a:cs typeface="Nimbus Sans"/>
              </a:defRPr>
            </a:lvl2pPr>
            <a:lvl3pPr algn="l">
              <a:defRPr sz="1800" b="1">
                <a:solidFill>
                  <a:srgbClr val="4264D0"/>
                </a:solidFill>
                <a:latin typeface="Nimbus Sans"/>
                <a:ea typeface="Nimbus Sans"/>
                <a:cs typeface="Nimbus Sans"/>
              </a:defRPr>
            </a:lvl3pPr>
            <a:lvl4pPr algn="l">
              <a:defRPr sz="1800" b="1">
                <a:solidFill>
                  <a:srgbClr val="4264D0"/>
                </a:solidFill>
                <a:latin typeface="Nimbus Sans"/>
                <a:ea typeface="Nimbus Sans"/>
                <a:cs typeface="Nimbus Sans"/>
              </a:defRPr>
            </a:lvl4pPr>
            <a:lvl5pPr algn="l">
              <a:defRPr sz="1800" b="1">
                <a:solidFill>
                  <a:srgbClr val="4264D0"/>
                </a:solidFill>
                <a:latin typeface="Nimbus Sans"/>
                <a:ea typeface="Nimbus Sans"/>
                <a:cs typeface="Nimbus Sans"/>
              </a:defRPr>
            </a:lvl5pPr>
            <a:lvl6pPr algn="l">
              <a:defRPr sz="1800" b="1">
                <a:solidFill>
                  <a:srgbClr val="4264D0"/>
                </a:solidFill>
                <a:latin typeface="Nimbus Sans"/>
                <a:ea typeface="Nimbus Sans"/>
                <a:cs typeface="Nimbus Sans"/>
              </a:defRPr>
            </a:lvl6pPr>
            <a:lvl7pPr algn="l">
              <a:defRPr sz="1800" b="1">
                <a:solidFill>
                  <a:srgbClr val="4264D0"/>
                </a:solidFill>
                <a:latin typeface="Nimbus Sans"/>
                <a:ea typeface="Nimbus Sans"/>
                <a:cs typeface="Nimbus Sans"/>
              </a:defRPr>
            </a:lvl7pPr>
            <a:lvl8pPr algn="l">
              <a:defRPr sz="1800" b="1">
                <a:solidFill>
                  <a:srgbClr val="4264D0"/>
                </a:solidFill>
                <a:latin typeface="Nimbus Sans"/>
                <a:ea typeface="Nimbus Sans"/>
                <a:cs typeface="Nimbus Sans"/>
              </a:defRPr>
            </a:lvl8pPr>
            <a:lvl9pPr algn="l">
              <a:defRPr sz="1800" b="1">
                <a:solidFill>
                  <a:srgbClr val="4264D0"/>
                </a:solidFill>
                <a:latin typeface="Nimbus Sans"/>
                <a:ea typeface="Nimbus Sans"/>
                <a:cs typeface="Nimbus Sans"/>
              </a:defRPr>
            </a:lvl9pPr>
          </a:lstStyle>
          <a:p xmlns:a="http://schemas.openxmlformats.org/drawingml/2006/main">
            <a:pPr algn="l">
              <a:defRPr sz="1800" b="1">
                <a:solidFill>
                  <a:srgbClr val="4264D0"/>
                </a:solidFill>
                <a:latin typeface="Nimbus Sans"/>
                <a:ea typeface="Nimbus Sans"/>
                <a:cs typeface="Nimbus Sans"/>
              </a:defRPr>
            </a:pPr>
            <a:r>
              <a:rPr sz="1800" b="1">
                <a:solidFill>
                  <a:srgbClr val="4264D0"/>
                </a:solidFill>
                <a:latin typeface="Nimbus Sans"/>
                <a:ea typeface="Nimbus Sans"/>
                <a:cs typeface="Nimbus Sans"/>
              </a:rPr>
              <a:t>3GPP TS 33.514 · UDM</a:t>
            </a:r>
          </a:p>
        </p:txBody>
      </p:sp>
      <p:sp>
        <p:nvSpPr>
          <p:cNvPr id="11" name="step1_e44">
            <a:extLst xmlns:a="http://schemas.openxmlformats.org/drawingml/2006/main">
              <a:ext uri="{FF2B5EF4-FFF2-40B4-BE49-F238E27FC236}">
                <a16:creationId xmlns:a16="http://schemas.microsoft.com/office/drawing/2014/main" id="{31F70BBF-821B-448A-BEEC-853F09633251}"/>
              </a:ext>
            </a:extLst>
          </p:cNvPr>
          <p:cNvSpPr>
            <a:spLocks xmlns:a="http://schemas.openxmlformats.org/drawingml/2006/main" noGrp="1"/>
          </p:cNvSpPr>
          <p:nvPr/>
        </p:nvSpPr>
        <p:spPr>
          <a:xfrm xmlns:a="http://schemas.openxmlformats.org/drawingml/2006/main">
            <a:off x="1590675" y="4752975"/>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182536"/>
                </a:solidFill>
                <a:latin typeface="Nimbus Sans"/>
                <a:ea typeface="Nimbus Sans"/>
                <a:cs typeface="Nimbus Sans"/>
              </a:defRPr>
            </a:defPPr>
            <a:lvl1pPr algn="l">
              <a:defRPr sz="1800" b="0">
                <a:solidFill>
                  <a:srgbClr val="182536"/>
                </a:solidFill>
                <a:latin typeface="Nimbus Sans"/>
                <a:ea typeface="Nimbus Sans"/>
                <a:cs typeface="Nimbus Sans"/>
              </a:defRPr>
            </a:lvl1pPr>
            <a:lvl2pPr algn="l">
              <a:defRPr sz="1800" b="0">
                <a:solidFill>
                  <a:srgbClr val="182536"/>
                </a:solidFill>
                <a:latin typeface="Nimbus Sans"/>
                <a:ea typeface="Nimbus Sans"/>
                <a:cs typeface="Nimbus Sans"/>
              </a:defRPr>
            </a:lvl2pPr>
            <a:lvl3pPr algn="l">
              <a:defRPr sz="1800" b="0">
                <a:solidFill>
                  <a:srgbClr val="182536"/>
                </a:solidFill>
                <a:latin typeface="Nimbus Sans"/>
                <a:ea typeface="Nimbus Sans"/>
                <a:cs typeface="Nimbus Sans"/>
              </a:defRPr>
            </a:lvl3pPr>
            <a:lvl4pPr algn="l">
              <a:defRPr sz="1800" b="0">
                <a:solidFill>
                  <a:srgbClr val="182536"/>
                </a:solidFill>
                <a:latin typeface="Nimbus Sans"/>
                <a:ea typeface="Nimbus Sans"/>
                <a:cs typeface="Nimbus Sans"/>
              </a:defRPr>
            </a:lvl4pPr>
            <a:lvl5pPr algn="l">
              <a:defRPr sz="1800" b="0">
                <a:solidFill>
                  <a:srgbClr val="182536"/>
                </a:solidFill>
                <a:latin typeface="Nimbus Sans"/>
                <a:ea typeface="Nimbus Sans"/>
                <a:cs typeface="Nimbus Sans"/>
              </a:defRPr>
            </a:lvl5pPr>
            <a:lvl6pPr algn="l">
              <a:defRPr sz="1800" b="0">
                <a:solidFill>
                  <a:srgbClr val="182536"/>
                </a:solidFill>
                <a:latin typeface="Nimbus Sans"/>
                <a:ea typeface="Nimbus Sans"/>
                <a:cs typeface="Nimbus Sans"/>
              </a:defRPr>
            </a:lvl6pPr>
            <a:lvl7pPr algn="l">
              <a:defRPr sz="1800" b="0">
                <a:solidFill>
                  <a:srgbClr val="182536"/>
                </a:solidFill>
                <a:latin typeface="Nimbus Sans"/>
                <a:ea typeface="Nimbus Sans"/>
                <a:cs typeface="Nimbus Sans"/>
              </a:defRPr>
            </a:lvl7pPr>
            <a:lvl8pPr algn="l">
              <a:defRPr sz="1800" b="0">
                <a:solidFill>
                  <a:srgbClr val="182536"/>
                </a:solidFill>
                <a:latin typeface="Nimbus Sans"/>
                <a:ea typeface="Nimbus Sans"/>
                <a:cs typeface="Nimbus Sans"/>
              </a:defRPr>
            </a:lvl8pPr>
            <a:lvl9pPr algn="l">
              <a:defRPr sz="1800" b="0">
                <a:solidFill>
                  <a:srgbClr val="182536"/>
                </a:solidFill>
                <a:latin typeface="Nimbus Sans"/>
                <a:ea typeface="Nimbus Sans"/>
                <a:cs typeface="Nimbus Sans"/>
              </a:defRPr>
            </a:lvl9pPr>
          </a:lstStyle>
          <a:p xmlns:a="http://schemas.openxmlformats.org/drawingml/2006/main">
            <a:pPr algn="l">
              <a:defRPr sz="1800" b="0">
                <a:solidFill>
                  <a:srgbClr val="182536"/>
                </a:solidFill>
                <a:latin typeface="Nimbus Sans"/>
                <a:ea typeface="Nimbus Sans"/>
                <a:cs typeface="Nimbus Sans"/>
              </a:defRPr>
            </a:pPr>
            <a:r>
              <a:rPr sz="1800" b="0">
                <a:solidFill>
                  <a:srgbClr val="182536"/>
                </a:solidFill>
                <a:latin typeface="Nimbus Sans"/>
                <a:ea typeface="Nimbus Sans"/>
                <a:cs typeface="Nimbus Sans"/>
              </a:rPr>
              <a:t>“Verify that synchronization failure is recovered</a:t>
            </a:r>
          </a:p>
          <a:p xmlns:a="http://schemas.openxmlformats.org/drawingml/2006/main">
            <a:pPr algn="l">
              <a:defRPr sz="1800" b="0">
                <a:solidFill>
                  <a:srgbClr val="182536"/>
                </a:solidFill>
                <a:latin typeface="Nimbus Sans"/>
                <a:ea typeface="Nimbus Sans"/>
                <a:cs typeface="Nimbus Sans"/>
              </a:defRPr>
            </a:pPr>
            <a:r>
              <a:rPr sz="1800" b="0">
                <a:solidFill>
                  <a:srgbClr val="182536"/>
                </a:solidFill>
                <a:latin typeface="Nimbus Sans"/>
                <a:ea typeface="Nimbus Sans"/>
                <a:cs typeface="Nimbus Sans"/>
              </a:rPr>
              <a:t>correctly in the home network.”</a:t>
            </a:r>
          </a:p>
        </p:txBody>
      </p:sp>
      <p:sp>
        <p:nvSpPr>
          <p:cNvPr id="12" name="step1_e45">
            <a:extLst xmlns:a="http://schemas.openxmlformats.org/drawingml/2006/main">
              <a:ext uri="{FF2B5EF4-FFF2-40B4-BE49-F238E27FC236}">
                <a16:creationId xmlns:a16="http://schemas.microsoft.com/office/drawing/2014/main" id="{5665FDC1-DC3C-4050-9EA3-9531EA909853}"/>
              </a:ext>
            </a:extLst>
          </p:cNvPr>
          <p:cNvSpPr>
            <a:spLocks xmlns:a="http://schemas.openxmlformats.org/drawingml/2006/main" noGrp="1"/>
          </p:cNvSpPr>
          <p:nvPr/>
        </p:nvSpPr>
        <p:spPr>
          <a:xfrm xmlns:a="http://schemas.openxmlformats.org/drawingml/2006/main">
            <a:off x="1657350" y="5276850"/>
            <a:ext cx="5810250" cy="1095375"/>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7145">
            <a:solidFill>
              <a:srgbClr val="D9E3EF"/>
            </a:solidFill>
            <a:prstDash val="solid"/>
          </a:ln>
        </p:spPr>
      </p:sp>
      <p:sp>
        <p:nvSpPr>
          <p:cNvPr id="13" name="step1_e46">
            <a:extLst xmlns:a="http://schemas.openxmlformats.org/drawingml/2006/main">
              <a:ext uri="{FF2B5EF4-FFF2-40B4-BE49-F238E27FC236}">
                <a16:creationId xmlns:a16="http://schemas.microsoft.com/office/drawing/2014/main" id="{DE553E5B-3458-4DDE-8D0C-EDCF786C4028}"/>
              </a:ext>
            </a:extLst>
          </p:cNvPr>
          <p:cNvSpPr>
            <a:spLocks xmlns:a="http://schemas.openxmlformats.org/drawingml/2006/main" noGrp="1"/>
          </p:cNvSpPr>
          <p:nvPr/>
        </p:nvSpPr>
        <p:spPr>
          <a:xfrm xmlns:a="http://schemas.openxmlformats.org/drawingml/2006/main">
            <a:off x="1885950" y="53911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4264D0"/>
                </a:solidFill>
                <a:latin typeface="Nimbus Sans"/>
                <a:ea typeface="Nimbus Sans"/>
                <a:cs typeface="Nimbus Sans"/>
              </a:defRPr>
            </a:defPPr>
            <a:lvl1pPr algn="l">
              <a:defRPr sz="1800" b="1">
                <a:solidFill>
                  <a:srgbClr val="4264D0"/>
                </a:solidFill>
                <a:latin typeface="Nimbus Sans"/>
                <a:ea typeface="Nimbus Sans"/>
                <a:cs typeface="Nimbus Sans"/>
              </a:defRPr>
            </a:lvl1pPr>
            <a:lvl2pPr algn="l">
              <a:defRPr sz="1800" b="1">
                <a:solidFill>
                  <a:srgbClr val="4264D0"/>
                </a:solidFill>
                <a:latin typeface="Nimbus Sans"/>
                <a:ea typeface="Nimbus Sans"/>
                <a:cs typeface="Nimbus Sans"/>
              </a:defRPr>
            </a:lvl2pPr>
            <a:lvl3pPr algn="l">
              <a:defRPr sz="1800" b="1">
                <a:solidFill>
                  <a:srgbClr val="4264D0"/>
                </a:solidFill>
                <a:latin typeface="Nimbus Sans"/>
                <a:ea typeface="Nimbus Sans"/>
                <a:cs typeface="Nimbus Sans"/>
              </a:defRPr>
            </a:lvl3pPr>
            <a:lvl4pPr algn="l">
              <a:defRPr sz="1800" b="1">
                <a:solidFill>
                  <a:srgbClr val="4264D0"/>
                </a:solidFill>
                <a:latin typeface="Nimbus Sans"/>
                <a:ea typeface="Nimbus Sans"/>
                <a:cs typeface="Nimbus Sans"/>
              </a:defRPr>
            </a:lvl4pPr>
            <a:lvl5pPr algn="l">
              <a:defRPr sz="1800" b="1">
                <a:solidFill>
                  <a:srgbClr val="4264D0"/>
                </a:solidFill>
                <a:latin typeface="Nimbus Sans"/>
                <a:ea typeface="Nimbus Sans"/>
                <a:cs typeface="Nimbus Sans"/>
              </a:defRPr>
            </a:lvl5pPr>
            <a:lvl6pPr algn="l">
              <a:defRPr sz="1800" b="1">
                <a:solidFill>
                  <a:srgbClr val="4264D0"/>
                </a:solidFill>
                <a:latin typeface="Nimbus Sans"/>
                <a:ea typeface="Nimbus Sans"/>
                <a:cs typeface="Nimbus Sans"/>
              </a:defRPr>
            </a:lvl6pPr>
            <a:lvl7pPr algn="l">
              <a:defRPr sz="1800" b="1">
                <a:solidFill>
                  <a:srgbClr val="4264D0"/>
                </a:solidFill>
                <a:latin typeface="Nimbus Sans"/>
                <a:ea typeface="Nimbus Sans"/>
                <a:cs typeface="Nimbus Sans"/>
              </a:defRPr>
            </a:lvl7pPr>
            <a:lvl8pPr algn="l">
              <a:defRPr sz="1800" b="1">
                <a:solidFill>
                  <a:srgbClr val="4264D0"/>
                </a:solidFill>
                <a:latin typeface="Nimbus Sans"/>
                <a:ea typeface="Nimbus Sans"/>
                <a:cs typeface="Nimbus Sans"/>
              </a:defRPr>
            </a:lvl8pPr>
            <a:lvl9pPr algn="l">
              <a:defRPr sz="1800" b="1">
                <a:solidFill>
                  <a:srgbClr val="4264D0"/>
                </a:solidFill>
                <a:latin typeface="Nimbus Sans"/>
                <a:ea typeface="Nimbus Sans"/>
                <a:cs typeface="Nimbus Sans"/>
              </a:defRPr>
            </a:lvl9pPr>
          </a:lstStyle>
          <a:p xmlns:a="http://schemas.openxmlformats.org/drawingml/2006/main">
            <a:pPr algn="l">
              <a:defRPr sz="1800" b="1">
                <a:solidFill>
                  <a:srgbClr val="4264D0"/>
                </a:solidFill>
                <a:latin typeface="Nimbus Sans"/>
                <a:ea typeface="Nimbus Sans"/>
                <a:cs typeface="Nimbus Sans"/>
              </a:defRPr>
            </a:pPr>
            <a:r>
              <a:rPr sz="1800" b="1">
                <a:solidFill>
                  <a:srgbClr val="4264D0"/>
                </a:solidFill>
                <a:latin typeface="Nimbus Sans"/>
                <a:ea typeface="Nimbus Sans"/>
                <a:cs typeface="Nimbus Sans"/>
              </a:rPr>
              <a:t>3GPP TS 33.518 · NRF</a:t>
            </a:r>
          </a:p>
        </p:txBody>
      </p:sp>
      <p:sp>
        <p:nvSpPr>
          <p:cNvPr id="14" name="step1_e47">
            <a:extLst xmlns:a="http://schemas.openxmlformats.org/drawingml/2006/main">
              <a:ext uri="{FF2B5EF4-FFF2-40B4-BE49-F238E27FC236}">
                <a16:creationId xmlns:a16="http://schemas.microsoft.com/office/drawing/2014/main" id="{F63E090C-EA8E-4AE9-BD5C-5D951E28A8A5}"/>
              </a:ext>
            </a:extLst>
          </p:cNvPr>
          <p:cNvSpPr>
            <a:spLocks xmlns:a="http://schemas.openxmlformats.org/drawingml/2006/main" noGrp="1"/>
          </p:cNvSpPr>
          <p:nvPr/>
        </p:nvSpPr>
        <p:spPr>
          <a:xfrm xmlns:a="http://schemas.openxmlformats.org/drawingml/2006/main">
            <a:off x="1885950" y="575310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182536"/>
                </a:solidFill>
                <a:latin typeface="Nimbus Sans"/>
                <a:ea typeface="Nimbus Sans"/>
                <a:cs typeface="Nimbus Sans"/>
              </a:defRPr>
            </a:defPPr>
            <a:lvl1pPr algn="l">
              <a:defRPr sz="1800" b="0">
                <a:solidFill>
                  <a:srgbClr val="182536"/>
                </a:solidFill>
                <a:latin typeface="Nimbus Sans"/>
                <a:ea typeface="Nimbus Sans"/>
                <a:cs typeface="Nimbus Sans"/>
              </a:defRPr>
            </a:lvl1pPr>
            <a:lvl2pPr algn="l">
              <a:defRPr sz="1800" b="0">
                <a:solidFill>
                  <a:srgbClr val="182536"/>
                </a:solidFill>
                <a:latin typeface="Nimbus Sans"/>
                <a:ea typeface="Nimbus Sans"/>
                <a:cs typeface="Nimbus Sans"/>
              </a:defRPr>
            </a:lvl2pPr>
            <a:lvl3pPr algn="l">
              <a:defRPr sz="1800" b="0">
                <a:solidFill>
                  <a:srgbClr val="182536"/>
                </a:solidFill>
                <a:latin typeface="Nimbus Sans"/>
                <a:ea typeface="Nimbus Sans"/>
                <a:cs typeface="Nimbus Sans"/>
              </a:defRPr>
            </a:lvl3pPr>
            <a:lvl4pPr algn="l">
              <a:defRPr sz="1800" b="0">
                <a:solidFill>
                  <a:srgbClr val="182536"/>
                </a:solidFill>
                <a:latin typeface="Nimbus Sans"/>
                <a:ea typeface="Nimbus Sans"/>
                <a:cs typeface="Nimbus Sans"/>
              </a:defRPr>
            </a:lvl4pPr>
            <a:lvl5pPr algn="l">
              <a:defRPr sz="1800" b="0">
                <a:solidFill>
                  <a:srgbClr val="182536"/>
                </a:solidFill>
                <a:latin typeface="Nimbus Sans"/>
                <a:ea typeface="Nimbus Sans"/>
                <a:cs typeface="Nimbus Sans"/>
              </a:defRPr>
            </a:lvl5pPr>
            <a:lvl6pPr algn="l">
              <a:defRPr sz="1800" b="0">
                <a:solidFill>
                  <a:srgbClr val="182536"/>
                </a:solidFill>
                <a:latin typeface="Nimbus Sans"/>
                <a:ea typeface="Nimbus Sans"/>
                <a:cs typeface="Nimbus Sans"/>
              </a:defRPr>
            </a:lvl6pPr>
            <a:lvl7pPr algn="l">
              <a:defRPr sz="1800" b="0">
                <a:solidFill>
                  <a:srgbClr val="182536"/>
                </a:solidFill>
                <a:latin typeface="Nimbus Sans"/>
                <a:ea typeface="Nimbus Sans"/>
                <a:cs typeface="Nimbus Sans"/>
              </a:defRPr>
            </a:lvl7pPr>
            <a:lvl8pPr algn="l">
              <a:defRPr sz="1800" b="0">
                <a:solidFill>
                  <a:srgbClr val="182536"/>
                </a:solidFill>
                <a:latin typeface="Nimbus Sans"/>
                <a:ea typeface="Nimbus Sans"/>
                <a:cs typeface="Nimbus Sans"/>
              </a:defRPr>
            </a:lvl8pPr>
            <a:lvl9pPr algn="l">
              <a:defRPr sz="1800" b="0">
                <a:solidFill>
                  <a:srgbClr val="182536"/>
                </a:solidFill>
                <a:latin typeface="Nimbus Sans"/>
                <a:ea typeface="Nimbus Sans"/>
                <a:cs typeface="Nimbus Sans"/>
              </a:defRPr>
            </a:lvl9pPr>
          </a:lstStyle>
          <a:p xmlns:a="http://schemas.openxmlformats.org/drawingml/2006/main">
            <a:pPr algn="l">
              <a:defRPr sz="1800" b="0">
                <a:solidFill>
                  <a:srgbClr val="182536"/>
                </a:solidFill>
                <a:latin typeface="Nimbus Sans"/>
                <a:ea typeface="Nimbus Sans"/>
                <a:cs typeface="Nimbus Sans"/>
              </a:defRPr>
            </a:pPr>
            <a:r>
              <a:rPr sz="1800" b="0">
                <a:solidFill>
                  <a:srgbClr val="182536"/>
                </a:solidFill>
                <a:latin typeface="Nimbus Sans"/>
                <a:ea typeface="Nimbus Sans"/>
                <a:cs typeface="Nimbus Sans"/>
              </a:rPr>
              <a:t>“The NRF under test returns a response</a:t>
            </a:r>
          </a:p>
          <a:p xmlns:a="http://schemas.openxmlformats.org/drawingml/2006/main">
            <a:pPr algn="l">
              <a:defRPr sz="1800" b="0">
                <a:solidFill>
                  <a:srgbClr val="182536"/>
                </a:solidFill>
                <a:latin typeface="Nimbus Sans"/>
                <a:ea typeface="Nimbus Sans"/>
                <a:cs typeface="Nimbus Sans"/>
              </a:defRPr>
            </a:pPr>
            <a:r>
              <a:rPr sz="1800" b="0">
                <a:solidFill>
                  <a:srgbClr val="182536"/>
                </a:solidFill>
                <a:latin typeface="Nimbus Sans"/>
                <a:ea typeface="Nimbus Sans"/>
                <a:cs typeface="Nimbus Sans"/>
              </a:rPr>
              <a:t>with "403 Forbidden" status code”</a:t>
            </a:r>
          </a:p>
        </p:txBody>
      </p:sp>
      <p:sp>
        <p:nvSpPr>
          <p:cNvPr id="15" name="step2_e48">
            <a:extLst xmlns:a="http://schemas.openxmlformats.org/drawingml/2006/main">
              <a:ext uri="{FF2B5EF4-FFF2-40B4-BE49-F238E27FC236}">
                <a16:creationId xmlns:a16="http://schemas.microsoft.com/office/drawing/2014/main" id="{627D1648-222A-47AE-B68A-858DD6C014E9}"/>
              </a:ext>
            </a:extLst>
          </p:cNvPr>
          <p:cNvSpPr>
            <a:spLocks xmlns:a="http://schemas.openxmlformats.org/drawingml/2006/main" noGrp="1"/>
          </p:cNvSpPr>
          <p:nvPr/>
        </p:nvSpPr>
        <p:spPr>
          <a:xfrm xmlns:a="http://schemas.openxmlformats.org/drawingml/2006/main" flipH="0">
            <a:off x="7696200" y="4619625"/>
            <a:ext cx="628650" cy="190500"/>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16" name="step2_e49">
            <a:extLst xmlns:a="http://schemas.openxmlformats.org/drawingml/2006/main">
              <a:ext uri="{FF2B5EF4-FFF2-40B4-BE49-F238E27FC236}">
                <a16:creationId xmlns:a16="http://schemas.microsoft.com/office/drawing/2014/main" id="{EAE6821D-4BA7-454F-9BED-3A39685B67A9}"/>
              </a:ext>
            </a:extLst>
          </p:cNvPr>
          <p:cNvSpPr>
            <a:spLocks xmlns:a="http://schemas.openxmlformats.org/drawingml/2006/main" noGrp="1"/>
          </p:cNvSpPr>
          <p:nvPr/>
        </p:nvSpPr>
        <p:spPr>
          <a:xfrm xmlns:a="http://schemas.openxmlformats.org/drawingml/2006/main">
            <a:off x="7524750" y="3857625"/>
            <a:ext cx="1066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52627B"/>
                </a:solidFill>
                <a:latin typeface="Nimbus Sans"/>
                <a:ea typeface="Nimbus Sans"/>
                <a:cs typeface="Nimbus Sans"/>
              </a:defRPr>
            </a:defPPr>
            <a:lvl1pPr algn="ctr">
              <a:defRPr sz="1575" b="0">
                <a:solidFill>
                  <a:srgbClr val="52627B"/>
                </a:solidFill>
                <a:latin typeface="Nimbus Sans"/>
                <a:ea typeface="Nimbus Sans"/>
                <a:cs typeface="Nimbus Sans"/>
              </a:defRPr>
            </a:lvl1pPr>
            <a:lvl2pPr algn="ctr">
              <a:defRPr sz="1575" b="0">
                <a:solidFill>
                  <a:srgbClr val="52627B"/>
                </a:solidFill>
                <a:latin typeface="Nimbus Sans"/>
                <a:ea typeface="Nimbus Sans"/>
                <a:cs typeface="Nimbus Sans"/>
              </a:defRPr>
            </a:lvl2pPr>
            <a:lvl3pPr algn="ctr">
              <a:defRPr sz="1575" b="0">
                <a:solidFill>
                  <a:srgbClr val="52627B"/>
                </a:solidFill>
                <a:latin typeface="Nimbus Sans"/>
                <a:ea typeface="Nimbus Sans"/>
                <a:cs typeface="Nimbus Sans"/>
              </a:defRPr>
            </a:lvl3pPr>
            <a:lvl4pPr algn="ctr">
              <a:defRPr sz="1575" b="0">
                <a:solidFill>
                  <a:srgbClr val="52627B"/>
                </a:solidFill>
                <a:latin typeface="Nimbus Sans"/>
                <a:ea typeface="Nimbus Sans"/>
                <a:cs typeface="Nimbus Sans"/>
              </a:defRPr>
            </a:lvl4pPr>
            <a:lvl5pPr algn="ctr">
              <a:defRPr sz="1575" b="0">
                <a:solidFill>
                  <a:srgbClr val="52627B"/>
                </a:solidFill>
                <a:latin typeface="Nimbus Sans"/>
                <a:ea typeface="Nimbus Sans"/>
                <a:cs typeface="Nimbus Sans"/>
              </a:defRPr>
            </a:lvl5pPr>
            <a:lvl6pPr algn="ctr">
              <a:defRPr sz="1575" b="0">
                <a:solidFill>
                  <a:srgbClr val="52627B"/>
                </a:solidFill>
                <a:latin typeface="Nimbus Sans"/>
                <a:ea typeface="Nimbus Sans"/>
                <a:cs typeface="Nimbus Sans"/>
              </a:defRPr>
            </a:lvl6pPr>
            <a:lvl7pPr algn="ctr">
              <a:defRPr sz="1575" b="0">
                <a:solidFill>
                  <a:srgbClr val="52627B"/>
                </a:solidFill>
                <a:latin typeface="Nimbus Sans"/>
                <a:ea typeface="Nimbus Sans"/>
                <a:cs typeface="Nimbus Sans"/>
              </a:defRPr>
            </a:lvl7pPr>
            <a:lvl8pPr algn="ctr">
              <a:defRPr sz="1575" b="0">
                <a:solidFill>
                  <a:srgbClr val="52627B"/>
                </a:solidFill>
                <a:latin typeface="Nimbus Sans"/>
                <a:ea typeface="Nimbus Sans"/>
                <a:cs typeface="Nimbus Sans"/>
              </a:defRPr>
            </a:lvl8pPr>
            <a:lvl9pPr algn="ctr">
              <a:defRPr sz="1575" b="0">
                <a:solidFill>
                  <a:srgbClr val="52627B"/>
                </a:solidFill>
                <a:latin typeface="Nimbus Sans"/>
                <a:ea typeface="Nimbus Sans"/>
                <a:cs typeface="Nimbus Sans"/>
              </a:defRPr>
            </a:lvl9pPr>
          </a:lstStyle>
          <a:p xmlns:a="http://schemas.openxmlformats.org/drawingml/2006/main">
            <a:pPr algn="ctr">
              <a:defRPr sz="1575" b="0">
                <a:solidFill>
                  <a:srgbClr val="52627B"/>
                </a:solidFill>
                <a:latin typeface="Nimbus Sans"/>
                <a:ea typeface="Nimbus Sans"/>
                <a:cs typeface="Nimbus Sans"/>
              </a:defRPr>
            </a:pPr>
            <a:r>
              <a:rPr sz="1575" b="0">
                <a:solidFill>
                  <a:srgbClr val="52627B"/>
                </a:solidFill>
                <a:latin typeface="Nimbus Sans"/>
                <a:ea typeface="Nimbus Sans"/>
                <a:cs typeface="Nimbus Sans"/>
              </a:rPr>
              <a:t>Codice</a:t>
            </a:r>
          </a:p>
          <a:p xmlns:a="http://schemas.openxmlformats.org/drawingml/2006/main">
            <a:pPr algn="ctr">
              <a:defRPr sz="1575" b="0">
                <a:solidFill>
                  <a:srgbClr val="52627B"/>
                </a:solidFill>
                <a:latin typeface="Nimbus Sans"/>
                <a:ea typeface="Nimbus Sans"/>
                <a:cs typeface="Nimbus Sans"/>
              </a:defRPr>
            </a:pPr>
            <a:r>
              <a:rPr sz="1575" b="0">
                <a:solidFill>
                  <a:srgbClr val="52627B"/>
                </a:solidFill>
                <a:latin typeface="Nimbus Sans"/>
                <a:ea typeface="Nimbus Sans"/>
                <a:cs typeface="Nimbus Sans"/>
              </a:rPr>
              <a:t>del test</a:t>
            </a:r>
          </a:p>
        </p:txBody>
      </p:sp>
      <p:sp>
        <p:nvSpPr>
          <p:cNvPr id="17" name="step2_e50">
            <a:extLst xmlns:a="http://schemas.openxmlformats.org/drawingml/2006/main">
              <a:ext uri="{FF2B5EF4-FFF2-40B4-BE49-F238E27FC236}">
                <a16:creationId xmlns:a16="http://schemas.microsoft.com/office/drawing/2014/main" id="{6F11FC23-E635-49AE-B469-5AFF240D76FE}"/>
              </a:ext>
            </a:extLst>
          </p:cNvPr>
          <p:cNvSpPr>
            <a:spLocks xmlns:a="http://schemas.openxmlformats.org/drawingml/2006/main" noGrp="1"/>
          </p:cNvSpPr>
          <p:nvPr/>
        </p:nvSpPr>
        <p:spPr>
          <a:xfrm xmlns:a="http://schemas.openxmlformats.org/drawingml/2006/main">
            <a:off x="8629650" y="3276600"/>
            <a:ext cx="5543550" cy="3095625"/>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17145">
            <a:solidFill>
              <a:srgbClr val="D9E3EF"/>
            </a:solidFill>
            <a:prstDash val="solid"/>
          </a:ln>
        </p:spPr>
      </p:sp>
      <p:sp>
        <p:nvSpPr>
          <p:cNvPr id="18" name="step2_e51">
            <a:extLst xmlns:a="http://schemas.openxmlformats.org/drawingml/2006/main">
              <a:ext uri="{FF2B5EF4-FFF2-40B4-BE49-F238E27FC236}">
                <a16:creationId xmlns:a16="http://schemas.microsoft.com/office/drawing/2014/main" id="{49785E91-151B-4D06-B1D7-E30107FA2D31}"/>
              </a:ext>
            </a:extLst>
          </p:cNvPr>
          <p:cNvSpPr>
            <a:spLocks xmlns:a="http://schemas.openxmlformats.org/drawingml/2006/main" noGrp="1"/>
          </p:cNvSpPr>
          <p:nvPr/>
        </p:nvSpPr>
        <p:spPr>
          <a:xfrm xmlns:a="http://schemas.openxmlformats.org/drawingml/2006/main">
            <a:off x="8896350" y="35052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Nimbus Sans"/>
                <a:ea typeface="Nimbus Sans"/>
                <a:cs typeface="Nimbus Sans"/>
              </a:defRPr>
            </a:defPPr>
            <a:lvl1pPr algn="l">
              <a:defRPr sz="1725" b="1">
                <a:solidFill>
                  <a:srgbClr val="4264D0"/>
                </a:solidFill>
                <a:latin typeface="Nimbus Sans"/>
                <a:ea typeface="Nimbus Sans"/>
                <a:cs typeface="Nimbus Sans"/>
              </a:defRPr>
            </a:lvl1pPr>
            <a:lvl2pPr algn="l">
              <a:defRPr sz="1725" b="1">
                <a:solidFill>
                  <a:srgbClr val="4264D0"/>
                </a:solidFill>
                <a:latin typeface="Nimbus Sans"/>
                <a:ea typeface="Nimbus Sans"/>
                <a:cs typeface="Nimbus Sans"/>
              </a:defRPr>
            </a:lvl2pPr>
            <a:lvl3pPr algn="l">
              <a:defRPr sz="1725" b="1">
                <a:solidFill>
                  <a:srgbClr val="4264D0"/>
                </a:solidFill>
                <a:latin typeface="Nimbus Sans"/>
                <a:ea typeface="Nimbus Sans"/>
                <a:cs typeface="Nimbus Sans"/>
              </a:defRPr>
            </a:lvl3pPr>
            <a:lvl4pPr algn="l">
              <a:defRPr sz="1725" b="1">
                <a:solidFill>
                  <a:srgbClr val="4264D0"/>
                </a:solidFill>
                <a:latin typeface="Nimbus Sans"/>
                <a:ea typeface="Nimbus Sans"/>
                <a:cs typeface="Nimbus Sans"/>
              </a:defRPr>
            </a:lvl4pPr>
            <a:lvl5pPr algn="l">
              <a:defRPr sz="1725" b="1">
                <a:solidFill>
                  <a:srgbClr val="4264D0"/>
                </a:solidFill>
                <a:latin typeface="Nimbus Sans"/>
                <a:ea typeface="Nimbus Sans"/>
                <a:cs typeface="Nimbus Sans"/>
              </a:defRPr>
            </a:lvl5pPr>
            <a:lvl6pPr algn="l">
              <a:defRPr sz="1725" b="1">
                <a:solidFill>
                  <a:srgbClr val="4264D0"/>
                </a:solidFill>
                <a:latin typeface="Nimbus Sans"/>
                <a:ea typeface="Nimbus Sans"/>
                <a:cs typeface="Nimbus Sans"/>
              </a:defRPr>
            </a:lvl6pPr>
            <a:lvl7pPr algn="l">
              <a:defRPr sz="1725" b="1">
                <a:solidFill>
                  <a:srgbClr val="4264D0"/>
                </a:solidFill>
                <a:latin typeface="Nimbus Sans"/>
                <a:ea typeface="Nimbus Sans"/>
                <a:cs typeface="Nimbus Sans"/>
              </a:defRPr>
            </a:lvl7pPr>
            <a:lvl8pPr algn="l">
              <a:defRPr sz="1725" b="1">
                <a:solidFill>
                  <a:srgbClr val="4264D0"/>
                </a:solidFill>
                <a:latin typeface="Nimbus Sans"/>
                <a:ea typeface="Nimbus Sans"/>
                <a:cs typeface="Nimbus Sans"/>
              </a:defRPr>
            </a:lvl8pPr>
            <a:lvl9pPr algn="l">
              <a:defRPr sz="1725" b="1">
                <a:solidFill>
                  <a:srgbClr val="4264D0"/>
                </a:solidFill>
                <a:latin typeface="Nimbus Sans"/>
                <a:ea typeface="Nimbus Sans"/>
                <a:cs typeface="Nimbus Sans"/>
              </a:defRPr>
            </a:lvl9pPr>
          </a:lstStyle>
          <a:p xmlns:a="http://schemas.openxmlformats.org/drawingml/2006/main">
            <a:pPr algn="l">
              <a:defRPr sz="1725" b="1">
                <a:solidFill>
                  <a:srgbClr val="4264D0"/>
                </a:solidFill>
                <a:latin typeface="Nimbus Sans"/>
                <a:ea typeface="Nimbus Sans"/>
                <a:cs typeface="Nimbus Sans"/>
              </a:defRPr>
            </a:pPr>
            <a:r>
              <a:rPr sz="1725" b="1">
                <a:solidFill>
                  <a:srgbClr val="4264D0"/>
                </a:solidFill>
                <a:latin typeface="Nimbus Sans"/>
                <a:ea typeface="Nimbus Sans"/>
                <a:cs typeface="Nimbus Sans"/>
              </a:rPr>
              <a:t>Esecuzione automatizzata</a:t>
            </a:r>
          </a:p>
        </p:txBody>
      </p:sp>
      <p:sp>
        <p:nvSpPr>
          <p:cNvPr id="19" name="step2_e52">
            <a:extLst xmlns:a="http://schemas.openxmlformats.org/drawingml/2006/main">
              <a:ext uri="{FF2B5EF4-FFF2-40B4-BE49-F238E27FC236}">
                <a16:creationId xmlns:a16="http://schemas.microsoft.com/office/drawing/2014/main" id="{7534651C-9725-4A7D-B580-7118329D77C8}"/>
              </a:ext>
            </a:extLst>
          </p:cNvPr>
          <p:cNvSpPr>
            <a:spLocks xmlns:a="http://schemas.openxmlformats.org/drawingml/2006/main" noGrp="1"/>
          </p:cNvSpPr>
          <p:nvPr/>
        </p:nvSpPr>
        <p:spPr>
          <a:xfrm xmlns:a="http://schemas.openxmlformats.org/drawingml/2006/main">
            <a:off x="8896350" y="4105275"/>
            <a:ext cx="5048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DejaVu Sans Mono"/>
                <a:ea typeface="DejaVu Sans Mono"/>
                <a:cs typeface="DejaVu Sans Mono"/>
              </a:defRPr>
            </a:defPPr>
            <a:lvl1pPr algn="l">
              <a:defRPr sz="1875" b="0">
                <a:solidFill>
                  <a:srgbClr val="182536"/>
                </a:solidFill>
                <a:latin typeface="DejaVu Sans Mono"/>
                <a:ea typeface="DejaVu Sans Mono"/>
                <a:cs typeface="DejaVu Sans Mono"/>
              </a:defRPr>
            </a:lvl1pPr>
            <a:lvl2pPr algn="l">
              <a:defRPr sz="1875" b="0">
                <a:solidFill>
                  <a:srgbClr val="182536"/>
                </a:solidFill>
                <a:latin typeface="DejaVu Sans Mono"/>
                <a:ea typeface="DejaVu Sans Mono"/>
                <a:cs typeface="DejaVu Sans Mono"/>
              </a:defRPr>
            </a:lvl2pPr>
            <a:lvl3pPr algn="l">
              <a:defRPr sz="1875" b="0">
                <a:solidFill>
                  <a:srgbClr val="182536"/>
                </a:solidFill>
                <a:latin typeface="DejaVu Sans Mono"/>
                <a:ea typeface="DejaVu Sans Mono"/>
                <a:cs typeface="DejaVu Sans Mono"/>
              </a:defRPr>
            </a:lvl3pPr>
            <a:lvl4pPr algn="l">
              <a:defRPr sz="1875" b="0">
                <a:solidFill>
                  <a:srgbClr val="182536"/>
                </a:solidFill>
                <a:latin typeface="DejaVu Sans Mono"/>
                <a:ea typeface="DejaVu Sans Mono"/>
                <a:cs typeface="DejaVu Sans Mono"/>
              </a:defRPr>
            </a:lvl4pPr>
            <a:lvl5pPr algn="l">
              <a:defRPr sz="1875" b="0">
                <a:solidFill>
                  <a:srgbClr val="182536"/>
                </a:solidFill>
                <a:latin typeface="DejaVu Sans Mono"/>
                <a:ea typeface="DejaVu Sans Mono"/>
                <a:cs typeface="DejaVu Sans Mono"/>
              </a:defRPr>
            </a:lvl5pPr>
            <a:lvl6pPr algn="l">
              <a:defRPr sz="1875" b="0">
                <a:solidFill>
                  <a:srgbClr val="182536"/>
                </a:solidFill>
                <a:latin typeface="DejaVu Sans Mono"/>
                <a:ea typeface="DejaVu Sans Mono"/>
                <a:cs typeface="DejaVu Sans Mono"/>
              </a:defRPr>
            </a:lvl6pPr>
            <a:lvl7pPr algn="l">
              <a:defRPr sz="1875" b="0">
                <a:solidFill>
                  <a:srgbClr val="182536"/>
                </a:solidFill>
                <a:latin typeface="DejaVu Sans Mono"/>
                <a:ea typeface="DejaVu Sans Mono"/>
                <a:cs typeface="DejaVu Sans Mono"/>
              </a:defRPr>
            </a:lvl7pPr>
            <a:lvl8pPr algn="l">
              <a:defRPr sz="1875" b="0">
                <a:solidFill>
                  <a:srgbClr val="182536"/>
                </a:solidFill>
                <a:latin typeface="DejaVu Sans Mono"/>
                <a:ea typeface="DejaVu Sans Mono"/>
                <a:cs typeface="DejaVu Sans Mono"/>
              </a:defRPr>
            </a:lvl8pPr>
            <a:lvl9pPr algn="l">
              <a:defRPr sz="1875" b="0">
                <a:solidFill>
                  <a:srgbClr val="182536"/>
                </a:solidFill>
                <a:latin typeface="DejaVu Sans Mono"/>
                <a:ea typeface="DejaVu Sans Mono"/>
                <a:cs typeface="DejaVu Sans Mono"/>
              </a:defRPr>
            </a:lvl9pPr>
          </a:lstStyle>
          <a:p xmlns:a="http://schemas.openxmlformats.org/drawingml/2006/main">
            <a:pPr algn="l">
              <a:defRPr sz="1875" b="0">
                <a:solidFill>
                  <a:srgbClr val="182536"/>
                </a:solidFill>
                <a:latin typeface="DejaVu Sans Mono"/>
                <a:ea typeface="DejaVu Sans Mono"/>
                <a:cs typeface="DejaVu Sans Mono"/>
              </a:defRPr>
            </a:pPr>
            <a:r>
              <a:rPr sz="1875" b="0">
                <a:solidFill>
                  <a:srgbClr val="182536"/>
                </a:solidFill>
                <a:latin typeface="DejaVu Sans Mono"/>
                <a:ea typeface="DejaVu Sans Mono"/>
                <a:cs typeface="DejaVu Sans Mono"/>
              </a:rPr>
              <a:t># Schema Python dell’esecuzione</a:t>
            </a:r>
          </a:p>
          <a:p xmlns:a="http://schemas.openxmlformats.org/drawingml/2006/main">
            <a:pPr algn="l">
              <a:defRPr sz="1875" b="0">
                <a:solidFill>
                  <a:srgbClr val="182536"/>
                </a:solidFill>
                <a:latin typeface="DejaVu Sans Mono"/>
                <a:ea typeface="DejaVu Sans Mono"/>
                <a:cs typeface="DejaVu Sans Mono"/>
              </a:defRPr>
            </a:pPr>
            <a:r>
              <a:rPr sz="1875" b="0">
                <a:solidFill>
                  <a:srgbClr val="182536"/>
                </a:solidFill>
                <a:latin typeface="DejaVu Sans Mono"/>
                <a:ea typeface="DejaVu Sans Mono"/>
                <a:cs typeface="DejaVu Sans Mono"/>
              </a:rPr>
              <a:t>configura_rete()</a:t>
            </a:r>
          </a:p>
          <a:p xmlns:a="http://schemas.openxmlformats.org/drawingml/2006/main">
            <a:pPr algn="l">
              <a:defRPr sz="1875" b="0">
                <a:solidFill>
                  <a:srgbClr val="182536"/>
                </a:solidFill>
                <a:latin typeface="DejaVu Sans Mono"/>
                <a:ea typeface="DejaVu Sans Mono"/>
                <a:cs typeface="DejaVu Sans Mono"/>
              </a:defRPr>
            </a:pPr>
            <a:r>
              <a:rPr sz="1875" b="0">
                <a:solidFill>
                  <a:srgbClr val="182536"/>
                </a:solidFill>
                <a:latin typeface="DejaVu Sans Mono"/>
                <a:ea typeface="DejaVu Sans Mono"/>
                <a:cs typeface="DejaVu Sans Mono"/>
              </a:rPr>
              <a:t>invia_richiesta_discovery()</a:t>
            </a:r>
          </a:p>
          <a:p xmlns:a="http://schemas.openxmlformats.org/drawingml/2006/main">
            <a:pPr algn="l">
              <a:defRPr sz="1875" b="0">
                <a:solidFill>
                  <a:srgbClr val="182536"/>
                </a:solidFill>
                <a:latin typeface="DejaVu Sans Mono"/>
                <a:ea typeface="DejaVu Sans Mono"/>
                <a:cs typeface="DejaVu Sans Mono"/>
              </a:defRPr>
            </a:pPr>
            <a:r>
              <a:rPr sz="1875" b="0">
                <a:solidFill>
                  <a:srgbClr val="182536"/>
                </a:solidFill>
                <a:latin typeface="DejaVu Sans Mono"/>
                <a:ea typeface="DejaVu Sans Mono"/>
                <a:cs typeface="DejaVu Sans Mono"/>
              </a:rPr>
              <a:t>salva_cattura("test.pcap")</a:t>
            </a:r>
          </a:p>
        </p:txBody>
      </p:sp>
      <p:sp>
        <p:nvSpPr>
          <p:cNvPr id="20" name="step3_e53">
            <a:extLst xmlns:a="http://schemas.openxmlformats.org/drawingml/2006/main">
              <a:ext uri="{FF2B5EF4-FFF2-40B4-BE49-F238E27FC236}">
                <a16:creationId xmlns:a16="http://schemas.microsoft.com/office/drawing/2014/main" id="{1B81A3C8-E936-4E22-A07C-B111D6C0F5BC}"/>
              </a:ext>
            </a:extLst>
          </p:cNvPr>
          <p:cNvSpPr>
            <a:spLocks xmlns:a="http://schemas.openxmlformats.org/drawingml/2006/main" noGrp="1"/>
          </p:cNvSpPr>
          <p:nvPr/>
        </p:nvSpPr>
        <p:spPr>
          <a:xfrm xmlns:a="http://schemas.openxmlformats.org/drawingml/2006/main">
            <a:off x="1066800" y="6743700"/>
            <a:ext cx="6305550" cy="828675"/>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7145">
            <a:solidFill>
              <a:srgbClr val="D9E3EF"/>
            </a:solidFill>
            <a:prstDash val="solid"/>
          </a:ln>
        </p:spPr>
      </p:sp>
      <p:sp>
        <p:nvSpPr>
          <p:cNvPr id="21" name="step3_e54">
            <a:extLst xmlns:a="http://schemas.openxmlformats.org/drawingml/2006/main">
              <a:ext uri="{FF2B5EF4-FFF2-40B4-BE49-F238E27FC236}">
                <a16:creationId xmlns:a16="http://schemas.microsoft.com/office/drawing/2014/main" id="{21319745-FE25-4937-BFE8-3F20AE0ECEF6}"/>
              </a:ext>
            </a:extLst>
          </p:cNvPr>
          <p:cNvSpPr>
            <a:spLocks xmlns:a="http://schemas.openxmlformats.org/drawingml/2006/main" noGrp="1"/>
          </p:cNvSpPr>
          <p:nvPr/>
        </p:nvSpPr>
        <p:spPr>
          <a:xfrm xmlns:a="http://schemas.openxmlformats.org/drawingml/2006/main">
            <a:off x="1295400" y="68770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52627B"/>
                </a:solidFill>
                <a:latin typeface="Nimbus Sans"/>
                <a:ea typeface="Nimbus Sans"/>
                <a:cs typeface="Nimbus Sans"/>
              </a:defRPr>
            </a:defPPr>
            <a:lvl1pPr algn="l">
              <a:defRPr sz="1650" b="1">
                <a:solidFill>
                  <a:srgbClr val="52627B"/>
                </a:solidFill>
                <a:latin typeface="Nimbus Sans"/>
                <a:ea typeface="Nimbus Sans"/>
                <a:cs typeface="Nimbus Sans"/>
              </a:defRPr>
            </a:lvl1pPr>
            <a:lvl2pPr algn="l">
              <a:defRPr sz="1650" b="1">
                <a:solidFill>
                  <a:srgbClr val="52627B"/>
                </a:solidFill>
                <a:latin typeface="Nimbus Sans"/>
                <a:ea typeface="Nimbus Sans"/>
                <a:cs typeface="Nimbus Sans"/>
              </a:defRPr>
            </a:lvl2pPr>
            <a:lvl3pPr algn="l">
              <a:defRPr sz="1650" b="1">
                <a:solidFill>
                  <a:srgbClr val="52627B"/>
                </a:solidFill>
                <a:latin typeface="Nimbus Sans"/>
                <a:ea typeface="Nimbus Sans"/>
                <a:cs typeface="Nimbus Sans"/>
              </a:defRPr>
            </a:lvl3pPr>
            <a:lvl4pPr algn="l">
              <a:defRPr sz="1650" b="1">
                <a:solidFill>
                  <a:srgbClr val="52627B"/>
                </a:solidFill>
                <a:latin typeface="Nimbus Sans"/>
                <a:ea typeface="Nimbus Sans"/>
                <a:cs typeface="Nimbus Sans"/>
              </a:defRPr>
            </a:lvl4pPr>
            <a:lvl5pPr algn="l">
              <a:defRPr sz="1650" b="1">
                <a:solidFill>
                  <a:srgbClr val="52627B"/>
                </a:solidFill>
                <a:latin typeface="Nimbus Sans"/>
                <a:ea typeface="Nimbus Sans"/>
                <a:cs typeface="Nimbus Sans"/>
              </a:defRPr>
            </a:lvl5pPr>
            <a:lvl6pPr algn="l">
              <a:defRPr sz="1650" b="1">
                <a:solidFill>
                  <a:srgbClr val="52627B"/>
                </a:solidFill>
                <a:latin typeface="Nimbus Sans"/>
                <a:ea typeface="Nimbus Sans"/>
                <a:cs typeface="Nimbus Sans"/>
              </a:defRPr>
            </a:lvl6pPr>
            <a:lvl7pPr algn="l">
              <a:defRPr sz="1650" b="1">
                <a:solidFill>
                  <a:srgbClr val="52627B"/>
                </a:solidFill>
                <a:latin typeface="Nimbus Sans"/>
                <a:ea typeface="Nimbus Sans"/>
                <a:cs typeface="Nimbus Sans"/>
              </a:defRPr>
            </a:lvl7pPr>
            <a:lvl8pPr algn="l">
              <a:defRPr sz="1650" b="1">
                <a:solidFill>
                  <a:srgbClr val="52627B"/>
                </a:solidFill>
                <a:latin typeface="Nimbus Sans"/>
                <a:ea typeface="Nimbus Sans"/>
                <a:cs typeface="Nimbus Sans"/>
              </a:defRPr>
            </a:lvl8pPr>
            <a:lvl9pPr algn="l">
              <a:defRPr sz="1650" b="1">
                <a:solidFill>
                  <a:srgbClr val="52627B"/>
                </a:solidFill>
                <a:latin typeface="Nimbus Sans"/>
                <a:ea typeface="Nimbus Sans"/>
                <a:cs typeface="Nimbus Sans"/>
              </a:defRPr>
            </a:lvl9pPr>
          </a:lstStyle>
          <a:p xmlns:a="http://schemas.openxmlformats.org/drawingml/2006/main">
            <a:pPr algn="l">
              <a:defRPr sz="1650" b="1">
                <a:solidFill>
                  <a:srgbClr val="52627B"/>
                </a:solidFill>
                <a:latin typeface="Nimbus Sans"/>
                <a:ea typeface="Nimbus Sans"/>
                <a:cs typeface="Nimbus Sans"/>
              </a:defRPr>
            </a:pPr>
            <a:r>
              <a:rPr sz="1650" b="1">
                <a:solidFill>
                  <a:srgbClr val="52627B"/>
                </a:solidFill>
                <a:latin typeface="Nimbus Sans"/>
                <a:ea typeface="Nimbus Sans"/>
                <a:cs typeface="Nimbus Sans"/>
              </a:rPr>
              <a:t>ESECUZIONE</a:t>
            </a:r>
          </a:p>
        </p:txBody>
      </p:sp>
      <p:sp>
        <p:nvSpPr>
          <p:cNvPr id="22" name="step3_e55">
            <a:extLst xmlns:a="http://schemas.openxmlformats.org/drawingml/2006/main">
              <a:ext uri="{FF2B5EF4-FFF2-40B4-BE49-F238E27FC236}">
                <a16:creationId xmlns:a16="http://schemas.microsoft.com/office/drawing/2014/main" id="{74D043BD-5C95-4CE8-9633-6EAE39C4CD5C}"/>
              </a:ext>
            </a:extLst>
          </p:cNvPr>
          <p:cNvSpPr>
            <a:spLocks xmlns:a="http://schemas.openxmlformats.org/drawingml/2006/main" noGrp="1"/>
          </p:cNvSpPr>
          <p:nvPr/>
        </p:nvSpPr>
        <p:spPr>
          <a:xfrm xmlns:a="http://schemas.openxmlformats.org/drawingml/2006/main">
            <a:off x="1295400" y="719137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182536"/>
                </a:solidFill>
                <a:latin typeface="Nimbus Sans"/>
                <a:ea typeface="Nimbus Sans"/>
                <a:cs typeface="Nimbus Sans"/>
              </a:defRPr>
            </a:defPPr>
            <a:lvl1pPr algn="l">
              <a:defRPr sz="2100" b="0">
                <a:solidFill>
                  <a:srgbClr val="182536"/>
                </a:solidFill>
                <a:latin typeface="Nimbus Sans"/>
                <a:ea typeface="Nimbus Sans"/>
                <a:cs typeface="Nimbus Sans"/>
              </a:defRPr>
            </a:lvl1pPr>
            <a:lvl2pPr algn="l">
              <a:defRPr sz="2100" b="0">
                <a:solidFill>
                  <a:srgbClr val="182536"/>
                </a:solidFill>
                <a:latin typeface="Nimbus Sans"/>
                <a:ea typeface="Nimbus Sans"/>
                <a:cs typeface="Nimbus Sans"/>
              </a:defRPr>
            </a:lvl2pPr>
            <a:lvl3pPr algn="l">
              <a:defRPr sz="2100" b="0">
                <a:solidFill>
                  <a:srgbClr val="182536"/>
                </a:solidFill>
                <a:latin typeface="Nimbus Sans"/>
                <a:ea typeface="Nimbus Sans"/>
                <a:cs typeface="Nimbus Sans"/>
              </a:defRPr>
            </a:lvl3pPr>
            <a:lvl4pPr algn="l">
              <a:defRPr sz="2100" b="0">
                <a:solidFill>
                  <a:srgbClr val="182536"/>
                </a:solidFill>
                <a:latin typeface="Nimbus Sans"/>
                <a:ea typeface="Nimbus Sans"/>
                <a:cs typeface="Nimbus Sans"/>
              </a:defRPr>
            </a:lvl4pPr>
            <a:lvl5pPr algn="l">
              <a:defRPr sz="2100" b="0">
                <a:solidFill>
                  <a:srgbClr val="182536"/>
                </a:solidFill>
                <a:latin typeface="Nimbus Sans"/>
                <a:ea typeface="Nimbus Sans"/>
                <a:cs typeface="Nimbus Sans"/>
              </a:defRPr>
            </a:lvl5pPr>
            <a:lvl6pPr algn="l">
              <a:defRPr sz="2100" b="0">
                <a:solidFill>
                  <a:srgbClr val="182536"/>
                </a:solidFill>
                <a:latin typeface="Nimbus Sans"/>
                <a:ea typeface="Nimbus Sans"/>
                <a:cs typeface="Nimbus Sans"/>
              </a:defRPr>
            </a:lvl6pPr>
            <a:lvl7pPr algn="l">
              <a:defRPr sz="2100" b="0">
                <a:solidFill>
                  <a:srgbClr val="182536"/>
                </a:solidFill>
                <a:latin typeface="Nimbus Sans"/>
                <a:ea typeface="Nimbus Sans"/>
                <a:cs typeface="Nimbus Sans"/>
              </a:defRPr>
            </a:lvl7pPr>
            <a:lvl8pPr algn="l">
              <a:defRPr sz="2100" b="0">
                <a:solidFill>
                  <a:srgbClr val="182536"/>
                </a:solidFill>
                <a:latin typeface="Nimbus Sans"/>
                <a:ea typeface="Nimbus Sans"/>
                <a:cs typeface="Nimbus Sans"/>
              </a:defRPr>
            </a:lvl8pPr>
            <a:lvl9pPr algn="l">
              <a:defRPr sz="2100" b="0">
                <a:solidFill>
                  <a:srgbClr val="182536"/>
                </a:solidFill>
                <a:latin typeface="Nimbus Sans"/>
                <a:ea typeface="Nimbus Sans"/>
                <a:cs typeface="Nimbus Sans"/>
              </a:defRPr>
            </a:lvl9pPr>
          </a:lstStyle>
          <a:p xmlns:a="http://schemas.openxmlformats.org/drawingml/2006/main">
            <a:pPr algn="l">
              <a:defRPr sz="2100" b="0">
                <a:solidFill>
                  <a:srgbClr val="182536"/>
                </a:solidFill>
                <a:latin typeface="Nimbus Sans"/>
                <a:ea typeface="Nimbus Sans"/>
                <a:cs typeface="Nimbus Sans"/>
              </a:defRPr>
            </a:pPr>
            <a:r>
              <a:rPr sz="2100" b="0">
                <a:solidFill>
                  <a:srgbClr val="182536"/>
                </a:solidFill>
                <a:latin typeface="Nimbus Sans"/>
                <a:ea typeface="Nimbus Sans"/>
                <a:cs typeface="Nimbus Sans"/>
              </a:rPr>
              <a:t>Dipende dal test e dalla rete</a:t>
            </a:r>
          </a:p>
        </p:txBody>
      </p:sp>
      <p:sp>
        <p:nvSpPr>
          <p:cNvPr id="23" name="step3_e56">
            <a:extLst xmlns:a="http://schemas.openxmlformats.org/drawingml/2006/main">
              <a:ext uri="{FF2B5EF4-FFF2-40B4-BE49-F238E27FC236}">
                <a16:creationId xmlns:a16="http://schemas.microsoft.com/office/drawing/2014/main" id="{49A38100-FFA5-49B6-A908-CB1A7CDB968C}"/>
              </a:ext>
            </a:extLst>
          </p:cNvPr>
          <p:cNvSpPr>
            <a:spLocks xmlns:a="http://schemas.openxmlformats.org/drawingml/2006/main" noGrp="1"/>
          </p:cNvSpPr>
          <p:nvPr/>
        </p:nvSpPr>
        <p:spPr>
          <a:xfrm xmlns:a="http://schemas.openxmlformats.org/drawingml/2006/main">
            <a:off x="7677150" y="6743700"/>
            <a:ext cx="6496050" cy="828675"/>
          </a:xfrm>
          <a:prstGeom xmlns:a="http://schemas.openxmlformats.org/drawingml/2006/main" prst="roundRect">
            <a:avLst>
              <a:gd name="adj" fmla="val 17241"/>
            </a:avLst>
          </a:prstGeom>
          <a:solidFill xmlns:a="http://schemas.openxmlformats.org/drawingml/2006/main">
            <a:srgbClr val="F0F4FF"/>
          </a:solidFill>
          <a:ln xmlns:a="http://schemas.openxmlformats.org/drawingml/2006/main" w="17145">
            <a:solidFill>
              <a:srgbClr val="D9E3EF"/>
            </a:solidFill>
            <a:prstDash val="solid"/>
          </a:ln>
        </p:spPr>
      </p:sp>
      <p:sp>
        <p:nvSpPr>
          <p:cNvPr id="24" name="step3_e57">
            <a:extLst xmlns:a="http://schemas.openxmlformats.org/drawingml/2006/main">
              <a:ext uri="{FF2B5EF4-FFF2-40B4-BE49-F238E27FC236}">
                <a16:creationId xmlns:a16="http://schemas.microsoft.com/office/drawing/2014/main" id="{83C7119A-6D59-4110-A799-6487ABD8024C}"/>
              </a:ext>
            </a:extLst>
          </p:cNvPr>
          <p:cNvSpPr>
            <a:spLocks xmlns:a="http://schemas.openxmlformats.org/drawingml/2006/main" noGrp="1"/>
          </p:cNvSpPr>
          <p:nvPr/>
        </p:nvSpPr>
        <p:spPr>
          <a:xfrm xmlns:a="http://schemas.openxmlformats.org/drawingml/2006/main">
            <a:off x="7905750" y="68770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4264D0"/>
                </a:solidFill>
                <a:latin typeface="Nimbus Sans"/>
                <a:ea typeface="Nimbus Sans"/>
                <a:cs typeface="Nimbus Sans"/>
              </a:defRPr>
            </a:defPPr>
            <a:lvl1pPr algn="l">
              <a:defRPr sz="1650" b="1">
                <a:solidFill>
                  <a:srgbClr val="4264D0"/>
                </a:solidFill>
                <a:latin typeface="Nimbus Sans"/>
                <a:ea typeface="Nimbus Sans"/>
                <a:cs typeface="Nimbus Sans"/>
              </a:defRPr>
            </a:lvl1pPr>
            <a:lvl2pPr algn="l">
              <a:defRPr sz="1650" b="1">
                <a:solidFill>
                  <a:srgbClr val="4264D0"/>
                </a:solidFill>
                <a:latin typeface="Nimbus Sans"/>
                <a:ea typeface="Nimbus Sans"/>
                <a:cs typeface="Nimbus Sans"/>
              </a:defRPr>
            </a:lvl2pPr>
            <a:lvl3pPr algn="l">
              <a:defRPr sz="1650" b="1">
                <a:solidFill>
                  <a:srgbClr val="4264D0"/>
                </a:solidFill>
                <a:latin typeface="Nimbus Sans"/>
                <a:ea typeface="Nimbus Sans"/>
                <a:cs typeface="Nimbus Sans"/>
              </a:defRPr>
            </a:lvl3pPr>
            <a:lvl4pPr algn="l">
              <a:defRPr sz="1650" b="1">
                <a:solidFill>
                  <a:srgbClr val="4264D0"/>
                </a:solidFill>
                <a:latin typeface="Nimbus Sans"/>
                <a:ea typeface="Nimbus Sans"/>
                <a:cs typeface="Nimbus Sans"/>
              </a:defRPr>
            </a:lvl4pPr>
            <a:lvl5pPr algn="l">
              <a:defRPr sz="1650" b="1">
                <a:solidFill>
                  <a:srgbClr val="4264D0"/>
                </a:solidFill>
                <a:latin typeface="Nimbus Sans"/>
                <a:ea typeface="Nimbus Sans"/>
                <a:cs typeface="Nimbus Sans"/>
              </a:defRPr>
            </a:lvl5pPr>
            <a:lvl6pPr algn="l">
              <a:defRPr sz="1650" b="1">
                <a:solidFill>
                  <a:srgbClr val="4264D0"/>
                </a:solidFill>
                <a:latin typeface="Nimbus Sans"/>
                <a:ea typeface="Nimbus Sans"/>
                <a:cs typeface="Nimbus Sans"/>
              </a:defRPr>
            </a:lvl6pPr>
            <a:lvl7pPr algn="l">
              <a:defRPr sz="1650" b="1">
                <a:solidFill>
                  <a:srgbClr val="4264D0"/>
                </a:solidFill>
                <a:latin typeface="Nimbus Sans"/>
                <a:ea typeface="Nimbus Sans"/>
                <a:cs typeface="Nimbus Sans"/>
              </a:defRPr>
            </a:lvl7pPr>
            <a:lvl8pPr algn="l">
              <a:defRPr sz="1650" b="1">
                <a:solidFill>
                  <a:srgbClr val="4264D0"/>
                </a:solidFill>
                <a:latin typeface="Nimbus Sans"/>
                <a:ea typeface="Nimbus Sans"/>
                <a:cs typeface="Nimbus Sans"/>
              </a:defRPr>
            </a:lvl8pPr>
            <a:lvl9pPr algn="l">
              <a:defRPr sz="1650" b="1">
                <a:solidFill>
                  <a:srgbClr val="4264D0"/>
                </a:solidFill>
                <a:latin typeface="Nimbus Sans"/>
                <a:ea typeface="Nimbus Sans"/>
                <a:cs typeface="Nimbus Sans"/>
              </a:defRPr>
            </a:lvl9pPr>
          </a:lstStyle>
          <a:p xmlns:a="http://schemas.openxmlformats.org/drawingml/2006/main">
            <a:pPr algn="l">
              <a:defRPr sz="1650" b="1">
                <a:solidFill>
                  <a:srgbClr val="4264D0"/>
                </a:solidFill>
                <a:latin typeface="Nimbus Sans"/>
                <a:ea typeface="Nimbus Sans"/>
                <a:cs typeface="Nimbus Sans"/>
              </a:defRPr>
            </a:pPr>
            <a:r>
              <a:rPr sz="1650" b="1">
                <a:solidFill>
                  <a:srgbClr val="4264D0"/>
                </a:solidFill>
                <a:latin typeface="Nimbus Sans"/>
                <a:ea typeface="Nimbus Sans"/>
                <a:cs typeface="Nimbus Sans"/>
              </a:rPr>
              <a:t>VERIFICA</a:t>
            </a:r>
          </a:p>
        </p:txBody>
      </p:sp>
      <p:sp>
        <p:nvSpPr>
          <p:cNvPr id="25" name="step3_e58">
            <a:extLst xmlns:a="http://schemas.openxmlformats.org/drawingml/2006/main">
              <a:ext uri="{FF2B5EF4-FFF2-40B4-BE49-F238E27FC236}">
                <a16:creationId xmlns:a16="http://schemas.microsoft.com/office/drawing/2014/main" id="{9AF49936-B272-4561-8E1B-FE2970A91CBC}"/>
              </a:ext>
            </a:extLst>
          </p:cNvPr>
          <p:cNvSpPr>
            <a:spLocks xmlns:a="http://schemas.openxmlformats.org/drawingml/2006/main" noGrp="1"/>
          </p:cNvSpPr>
          <p:nvPr/>
        </p:nvSpPr>
        <p:spPr>
          <a:xfrm xmlns:a="http://schemas.openxmlformats.org/drawingml/2006/main">
            <a:off x="7905750" y="7191375"/>
            <a:ext cx="6076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182536"/>
                </a:solidFill>
                <a:latin typeface="Nimbus Sans"/>
                <a:ea typeface="Nimbus Sans"/>
                <a:cs typeface="Nimbus Sans"/>
              </a:defRPr>
            </a:defPPr>
            <a:lvl1pPr algn="l">
              <a:defRPr sz="2025" b="0">
                <a:solidFill>
                  <a:srgbClr val="182536"/>
                </a:solidFill>
                <a:latin typeface="Nimbus Sans"/>
                <a:ea typeface="Nimbus Sans"/>
                <a:cs typeface="Nimbus Sans"/>
              </a:defRPr>
            </a:lvl1pPr>
            <a:lvl2pPr algn="l">
              <a:defRPr sz="2025" b="0">
                <a:solidFill>
                  <a:srgbClr val="182536"/>
                </a:solidFill>
                <a:latin typeface="Nimbus Sans"/>
                <a:ea typeface="Nimbus Sans"/>
                <a:cs typeface="Nimbus Sans"/>
              </a:defRPr>
            </a:lvl2pPr>
            <a:lvl3pPr algn="l">
              <a:defRPr sz="2025" b="0">
                <a:solidFill>
                  <a:srgbClr val="182536"/>
                </a:solidFill>
                <a:latin typeface="Nimbus Sans"/>
                <a:ea typeface="Nimbus Sans"/>
                <a:cs typeface="Nimbus Sans"/>
              </a:defRPr>
            </a:lvl3pPr>
            <a:lvl4pPr algn="l">
              <a:defRPr sz="2025" b="0">
                <a:solidFill>
                  <a:srgbClr val="182536"/>
                </a:solidFill>
                <a:latin typeface="Nimbus Sans"/>
                <a:ea typeface="Nimbus Sans"/>
                <a:cs typeface="Nimbus Sans"/>
              </a:defRPr>
            </a:lvl4pPr>
            <a:lvl5pPr algn="l">
              <a:defRPr sz="2025" b="0">
                <a:solidFill>
                  <a:srgbClr val="182536"/>
                </a:solidFill>
                <a:latin typeface="Nimbus Sans"/>
                <a:ea typeface="Nimbus Sans"/>
                <a:cs typeface="Nimbus Sans"/>
              </a:defRPr>
            </a:lvl5pPr>
            <a:lvl6pPr algn="l">
              <a:defRPr sz="2025" b="0">
                <a:solidFill>
                  <a:srgbClr val="182536"/>
                </a:solidFill>
                <a:latin typeface="Nimbus Sans"/>
                <a:ea typeface="Nimbus Sans"/>
                <a:cs typeface="Nimbus Sans"/>
              </a:defRPr>
            </a:lvl6pPr>
            <a:lvl7pPr algn="l">
              <a:defRPr sz="2025" b="0">
                <a:solidFill>
                  <a:srgbClr val="182536"/>
                </a:solidFill>
                <a:latin typeface="Nimbus Sans"/>
                <a:ea typeface="Nimbus Sans"/>
                <a:cs typeface="Nimbus Sans"/>
              </a:defRPr>
            </a:lvl7pPr>
            <a:lvl8pPr algn="l">
              <a:defRPr sz="2025" b="0">
                <a:solidFill>
                  <a:srgbClr val="182536"/>
                </a:solidFill>
                <a:latin typeface="Nimbus Sans"/>
                <a:ea typeface="Nimbus Sans"/>
                <a:cs typeface="Nimbus Sans"/>
              </a:defRPr>
            </a:lvl8pPr>
            <a:lvl9pPr algn="l">
              <a:defRPr sz="2025" b="0">
                <a:solidFill>
                  <a:srgbClr val="182536"/>
                </a:solidFill>
                <a:latin typeface="Nimbus Sans"/>
                <a:ea typeface="Nimbus Sans"/>
                <a:cs typeface="Nimbus Sans"/>
              </a:defRPr>
            </a:lvl9pPr>
          </a:lstStyle>
          <a:p xmlns:a="http://schemas.openxmlformats.org/drawingml/2006/main">
            <a:pPr algn="l">
              <a:defRPr sz="2025" b="0">
                <a:solidFill>
                  <a:srgbClr val="182536"/>
                </a:solidFill>
                <a:latin typeface="Nimbus Sans"/>
                <a:ea typeface="Nimbus Sans"/>
                <a:cs typeface="Nimbus Sans"/>
              </a:defRPr>
            </a:pPr>
            <a:r>
              <a:rPr sz="2025" b="0">
                <a:solidFill>
                  <a:srgbClr val="182536"/>
                </a:solidFill>
                <a:latin typeface="Nimbus Sans"/>
                <a:ea typeface="Nimbus Sans"/>
                <a:cs typeface="Nimbus Sans"/>
              </a:rPr>
              <a:t>Selezionare messaggi e controllare condizioni</a:t>
            </a:r>
          </a:p>
        </p:txBody>
      </p:sp>
      <p:sp>
        <p:nvSpPr>
          <p:cNvPr id="26" name="step4_e59">
            <a:extLst xmlns:a="http://schemas.openxmlformats.org/drawingml/2006/main">
              <a:ext uri="{FF2B5EF4-FFF2-40B4-BE49-F238E27FC236}">
                <a16:creationId xmlns:a16="http://schemas.microsoft.com/office/drawing/2014/main" id="{4DE98B27-9F82-459F-B8D2-0D31F1BC0107}"/>
              </a:ext>
            </a:extLst>
          </p:cNvPr>
          <p:cNvSpPr>
            <a:spLocks xmlns:a="http://schemas.openxmlformats.org/drawingml/2006/main" noGrp="1"/>
          </p:cNvSpPr>
          <p:nvPr/>
        </p:nvSpPr>
        <p:spPr>
          <a:xfrm xmlns:a="http://schemas.openxmlformats.org/drawingml/2006/main">
            <a:off x="1066800" y="7858125"/>
            <a:ext cx="13106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5" b="1">
                <a:solidFill>
                  <a:srgbClr val="4264D0"/>
                </a:solidFill>
                <a:latin typeface="Nimbus Sans"/>
                <a:ea typeface="Nimbus Sans"/>
                <a:cs typeface="Nimbus Sans"/>
              </a:defRPr>
            </a:defPPr>
            <a:lvl1pPr algn="l">
              <a:defRPr sz="2475" b="1">
                <a:solidFill>
                  <a:srgbClr val="4264D0"/>
                </a:solidFill>
                <a:latin typeface="Nimbus Sans"/>
                <a:ea typeface="Nimbus Sans"/>
                <a:cs typeface="Nimbus Sans"/>
              </a:defRPr>
            </a:lvl1pPr>
            <a:lvl2pPr algn="l">
              <a:defRPr sz="2475" b="1">
                <a:solidFill>
                  <a:srgbClr val="4264D0"/>
                </a:solidFill>
                <a:latin typeface="Nimbus Sans"/>
                <a:ea typeface="Nimbus Sans"/>
                <a:cs typeface="Nimbus Sans"/>
              </a:defRPr>
            </a:lvl2pPr>
            <a:lvl3pPr algn="l">
              <a:defRPr sz="2475" b="1">
                <a:solidFill>
                  <a:srgbClr val="4264D0"/>
                </a:solidFill>
                <a:latin typeface="Nimbus Sans"/>
                <a:ea typeface="Nimbus Sans"/>
                <a:cs typeface="Nimbus Sans"/>
              </a:defRPr>
            </a:lvl3pPr>
            <a:lvl4pPr algn="l">
              <a:defRPr sz="2475" b="1">
                <a:solidFill>
                  <a:srgbClr val="4264D0"/>
                </a:solidFill>
                <a:latin typeface="Nimbus Sans"/>
                <a:ea typeface="Nimbus Sans"/>
                <a:cs typeface="Nimbus Sans"/>
              </a:defRPr>
            </a:lvl4pPr>
            <a:lvl5pPr algn="l">
              <a:defRPr sz="2475" b="1">
                <a:solidFill>
                  <a:srgbClr val="4264D0"/>
                </a:solidFill>
                <a:latin typeface="Nimbus Sans"/>
                <a:ea typeface="Nimbus Sans"/>
                <a:cs typeface="Nimbus Sans"/>
              </a:defRPr>
            </a:lvl5pPr>
            <a:lvl6pPr algn="l">
              <a:defRPr sz="2475" b="1">
                <a:solidFill>
                  <a:srgbClr val="4264D0"/>
                </a:solidFill>
                <a:latin typeface="Nimbus Sans"/>
                <a:ea typeface="Nimbus Sans"/>
                <a:cs typeface="Nimbus Sans"/>
              </a:defRPr>
            </a:lvl6pPr>
            <a:lvl7pPr algn="l">
              <a:defRPr sz="2475" b="1">
                <a:solidFill>
                  <a:srgbClr val="4264D0"/>
                </a:solidFill>
                <a:latin typeface="Nimbus Sans"/>
                <a:ea typeface="Nimbus Sans"/>
                <a:cs typeface="Nimbus Sans"/>
              </a:defRPr>
            </a:lvl7pPr>
            <a:lvl8pPr algn="l">
              <a:defRPr sz="2475" b="1">
                <a:solidFill>
                  <a:srgbClr val="4264D0"/>
                </a:solidFill>
                <a:latin typeface="Nimbus Sans"/>
                <a:ea typeface="Nimbus Sans"/>
                <a:cs typeface="Nimbus Sans"/>
              </a:defRPr>
            </a:lvl8pPr>
            <a:lvl9pPr algn="l">
              <a:defRPr sz="2475" b="1">
                <a:solidFill>
                  <a:srgbClr val="4264D0"/>
                </a:solidFill>
                <a:latin typeface="Nimbus Sans"/>
                <a:ea typeface="Nimbus Sans"/>
                <a:cs typeface="Nimbus Sans"/>
              </a:defRPr>
            </a:lvl9pPr>
          </a:lstStyle>
          <a:p xmlns:a="http://schemas.openxmlformats.org/drawingml/2006/main">
            <a:pPr algn="l">
              <a:defRPr sz="2475" b="1">
                <a:solidFill>
                  <a:srgbClr val="4264D0"/>
                </a:solidFill>
                <a:latin typeface="Nimbus Sans"/>
                <a:ea typeface="Nimbus Sans"/>
                <a:cs typeface="Nimbus Sans"/>
              </a:defRPr>
            </a:pPr>
            <a:r>
              <a:rPr sz="2475" b="1">
                <a:solidFill>
                  <a:srgbClr val="4264D0"/>
                </a:solidFill>
                <a:latin typeface="Nimbus Sans"/>
                <a:ea typeface="Nimbus Sans"/>
                <a:cs typeface="Nimbus Sans"/>
              </a:rPr>
              <a:t>Come rendere i criteri di verifica comprensibili alla macchina?</a:t>
            </a:r>
          </a:p>
        </p:txBody>
      </p:sp>
    </p:spTree>
    <p:extLst>
      <p:ext uri="{BB962C8B-B14F-4D97-AF65-F5344CB8AC3E}">
        <p14:creationId xmlns:p14="http://schemas.microsoft.com/office/powerpoint/2010/main" val="42220155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tgtEl>
                                          <p:spTgt spid="5"/>
                                        </p:tgtEl>
                                        <p:attrNameLst>
                                          <p:attrName>style.visibility</p:attrName>
                                        </p:attrNameLst>
                                      </p:cBhvr>
                                      <p:to>
                                        <p:strVal val="visible"/>
                                      </p:to>
                                    </p:set>
                                    <p:set>
                                      <p:cBhvr>
                                        <p:cTn id="7" dur="1" fill="hold"/>
                                        <p:tgtEl>
                                          <p:spTgt spid="6"/>
                                        </p:tgtEl>
                                        <p:attrNameLst>
                                          <p:attrName>style.visibility</p:attrName>
                                        </p:attrNameLst>
                                      </p:cBhvr>
                                      <p:to>
                                        <p:strVal val="visible"/>
                                      </p:to>
                                    </p:set>
                                    <p:set>
                                      <p:cBhvr>
                                        <p:cTn id="8" dur="1" fill="hold"/>
                                        <p:tgtEl>
                                          <p:spTgt spid="7"/>
                                        </p:tgtEl>
                                        <p:attrNameLst>
                                          <p:attrName>style.visibility</p:attrName>
                                        </p:attrNameLst>
                                      </p:cBhvr>
                                      <p:to>
                                        <p:strVal val="visible"/>
                                      </p:to>
                                    </p:set>
                                    <p:set>
                                      <p:cBhvr>
                                        <p:cTn id="9" dur="1" fill="hold"/>
                                        <p:tgtEl>
                                          <p:spTgt spid="8"/>
                                        </p:tgtEl>
                                        <p:attrNameLst>
                                          <p:attrName>style.visibility</p:attrName>
                                        </p:attrNameLst>
                                      </p:cBhvr>
                                      <p:to>
                                        <p:strVal val="visible"/>
                                      </p:to>
                                    </p:set>
                                    <p:set>
                                      <p:cBhvr>
                                        <p:cTn id="10" dur="1" fill="hold"/>
                                        <p:tgtEl>
                                          <p:spTgt spid="9"/>
                                        </p:tgtEl>
                                        <p:attrNameLst>
                                          <p:attrName>style.visibility</p:attrName>
                                        </p:attrNameLst>
                                      </p:cBhvr>
                                      <p:to>
                                        <p:strVal val="visible"/>
                                      </p:to>
                                    </p:set>
                                    <p:set>
                                      <p:cBhvr>
                                        <p:cTn id="11" dur="1" fill="hold"/>
                                        <p:tgtEl>
                                          <p:spTgt spid="10"/>
                                        </p:tgtEl>
                                        <p:attrNameLst>
                                          <p:attrName>style.visibility</p:attrName>
                                        </p:attrNameLst>
                                      </p:cBhvr>
                                      <p:to>
                                        <p:strVal val="visible"/>
                                      </p:to>
                                    </p:set>
                                    <p:set>
                                      <p:cBhvr>
                                        <p:cTn id="12" dur="1" fill="hold"/>
                                        <p:tgtEl>
                                          <p:spTgt spid="11"/>
                                        </p:tgtEl>
                                        <p:attrNameLst>
                                          <p:attrName>style.visibility</p:attrName>
                                        </p:attrNameLst>
                                      </p:cBhvr>
                                      <p:to>
                                        <p:strVal val="visible"/>
                                      </p:to>
                                    </p:set>
                                    <p:set>
                                      <p:cBhvr>
                                        <p:cTn id="13" dur="1" fill="hold"/>
                                        <p:tgtEl>
                                          <p:spTgt spid="12"/>
                                        </p:tgtEl>
                                        <p:attrNameLst>
                                          <p:attrName>style.visibility</p:attrName>
                                        </p:attrNameLst>
                                      </p:cBhvr>
                                      <p:to>
                                        <p:strVal val="visible"/>
                                      </p:to>
                                    </p:set>
                                    <p:set>
                                      <p:cBhvr>
                                        <p:cTn id="14" dur="1" fill="hold"/>
                                        <p:tgtEl>
                                          <p:spTgt spid="13"/>
                                        </p:tgtEl>
                                        <p:attrNameLst>
                                          <p:attrName>style.visibility</p:attrName>
                                        </p:attrNameLst>
                                      </p:cBhvr>
                                      <p:to>
                                        <p:strVal val="visible"/>
                                      </p:to>
                                    </p:set>
                                    <p:set>
                                      <p:cBhvr>
                                        <p:cTn id="15" dur="1" fill="hold"/>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2" nodeType="clickEffect">
                                  <p:stCondLst>
                                    <p:cond delay="0"/>
                                  </p:stCondLst>
                                  <p:childTnLst>
                                    <p:set>
                                      <p:cBhvr>
                                        <p:cTn id="19" dur="1" fill="hold"/>
                                        <p:tgtEl>
                                          <p:spTgt spid="15"/>
                                        </p:tgtEl>
                                        <p:attrNameLst>
                                          <p:attrName>style.visibility</p:attrName>
                                        </p:attrNameLst>
                                      </p:cBhvr>
                                      <p:to>
                                        <p:strVal val="visible"/>
                                      </p:to>
                                    </p:set>
                                    <p:set>
                                      <p:cBhvr>
                                        <p:cTn id="20" dur="1" fill="hold"/>
                                        <p:tgtEl>
                                          <p:spTgt spid="16"/>
                                        </p:tgtEl>
                                        <p:attrNameLst>
                                          <p:attrName>style.visibility</p:attrName>
                                        </p:attrNameLst>
                                      </p:cBhvr>
                                      <p:to>
                                        <p:strVal val="visible"/>
                                      </p:to>
                                    </p:set>
                                    <p:set>
                                      <p:cBhvr>
                                        <p:cTn id="21" dur="1" fill="hold"/>
                                        <p:tgtEl>
                                          <p:spTgt spid="17"/>
                                        </p:tgtEl>
                                        <p:attrNameLst>
                                          <p:attrName>style.visibility</p:attrName>
                                        </p:attrNameLst>
                                      </p:cBhvr>
                                      <p:to>
                                        <p:strVal val="visible"/>
                                      </p:to>
                                    </p:set>
                                    <p:set>
                                      <p:cBhvr>
                                        <p:cTn id="22" dur="1" fill="hold"/>
                                        <p:tgtEl>
                                          <p:spTgt spid="18"/>
                                        </p:tgtEl>
                                        <p:attrNameLst>
                                          <p:attrName>style.visibility</p:attrName>
                                        </p:attrNameLst>
                                      </p:cBhvr>
                                      <p:to>
                                        <p:strVal val="visible"/>
                                      </p:to>
                                    </p:set>
                                    <p:set>
                                      <p:cBhvr>
                                        <p:cTn id="23" dur="1" fill="hold"/>
                                        <p:tgtEl>
                                          <p:spTgt spid="1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3" nodeType="clickEffect">
                                  <p:stCondLst>
                                    <p:cond delay="0"/>
                                  </p:stCondLst>
                                  <p:childTnLst>
                                    <p:set>
                                      <p:cBhvr>
                                        <p:cTn id="27" dur="1" fill="hold"/>
                                        <p:tgtEl>
                                          <p:spTgt spid="20"/>
                                        </p:tgtEl>
                                        <p:attrNameLst>
                                          <p:attrName>style.visibility</p:attrName>
                                        </p:attrNameLst>
                                      </p:cBhvr>
                                      <p:to>
                                        <p:strVal val="visible"/>
                                      </p:to>
                                    </p:set>
                                    <p:set>
                                      <p:cBhvr>
                                        <p:cTn id="28" dur="1" fill="hold"/>
                                        <p:tgtEl>
                                          <p:spTgt spid="21"/>
                                        </p:tgtEl>
                                        <p:attrNameLst>
                                          <p:attrName>style.visibility</p:attrName>
                                        </p:attrNameLst>
                                      </p:cBhvr>
                                      <p:to>
                                        <p:strVal val="visible"/>
                                      </p:to>
                                    </p:set>
                                    <p:set>
                                      <p:cBhvr>
                                        <p:cTn id="29" dur="1" fill="hold"/>
                                        <p:tgtEl>
                                          <p:spTgt spid="22"/>
                                        </p:tgtEl>
                                        <p:attrNameLst>
                                          <p:attrName>style.visibility</p:attrName>
                                        </p:attrNameLst>
                                      </p:cBhvr>
                                      <p:to>
                                        <p:strVal val="visible"/>
                                      </p:to>
                                    </p:set>
                                    <p:set>
                                      <p:cBhvr>
                                        <p:cTn id="30" dur="1" fill="hold"/>
                                        <p:tgtEl>
                                          <p:spTgt spid="23"/>
                                        </p:tgtEl>
                                        <p:attrNameLst>
                                          <p:attrName>style.visibility</p:attrName>
                                        </p:attrNameLst>
                                      </p:cBhvr>
                                      <p:to>
                                        <p:strVal val="visible"/>
                                      </p:to>
                                    </p:set>
                                    <p:set>
                                      <p:cBhvr>
                                        <p:cTn id="31" dur="1" fill="hold"/>
                                        <p:tgtEl>
                                          <p:spTgt spid="24"/>
                                        </p:tgtEl>
                                        <p:attrNameLst>
                                          <p:attrName>style.visibility</p:attrName>
                                        </p:attrNameLst>
                                      </p:cBhvr>
                                      <p:to>
                                        <p:strVal val="visible"/>
                                      </p:to>
                                    </p:set>
                                    <p:set>
                                      <p:cBhvr>
                                        <p:cTn id="32" dur="1" fill="hold"/>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4" nodeType="clickEffect">
                                  <p:stCondLst>
                                    <p:cond delay="0"/>
                                  </p:stCondLst>
                                  <p:childTnLst>
                                    <p:set>
                                      <p:cBhvr>
                                        <p:cTn id="36" dur="1" fill="hold"/>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38" name="step0_e60">
            <a:extLst xmlns:a="http://schemas.openxmlformats.org/drawingml/2006/main">
              <a:ext uri="{FF2B5EF4-FFF2-40B4-BE49-F238E27FC236}">
                <a16:creationId xmlns:a16="http://schemas.microsoft.com/office/drawing/2014/main" id="{D4930B30-CC79-4B8B-81AA-3A578661A3A7}"/>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IL CONTRIBUTO</a:t>
            </a:r>
          </a:p>
        </p:txBody>
      </p:sp>
      <p:sp>
        <p:nvSpPr>
          <p:cNvPr id="2" name="step0_e61">
            <a:extLst xmlns:a="http://schemas.openxmlformats.org/drawingml/2006/main">
              <a:ext uri="{FF2B5EF4-FFF2-40B4-BE49-F238E27FC236}">
                <a16:creationId xmlns:a16="http://schemas.microsoft.com/office/drawing/2014/main" id="{60AC4362-2021-4CCE-9697-94AFA08F9811}"/>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03 / 05</a:t>
            </a:r>
          </a:p>
        </p:txBody>
      </p:sp>
      <p:sp>
        <p:nvSpPr>
          <p:cNvPr id="3" name="step0_e62">
            <a:extLst xmlns:a="http://schemas.openxmlformats.org/drawingml/2006/main">
              <a:ext uri="{FF2B5EF4-FFF2-40B4-BE49-F238E27FC236}">
                <a16:creationId xmlns:a16="http://schemas.microsoft.com/office/drawing/2014/main" id="{50089CDF-ECF4-4148-9BEA-A1DA3763F0A5}"/>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La soluzione proposta</a:t>
            </a:r>
          </a:p>
        </p:txBody>
      </p:sp>
      <p:sp>
        <p:nvSpPr>
          <p:cNvPr id="4" name="step0_e63">
            <a:extLst xmlns:a="http://schemas.openxmlformats.org/drawingml/2006/main">
              <a:ext uri="{FF2B5EF4-FFF2-40B4-BE49-F238E27FC236}">
                <a16:creationId xmlns:a16="http://schemas.microsoft.com/office/drawing/2014/main" id="{8EB2EB40-E307-455D-94EA-6E27E85A9194}"/>
              </a:ext>
            </a:extLst>
          </p:cNvPr>
          <p:cNvSpPr>
            <a:spLocks xmlns:a="http://schemas.openxmlformats.org/drawingml/2006/main" noGrp="1"/>
          </p:cNvSpPr>
          <p:nvPr/>
        </p:nvSpPr>
        <p:spPr>
          <a:xfrm xmlns:a="http://schemas.openxmlformats.org/drawingml/2006/main">
            <a:off x="1066800" y="2000250"/>
            <a:ext cx="13106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a:solidFill>
                  <a:srgbClr val="52627B"/>
                </a:solidFill>
                <a:latin typeface="Nimbus Sans"/>
                <a:ea typeface="Nimbus Sans"/>
                <a:cs typeface="Nimbus Sans"/>
              </a:defRPr>
            </a:defPPr>
            <a:lvl1pPr algn="l">
              <a:defRPr sz="2175" b="0">
                <a:solidFill>
                  <a:srgbClr val="52627B"/>
                </a:solidFill>
                <a:latin typeface="Nimbus Sans"/>
                <a:ea typeface="Nimbus Sans"/>
                <a:cs typeface="Nimbus Sans"/>
              </a:defRPr>
            </a:lvl1pPr>
            <a:lvl2pPr algn="l">
              <a:defRPr sz="2175" b="0">
                <a:solidFill>
                  <a:srgbClr val="52627B"/>
                </a:solidFill>
                <a:latin typeface="Nimbus Sans"/>
                <a:ea typeface="Nimbus Sans"/>
                <a:cs typeface="Nimbus Sans"/>
              </a:defRPr>
            </a:lvl2pPr>
            <a:lvl3pPr algn="l">
              <a:defRPr sz="2175" b="0">
                <a:solidFill>
                  <a:srgbClr val="52627B"/>
                </a:solidFill>
                <a:latin typeface="Nimbus Sans"/>
                <a:ea typeface="Nimbus Sans"/>
                <a:cs typeface="Nimbus Sans"/>
              </a:defRPr>
            </a:lvl3pPr>
            <a:lvl4pPr algn="l">
              <a:defRPr sz="2175" b="0">
                <a:solidFill>
                  <a:srgbClr val="52627B"/>
                </a:solidFill>
                <a:latin typeface="Nimbus Sans"/>
                <a:ea typeface="Nimbus Sans"/>
                <a:cs typeface="Nimbus Sans"/>
              </a:defRPr>
            </a:lvl4pPr>
            <a:lvl5pPr algn="l">
              <a:defRPr sz="2175" b="0">
                <a:solidFill>
                  <a:srgbClr val="52627B"/>
                </a:solidFill>
                <a:latin typeface="Nimbus Sans"/>
                <a:ea typeface="Nimbus Sans"/>
                <a:cs typeface="Nimbus Sans"/>
              </a:defRPr>
            </a:lvl5pPr>
            <a:lvl6pPr algn="l">
              <a:defRPr sz="2175" b="0">
                <a:solidFill>
                  <a:srgbClr val="52627B"/>
                </a:solidFill>
                <a:latin typeface="Nimbus Sans"/>
                <a:ea typeface="Nimbus Sans"/>
                <a:cs typeface="Nimbus Sans"/>
              </a:defRPr>
            </a:lvl6pPr>
            <a:lvl7pPr algn="l">
              <a:defRPr sz="2175" b="0">
                <a:solidFill>
                  <a:srgbClr val="52627B"/>
                </a:solidFill>
                <a:latin typeface="Nimbus Sans"/>
                <a:ea typeface="Nimbus Sans"/>
                <a:cs typeface="Nimbus Sans"/>
              </a:defRPr>
            </a:lvl7pPr>
            <a:lvl8pPr algn="l">
              <a:defRPr sz="2175" b="0">
                <a:solidFill>
                  <a:srgbClr val="52627B"/>
                </a:solidFill>
                <a:latin typeface="Nimbus Sans"/>
                <a:ea typeface="Nimbus Sans"/>
                <a:cs typeface="Nimbus Sans"/>
              </a:defRPr>
            </a:lvl8pPr>
            <a:lvl9pPr algn="l">
              <a:defRPr sz="2175" b="0">
                <a:solidFill>
                  <a:srgbClr val="52627B"/>
                </a:solidFill>
                <a:latin typeface="Nimbus Sans"/>
                <a:ea typeface="Nimbus Sans"/>
                <a:cs typeface="Nimbus Sans"/>
              </a:defRPr>
            </a:lvl9pPr>
          </a:lstStyle>
          <a:p xmlns:a="http://schemas.openxmlformats.org/drawingml/2006/main">
            <a:pPr algn="l">
              <a:defRPr sz="2175" b="0">
                <a:solidFill>
                  <a:srgbClr val="52627B"/>
                </a:solidFill>
                <a:latin typeface="Nimbus Sans"/>
                <a:ea typeface="Nimbus Sans"/>
                <a:cs typeface="Nimbus Sans"/>
              </a:defRPr>
            </a:pPr>
            <a:r>
              <a:rPr sz="2175" b="0">
                <a:solidFill>
                  <a:srgbClr val="52627B"/>
                </a:solidFill>
                <a:latin typeface="Nimbus Sans"/>
                <a:ea typeface="Nimbus Sans"/>
                <a:cs typeface="Nimbus Sans"/>
              </a:rPr>
              <a:t>Due contributi: il DSL e il sistema che interpreta le regole.</a:t>
            </a:r>
          </a:p>
        </p:txBody>
      </p:sp>
      <p:sp>
        <p:nvSpPr>
          <p:cNvPr id="5" name="step1_e64">
            <a:extLst xmlns:a="http://schemas.openxmlformats.org/drawingml/2006/main">
              <a:ext uri="{FF2B5EF4-FFF2-40B4-BE49-F238E27FC236}">
                <a16:creationId xmlns:a16="http://schemas.microsoft.com/office/drawing/2014/main" id="{A90E6C5E-EEC8-4E9D-81E8-6AD725C7951A}"/>
              </a:ext>
            </a:extLst>
          </p:cNvPr>
          <p:cNvSpPr>
            <a:spLocks xmlns:a="http://schemas.openxmlformats.org/drawingml/2006/main" noGrp="1"/>
          </p:cNvSpPr>
          <p:nvPr/>
        </p:nvSpPr>
        <p:spPr>
          <a:xfrm xmlns:a="http://schemas.openxmlformats.org/drawingml/2006/main">
            <a:off x="1066800" y="272415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Nimbus Sans"/>
                <a:ea typeface="Nimbus Sans"/>
                <a:cs typeface="Nimbus Sans"/>
              </a:defRPr>
            </a:defPPr>
            <a:lvl1pPr algn="l">
              <a:defRPr sz="1725" b="1">
                <a:solidFill>
                  <a:srgbClr val="4264D0"/>
                </a:solidFill>
                <a:latin typeface="Nimbus Sans"/>
                <a:ea typeface="Nimbus Sans"/>
                <a:cs typeface="Nimbus Sans"/>
              </a:defRPr>
            </a:lvl1pPr>
            <a:lvl2pPr algn="l">
              <a:defRPr sz="1725" b="1">
                <a:solidFill>
                  <a:srgbClr val="4264D0"/>
                </a:solidFill>
                <a:latin typeface="Nimbus Sans"/>
                <a:ea typeface="Nimbus Sans"/>
                <a:cs typeface="Nimbus Sans"/>
              </a:defRPr>
            </a:lvl2pPr>
            <a:lvl3pPr algn="l">
              <a:defRPr sz="1725" b="1">
                <a:solidFill>
                  <a:srgbClr val="4264D0"/>
                </a:solidFill>
                <a:latin typeface="Nimbus Sans"/>
                <a:ea typeface="Nimbus Sans"/>
                <a:cs typeface="Nimbus Sans"/>
              </a:defRPr>
            </a:lvl3pPr>
            <a:lvl4pPr algn="l">
              <a:defRPr sz="1725" b="1">
                <a:solidFill>
                  <a:srgbClr val="4264D0"/>
                </a:solidFill>
                <a:latin typeface="Nimbus Sans"/>
                <a:ea typeface="Nimbus Sans"/>
                <a:cs typeface="Nimbus Sans"/>
              </a:defRPr>
            </a:lvl4pPr>
            <a:lvl5pPr algn="l">
              <a:defRPr sz="1725" b="1">
                <a:solidFill>
                  <a:srgbClr val="4264D0"/>
                </a:solidFill>
                <a:latin typeface="Nimbus Sans"/>
                <a:ea typeface="Nimbus Sans"/>
                <a:cs typeface="Nimbus Sans"/>
              </a:defRPr>
            </a:lvl5pPr>
            <a:lvl6pPr algn="l">
              <a:defRPr sz="1725" b="1">
                <a:solidFill>
                  <a:srgbClr val="4264D0"/>
                </a:solidFill>
                <a:latin typeface="Nimbus Sans"/>
                <a:ea typeface="Nimbus Sans"/>
                <a:cs typeface="Nimbus Sans"/>
              </a:defRPr>
            </a:lvl6pPr>
            <a:lvl7pPr algn="l">
              <a:defRPr sz="1725" b="1">
                <a:solidFill>
                  <a:srgbClr val="4264D0"/>
                </a:solidFill>
                <a:latin typeface="Nimbus Sans"/>
                <a:ea typeface="Nimbus Sans"/>
                <a:cs typeface="Nimbus Sans"/>
              </a:defRPr>
            </a:lvl7pPr>
            <a:lvl8pPr algn="l">
              <a:defRPr sz="1725" b="1">
                <a:solidFill>
                  <a:srgbClr val="4264D0"/>
                </a:solidFill>
                <a:latin typeface="Nimbus Sans"/>
                <a:ea typeface="Nimbus Sans"/>
                <a:cs typeface="Nimbus Sans"/>
              </a:defRPr>
            </a:lvl8pPr>
            <a:lvl9pPr algn="l">
              <a:defRPr sz="1725" b="1">
                <a:solidFill>
                  <a:srgbClr val="4264D0"/>
                </a:solidFill>
                <a:latin typeface="Nimbus Sans"/>
                <a:ea typeface="Nimbus Sans"/>
                <a:cs typeface="Nimbus Sans"/>
              </a:defRPr>
            </a:lvl9pPr>
          </a:lstStyle>
          <a:p xmlns:a="http://schemas.openxmlformats.org/drawingml/2006/main">
            <a:pPr algn="l">
              <a:defRPr sz="1725" b="1">
                <a:solidFill>
                  <a:srgbClr val="4264D0"/>
                </a:solidFill>
                <a:latin typeface="Nimbus Sans"/>
                <a:ea typeface="Nimbus Sans"/>
                <a:cs typeface="Nimbus Sans"/>
              </a:defRPr>
            </a:pPr>
            <a:r>
              <a:rPr sz="1725" b="1">
                <a:solidFill>
                  <a:srgbClr val="4264D0"/>
                </a:solidFill>
                <a:latin typeface="Nimbus Sans"/>
                <a:ea typeface="Nimbus Sans"/>
                <a:cs typeface="Nimbus Sans"/>
              </a:rPr>
              <a:t>1  DOMAIN-SPECIFIC LANGUAGE</a:t>
            </a:r>
          </a:p>
        </p:txBody>
      </p:sp>
      <p:sp>
        <p:nvSpPr>
          <p:cNvPr id="6" name="step1_e65">
            <a:extLst xmlns:a="http://schemas.openxmlformats.org/drawingml/2006/main">
              <a:ext uri="{FF2B5EF4-FFF2-40B4-BE49-F238E27FC236}">
                <a16:creationId xmlns:a16="http://schemas.microsoft.com/office/drawing/2014/main" id="{7BB58874-B185-4B9B-AFB4-1B4FD3B6B2E2}"/>
              </a:ext>
            </a:extLst>
          </p:cNvPr>
          <p:cNvSpPr>
            <a:spLocks xmlns:a="http://schemas.openxmlformats.org/drawingml/2006/main" noGrp="1"/>
          </p:cNvSpPr>
          <p:nvPr/>
        </p:nvSpPr>
        <p:spPr>
          <a:xfrm xmlns:a="http://schemas.openxmlformats.org/drawingml/2006/main">
            <a:off x="1066800" y="329565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182536"/>
                </a:solidFill>
                <a:latin typeface="Nimbus Sans"/>
                <a:ea typeface="Nimbus Sans"/>
                <a:cs typeface="Nimbus Sans"/>
              </a:defRPr>
            </a:defPPr>
            <a:lvl1pPr algn="l">
              <a:defRPr sz="2550" b="1">
                <a:solidFill>
                  <a:srgbClr val="182536"/>
                </a:solidFill>
                <a:latin typeface="Nimbus Sans"/>
                <a:ea typeface="Nimbus Sans"/>
                <a:cs typeface="Nimbus Sans"/>
              </a:defRPr>
            </a:lvl1pPr>
            <a:lvl2pPr algn="l">
              <a:defRPr sz="2550" b="1">
                <a:solidFill>
                  <a:srgbClr val="182536"/>
                </a:solidFill>
                <a:latin typeface="Nimbus Sans"/>
                <a:ea typeface="Nimbus Sans"/>
                <a:cs typeface="Nimbus Sans"/>
              </a:defRPr>
            </a:lvl2pPr>
            <a:lvl3pPr algn="l">
              <a:defRPr sz="2550" b="1">
                <a:solidFill>
                  <a:srgbClr val="182536"/>
                </a:solidFill>
                <a:latin typeface="Nimbus Sans"/>
                <a:ea typeface="Nimbus Sans"/>
                <a:cs typeface="Nimbus Sans"/>
              </a:defRPr>
            </a:lvl3pPr>
            <a:lvl4pPr algn="l">
              <a:defRPr sz="2550" b="1">
                <a:solidFill>
                  <a:srgbClr val="182536"/>
                </a:solidFill>
                <a:latin typeface="Nimbus Sans"/>
                <a:ea typeface="Nimbus Sans"/>
                <a:cs typeface="Nimbus Sans"/>
              </a:defRPr>
            </a:lvl4pPr>
            <a:lvl5pPr algn="l">
              <a:defRPr sz="2550" b="1">
                <a:solidFill>
                  <a:srgbClr val="182536"/>
                </a:solidFill>
                <a:latin typeface="Nimbus Sans"/>
                <a:ea typeface="Nimbus Sans"/>
                <a:cs typeface="Nimbus Sans"/>
              </a:defRPr>
            </a:lvl5pPr>
            <a:lvl6pPr algn="l">
              <a:defRPr sz="2550" b="1">
                <a:solidFill>
                  <a:srgbClr val="182536"/>
                </a:solidFill>
                <a:latin typeface="Nimbus Sans"/>
                <a:ea typeface="Nimbus Sans"/>
                <a:cs typeface="Nimbus Sans"/>
              </a:defRPr>
            </a:lvl6pPr>
            <a:lvl7pPr algn="l">
              <a:defRPr sz="2550" b="1">
                <a:solidFill>
                  <a:srgbClr val="182536"/>
                </a:solidFill>
                <a:latin typeface="Nimbus Sans"/>
                <a:ea typeface="Nimbus Sans"/>
                <a:cs typeface="Nimbus Sans"/>
              </a:defRPr>
            </a:lvl7pPr>
            <a:lvl8pPr algn="l">
              <a:defRPr sz="2550" b="1">
                <a:solidFill>
                  <a:srgbClr val="182536"/>
                </a:solidFill>
                <a:latin typeface="Nimbus Sans"/>
                <a:ea typeface="Nimbus Sans"/>
                <a:cs typeface="Nimbus Sans"/>
              </a:defRPr>
            </a:lvl8pPr>
            <a:lvl9pPr algn="l">
              <a:defRPr sz="2550" b="1">
                <a:solidFill>
                  <a:srgbClr val="182536"/>
                </a:solidFill>
                <a:latin typeface="Nimbus Sans"/>
                <a:ea typeface="Nimbus Sans"/>
                <a:cs typeface="Nimbus Sans"/>
              </a:defRPr>
            </a:lvl9pPr>
          </a:lstStyle>
          <a:p xmlns:a="http://schemas.openxmlformats.org/drawingml/2006/main">
            <a:pPr algn="l">
              <a:defRPr sz="2550" b="1">
                <a:solidFill>
                  <a:srgbClr val="182536"/>
                </a:solidFill>
                <a:latin typeface="Nimbus Sans"/>
                <a:ea typeface="Nimbus Sans"/>
                <a:cs typeface="Nimbus Sans"/>
              </a:defRPr>
            </a:pPr>
            <a:r>
              <a:rPr sz="2550" b="1">
                <a:solidFill>
                  <a:srgbClr val="182536"/>
                </a:solidFill>
                <a:latin typeface="Nimbus Sans"/>
                <a:ea typeface="Nimbus Sans"/>
                <a:cs typeface="Nimbus Sans"/>
              </a:rPr>
              <a:t>NRF Discovery Authorization</a:t>
            </a:r>
          </a:p>
        </p:txBody>
      </p:sp>
      <p:sp>
        <p:nvSpPr>
          <p:cNvPr id="7" name="step1_e66">
            <a:extLst xmlns:a="http://schemas.openxmlformats.org/drawingml/2006/main">
              <a:ext uri="{FF2B5EF4-FFF2-40B4-BE49-F238E27FC236}">
                <a16:creationId xmlns:a16="http://schemas.microsoft.com/office/drawing/2014/main" id="{7C874121-1F9C-4AB4-86BD-15B66A9B3F02}"/>
              </a:ext>
            </a:extLst>
          </p:cNvPr>
          <p:cNvSpPr>
            <a:spLocks xmlns:a="http://schemas.openxmlformats.org/drawingml/2006/main" noGrp="1"/>
          </p:cNvSpPr>
          <p:nvPr/>
        </p:nvSpPr>
        <p:spPr>
          <a:xfrm xmlns:a="http://schemas.openxmlformats.org/drawingml/2006/main">
            <a:off x="1066800" y="3933825"/>
            <a:ext cx="619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0">
                <a:solidFill>
                  <a:srgbClr val="182536"/>
                </a:solidFill>
                <a:latin typeface="Nimbus Sans"/>
                <a:ea typeface="Nimbus Sans"/>
                <a:cs typeface="Nimbus Sans"/>
              </a:defRPr>
            </a:defPPr>
            <a:lvl1pPr algn="l">
              <a:defRPr sz="2325" b="0">
                <a:solidFill>
                  <a:srgbClr val="182536"/>
                </a:solidFill>
                <a:latin typeface="Nimbus Sans"/>
                <a:ea typeface="Nimbus Sans"/>
                <a:cs typeface="Nimbus Sans"/>
              </a:defRPr>
            </a:lvl1pPr>
            <a:lvl2pPr algn="l">
              <a:defRPr sz="2325" b="0">
                <a:solidFill>
                  <a:srgbClr val="182536"/>
                </a:solidFill>
                <a:latin typeface="Nimbus Sans"/>
                <a:ea typeface="Nimbus Sans"/>
                <a:cs typeface="Nimbus Sans"/>
              </a:defRPr>
            </a:lvl2pPr>
            <a:lvl3pPr algn="l">
              <a:defRPr sz="2325" b="0">
                <a:solidFill>
                  <a:srgbClr val="182536"/>
                </a:solidFill>
                <a:latin typeface="Nimbus Sans"/>
                <a:ea typeface="Nimbus Sans"/>
                <a:cs typeface="Nimbus Sans"/>
              </a:defRPr>
            </a:lvl3pPr>
            <a:lvl4pPr algn="l">
              <a:defRPr sz="2325" b="0">
                <a:solidFill>
                  <a:srgbClr val="182536"/>
                </a:solidFill>
                <a:latin typeface="Nimbus Sans"/>
                <a:ea typeface="Nimbus Sans"/>
                <a:cs typeface="Nimbus Sans"/>
              </a:defRPr>
            </a:lvl4pPr>
            <a:lvl5pPr algn="l">
              <a:defRPr sz="2325" b="0">
                <a:solidFill>
                  <a:srgbClr val="182536"/>
                </a:solidFill>
                <a:latin typeface="Nimbus Sans"/>
                <a:ea typeface="Nimbus Sans"/>
                <a:cs typeface="Nimbus Sans"/>
              </a:defRPr>
            </a:lvl5pPr>
            <a:lvl6pPr algn="l">
              <a:defRPr sz="2325" b="0">
                <a:solidFill>
                  <a:srgbClr val="182536"/>
                </a:solidFill>
                <a:latin typeface="Nimbus Sans"/>
                <a:ea typeface="Nimbus Sans"/>
                <a:cs typeface="Nimbus Sans"/>
              </a:defRPr>
            </a:lvl6pPr>
            <a:lvl7pPr algn="l">
              <a:defRPr sz="2325" b="0">
                <a:solidFill>
                  <a:srgbClr val="182536"/>
                </a:solidFill>
                <a:latin typeface="Nimbus Sans"/>
                <a:ea typeface="Nimbus Sans"/>
                <a:cs typeface="Nimbus Sans"/>
              </a:defRPr>
            </a:lvl7pPr>
            <a:lvl8pPr algn="l">
              <a:defRPr sz="2325" b="0">
                <a:solidFill>
                  <a:srgbClr val="182536"/>
                </a:solidFill>
                <a:latin typeface="Nimbus Sans"/>
                <a:ea typeface="Nimbus Sans"/>
                <a:cs typeface="Nimbus Sans"/>
              </a:defRPr>
            </a:lvl8pPr>
            <a:lvl9pPr algn="l">
              <a:defRPr sz="2325" b="0">
                <a:solidFill>
                  <a:srgbClr val="182536"/>
                </a:solidFill>
                <a:latin typeface="Nimbus Sans"/>
                <a:ea typeface="Nimbus Sans"/>
                <a:cs typeface="Nimbus Sans"/>
              </a:defRPr>
            </a:lvl9pPr>
          </a:lstStyle>
          <a:p xmlns:a="http://schemas.openxmlformats.org/drawingml/2006/main">
            <a:pPr algn="l">
              <a:defRPr sz="2325" b="0">
                <a:solidFill>
                  <a:srgbClr val="182536"/>
                </a:solidFill>
                <a:latin typeface="Nimbus Sans"/>
                <a:ea typeface="Nimbus Sans"/>
                <a:cs typeface="Nimbus Sans"/>
              </a:defRPr>
            </a:pPr>
            <a:r>
              <a:rPr sz="2325" b="0">
                <a:solidFill>
                  <a:srgbClr val="182536"/>
                </a:solidFill>
                <a:latin typeface="Nimbus Sans"/>
                <a:ea typeface="Nimbus Sans"/>
                <a:cs typeface="Nimbus Sans"/>
              </a:rPr>
              <a:t>Nel caso non autorizzato, la richiesta</a:t>
            </a:r>
          </a:p>
          <a:p xmlns:a="http://schemas.openxmlformats.org/drawingml/2006/main">
            <a:pPr algn="l">
              <a:defRPr sz="2325" b="0">
                <a:solidFill>
                  <a:srgbClr val="182536"/>
                </a:solidFill>
                <a:latin typeface="Nimbus Sans"/>
                <a:ea typeface="Nimbus Sans"/>
                <a:cs typeface="Nimbus Sans"/>
              </a:defRPr>
            </a:pPr>
            <a:r>
              <a:rPr sz="2325" b="0">
                <a:solidFill>
                  <a:srgbClr val="182536"/>
                </a:solidFill>
                <a:latin typeface="Nimbus Sans"/>
                <a:ea typeface="Nimbus Sans"/>
                <a:cs typeface="Nimbus Sans"/>
              </a:rPr>
              <a:t>di discovery deve ricevere HTTP 403.</a:t>
            </a:r>
          </a:p>
        </p:txBody>
      </p:sp>
      <p:sp>
        <p:nvSpPr>
          <p:cNvPr id="8" name="step1_e67">
            <a:extLst xmlns:a="http://schemas.openxmlformats.org/drawingml/2006/main">
              <a:ext uri="{FF2B5EF4-FFF2-40B4-BE49-F238E27FC236}">
                <a16:creationId xmlns:a16="http://schemas.microsoft.com/office/drawing/2014/main" id="{8854E5A9-AA62-4FDF-A1E5-C1C0A6BC728A}"/>
              </a:ext>
            </a:extLst>
          </p:cNvPr>
          <p:cNvSpPr>
            <a:spLocks xmlns:a="http://schemas.openxmlformats.org/drawingml/2006/main" noGrp="1"/>
          </p:cNvSpPr>
          <p:nvPr/>
        </p:nvSpPr>
        <p:spPr>
          <a:xfrm xmlns:a="http://schemas.openxmlformats.org/drawingml/2006/main">
            <a:off x="1066800" y="494347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52627B"/>
                </a:solidFill>
                <a:latin typeface="Nimbus Sans"/>
                <a:ea typeface="Nimbus Sans"/>
                <a:cs typeface="Nimbus Sans"/>
              </a:defRPr>
            </a:defPPr>
            <a:lvl1pPr algn="l">
              <a:defRPr sz="1650" b="0">
                <a:solidFill>
                  <a:srgbClr val="52627B"/>
                </a:solidFill>
                <a:latin typeface="Nimbus Sans"/>
                <a:ea typeface="Nimbus Sans"/>
                <a:cs typeface="Nimbus Sans"/>
              </a:defRPr>
            </a:lvl1pPr>
            <a:lvl2pPr algn="l">
              <a:defRPr sz="1650" b="0">
                <a:solidFill>
                  <a:srgbClr val="52627B"/>
                </a:solidFill>
                <a:latin typeface="Nimbus Sans"/>
                <a:ea typeface="Nimbus Sans"/>
                <a:cs typeface="Nimbus Sans"/>
              </a:defRPr>
            </a:lvl2pPr>
            <a:lvl3pPr algn="l">
              <a:defRPr sz="1650" b="0">
                <a:solidFill>
                  <a:srgbClr val="52627B"/>
                </a:solidFill>
                <a:latin typeface="Nimbus Sans"/>
                <a:ea typeface="Nimbus Sans"/>
                <a:cs typeface="Nimbus Sans"/>
              </a:defRPr>
            </a:lvl3pPr>
            <a:lvl4pPr algn="l">
              <a:defRPr sz="1650" b="0">
                <a:solidFill>
                  <a:srgbClr val="52627B"/>
                </a:solidFill>
                <a:latin typeface="Nimbus Sans"/>
                <a:ea typeface="Nimbus Sans"/>
                <a:cs typeface="Nimbus Sans"/>
              </a:defRPr>
            </a:lvl4pPr>
            <a:lvl5pPr algn="l">
              <a:defRPr sz="1650" b="0">
                <a:solidFill>
                  <a:srgbClr val="52627B"/>
                </a:solidFill>
                <a:latin typeface="Nimbus Sans"/>
                <a:ea typeface="Nimbus Sans"/>
                <a:cs typeface="Nimbus Sans"/>
              </a:defRPr>
            </a:lvl5pPr>
            <a:lvl6pPr algn="l">
              <a:defRPr sz="1650" b="0">
                <a:solidFill>
                  <a:srgbClr val="52627B"/>
                </a:solidFill>
                <a:latin typeface="Nimbus Sans"/>
                <a:ea typeface="Nimbus Sans"/>
                <a:cs typeface="Nimbus Sans"/>
              </a:defRPr>
            </a:lvl6pPr>
            <a:lvl7pPr algn="l">
              <a:defRPr sz="1650" b="0">
                <a:solidFill>
                  <a:srgbClr val="52627B"/>
                </a:solidFill>
                <a:latin typeface="Nimbus Sans"/>
                <a:ea typeface="Nimbus Sans"/>
                <a:cs typeface="Nimbus Sans"/>
              </a:defRPr>
            </a:lvl7pPr>
            <a:lvl8pPr algn="l">
              <a:defRPr sz="1650" b="0">
                <a:solidFill>
                  <a:srgbClr val="52627B"/>
                </a:solidFill>
                <a:latin typeface="Nimbus Sans"/>
                <a:ea typeface="Nimbus Sans"/>
                <a:cs typeface="Nimbus Sans"/>
              </a:defRPr>
            </a:lvl8pPr>
            <a:lvl9pPr algn="l">
              <a:defRPr sz="1650" b="0">
                <a:solidFill>
                  <a:srgbClr val="52627B"/>
                </a:solidFill>
                <a:latin typeface="Nimbus Sans"/>
                <a:ea typeface="Nimbus Sans"/>
                <a:cs typeface="Nimbus Sans"/>
              </a:defRPr>
            </a:lvl9pPr>
          </a:lstStyle>
          <a:p xmlns:a="http://schemas.openxmlformats.org/drawingml/2006/main">
            <a:pPr algn="l">
              <a:defRPr sz="1650" b="0">
                <a:solidFill>
                  <a:srgbClr val="52627B"/>
                </a:solidFill>
                <a:latin typeface="Nimbus Sans"/>
                <a:ea typeface="Nimbus Sans"/>
                <a:cs typeface="Nimbus Sans"/>
              </a:defRPr>
            </a:pPr>
            <a:r>
              <a:rPr sz="1650" b="0">
                <a:solidFill>
                  <a:srgbClr val="52627B"/>
                </a:solidFill>
                <a:latin typeface="Nimbus Sans"/>
                <a:ea typeface="Nimbus Sans"/>
                <a:cs typeface="Nimbus Sans"/>
              </a:rPr>
              <a:t>Criterio SCAS semplificato · TS 33.518, § 4.2.2.2.1</a:t>
            </a:r>
          </a:p>
        </p:txBody>
      </p:sp>
      <p:sp>
        <p:nvSpPr>
          <p:cNvPr id="9" name="step2_e68">
            <a:extLst xmlns:a="http://schemas.openxmlformats.org/drawingml/2006/main">
              <a:ext uri="{FF2B5EF4-FFF2-40B4-BE49-F238E27FC236}">
                <a16:creationId xmlns:a16="http://schemas.microsoft.com/office/drawing/2014/main" id="{8BF5AC23-FA45-42D6-BA55-B3E32316D44C}"/>
              </a:ext>
            </a:extLst>
          </p:cNvPr>
          <p:cNvSpPr>
            <a:spLocks xmlns:a="http://schemas.openxmlformats.org/drawingml/2006/main" noGrp="1"/>
          </p:cNvSpPr>
          <p:nvPr/>
        </p:nvSpPr>
        <p:spPr>
          <a:xfrm xmlns:a="http://schemas.openxmlformats.org/drawingml/2006/main">
            <a:off x="7696200" y="2762250"/>
            <a:ext cx="6477000" cy="2552700"/>
          </a:xfrm>
          <a:prstGeom xmlns:a="http://schemas.openxmlformats.org/drawingml/2006/main" prst="roundRect">
            <a:avLst>
              <a:gd name="adj" fmla="val 5597"/>
            </a:avLst>
          </a:prstGeom>
          <a:solidFill xmlns:a="http://schemas.openxmlformats.org/drawingml/2006/main">
            <a:srgbClr val="FFFFFF"/>
          </a:solidFill>
          <a:ln xmlns:a="http://schemas.openxmlformats.org/drawingml/2006/main" w="17145">
            <a:solidFill>
              <a:srgbClr val="D9E3EF"/>
            </a:solidFill>
            <a:prstDash val="solid"/>
          </a:ln>
        </p:spPr>
      </p:sp>
      <p:sp>
        <p:nvSpPr>
          <p:cNvPr id="10" name="step2_e69">
            <a:extLst xmlns:a="http://schemas.openxmlformats.org/drawingml/2006/main">
              <a:ext uri="{FF2B5EF4-FFF2-40B4-BE49-F238E27FC236}">
                <a16:creationId xmlns:a16="http://schemas.microsoft.com/office/drawing/2014/main" id="{43C50962-7922-46F7-B9DD-7D5EF005A207}"/>
              </a:ext>
            </a:extLst>
          </p:cNvPr>
          <p:cNvSpPr>
            <a:spLocks xmlns:a="http://schemas.openxmlformats.org/drawingml/2006/main" noGrp="1"/>
          </p:cNvSpPr>
          <p:nvPr/>
        </p:nvSpPr>
        <p:spPr>
          <a:xfrm xmlns:a="http://schemas.openxmlformats.org/drawingml/2006/main">
            <a:off x="7943850" y="2943225"/>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52627B"/>
                </a:solidFill>
                <a:latin typeface="DejaVu Sans Mono"/>
                <a:ea typeface="DejaVu Sans Mono"/>
                <a:cs typeface="DejaVu Sans Mono"/>
              </a:defRPr>
            </a:defPPr>
            <a:lvl1pPr algn="l">
              <a:defRPr sz="1650" b="0">
                <a:solidFill>
                  <a:srgbClr val="52627B"/>
                </a:solidFill>
                <a:latin typeface="DejaVu Sans Mono"/>
                <a:ea typeface="DejaVu Sans Mono"/>
                <a:cs typeface="DejaVu Sans Mono"/>
              </a:defRPr>
            </a:lvl1pPr>
            <a:lvl2pPr algn="l">
              <a:defRPr sz="1650" b="0">
                <a:solidFill>
                  <a:srgbClr val="52627B"/>
                </a:solidFill>
                <a:latin typeface="DejaVu Sans Mono"/>
                <a:ea typeface="DejaVu Sans Mono"/>
                <a:cs typeface="DejaVu Sans Mono"/>
              </a:defRPr>
            </a:lvl2pPr>
            <a:lvl3pPr algn="l">
              <a:defRPr sz="1650" b="0">
                <a:solidFill>
                  <a:srgbClr val="52627B"/>
                </a:solidFill>
                <a:latin typeface="DejaVu Sans Mono"/>
                <a:ea typeface="DejaVu Sans Mono"/>
                <a:cs typeface="DejaVu Sans Mono"/>
              </a:defRPr>
            </a:lvl3pPr>
            <a:lvl4pPr algn="l">
              <a:defRPr sz="1650" b="0">
                <a:solidFill>
                  <a:srgbClr val="52627B"/>
                </a:solidFill>
                <a:latin typeface="DejaVu Sans Mono"/>
                <a:ea typeface="DejaVu Sans Mono"/>
                <a:cs typeface="DejaVu Sans Mono"/>
              </a:defRPr>
            </a:lvl4pPr>
            <a:lvl5pPr algn="l">
              <a:defRPr sz="1650" b="0">
                <a:solidFill>
                  <a:srgbClr val="52627B"/>
                </a:solidFill>
                <a:latin typeface="DejaVu Sans Mono"/>
                <a:ea typeface="DejaVu Sans Mono"/>
                <a:cs typeface="DejaVu Sans Mono"/>
              </a:defRPr>
            </a:lvl5pPr>
            <a:lvl6pPr algn="l">
              <a:defRPr sz="1650" b="0">
                <a:solidFill>
                  <a:srgbClr val="52627B"/>
                </a:solidFill>
                <a:latin typeface="DejaVu Sans Mono"/>
                <a:ea typeface="DejaVu Sans Mono"/>
                <a:cs typeface="DejaVu Sans Mono"/>
              </a:defRPr>
            </a:lvl6pPr>
            <a:lvl7pPr algn="l">
              <a:defRPr sz="1650" b="0">
                <a:solidFill>
                  <a:srgbClr val="52627B"/>
                </a:solidFill>
                <a:latin typeface="DejaVu Sans Mono"/>
                <a:ea typeface="DejaVu Sans Mono"/>
                <a:cs typeface="DejaVu Sans Mono"/>
              </a:defRPr>
            </a:lvl7pPr>
            <a:lvl8pPr algn="l">
              <a:defRPr sz="1650" b="0">
                <a:solidFill>
                  <a:srgbClr val="52627B"/>
                </a:solidFill>
                <a:latin typeface="DejaVu Sans Mono"/>
                <a:ea typeface="DejaVu Sans Mono"/>
                <a:cs typeface="DejaVu Sans Mono"/>
              </a:defRPr>
            </a:lvl8pPr>
            <a:lvl9pPr algn="l">
              <a:defRPr sz="1650" b="0">
                <a:solidFill>
                  <a:srgbClr val="52627B"/>
                </a:solidFill>
                <a:latin typeface="DejaVu Sans Mono"/>
                <a:ea typeface="DejaVu Sans Mono"/>
                <a:cs typeface="DejaVu Sans Mono"/>
              </a:defRPr>
            </a:lvl9pPr>
          </a:lstStyle>
          <a:p xmlns:a="http://schemas.openxmlformats.org/drawingml/2006/main">
            <a:pPr algn="l">
              <a:defRPr sz="1650" b="0">
                <a:solidFill>
                  <a:srgbClr val="52627B"/>
                </a:solidFill>
                <a:latin typeface="DejaVu Sans Mono"/>
                <a:ea typeface="DejaVu Sans Mono"/>
                <a:cs typeface="DejaVu Sans Mono"/>
              </a:defRPr>
            </a:pPr>
            <a:r>
              <a:rPr sz="1650" b="0">
                <a:solidFill>
                  <a:srgbClr val="52627B"/>
                </a:solidFill>
                <a:latin typeface="DejaVu Sans Mono"/>
                <a:ea typeface="DejaVu Sans Mono"/>
                <a:cs typeface="DejaVu Sans Mono"/>
              </a:rPr>
              <a:t>dsl/nrf_sequence_test.dsl</a:t>
            </a:r>
          </a:p>
        </p:txBody>
      </p:sp>
      <p:sp>
        <p:nvSpPr>
          <p:cNvPr id="11" name="step2_e70">
            <a:extLst xmlns:a="http://schemas.openxmlformats.org/drawingml/2006/main">
              <a:ext uri="{FF2B5EF4-FFF2-40B4-BE49-F238E27FC236}">
                <a16:creationId xmlns:a16="http://schemas.microsoft.com/office/drawing/2014/main" id="{F11AF161-7A65-477B-AAB8-3EADD998ABDC}"/>
              </a:ext>
            </a:extLst>
          </p:cNvPr>
          <p:cNvSpPr>
            <a:spLocks xmlns:a="http://schemas.openxmlformats.org/drawingml/2006/main" noGrp="1"/>
          </p:cNvSpPr>
          <p:nvPr/>
        </p:nvSpPr>
        <p:spPr>
          <a:xfrm xmlns:a="http://schemas.openxmlformats.org/drawingml/2006/main">
            <a:off x="7943850" y="3476625"/>
            <a:ext cx="59817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82536"/>
                </a:solidFill>
                <a:latin typeface="DejaVu Sans Mono"/>
                <a:ea typeface="DejaVu Sans Mono"/>
                <a:cs typeface="DejaVu Sans Mono"/>
              </a:defRPr>
            </a:defPPr>
            <a:lvl1pPr algn="l">
              <a:defRPr sz="1950" b="0">
                <a:solidFill>
                  <a:srgbClr val="182536"/>
                </a:solidFill>
                <a:latin typeface="DejaVu Sans Mono"/>
                <a:ea typeface="DejaVu Sans Mono"/>
                <a:cs typeface="DejaVu Sans Mono"/>
              </a:defRPr>
            </a:lvl1pPr>
            <a:lvl2pPr algn="l">
              <a:defRPr sz="1950" b="0">
                <a:solidFill>
                  <a:srgbClr val="182536"/>
                </a:solidFill>
                <a:latin typeface="DejaVu Sans Mono"/>
                <a:ea typeface="DejaVu Sans Mono"/>
                <a:cs typeface="DejaVu Sans Mono"/>
              </a:defRPr>
            </a:lvl2pPr>
            <a:lvl3pPr algn="l">
              <a:defRPr sz="1950" b="0">
                <a:solidFill>
                  <a:srgbClr val="182536"/>
                </a:solidFill>
                <a:latin typeface="DejaVu Sans Mono"/>
                <a:ea typeface="DejaVu Sans Mono"/>
                <a:cs typeface="DejaVu Sans Mono"/>
              </a:defRPr>
            </a:lvl3pPr>
            <a:lvl4pPr algn="l">
              <a:defRPr sz="1950" b="0">
                <a:solidFill>
                  <a:srgbClr val="182536"/>
                </a:solidFill>
                <a:latin typeface="DejaVu Sans Mono"/>
                <a:ea typeface="DejaVu Sans Mono"/>
                <a:cs typeface="DejaVu Sans Mono"/>
              </a:defRPr>
            </a:lvl4pPr>
            <a:lvl5pPr algn="l">
              <a:defRPr sz="1950" b="0">
                <a:solidFill>
                  <a:srgbClr val="182536"/>
                </a:solidFill>
                <a:latin typeface="DejaVu Sans Mono"/>
                <a:ea typeface="DejaVu Sans Mono"/>
                <a:cs typeface="DejaVu Sans Mono"/>
              </a:defRPr>
            </a:lvl5pPr>
            <a:lvl6pPr algn="l">
              <a:defRPr sz="1950" b="0">
                <a:solidFill>
                  <a:srgbClr val="182536"/>
                </a:solidFill>
                <a:latin typeface="DejaVu Sans Mono"/>
                <a:ea typeface="DejaVu Sans Mono"/>
                <a:cs typeface="DejaVu Sans Mono"/>
              </a:defRPr>
            </a:lvl6pPr>
            <a:lvl7pPr algn="l">
              <a:defRPr sz="1950" b="0">
                <a:solidFill>
                  <a:srgbClr val="182536"/>
                </a:solidFill>
                <a:latin typeface="DejaVu Sans Mono"/>
                <a:ea typeface="DejaVu Sans Mono"/>
                <a:cs typeface="DejaVu Sans Mono"/>
              </a:defRPr>
            </a:lvl7pPr>
            <a:lvl8pPr algn="l">
              <a:defRPr sz="1950" b="0">
                <a:solidFill>
                  <a:srgbClr val="182536"/>
                </a:solidFill>
                <a:latin typeface="DejaVu Sans Mono"/>
                <a:ea typeface="DejaVu Sans Mono"/>
                <a:cs typeface="DejaVu Sans Mono"/>
              </a:defRPr>
            </a:lvl8pPr>
            <a:lvl9pPr algn="l">
              <a:defRPr sz="1950" b="0">
                <a:solidFill>
                  <a:srgbClr val="182536"/>
                </a:solidFill>
                <a:latin typeface="DejaVu Sans Mono"/>
                <a:ea typeface="DejaVu Sans Mono"/>
                <a:cs typeface="DejaVu Sans Mono"/>
              </a:defRPr>
            </a:lvl9pPr>
          </a:lstStyle>
          <a:p xmlns:a="http://schemas.openxmlformats.org/drawingml/2006/main">
            <a:pPr algn="l">
              <a:defRPr sz="1950" b="0">
                <a:solidFill>
                  <a:srgbClr val="182536"/>
                </a:solidFill>
                <a:latin typeface="DejaVu Sans Mono"/>
                <a:ea typeface="DejaVu Sans Mono"/>
                <a:cs typeface="DejaVu Sans Mono"/>
              </a:defRPr>
            </a:pPr>
            <a:r>
              <a:rPr sz="1950" b="0">
                <a:solidFill>
                  <a:srgbClr val="182536"/>
                </a:solidFill>
                <a:latin typeface="DejaVu Sans Mono"/>
                <a:ea typeface="DejaVu Sans Mono"/>
                <a:cs typeface="DejaVu Sans Mono"/>
              </a:rPr>
              <a:t>SEQUENCE {</a:t>
            </a:r>
          </a:p>
          <a:p xmlns:a="http://schemas.openxmlformats.org/drawingml/2006/main">
            <a:pPr algn="l">
              <a:defRPr sz="1950" b="0">
                <a:solidFill>
                  <a:srgbClr val="182536"/>
                </a:solidFill>
                <a:latin typeface="DejaVu Sans Mono"/>
                <a:ea typeface="DejaVu Sans Mono"/>
                <a:cs typeface="DejaVu Sans Mono"/>
              </a:defRPr>
            </a:pPr>
            <a:r>
              <a:rPr sz="1950" b="0">
                <a:solidFill>
                  <a:srgbClr val="182536"/>
                </a:solidFill>
                <a:latin typeface="DejaVu Sans Mono"/>
                <a:ea typeface="DejaVu Sans Mono"/>
                <a:cs typeface="DejaVu Sans Mono"/>
              </a:rPr>
              <a:t>  nrf.discovery.request AS request</a:t>
            </a:r>
          </a:p>
          <a:p xmlns:a="http://schemas.openxmlformats.org/drawingml/2006/main">
            <a:pPr algn="l">
              <a:defRPr sz="1950" b="0">
                <a:solidFill>
                  <a:srgbClr val="182536"/>
                </a:solidFill>
                <a:latin typeface="DejaVu Sans Mono"/>
                <a:ea typeface="DejaVu Sans Mono"/>
                <a:cs typeface="DejaVu Sans Mono"/>
              </a:defRPr>
            </a:pPr>
            <a:r>
              <a:rPr sz="1950" b="0">
                <a:solidFill>
                  <a:srgbClr val="182536"/>
                </a:solidFill>
                <a:latin typeface="DejaVu Sans Mono"/>
                <a:ea typeface="DejaVu Sans Mono"/>
                <a:cs typeface="DejaVu Sans Mono"/>
              </a:rPr>
              <a:t>  nrf.discovery.response AS response</a:t>
            </a:r>
          </a:p>
          <a:p xmlns:a="http://schemas.openxmlformats.org/drawingml/2006/main">
            <a:pPr algn="l">
              <a:defRPr sz="1950" b="0">
                <a:solidFill>
                  <a:srgbClr val="182536"/>
                </a:solidFill>
                <a:latin typeface="DejaVu Sans Mono"/>
                <a:ea typeface="DejaVu Sans Mono"/>
                <a:cs typeface="DejaVu Sans Mono"/>
              </a:defRPr>
            </a:pPr>
            <a:r>
              <a:rPr sz="1950" b="0">
                <a:solidFill>
                  <a:srgbClr val="182536"/>
                </a:solidFill>
                <a:latin typeface="DejaVu Sans Mono"/>
                <a:ea typeface="DejaVu Sans Mono"/>
                <a:cs typeface="DejaVu Sans Mono"/>
              </a:rPr>
              <a:t>}</a:t>
            </a:r>
          </a:p>
        </p:txBody>
      </p:sp>
      <p:sp>
        <p:nvSpPr>
          <p:cNvPr id="12" name="step2_e71">
            <a:extLst xmlns:a="http://schemas.openxmlformats.org/drawingml/2006/main">
              <a:ext uri="{FF2B5EF4-FFF2-40B4-BE49-F238E27FC236}">
                <a16:creationId xmlns:a16="http://schemas.microsoft.com/office/drawing/2014/main" id="{2E088801-B0D8-4C98-91B2-2A6FD8B6697D}"/>
              </a:ext>
            </a:extLst>
          </p:cNvPr>
          <p:cNvSpPr>
            <a:spLocks xmlns:a="http://schemas.openxmlformats.org/drawingml/2006/main" noGrp="1"/>
          </p:cNvSpPr>
          <p:nvPr/>
        </p:nvSpPr>
        <p:spPr>
          <a:xfrm xmlns:a="http://schemas.openxmlformats.org/drawingml/2006/main">
            <a:off x="7943850" y="4857750"/>
            <a:ext cx="5981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4264D0"/>
                </a:solidFill>
                <a:latin typeface="DejaVu Sans Mono"/>
                <a:ea typeface="DejaVu Sans Mono"/>
                <a:cs typeface="DejaVu Sans Mono"/>
              </a:defRPr>
            </a:defPPr>
            <a:lvl1pPr algn="l">
              <a:defRPr sz="2100" b="1">
                <a:solidFill>
                  <a:srgbClr val="4264D0"/>
                </a:solidFill>
                <a:latin typeface="DejaVu Sans Mono"/>
                <a:ea typeface="DejaVu Sans Mono"/>
                <a:cs typeface="DejaVu Sans Mono"/>
              </a:defRPr>
            </a:lvl1pPr>
            <a:lvl2pPr algn="l">
              <a:defRPr sz="2100" b="1">
                <a:solidFill>
                  <a:srgbClr val="4264D0"/>
                </a:solidFill>
                <a:latin typeface="DejaVu Sans Mono"/>
                <a:ea typeface="DejaVu Sans Mono"/>
                <a:cs typeface="DejaVu Sans Mono"/>
              </a:defRPr>
            </a:lvl2pPr>
            <a:lvl3pPr algn="l">
              <a:defRPr sz="2100" b="1">
                <a:solidFill>
                  <a:srgbClr val="4264D0"/>
                </a:solidFill>
                <a:latin typeface="DejaVu Sans Mono"/>
                <a:ea typeface="DejaVu Sans Mono"/>
                <a:cs typeface="DejaVu Sans Mono"/>
              </a:defRPr>
            </a:lvl3pPr>
            <a:lvl4pPr algn="l">
              <a:defRPr sz="2100" b="1">
                <a:solidFill>
                  <a:srgbClr val="4264D0"/>
                </a:solidFill>
                <a:latin typeface="DejaVu Sans Mono"/>
                <a:ea typeface="DejaVu Sans Mono"/>
                <a:cs typeface="DejaVu Sans Mono"/>
              </a:defRPr>
            </a:lvl4pPr>
            <a:lvl5pPr algn="l">
              <a:defRPr sz="2100" b="1">
                <a:solidFill>
                  <a:srgbClr val="4264D0"/>
                </a:solidFill>
                <a:latin typeface="DejaVu Sans Mono"/>
                <a:ea typeface="DejaVu Sans Mono"/>
                <a:cs typeface="DejaVu Sans Mono"/>
              </a:defRPr>
            </a:lvl5pPr>
            <a:lvl6pPr algn="l">
              <a:defRPr sz="2100" b="1">
                <a:solidFill>
                  <a:srgbClr val="4264D0"/>
                </a:solidFill>
                <a:latin typeface="DejaVu Sans Mono"/>
                <a:ea typeface="DejaVu Sans Mono"/>
                <a:cs typeface="DejaVu Sans Mono"/>
              </a:defRPr>
            </a:lvl6pPr>
            <a:lvl7pPr algn="l">
              <a:defRPr sz="2100" b="1">
                <a:solidFill>
                  <a:srgbClr val="4264D0"/>
                </a:solidFill>
                <a:latin typeface="DejaVu Sans Mono"/>
                <a:ea typeface="DejaVu Sans Mono"/>
                <a:cs typeface="DejaVu Sans Mono"/>
              </a:defRPr>
            </a:lvl7pPr>
            <a:lvl8pPr algn="l">
              <a:defRPr sz="2100" b="1">
                <a:solidFill>
                  <a:srgbClr val="4264D0"/>
                </a:solidFill>
                <a:latin typeface="DejaVu Sans Mono"/>
                <a:ea typeface="DejaVu Sans Mono"/>
                <a:cs typeface="DejaVu Sans Mono"/>
              </a:defRPr>
            </a:lvl8pPr>
            <a:lvl9pPr algn="l">
              <a:defRPr sz="2100" b="1">
                <a:solidFill>
                  <a:srgbClr val="4264D0"/>
                </a:solidFill>
                <a:latin typeface="DejaVu Sans Mono"/>
                <a:ea typeface="DejaVu Sans Mono"/>
                <a:cs typeface="DejaVu Sans Mono"/>
              </a:defRPr>
            </a:lvl9pPr>
          </a:lstStyle>
          <a:p xmlns:a="http://schemas.openxmlformats.org/drawingml/2006/main">
            <a:pPr algn="l">
              <a:defRPr sz="2100" b="1">
                <a:solidFill>
                  <a:srgbClr val="4264D0"/>
                </a:solidFill>
                <a:latin typeface="DejaVu Sans Mono"/>
                <a:ea typeface="DejaVu Sans Mono"/>
                <a:cs typeface="DejaVu Sans Mono"/>
              </a:defRPr>
            </a:pPr>
            <a:r>
              <a:rPr sz="2100" b="1">
                <a:solidFill>
                  <a:srgbClr val="4264D0"/>
                </a:solidFill>
                <a:latin typeface="DejaVu Sans Mono"/>
                <a:ea typeface="DejaVu Sans Mono"/>
                <a:cs typeface="DejaVu Sans Mono"/>
              </a:rPr>
              <a:t>REQUIRE response.status == 403</a:t>
            </a:r>
          </a:p>
        </p:txBody>
      </p:sp>
      <p:sp>
        <p:nvSpPr>
          <p:cNvPr id="13" name="step3_e72">
            <a:extLst xmlns:a="http://schemas.openxmlformats.org/drawingml/2006/main">
              <a:ext uri="{FF2B5EF4-FFF2-40B4-BE49-F238E27FC236}">
                <a16:creationId xmlns:a16="http://schemas.microsoft.com/office/drawing/2014/main" id="{2C7567A8-3D18-4D93-B0A4-266F66069191}"/>
              </a:ext>
            </a:extLst>
          </p:cNvPr>
          <p:cNvSpPr>
            <a:spLocks xmlns:a="http://schemas.openxmlformats.org/drawingml/2006/main" noGrp="1"/>
          </p:cNvSpPr>
          <p:nvPr/>
        </p:nvSpPr>
        <p:spPr>
          <a:xfrm xmlns:a="http://schemas.openxmlformats.org/drawingml/2006/main">
            <a:off x="1066800" y="56578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Nimbus Sans"/>
                <a:ea typeface="Nimbus Sans"/>
                <a:cs typeface="Nimbus Sans"/>
              </a:defRPr>
            </a:defPPr>
            <a:lvl1pPr algn="l">
              <a:defRPr sz="1725" b="1">
                <a:solidFill>
                  <a:srgbClr val="4264D0"/>
                </a:solidFill>
                <a:latin typeface="Nimbus Sans"/>
                <a:ea typeface="Nimbus Sans"/>
                <a:cs typeface="Nimbus Sans"/>
              </a:defRPr>
            </a:lvl1pPr>
            <a:lvl2pPr algn="l">
              <a:defRPr sz="1725" b="1">
                <a:solidFill>
                  <a:srgbClr val="4264D0"/>
                </a:solidFill>
                <a:latin typeface="Nimbus Sans"/>
                <a:ea typeface="Nimbus Sans"/>
                <a:cs typeface="Nimbus Sans"/>
              </a:defRPr>
            </a:lvl2pPr>
            <a:lvl3pPr algn="l">
              <a:defRPr sz="1725" b="1">
                <a:solidFill>
                  <a:srgbClr val="4264D0"/>
                </a:solidFill>
                <a:latin typeface="Nimbus Sans"/>
                <a:ea typeface="Nimbus Sans"/>
                <a:cs typeface="Nimbus Sans"/>
              </a:defRPr>
            </a:lvl3pPr>
            <a:lvl4pPr algn="l">
              <a:defRPr sz="1725" b="1">
                <a:solidFill>
                  <a:srgbClr val="4264D0"/>
                </a:solidFill>
                <a:latin typeface="Nimbus Sans"/>
                <a:ea typeface="Nimbus Sans"/>
                <a:cs typeface="Nimbus Sans"/>
              </a:defRPr>
            </a:lvl4pPr>
            <a:lvl5pPr algn="l">
              <a:defRPr sz="1725" b="1">
                <a:solidFill>
                  <a:srgbClr val="4264D0"/>
                </a:solidFill>
                <a:latin typeface="Nimbus Sans"/>
                <a:ea typeface="Nimbus Sans"/>
                <a:cs typeface="Nimbus Sans"/>
              </a:defRPr>
            </a:lvl5pPr>
            <a:lvl6pPr algn="l">
              <a:defRPr sz="1725" b="1">
                <a:solidFill>
                  <a:srgbClr val="4264D0"/>
                </a:solidFill>
                <a:latin typeface="Nimbus Sans"/>
                <a:ea typeface="Nimbus Sans"/>
                <a:cs typeface="Nimbus Sans"/>
              </a:defRPr>
            </a:lvl6pPr>
            <a:lvl7pPr algn="l">
              <a:defRPr sz="1725" b="1">
                <a:solidFill>
                  <a:srgbClr val="4264D0"/>
                </a:solidFill>
                <a:latin typeface="Nimbus Sans"/>
                <a:ea typeface="Nimbus Sans"/>
                <a:cs typeface="Nimbus Sans"/>
              </a:defRPr>
            </a:lvl7pPr>
            <a:lvl8pPr algn="l">
              <a:defRPr sz="1725" b="1">
                <a:solidFill>
                  <a:srgbClr val="4264D0"/>
                </a:solidFill>
                <a:latin typeface="Nimbus Sans"/>
                <a:ea typeface="Nimbus Sans"/>
                <a:cs typeface="Nimbus Sans"/>
              </a:defRPr>
            </a:lvl8pPr>
            <a:lvl9pPr algn="l">
              <a:defRPr sz="1725" b="1">
                <a:solidFill>
                  <a:srgbClr val="4264D0"/>
                </a:solidFill>
                <a:latin typeface="Nimbus Sans"/>
                <a:ea typeface="Nimbus Sans"/>
                <a:cs typeface="Nimbus Sans"/>
              </a:defRPr>
            </a:lvl9pPr>
          </a:lstStyle>
          <a:p xmlns:a="http://schemas.openxmlformats.org/drawingml/2006/main">
            <a:pPr algn="l">
              <a:defRPr sz="1725" b="1">
                <a:solidFill>
                  <a:srgbClr val="4264D0"/>
                </a:solidFill>
                <a:latin typeface="Nimbus Sans"/>
                <a:ea typeface="Nimbus Sans"/>
                <a:cs typeface="Nimbus Sans"/>
              </a:defRPr>
            </a:pPr>
            <a:r>
              <a:rPr sz="1725" b="1">
                <a:solidFill>
                  <a:srgbClr val="4264D0"/>
                </a:solidFill>
                <a:latin typeface="Nimbus Sans"/>
                <a:ea typeface="Nimbus Sans"/>
                <a:cs typeface="Nimbus Sans"/>
              </a:rPr>
              <a:t>2  SISTEMA DI VERIFICA</a:t>
            </a:r>
          </a:p>
        </p:txBody>
      </p:sp>
      <p:sp>
        <p:nvSpPr>
          <p:cNvPr id="14" name="step3_e73">
            <a:extLst xmlns:a="http://schemas.openxmlformats.org/drawingml/2006/main">
              <a:ext uri="{FF2B5EF4-FFF2-40B4-BE49-F238E27FC236}">
                <a16:creationId xmlns:a16="http://schemas.microsoft.com/office/drawing/2014/main" id="{2F2F7984-D302-4E4D-98C2-0AEDE66621EB}"/>
              </a:ext>
            </a:extLst>
          </p:cNvPr>
          <p:cNvSpPr>
            <a:spLocks xmlns:a="http://schemas.openxmlformats.org/drawingml/2006/main" noGrp="1"/>
          </p:cNvSpPr>
          <p:nvPr/>
        </p:nvSpPr>
        <p:spPr>
          <a:xfrm xmlns:a="http://schemas.openxmlformats.org/drawingml/2006/main">
            <a:off x="1066800" y="6276975"/>
            <a:ext cx="2209800" cy="904875"/>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7145">
            <a:solidFill>
              <a:srgbClr val="D9E3EF"/>
            </a:solidFill>
            <a:prstDash val="solid"/>
          </a:ln>
        </p:spPr>
      </p:sp>
      <p:sp>
        <p:nvSpPr>
          <p:cNvPr id="15" name="step3_e74">
            <a:extLst xmlns:a="http://schemas.openxmlformats.org/drawingml/2006/main">
              <a:ext uri="{FF2B5EF4-FFF2-40B4-BE49-F238E27FC236}">
                <a16:creationId xmlns:a16="http://schemas.microsoft.com/office/drawing/2014/main" id="{3727FEAA-E864-4BB6-BA12-9F8910F66905}"/>
              </a:ext>
            </a:extLst>
          </p:cNvPr>
          <p:cNvSpPr>
            <a:spLocks xmlns:a="http://schemas.openxmlformats.org/drawingml/2006/main" noGrp="1"/>
          </p:cNvSpPr>
          <p:nvPr/>
        </p:nvSpPr>
        <p:spPr>
          <a:xfrm xmlns:a="http://schemas.openxmlformats.org/drawingml/2006/main">
            <a:off x="1200150" y="6438900"/>
            <a:ext cx="1943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182536"/>
                </a:solidFill>
                <a:latin typeface="Nimbus Sans"/>
                <a:ea typeface="Nimbus Sans"/>
                <a:cs typeface="Nimbus Sans"/>
              </a:defRPr>
            </a:defPPr>
            <a:lvl1pPr algn="ctr">
              <a:defRPr sz="2250" b="1">
                <a:solidFill>
                  <a:srgbClr val="182536"/>
                </a:solidFill>
                <a:latin typeface="Nimbus Sans"/>
                <a:ea typeface="Nimbus Sans"/>
                <a:cs typeface="Nimbus Sans"/>
              </a:defRPr>
            </a:lvl1pPr>
            <a:lvl2pPr algn="ctr">
              <a:defRPr sz="2250" b="1">
                <a:solidFill>
                  <a:srgbClr val="182536"/>
                </a:solidFill>
                <a:latin typeface="Nimbus Sans"/>
                <a:ea typeface="Nimbus Sans"/>
                <a:cs typeface="Nimbus Sans"/>
              </a:defRPr>
            </a:lvl2pPr>
            <a:lvl3pPr algn="ctr">
              <a:defRPr sz="2250" b="1">
                <a:solidFill>
                  <a:srgbClr val="182536"/>
                </a:solidFill>
                <a:latin typeface="Nimbus Sans"/>
                <a:ea typeface="Nimbus Sans"/>
                <a:cs typeface="Nimbus Sans"/>
              </a:defRPr>
            </a:lvl3pPr>
            <a:lvl4pPr algn="ctr">
              <a:defRPr sz="2250" b="1">
                <a:solidFill>
                  <a:srgbClr val="182536"/>
                </a:solidFill>
                <a:latin typeface="Nimbus Sans"/>
                <a:ea typeface="Nimbus Sans"/>
                <a:cs typeface="Nimbus Sans"/>
              </a:defRPr>
            </a:lvl4pPr>
            <a:lvl5pPr algn="ctr">
              <a:defRPr sz="2250" b="1">
                <a:solidFill>
                  <a:srgbClr val="182536"/>
                </a:solidFill>
                <a:latin typeface="Nimbus Sans"/>
                <a:ea typeface="Nimbus Sans"/>
                <a:cs typeface="Nimbus Sans"/>
              </a:defRPr>
            </a:lvl5pPr>
            <a:lvl6pPr algn="ctr">
              <a:defRPr sz="2250" b="1">
                <a:solidFill>
                  <a:srgbClr val="182536"/>
                </a:solidFill>
                <a:latin typeface="Nimbus Sans"/>
                <a:ea typeface="Nimbus Sans"/>
                <a:cs typeface="Nimbus Sans"/>
              </a:defRPr>
            </a:lvl6pPr>
            <a:lvl7pPr algn="ctr">
              <a:defRPr sz="2250" b="1">
                <a:solidFill>
                  <a:srgbClr val="182536"/>
                </a:solidFill>
                <a:latin typeface="Nimbus Sans"/>
                <a:ea typeface="Nimbus Sans"/>
                <a:cs typeface="Nimbus Sans"/>
              </a:defRPr>
            </a:lvl7pPr>
            <a:lvl8pPr algn="ctr">
              <a:defRPr sz="2250" b="1">
                <a:solidFill>
                  <a:srgbClr val="182536"/>
                </a:solidFill>
                <a:latin typeface="Nimbus Sans"/>
                <a:ea typeface="Nimbus Sans"/>
                <a:cs typeface="Nimbus Sans"/>
              </a:defRPr>
            </a:lvl8pPr>
            <a:lvl9pPr algn="ctr">
              <a:defRPr sz="2250" b="1">
                <a:solidFill>
                  <a:srgbClr val="182536"/>
                </a:solidFill>
                <a:latin typeface="Nimbus Sans"/>
                <a:ea typeface="Nimbus Sans"/>
                <a:cs typeface="Nimbus Sans"/>
              </a:defRPr>
            </a:lvl9pPr>
          </a:lstStyle>
          <a:p xmlns:a="http://schemas.openxmlformats.org/drawingml/2006/main">
            <a:pPr algn="ctr">
              <a:defRPr sz="2250" b="1">
                <a:solidFill>
                  <a:srgbClr val="182536"/>
                </a:solidFill>
                <a:latin typeface="Nimbus Sans"/>
                <a:ea typeface="Nimbus Sans"/>
                <a:cs typeface="Nimbus Sans"/>
              </a:defRPr>
            </a:pPr>
            <a:r>
              <a:rPr sz="2250" b="1">
                <a:solidFill>
                  <a:srgbClr val="182536"/>
                </a:solidFill>
                <a:latin typeface="Nimbus Sans"/>
                <a:ea typeface="Nimbus Sans"/>
                <a:cs typeface="Nimbus Sans"/>
              </a:rPr>
              <a:t>PCAP</a:t>
            </a:r>
          </a:p>
        </p:txBody>
      </p:sp>
      <p:sp>
        <p:nvSpPr>
          <p:cNvPr id="16" name="step3_e75">
            <a:extLst xmlns:a="http://schemas.openxmlformats.org/drawingml/2006/main">
              <a:ext uri="{FF2B5EF4-FFF2-40B4-BE49-F238E27FC236}">
                <a16:creationId xmlns:a16="http://schemas.microsoft.com/office/drawing/2014/main" id="{7F12FE11-0200-4497-8D94-E660C798F046}"/>
              </a:ext>
            </a:extLst>
          </p:cNvPr>
          <p:cNvSpPr>
            <a:spLocks xmlns:a="http://schemas.openxmlformats.org/drawingml/2006/main" noGrp="1"/>
          </p:cNvSpPr>
          <p:nvPr/>
        </p:nvSpPr>
        <p:spPr>
          <a:xfrm xmlns:a="http://schemas.openxmlformats.org/drawingml/2006/main" flipH="0">
            <a:off x="3390900" y="6629400"/>
            <a:ext cx="285750" cy="16192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17" name="step3_e76">
            <a:extLst xmlns:a="http://schemas.openxmlformats.org/drawingml/2006/main">
              <a:ext uri="{FF2B5EF4-FFF2-40B4-BE49-F238E27FC236}">
                <a16:creationId xmlns:a16="http://schemas.microsoft.com/office/drawing/2014/main" id="{E722AB03-9E08-4AE2-99B6-424A6406DC3B}"/>
              </a:ext>
            </a:extLst>
          </p:cNvPr>
          <p:cNvSpPr>
            <a:spLocks xmlns:a="http://schemas.openxmlformats.org/drawingml/2006/main" noGrp="1"/>
          </p:cNvSpPr>
          <p:nvPr/>
        </p:nvSpPr>
        <p:spPr>
          <a:xfrm xmlns:a="http://schemas.openxmlformats.org/drawingml/2006/main">
            <a:off x="3790950" y="6276975"/>
            <a:ext cx="2209800" cy="904875"/>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7145">
            <a:solidFill>
              <a:srgbClr val="D9E3EF"/>
            </a:solidFill>
            <a:prstDash val="solid"/>
          </a:ln>
        </p:spPr>
      </p:sp>
      <p:sp>
        <p:nvSpPr>
          <p:cNvPr id="18" name="step3_e77">
            <a:extLst xmlns:a="http://schemas.openxmlformats.org/drawingml/2006/main">
              <a:ext uri="{FF2B5EF4-FFF2-40B4-BE49-F238E27FC236}">
                <a16:creationId xmlns:a16="http://schemas.microsoft.com/office/drawing/2014/main" id="{0B7285A8-DD89-4836-B82C-EF6F0C52C105}"/>
              </a:ext>
            </a:extLst>
          </p:cNvPr>
          <p:cNvSpPr>
            <a:spLocks xmlns:a="http://schemas.openxmlformats.org/drawingml/2006/main" noGrp="1"/>
          </p:cNvSpPr>
          <p:nvPr/>
        </p:nvSpPr>
        <p:spPr>
          <a:xfrm xmlns:a="http://schemas.openxmlformats.org/drawingml/2006/main">
            <a:off x="3924300" y="6438900"/>
            <a:ext cx="1943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1">
                <a:solidFill>
                  <a:srgbClr val="182536"/>
                </a:solidFill>
                <a:latin typeface="Nimbus Sans"/>
                <a:ea typeface="Nimbus Sans"/>
                <a:cs typeface="Nimbus Sans"/>
              </a:defRPr>
            </a:defPPr>
            <a:lvl1pPr algn="ctr">
              <a:defRPr sz="1950" b="1">
                <a:solidFill>
                  <a:srgbClr val="182536"/>
                </a:solidFill>
                <a:latin typeface="Nimbus Sans"/>
                <a:ea typeface="Nimbus Sans"/>
                <a:cs typeface="Nimbus Sans"/>
              </a:defRPr>
            </a:lvl1pPr>
            <a:lvl2pPr algn="ctr">
              <a:defRPr sz="1950" b="1">
                <a:solidFill>
                  <a:srgbClr val="182536"/>
                </a:solidFill>
                <a:latin typeface="Nimbus Sans"/>
                <a:ea typeface="Nimbus Sans"/>
                <a:cs typeface="Nimbus Sans"/>
              </a:defRPr>
            </a:lvl2pPr>
            <a:lvl3pPr algn="ctr">
              <a:defRPr sz="1950" b="1">
                <a:solidFill>
                  <a:srgbClr val="182536"/>
                </a:solidFill>
                <a:latin typeface="Nimbus Sans"/>
                <a:ea typeface="Nimbus Sans"/>
                <a:cs typeface="Nimbus Sans"/>
              </a:defRPr>
            </a:lvl3pPr>
            <a:lvl4pPr algn="ctr">
              <a:defRPr sz="1950" b="1">
                <a:solidFill>
                  <a:srgbClr val="182536"/>
                </a:solidFill>
                <a:latin typeface="Nimbus Sans"/>
                <a:ea typeface="Nimbus Sans"/>
                <a:cs typeface="Nimbus Sans"/>
              </a:defRPr>
            </a:lvl4pPr>
            <a:lvl5pPr algn="ctr">
              <a:defRPr sz="1950" b="1">
                <a:solidFill>
                  <a:srgbClr val="182536"/>
                </a:solidFill>
                <a:latin typeface="Nimbus Sans"/>
                <a:ea typeface="Nimbus Sans"/>
                <a:cs typeface="Nimbus Sans"/>
              </a:defRPr>
            </a:lvl5pPr>
            <a:lvl6pPr algn="ctr">
              <a:defRPr sz="1950" b="1">
                <a:solidFill>
                  <a:srgbClr val="182536"/>
                </a:solidFill>
                <a:latin typeface="Nimbus Sans"/>
                <a:ea typeface="Nimbus Sans"/>
                <a:cs typeface="Nimbus Sans"/>
              </a:defRPr>
            </a:lvl6pPr>
            <a:lvl7pPr algn="ctr">
              <a:defRPr sz="1950" b="1">
                <a:solidFill>
                  <a:srgbClr val="182536"/>
                </a:solidFill>
                <a:latin typeface="Nimbus Sans"/>
                <a:ea typeface="Nimbus Sans"/>
                <a:cs typeface="Nimbus Sans"/>
              </a:defRPr>
            </a:lvl7pPr>
            <a:lvl8pPr algn="ctr">
              <a:defRPr sz="1950" b="1">
                <a:solidFill>
                  <a:srgbClr val="182536"/>
                </a:solidFill>
                <a:latin typeface="Nimbus Sans"/>
                <a:ea typeface="Nimbus Sans"/>
                <a:cs typeface="Nimbus Sans"/>
              </a:defRPr>
            </a:lvl8pPr>
            <a:lvl9pPr algn="ctr">
              <a:defRPr sz="1950" b="1">
                <a:solidFill>
                  <a:srgbClr val="182536"/>
                </a:solidFill>
                <a:latin typeface="Nimbus Sans"/>
                <a:ea typeface="Nimbus Sans"/>
                <a:cs typeface="Nimbus Sans"/>
              </a:defRPr>
            </a:lvl9pPr>
          </a:lstStyle>
          <a:p xmlns:a="http://schemas.openxmlformats.org/drawingml/2006/main">
            <a:pPr algn="ctr">
              <a:defRPr sz="1950" b="1">
                <a:solidFill>
                  <a:srgbClr val="182536"/>
                </a:solidFill>
                <a:latin typeface="Nimbus Sans"/>
                <a:ea typeface="Nimbus Sans"/>
                <a:cs typeface="Nimbus Sans"/>
              </a:defRPr>
            </a:pPr>
            <a:r>
              <a:rPr sz="1950" b="1">
                <a:solidFill>
                  <a:srgbClr val="182536"/>
                </a:solidFill>
                <a:latin typeface="Nimbus Sans"/>
                <a:ea typeface="Nimbus Sans"/>
                <a:cs typeface="Nimbus Sans"/>
              </a:rPr>
              <a:t>Estrazione e</a:t>
            </a:r>
          </a:p>
          <a:p xmlns:a="http://schemas.openxmlformats.org/drawingml/2006/main">
            <a:pPr algn="ctr">
              <a:defRPr sz="1950" b="1">
                <a:solidFill>
                  <a:srgbClr val="182536"/>
                </a:solidFill>
                <a:latin typeface="Nimbus Sans"/>
                <a:ea typeface="Nimbus Sans"/>
                <a:cs typeface="Nimbus Sans"/>
              </a:defRPr>
            </a:pPr>
            <a:r>
              <a:rPr sz="1950" b="1">
                <a:solidFill>
                  <a:srgbClr val="182536"/>
                </a:solidFill>
                <a:latin typeface="Nimbus Sans"/>
                <a:ea typeface="Nimbus Sans"/>
                <a:cs typeface="Nimbus Sans"/>
              </a:rPr>
              <a:t>normalizzazione</a:t>
            </a:r>
          </a:p>
        </p:txBody>
      </p:sp>
      <p:sp>
        <p:nvSpPr>
          <p:cNvPr id="19" name="step3_e78">
            <a:extLst xmlns:a="http://schemas.openxmlformats.org/drawingml/2006/main">
              <a:ext uri="{FF2B5EF4-FFF2-40B4-BE49-F238E27FC236}">
                <a16:creationId xmlns:a16="http://schemas.microsoft.com/office/drawing/2014/main" id="{9320CD61-6B72-4404-94BC-FEDB167D97EC}"/>
              </a:ext>
            </a:extLst>
          </p:cNvPr>
          <p:cNvSpPr>
            <a:spLocks xmlns:a="http://schemas.openxmlformats.org/drawingml/2006/main" noGrp="1"/>
          </p:cNvSpPr>
          <p:nvPr/>
        </p:nvSpPr>
        <p:spPr>
          <a:xfrm xmlns:a="http://schemas.openxmlformats.org/drawingml/2006/main" flipH="0">
            <a:off x="6115050" y="6629400"/>
            <a:ext cx="285750" cy="16192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20" name="step3_e79">
            <a:extLst xmlns:a="http://schemas.openxmlformats.org/drawingml/2006/main">
              <a:ext uri="{FF2B5EF4-FFF2-40B4-BE49-F238E27FC236}">
                <a16:creationId xmlns:a16="http://schemas.microsoft.com/office/drawing/2014/main" id="{F2E25BB7-2364-4284-BCEC-CA5FC8565E70}"/>
              </a:ext>
            </a:extLst>
          </p:cNvPr>
          <p:cNvSpPr>
            <a:spLocks xmlns:a="http://schemas.openxmlformats.org/drawingml/2006/main" noGrp="1"/>
          </p:cNvSpPr>
          <p:nvPr/>
        </p:nvSpPr>
        <p:spPr>
          <a:xfrm xmlns:a="http://schemas.openxmlformats.org/drawingml/2006/main">
            <a:off x="6515100" y="6276975"/>
            <a:ext cx="2209800" cy="904875"/>
          </a:xfrm>
          <a:prstGeom xmlns:a="http://schemas.openxmlformats.org/drawingml/2006/main" prst="roundRect">
            <a:avLst>
              <a:gd name="adj" fmla="val 15789"/>
            </a:avLst>
          </a:prstGeom>
          <a:solidFill xmlns:a="http://schemas.openxmlformats.org/drawingml/2006/main">
            <a:srgbClr val="F0F4FF"/>
          </a:solidFill>
          <a:ln xmlns:a="http://schemas.openxmlformats.org/drawingml/2006/main" w="17145">
            <a:solidFill>
              <a:srgbClr val="D9E3EF"/>
            </a:solidFill>
            <a:prstDash val="solid"/>
          </a:ln>
        </p:spPr>
      </p:sp>
      <p:sp>
        <p:nvSpPr>
          <p:cNvPr id="21" name="step3_e80">
            <a:extLst xmlns:a="http://schemas.openxmlformats.org/drawingml/2006/main">
              <a:ext uri="{FF2B5EF4-FFF2-40B4-BE49-F238E27FC236}">
                <a16:creationId xmlns:a16="http://schemas.microsoft.com/office/drawing/2014/main" id="{32911193-1D55-4351-BA4E-2F034A7F8E2C}"/>
              </a:ext>
            </a:extLst>
          </p:cNvPr>
          <p:cNvSpPr>
            <a:spLocks xmlns:a="http://schemas.openxmlformats.org/drawingml/2006/main" noGrp="1"/>
          </p:cNvSpPr>
          <p:nvPr/>
        </p:nvSpPr>
        <p:spPr>
          <a:xfrm xmlns:a="http://schemas.openxmlformats.org/drawingml/2006/main">
            <a:off x="6648450" y="6438900"/>
            <a:ext cx="1943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182536"/>
                </a:solidFill>
                <a:latin typeface="Nimbus Sans"/>
                <a:ea typeface="Nimbus Sans"/>
                <a:cs typeface="Nimbus Sans"/>
              </a:defRPr>
            </a:defPPr>
            <a:lvl1pPr algn="ctr">
              <a:defRPr sz="2250" b="1">
                <a:solidFill>
                  <a:srgbClr val="182536"/>
                </a:solidFill>
                <a:latin typeface="Nimbus Sans"/>
                <a:ea typeface="Nimbus Sans"/>
                <a:cs typeface="Nimbus Sans"/>
              </a:defRPr>
            </a:lvl1pPr>
            <a:lvl2pPr algn="ctr">
              <a:defRPr sz="2250" b="1">
                <a:solidFill>
                  <a:srgbClr val="182536"/>
                </a:solidFill>
                <a:latin typeface="Nimbus Sans"/>
                <a:ea typeface="Nimbus Sans"/>
                <a:cs typeface="Nimbus Sans"/>
              </a:defRPr>
            </a:lvl2pPr>
            <a:lvl3pPr algn="ctr">
              <a:defRPr sz="2250" b="1">
                <a:solidFill>
                  <a:srgbClr val="182536"/>
                </a:solidFill>
                <a:latin typeface="Nimbus Sans"/>
                <a:ea typeface="Nimbus Sans"/>
                <a:cs typeface="Nimbus Sans"/>
              </a:defRPr>
            </a:lvl3pPr>
            <a:lvl4pPr algn="ctr">
              <a:defRPr sz="2250" b="1">
                <a:solidFill>
                  <a:srgbClr val="182536"/>
                </a:solidFill>
                <a:latin typeface="Nimbus Sans"/>
                <a:ea typeface="Nimbus Sans"/>
                <a:cs typeface="Nimbus Sans"/>
              </a:defRPr>
            </a:lvl4pPr>
            <a:lvl5pPr algn="ctr">
              <a:defRPr sz="2250" b="1">
                <a:solidFill>
                  <a:srgbClr val="182536"/>
                </a:solidFill>
                <a:latin typeface="Nimbus Sans"/>
                <a:ea typeface="Nimbus Sans"/>
                <a:cs typeface="Nimbus Sans"/>
              </a:defRPr>
            </a:lvl5pPr>
            <a:lvl6pPr algn="ctr">
              <a:defRPr sz="2250" b="1">
                <a:solidFill>
                  <a:srgbClr val="182536"/>
                </a:solidFill>
                <a:latin typeface="Nimbus Sans"/>
                <a:ea typeface="Nimbus Sans"/>
                <a:cs typeface="Nimbus Sans"/>
              </a:defRPr>
            </a:lvl6pPr>
            <a:lvl7pPr algn="ctr">
              <a:defRPr sz="2250" b="1">
                <a:solidFill>
                  <a:srgbClr val="182536"/>
                </a:solidFill>
                <a:latin typeface="Nimbus Sans"/>
                <a:ea typeface="Nimbus Sans"/>
                <a:cs typeface="Nimbus Sans"/>
              </a:defRPr>
            </a:lvl7pPr>
            <a:lvl8pPr algn="ctr">
              <a:defRPr sz="2250" b="1">
                <a:solidFill>
                  <a:srgbClr val="182536"/>
                </a:solidFill>
                <a:latin typeface="Nimbus Sans"/>
                <a:ea typeface="Nimbus Sans"/>
                <a:cs typeface="Nimbus Sans"/>
              </a:defRPr>
            </a:lvl8pPr>
            <a:lvl9pPr algn="ctr">
              <a:defRPr sz="2250" b="1">
                <a:solidFill>
                  <a:srgbClr val="182536"/>
                </a:solidFill>
                <a:latin typeface="Nimbus Sans"/>
                <a:ea typeface="Nimbus Sans"/>
                <a:cs typeface="Nimbus Sans"/>
              </a:defRPr>
            </a:lvl9pPr>
          </a:lstStyle>
          <a:p xmlns:a="http://schemas.openxmlformats.org/drawingml/2006/main">
            <a:pPr algn="ctr">
              <a:defRPr sz="2250" b="1">
                <a:solidFill>
                  <a:srgbClr val="182536"/>
                </a:solidFill>
                <a:latin typeface="Nimbus Sans"/>
                <a:ea typeface="Nimbus Sans"/>
                <a:cs typeface="Nimbus Sans"/>
              </a:defRPr>
            </a:pPr>
            <a:r>
              <a:rPr sz="2250" b="1">
                <a:solidFill>
                  <a:srgbClr val="182536"/>
                </a:solidFill>
                <a:latin typeface="Nimbus Sans"/>
                <a:ea typeface="Nimbus Sans"/>
                <a:cs typeface="Nimbus Sans"/>
              </a:rPr>
              <a:t>Selezione</a:t>
            </a:r>
          </a:p>
        </p:txBody>
      </p:sp>
      <p:sp>
        <p:nvSpPr>
          <p:cNvPr id="22" name="step3_e81">
            <a:extLst xmlns:a="http://schemas.openxmlformats.org/drawingml/2006/main">
              <a:ext uri="{FF2B5EF4-FFF2-40B4-BE49-F238E27FC236}">
                <a16:creationId xmlns:a16="http://schemas.microsoft.com/office/drawing/2014/main" id="{096BBBC2-31A0-465C-917F-77AE8737992B}"/>
              </a:ext>
            </a:extLst>
          </p:cNvPr>
          <p:cNvSpPr>
            <a:spLocks xmlns:a="http://schemas.openxmlformats.org/drawingml/2006/main" noGrp="1"/>
          </p:cNvSpPr>
          <p:nvPr/>
        </p:nvSpPr>
        <p:spPr>
          <a:xfrm xmlns:a="http://schemas.openxmlformats.org/drawingml/2006/main" flipH="0">
            <a:off x="8839200" y="6629400"/>
            <a:ext cx="285750" cy="16192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23" name="step3_e82">
            <a:extLst xmlns:a="http://schemas.openxmlformats.org/drawingml/2006/main">
              <a:ext uri="{FF2B5EF4-FFF2-40B4-BE49-F238E27FC236}">
                <a16:creationId xmlns:a16="http://schemas.microsoft.com/office/drawing/2014/main" id="{447E726E-087D-4FC2-B3E0-DEFBDFFC57BA}"/>
              </a:ext>
            </a:extLst>
          </p:cNvPr>
          <p:cNvSpPr>
            <a:spLocks xmlns:a="http://schemas.openxmlformats.org/drawingml/2006/main" noGrp="1"/>
          </p:cNvSpPr>
          <p:nvPr/>
        </p:nvSpPr>
        <p:spPr>
          <a:xfrm xmlns:a="http://schemas.openxmlformats.org/drawingml/2006/main">
            <a:off x="9239250" y="6276975"/>
            <a:ext cx="2209800" cy="904875"/>
          </a:xfrm>
          <a:prstGeom xmlns:a="http://schemas.openxmlformats.org/drawingml/2006/main" prst="roundRect">
            <a:avLst>
              <a:gd name="adj" fmla="val 15789"/>
            </a:avLst>
          </a:prstGeom>
          <a:solidFill xmlns:a="http://schemas.openxmlformats.org/drawingml/2006/main">
            <a:srgbClr val="F0F4FF"/>
          </a:solidFill>
          <a:ln xmlns:a="http://schemas.openxmlformats.org/drawingml/2006/main" w="17145">
            <a:solidFill>
              <a:srgbClr val="D9E3EF"/>
            </a:solidFill>
            <a:prstDash val="solid"/>
          </a:ln>
        </p:spPr>
      </p:sp>
      <p:sp>
        <p:nvSpPr>
          <p:cNvPr id="24" name="step3_e83">
            <a:extLst xmlns:a="http://schemas.openxmlformats.org/drawingml/2006/main">
              <a:ext uri="{FF2B5EF4-FFF2-40B4-BE49-F238E27FC236}">
                <a16:creationId xmlns:a16="http://schemas.microsoft.com/office/drawing/2014/main" id="{C10B5414-4BF9-48FE-9962-D3B05CAEBC8D}"/>
              </a:ext>
            </a:extLst>
          </p:cNvPr>
          <p:cNvSpPr>
            <a:spLocks xmlns:a="http://schemas.openxmlformats.org/drawingml/2006/main" noGrp="1"/>
          </p:cNvSpPr>
          <p:nvPr/>
        </p:nvSpPr>
        <p:spPr>
          <a:xfrm xmlns:a="http://schemas.openxmlformats.org/drawingml/2006/main">
            <a:off x="9372600" y="6438900"/>
            <a:ext cx="1943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182536"/>
                </a:solidFill>
                <a:latin typeface="Nimbus Sans"/>
                <a:ea typeface="Nimbus Sans"/>
                <a:cs typeface="Nimbus Sans"/>
              </a:defRPr>
            </a:defPPr>
            <a:lvl1pPr algn="ctr">
              <a:defRPr sz="2250" b="1">
                <a:solidFill>
                  <a:srgbClr val="182536"/>
                </a:solidFill>
                <a:latin typeface="Nimbus Sans"/>
                <a:ea typeface="Nimbus Sans"/>
                <a:cs typeface="Nimbus Sans"/>
              </a:defRPr>
            </a:lvl1pPr>
            <a:lvl2pPr algn="ctr">
              <a:defRPr sz="2250" b="1">
                <a:solidFill>
                  <a:srgbClr val="182536"/>
                </a:solidFill>
                <a:latin typeface="Nimbus Sans"/>
                <a:ea typeface="Nimbus Sans"/>
                <a:cs typeface="Nimbus Sans"/>
              </a:defRPr>
            </a:lvl2pPr>
            <a:lvl3pPr algn="ctr">
              <a:defRPr sz="2250" b="1">
                <a:solidFill>
                  <a:srgbClr val="182536"/>
                </a:solidFill>
                <a:latin typeface="Nimbus Sans"/>
                <a:ea typeface="Nimbus Sans"/>
                <a:cs typeface="Nimbus Sans"/>
              </a:defRPr>
            </a:lvl3pPr>
            <a:lvl4pPr algn="ctr">
              <a:defRPr sz="2250" b="1">
                <a:solidFill>
                  <a:srgbClr val="182536"/>
                </a:solidFill>
                <a:latin typeface="Nimbus Sans"/>
                <a:ea typeface="Nimbus Sans"/>
                <a:cs typeface="Nimbus Sans"/>
              </a:defRPr>
            </a:lvl4pPr>
            <a:lvl5pPr algn="ctr">
              <a:defRPr sz="2250" b="1">
                <a:solidFill>
                  <a:srgbClr val="182536"/>
                </a:solidFill>
                <a:latin typeface="Nimbus Sans"/>
                <a:ea typeface="Nimbus Sans"/>
                <a:cs typeface="Nimbus Sans"/>
              </a:defRPr>
            </a:lvl5pPr>
            <a:lvl6pPr algn="ctr">
              <a:defRPr sz="2250" b="1">
                <a:solidFill>
                  <a:srgbClr val="182536"/>
                </a:solidFill>
                <a:latin typeface="Nimbus Sans"/>
                <a:ea typeface="Nimbus Sans"/>
                <a:cs typeface="Nimbus Sans"/>
              </a:defRPr>
            </a:lvl6pPr>
            <a:lvl7pPr algn="ctr">
              <a:defRPr sz="2250" b="1">
                <a:solidFill>
                  <a:srgbClr val="182536"/>
                </a:solidFill>
                <a:latin typeface="Nimbus Sans"/>
                <a:ea typeface="Nimbus Sans"/>
                <a:cs typeface="Nimbus Sans"/>
              </a:defRPr>
            </a:lvl7pPr>
            <a:lvl8pPr algn="ctr">
              <a:defRPr sz="2250" b="1">
                <a:solidFill>
                  <a:srgbClr val="182536"/>
                </a:solidFill>
                <a:latin typeface="Nimbus Sans"/>
                <a:ea typeface="Nimbus Sans"/>
                <a:cs typeface="Nimbus Sans"/>
              </a:defRPr>
            </a:lvl8pPr>
            <a:lvl9pPr algn="ctr">
              <a:defRPr sz="2250" b="1">
                <a:solidFill>
                  <a:srgbClr val="182536"/>
                </a:solidFill>
                <a:latin typeface="Nimbus Sans"/>
                <a:ea typeface="Nimbus Sans"/>
                <a:cs typeface="Nimbus Sans"/>
              </a:defRPr>
            </a:lvl9pPr>
          </a:lstStyle>
          <a:p xmlns:a="http://schemas.openxmlformats.org/drawingml/2006/main">
            <a:pPr algn="ctr">
              <a:defRPr sz="2250" b="1">
                <a:solidFill>
                  <a:srgbClr val="182536"/>
                </a:solidFill>
                <a:latin typeface="Nimbus Sans"/>
                <a:ea typeface="Nimbus Sans"/>
                <a:cs typeface="Nimbus Sans"/>
              </a:defRPr>
            </a:pPr>
            <a:r>
              <a:rPr sz="2250" b="1">
                <a:solidFill>
                  <a:srgbClr val="182536"/>
                </a:solidFill>
                <a:latin typeface="Nimbus Sans"/>
                <a:ea typeface="Nimbus Sans"/>
                <a:cs typeface="Nimbus Sans"/>
              </a:rPr>
              <a:t>Verifica</a:t>
            </a:r>
          </a:p>
        </p:txBody>
      </p:sp>
      <p:sp>
        <p:nvSpPr>
          <p:cNvPr id="25" name="step3_e84">
            <a:extLst xmlns:a="http://schemas.openxmlformats.org/drawingml/2006/main">
              <a:ext uri="{FF2B5EF4-FFF2-40B4-BE49-F238E27FC236}">
                <a16:creationId xmlns:a16="http://schemas.microsoft.com/office/drawing/2014/main" id="{89FBACB1-BF36-41FA-A11A-EB1090FE6B4C}"/>
              </a:ext>
            </a:extLst>
          </p:cNvPr>
          <p:cNvSpPr>
            <a:spLocks xmlns:a="http://schemas.openxmlformats.org/drawingml/2006/main" noGrp="1"/>
          </p:cNvSpPr>
          <p:nvPr/>
        </p:nvSpPr>
        <p:spPr>
          <a:xfrm xmlns:a="http://schemas.openxmlformats.org/drawingml/2006/main" flipH="0">
            <a:off x="11563350" y="6629400"/>
            <a:ext cx="285750" cy="16192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26" name="step3_e85">
            <a:extLst xmlns:a="http://schemas.openxmlformats.org/drawingml/2006/main">
              <a:ext uri="{FF2B5EF4-FFF2-40B4-BE49-F238E27FC236}">
                <a16:creationId xmlns:a16="http://schemas.microsoft.com/office/drawing/2014/main" id="{65B9D3B3-9348-4124-88CB-4365FAB03685}"/>
              </a:ext>
            </a:extLst>
          </p:cNvPr>
          <p:cNvSpPr>
            <a:spLocks xmlns:a="http://schemas.openxmlformats.org/drawingml/2006/main" noGrp="1"/>
          </p:cNvSpPr>
          <p:nvPr/>
        </p:nvSpPr>
        <p:spPr>
          <a:xfrm xmlns:a="http://schemas.openxmlformats.org/drawingml/2006/main">
            <a:off x="11963400" y="6276975"/>
            <a:ext cx="2209800" cy="904875"/>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7145">
            <a:solidFill>
              <a:srgbClr val="D9E3EF"/>
            </a:solidFill>
            <a:prstDash val="solid"/>
          </a:ln>
        </p:spPr>
      </p:sp>
      <p:sp>
        <p:nvSpPr>
          <p:cNvPr id="27" name="step3_e86">
            <a:extLst xmlns:a="http://schemas.openxmlformats.org/drawingml/2006/main">
              <a:ext uri="{FF2B5EF4-FFF2-40B4-BE49-F238E27FC236}">
                <a16:creationId xmlns:a16="http://schemas.microsoft.com/office/drawing/2014/main" id="{B909536C-D75F-4663-8DE0-5450E59F69F7}"/>
              </a:ext>
            </a:extLst>
          </p:cNvPr>
          <p:cNvSpPr>
            <a:spLocks xmlns:a="http://schemas.openxmlformats.org/drawingml/2006/main" noGrp="1"/>
          </p:cNvSpPr>
          <p:nvPr/>
        </p:nvSpPr>
        <p:spPr>
          <a:xfrm xmlns:a="http://schemas.openxmlformats.org/drawingml/2006/main">
            <a:off x="12096750" y="6438900"/>
            <a:ext cx="1943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182536"/>
                </a:solidFill>
                <a:latin typeface="Nimbus Sans"/>
                <a:ea typeface="Nimbus Sans"/>
                <a:cs typeface="Nimbus Sans"/>
              </a:defRPr>
            </a:defPPr>
            <a:lvl1pPr algn="ctr">
              <a:defRPr sz="2250" b="1">
                <a:solidFill>
                  <a:srgbClr val="182536"/>
                </a:solidFill>
                <a:latin typeface="Nimbus Sans"/>
                <a:ea typeface="Nimbus Sans"/>
                <a:cs typeface="Nimbus Sans"/>
              </a:defRPr>
            </a:lvl1pPr>
            <a:lvl2pPr algn="ctr">
              <a:defRPr sz="2250" b="1">
                <a:solidFill>
                  <a:srgbClr val="182536"/>
                </a:solidFill>
                <a:latin typeface="Nimbus Sans"/>
                <a:ea typeface="Nimbus Sans"/>
                <a:cs typeface="Nimbus Sans"/>
              </a:defRPr>
            </a:lvl2pPr>
            <a:lvl3pPr algn="ctr">
              <a:defRPr sz="2250" b="1">
                <a:solidFill>
                  <a:srgbClr val="182536"/>
                </a:solidFill>
                <a:latin typeface="Nimbus Sans"/>
                <a:ea typeface="Nimbus Sans"/>
                <a:cs typeface="Nimbus Sans"/>
              </a:defRPr>
            </a:lvl3pPr>
            <a:lvl4pPr algn="ctr">
              <a:defRPr sz="2250" b="1">
                <a:solidFill>
                  <a:srgbClr val="182536"/>
                </a:solidFill>
                <a:latin typeface="Nimbus Sans"/>
                <a:ea typeface="Nimbus Sans"/>
                <a:cs typeface="Nimbus Sans"/>
              </a:defRPr>
            </a:lvl4pPr>
            <a:lvl5pPr algn="ctr">
              <a:defRPr sz="2250" b="1">
                <a:solidFill>
                  <a:srgbClr val="182536"/>
                </a:solidFill>
                <a:latin typeface="Nimbus Sans"/>
                <a:ea typeface="Nimbus Sans"/>
                <a:cs typeface="Nimbus Sans"/>
              </a:defRPr>
            </a:lvl5pPr>
            <a:lvl6pPr algn="ctr">
              <a:defRPr sz="2250" b="1">
                <a:solidFill>
                  <a:srgbClr val="182536"/>
                </a:solidFill>
                <a:latin typeface="Nimbus Sans"/>
                <a:ea typeface="Nimbus Sans"/>
                <a:cs typeface="Nimbus Sans"/>
              </a:defRPr>
            </a:lvl6pPr>
            <a:lvl7pPr algn="ctr">
              <a:defRPr sz="2250" b="1">
                <a:solidFill>
                  <a:srgbClr val="182536"/>
                </a:solidFill>
                <a:latin typeface="Nimbus Sans"/>
                <a:ea typeface="Nimbus Sans"/>
                <a:cs typeface="Nimbus Sans"/>
              </a:defRPr>
            </a:lvl7pPr>
            <a:lvl8pPr algn="ctr">
              <a:defRPr sz="2250" b="1">
                <a:solidFill>
                  <a:srgbClr val="182536"/>
                </a:solidFill>
                <a:latin typeface="Nimbus Sans"/>
                <a:ea typeface="Nimbus Sans"/>
                <a:cs typeface="Nimbus Sans"/>
              </a:defRPr>
            </a:lvl8pPr>
            <a:lvl9pPr algn="ctr">
              <a:defRPr sz="2250" b="1">
                <a:solidFill>
                  <a:srgbClr val="182536"/>
                </a:solidFill>
                <a:latin typeface="Nimbus Sans"/>
                <a:ea typeface="Nimbus Sans"/>
                <a:cs typeface="Nimbus Sans"/>
              </a:defRPr>
            </a:lvl9pPr>
          </a:lstStyle>
          <a:p xmlns:a="http://schemas.openxmlformats.org/drawingml/2006/main">
            <a:pPr algn="ctr">
              <a:defRPr sz="2250" b="1">
                <a:solidFill>
                  <a:srgbClr val="182536"/>
                </a:solidFill>
                <a:latin typeface="Nimbus Sans"/>
                <a:ea typeface="Nimbus Sans"/>
                <a:cs typeface="Nimbus Sans"/>
              </a:defRPr>
            </a:pPr>
            <a:r>
              <a:rPr sz="2250" b="1">
                <a:solidFill>
                  <a:srgbClr val="182536"/>
                </a:solidFill>
                <a:latin typeface="Nimbus Sans"/>
                <a:ea typeface="Nimbus Sans"/>
                <a:cs typeface="Nimbus Sans"/>
              </a:rPr>
              <a:t>Report</a:t>
            </a:r>
          </a:p>
        </p:txBody>
      </p:sp>
      <p:sp>
        <p:nvSpPr>
          <p:cNvPr id="28" name="step3_e87">
            <a:extLst xmlns:a="http://schemas.openxmlformats.org/drawingml/2006/main">
              <a:ext uri="{FF2B5EF4-FFF2-40B4-BE49-F238E27FC236}">
                <a16:creationId xmlns:a16="http://schemas.microsoft.com/office/drawing/2014/main" id="{F5732364-FB69-49D1-88BF-F0FC40A0944A}"/>
              </a:ext>
            </a:extLst>
          </p:cNvPr>
          <p:cNvSpPr>
            <a:spLocks xmlns:a="http://schemas.openxmlformats.org/drawingml/2006/main" noGrp="1"/>
          </p:cNvSpPr>
          <p:nvPr/>
        </p:nvSpPr>
        <p:spPr>
          <a:xfrm xmlns:a="http://schemas.openxmlformats.org/drawingml/2006/main">
            <a:off x="10934700" y="5410200"/>
            <a:ext cx="95" cy="571500"/>
          </a:xfrm>
          <a:prstGeom xmlns:a="http://schemas.openxmlformats.org/drawingml/2006/main" prst="line">
            <a:avLst/>
          </a:prstGeom>
          <a:noFill xmlns:a="http://schemas.openxmlformats.org/drawingml/2006/main"/>
          <a:ln xmlns:a="http://schemas.openxmlformats.org/drawingml/2006/main" w="19050">
            <a:solidFill>
              <a:srgbClr val="4264D0"/>
            </a:solidFill>
            <a:prstDash val="solid"/>
          </a:ln>
        </p:spPr>
      </p:sp>
      <p:sp>
        <p:nvSpPr>
          <p:cNvPr id="29" name="step3_e88">
            <a:extLst xmlns:a="http://schemas.openxmlformats.org/drawingml/2006/main">
              <a:ext uri="{FF2B5EF4-FFF2-40B4-BE49-F238E27FC236}">
                <a16:creationId xmlns:a16="http://schemas.microsoft.com/office/drawing/2014/main" id="{71AF9FE4-2CCD-4A9B-9195-54BAF7FED6EC}"/>
              </a:ext>
            </a:extLst>
          </p:cNvPr>
          <p:cNvSpPr>
            <a:spLocks xmlns:a="http://schemas.openxmlformats.org/drawingml/2006/main" noGrp="1"/>
          </p:cNvSpPr>
          <p:nvPr/>
        </p:nvSpPr>
        <p:spPr>
          <a:xfrm xmlns:a="http://schemas.openxmlformats.org/drawingml/2006/main">
            <a:off x="7620000" y="5981700"/>
            <a:ext cx="3314700" cy="95"/>
          </a:xfrm>
          <a:prstGeom xmlns:a="http://schemas.openxmlformats.org/drawingml/2006/main" prst="line">
            <a:avLst/>
          </a:prstGeom>
          <a:noFill xmlns:a="http://schemas.openxmlformats.org/drawingml/2006/main"/>
          <a:ln xmlns:a="http://schemas.openxmlformats.org/drawingml/2006/main" w="19050">
            <a:solidFill>
              <a:srgbClr val="4264D0"/>
            </a:solidFill>
            <a:prstDash val="solid"/>
          </a:ln>
        </p:spPr>
      </p:sp>
      <p:sp>
        <p:nvSpPr>
          <p:cNvPr id="30" name="step3_e89">
            <a:extLst xmlns:a="http://schemas.openxmlformats.org/drawingml/2006/main">
              <a:ext uri="{FF2B5EF4-FFF2-40B4-BE49-F238E27FC236}">
                <a16:creationId xmlns:a16="http://schemas.microsoft.com/office/drawing/2014/main" id="{06855637-4116-4833-8812-0A66256B1F73}"/>
              </a:ext>
            </a:extLst>
          </p:cNvPr>
          <p:cNvSpPr>
            <a:spLocks xmlns:a="http://schemas.openxmlformats.org/drawingml/2006/main" noGrp="1"/>
          </p:cNvSpPr>
          <p:nvPr/>
        </p:nvSpPr>
        <p:spPr>
          <a:xfrm xmlns:a="http://schemas.openxmlformats.org/drawingml/2006/main">
            <a:off x="7620000" y="5981700"/>
            <a:ext cx="95" cy="238125"/>
          </a:xfrm>
          <a:prstGeom xmlns:a="http://schemas.openxmlformats.org/drawingml/2006/main" prst="line">
            <a:avLst/>
          </a:prstGeom>
          <a:noFill xmlns:a="http://schemas.openxmlformats.org/drawingml/2006/main"/>
          <a:ln xmlns:a="http://schemas.openxmlformats.org/drawingml/2006/main" w="19050">
            <a:solidFill>
              <a:srgbClr val="4264D0"/>
            </a:solidFill>
            <a:prstDash val="solid"/>
          </a:ln>
        </p:spPr>
      </p:sp>
      <p:sp>
        <p:nvSpPr>
          <p:cNvPr id="31" name="step3_e90">
            <a:extLst xmlns:a="http://schemas.openxmlformats.org/drawingml/2006/main">
              <a:ext uri="{FF2B5EF4-FFF2-40B4-BE49-F238E27FC236}">
                <a16:creationId xmlns:a16="http://schemas.microsoft.com/office/drawing/2014/main" id="{9F4FF313-5264-465E-8F15-55C5E616D849}"/>
              </a:ext>
            </a:extLst>
          </p:cNvPr>
          <p:cNvSpPr>
            <a:spLocks xmlns:a="http://schemas.openxmlformats.org/drawingml/2006/main" noGrp="1"/>
          </p:cNvSpPr>
          <p:nvPr/>
        </p:nvSpPr>
        <p:spPr>
          <a:xfrm xmlns:a="http://schemas.openxmlformats.org/drawingml/2006/main">
            <a:off x="10344150" y="5981700"/>
            <a:ext cx="95" cy="238125"/>
          </a:xfrm>
          <a:prstGeom xmlns:a="http://schemas.openxmlformats.org/drawingml/2006/main" prst="line">
            <a:avLst/>
          </a:prstGeom>
          <a:noFill xmlns:a="http://schemas.openxmlformats.org/drawingml/2006/main"/>
          <a:ln xmlns:a="http://schemas.openxmlformats.org/drawingml/2006/main" w="19050">
            <a:solidFill>
              <a:srgbClr val="4264D0"/>
            </a:solidFill>
            <a:prstDash val="solid"/>
          </a:ln>
        </p:spPr>
      </p:sp>
      <p:sp>
        <p:nvSpPr>
          <p:cNvPr id="32" name="step3_e91">
            <a:extLst xmlns:a="http://schemas.openxmlformats.org/drawingml/2006/main">
              <a:ext uri="{FF2B5EF4-FFF2-40B4-BE49-F238E27FC236}">
                <a16:creationId xmlns:a16="http://schemas.microsoft.com/office/drawing/2014/main" id="{92D4C2DA-3A34-43EA-BE84-F10DBB70BDF3}"/>
              </a:ext>
            </a:extLst>
          </p:cNvPr>
          <p:cNvSpPr>
            <a:spLocks xmlns:a="http://schemas.openxmlformats.org/drawingml/2006/main" noGrp="1"/>
          </p:cNvSpPr>
          <p:nvPr/>
        </p:nvSpPr>
        <p:spPr>
          <a:xfrm xmlns:a="http://schemas.openxmlformats.org/drawingml/2006/main">
            <a:off x="11239500" y="5562600"/>
            <a:ext cx="2381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4264D0"/>
                </a:solidFill>
                <a:latin typeface="Nimbus Sans"/>
                <a:ea typeface="Nimbus Sans"/>
                <a:cs typeface="Nimbus Sans"/>
              </a:defRPr>
            </a:defPPr>
            <a:lvl1pPr algn="l">
              <a:defRPr sz="1725" b="0">
                <a:solidFill>
                  <a:srgbClr val="4264D0"/>
                </a:solidFill>
                <a:latin typeface="Nimbus Sans"/>
                <a:ea typeface="Nimbus Sans"/>
                <a:cs typeface="Nimbus Sans"/>
              </a:defRPr>
            </a:lvl1pPr>
            <a:lvl2pPr algn="l">
              <a:defRPr sz="1725" b="0">
                <a:solidFill>
                  <a:srgbClr val="4264D0"/>
                </a:solidFill>
                <a:latin typeface="Nimbus Sans"/>
                <a:ea typeface="Nimbus Sans"/>
                <a:cs typeface="Nimbus Sans"/>
              </a:defRPr>
            </a:lvl2pPr>
            <a:lvl3pPr algn="l">
              <a:defRPr sz="1725" b="0">
                <a:solidFill>
                  <a:srgbClr val="4264D0"/>
                </a:solidFill>
                <a:latin typeface="Nimbus Sans"/>
                <a:ea typeface="Nimbus Sans"/>
                <a:cs typeface="Nimbus Sans"/>
              </a:defRPr>
            </a:lvl3pPr>
            <a:lvl4pPr algn="l">
              <a:defRPr sz="1725" b="0">
                <a:solidFill>
                  <a:srgbClr val="4264D0"/>
                </a:solidFill>
                <a:latin typeface="Nimbus Sans"/>
                <a:ea typeface="Nimbus Sans"/>
                <a:cs typeface="Nimbus Sans"/>
              </a:defRPr>
            </a:lvl4pPr>
            <a:lvl5pPr algn="l">
              <a:defRPr sz="1725" b="0">
                <a:solidFill>
                  <a:srgbClr val="4264D0"/>
                </a:solidFill>
                <a:latin typeface="Nimbus Sans"/>
                <a:ea typeface="Nimbus Sans"/>
                <a:cs typeface="Nimbus Sans"/>
              </a:defRPr>
            </a:lvl5pPr>
            <a:lvl6pPr algn="l">
              <a:defRPr sz="1725" b="0">
                <a:solidFill>
                  <a:srgbClr val="4264D0"/>
                </a:solidFill>
                <a:latin typeface="Nimbus Sans"/>
                <a:ea typeface="Nimbus Sans"/>
                <a:cs typeface="Nimbus Sans"/>
              </a:defRPr>
            </a:lvl6pPr>
            <a:lvl7pPr algn="l">
              <a:defRPr sz="1725" b="0">
                <a:solidFill>
                  <a:srgbClr val="4264D0"/>
                </a:solidFill>
                <a:latin typeface="Nimbus Sans"/>
                <a:ea typeface="Nimbus Sans"/>
                <a:cs typeface="Nimbus Sans"/>
              </a:defRPr>
            </a:lvl7pPr>
            <a:lvl8pPr algn="l">
              <a:defRPr sz="1725" b="0">
                <a:solidFill>
                  <a:srgbClr val="4264D0"/>
                </a:solidFill>
                <a:latin typeface="Nimbus Sans"/>
                <a:ea typeface="Nimbus Sans"/>
                <a:cs typeface="Nimbus Sans"/>
              </a:defRPr>
            </a:lvl8pPr>
            <a:lvl9pPr algn="l">
              <a:defRPr sz="1725" b="0">
                <a:solidFill>
                  <a:srgbClr val="4264D0"/>
                </a:solidFill>
                <a:latin typeface="Nimbus Sans"/>
                <a:ea typeface="Nimbus Sans"/>
                <a:cs typeface="Nimbus Sans"/>
              </a:defRPr>
            </a:lvl9pPr>
          </a:lstStyle>
          <a:p xmlns:a="http://schemas.openxmlformats.org/drawingml/2006/main">
            <a:pPr algn="l">
              <a:defRPr sz="1725" b="0">
                <a:solidFill>
                  <a:srgbClr val="4264D0"/>
                </a:solidFill>
                <a:latin typeface="Nimbus Sans"/>
                <a:ea typeface="Nimbus Sans"/>
                <a:cs typeface="Nimbus Sans"/>
              </a:defRPr>
            </a:pPr>
            <a:r>
              <a:rPr sz="1725" b="0">
                <a:solidFill>
                  <a:srgbClr val="4264D0"/>
                </a:solidFill>
                <a:latin typeface="Nimbus Sans"/>
                <a:ea typeface="Nimbus Sans"/>
                <a:cs typeface="Nimbus Sans"/>
              </a:rPr>
              <a:t>Regole DSL</a:t>
            </a:r>
          </a:p>
        </p:txBody>
      </p:sp>
      <p:sp>
        <p:nvSpPr>
          <p:cNvPr id="33" name="step3_e92">
            <a:extLst xmlns:a="http://schemas.openxmlformats.org/drawingml/2006/main">
              <a:ext uri="{FF2B5EF4-FFF2-40B4-BE49-F238E27FC236}">
                <a16:creationId xmlns:a16="http://schemas.microsoft.com/office/drawing/2014/main" id="{1F9FCB24-65D2-4B34-80C2-D7A435DA2051}"/>
              </a:ext>
            </a:extLst>
          </p:cNvPr>
          <p:cNvSpPr>
            <a:spLocks xmlns:a="http://schemas.openxmlformats.org/drawingml/2006/main" noGrp="1"/>
          </p:cNvSpPr>
          <p:nvPr/>
        </p:nvSpPr>
        <p:spPr>
          <a:xfrm xmlns:a="http://schemas.openxmlformats.org/drawingml/2006/main">
            <a:off x="6515100" y="7353300"/>
            <a:ext cx="2209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a:solidFill>
                  <a:srgbClr val="52627B"/>
                </a:solidFill>
                <a:latin typeface="Nimbus Sans"/>
                <a:ea typeface="Nimbus Sans"/>
                <a:cs typeface="Nimbus Sans"/>
              </a:defRPr>
            </a:defPPr>
            <a:lvl1pPr algn="ctr">
              <a:defRPr sz="1650" b="0">
                <a:solidFill>
                  <a:srgbClr val="52627B"/>
                </a:solidFill>
                <a:latin typeface="Nimbus Sans"/>
                <a:ea typeface="Nimbus Sans"/>
                <a:cs typeface="Nimbus Sans"/>
              </a:defRPr>
            </a:lvl1pPr>
            <a:lvl2pPr algn="ctr">
              <a:defRPr sz="1650" b="0">
                <a:solidFill>
                  <a:srgbClr val="52627B"/>
                </a:solidFill>
                <a:latin typeface="Nimbus Sans"/>
                <a:ea typeface="Nimbus Sans"/>
                <a:cs typeface="Nimbus Sans"/>
              </a:defRPr>
            </a:lvl2pPr>
            <a:lvl3pPr algn="ctr">
              <a:defRPr sz="1650" b="0">
                <a:solidFill>
                  <a:srgbClr val="52627B"/>
                </a:solidFill>
                <a:latin typeface="Nimbus Sans"/>
                <a:ea typeface="Nimbus Sans"/>
                <a:cs typeface="Nimbus Sans"/>
              </a:defRPr>
            </a:lvl3pPr>
            <a:lvl4pPr algn="ctr">
              <a:defRPr sz="1650" b="0">
                <a:solidFill>
                  <a:srgbClr val="52627B"/>
                </a:solidFill>
                <a:latin typeface="Nimbus Sans"/>
                <a:ea typeface="Nimbus Sans"/>
                <a:cs typeface="Nimbus Sans"/>
              </a:defRPr>
            </a:lvl4pPr>
            <a:lvl5pPr algn="ctr">
              <a:defRPr sz="1650" b="0">
                <a:solidFill>
                  <a:srgbClr val="52627B"/>
                </a:solidFill>
                <a:latin typeface="Nimbus Sans"/>
                <a:ea typeface="Nimbus Sans"/>
                <a:cs typeface="Nimbus Sans"/>
              </a:defRPr>
            </a:lvl5pPr>
            <a:lvl6pPr algn="ctr">
              <a:defRPr sz="1650" b="0">
                <a:solidFill>
                  <a:srgbClr val="52627B"/>
                </a:solidFill>
                <a:latin typeface="Nimbus Sans"/>
                <a:ea typeface="Nimbus Sans"/>
                <a:cs typeface="Nimbus Sans"/>
              </a:defRPr>
            </a:lvl6pPr>
            <a:lvl7pPr algn="ctr">
              <a:defRPr sz="1650" b="0">
                <a:solidFill>
                  <a:srgbClr val="52627B"/>
                </a:solidFill>
                <a:latin typeface="Nimbus Sans"/>
                <a:ea typeface="Nimbus Sans"/>
                <a:cs typeface="Nimbus Sans"/>
              </a:defRPr>
            </a:lvl7pPr>
            <a:lvl8pPr algn="ctr">
              <a:defRPr sz="1650" b="0">
                <a:solidFill>
                  <a:srgbClr val="52627B"/>
                </a:solidFill>
                <a:latin typeface="Nimbus Sans"/>
                <a:ea typeface="Nimbus Sans"/>
                <a:cs typeface="Nimbus Sans"/>
              </a:defRPr>
            </a:lvl8pPr>
            <a:lvl9pPr algn="ctr">
              <a:defRPr sz="1650" b="0">
                <a:solidFill>
                  <a:srgbClr val="52627B"/>
                </a:solidFill>
                <a:latin typeface="Nimbus Sans"/>
                <a:ea typeface="Nimbus Sans"/>
                <a:cs typeface="Nimbus Sans"/>
              </a:defRPr>
            </a:lvl9pPr>
          </a:lstStyle>
          <a:p xmlns:a="http://schemas.openxmlformats.org/drawingml/2006/main">
            <a:pPr algn="ctr">
              <a:defRPr sz="1650" b="0">
                <a:solidFill>
                  <a:srgbClr val="52627B"/>
                </a:solidFill>
                <a:latin typeface="Nimbus Sans"/>
                <a:ea typeface="Nimbus Sans"/>
                <a:cs typeface="Nimbus Sans"/>
              </a:defRPr>
            </a:pPr>
            <a:r>
              <a:rPr sz="1650" b="0">
                <a:solidFill>
                  <a:srgbClr val="52627B"/>
                </a:solidFill>
                <a:latin typeface="Nimbus Sans"/>
                <a:ea typeface="Nimbus Sans"/>
                <a:cs typeface="Nimbus Sans"/>
              </a:rPr>
              <a:t>Messaggi rilevanti</a:t>
            </a:r>
          </a:p>
        </p:txBody>
      </p:sp>
      <p:sp>
        <p:nvSpPr>
          <p:cNvPr id="34" name="step3_e93">
            <a:extLst xmlns:a="http://schemas.openxmlformats.org/drawingml/2006/main">
              <a:ext uri="{FF2B5EF4-FFF2-40B4-BE49-F238E27FC236}">
                <a16:creationId xmlns:a16="http://schemas.microsoft.com/office/drawing/2014/main" id="{F8374A60-62AD-46A2-9103-B540A1223985}"/>
              </a:ext>
            </a:extLst>
          </p:cNvPr>
          <p:cNvSpPr>
            <a:spLocks xmlns:a="http://schemas.openxmlformats.org/drawingml/2006/main" noGrp="1"/>
          </p:cNvSpPr>
          <p:nvPr/>
        </p:nvSpPr>
        <p:spPr>
          <a:xfrm xmlns:a="http://schemas.openxmlformats.org/drawingml/2006/main">
            <a:off x="11811000" y="7353300"/>
            <a:ext cx="2514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a:solidFill>
                  <a:srgbClr val="52627B"/>
                </a:solidFill>
                <a:latin typeface="Nimbus Sans"/>
                <a:ea typeface="Nimbus Sans"/>
                <a:cs typeface="Nimbus Sans"/>
              </a:defRPr>
            </a:defPPr>
            <a:lvl1pPr algn="ctr">
              <a:defRPr sz="1650" b="0">
                <a:solidFill>
                  <a:srgbClr val="52627B"/>
                </a:solidFill>
                <a:latin typeface="Nimbus Sans"/>
                <a:ea typeface="Nimbus Sans"/>
                <a:cs typeface="Nimbus Sans"/>
              </a:defRPr>
            </a:lvl1pPr>
            <a:lvl2pPr algn="ctr">
              <a:defRPr sz="1650" b="0">
                <a:solidFill>
                  <a:srgbClr val="52627B"/>
                </a:solidFill>
                <a:latin typeface="Nimbus Sans"/>
                <a:ea typeface="Nimbus Sans"/>
                <a:cs typeface="Nimbus Sans"/>
              </a:defRPr>
            </a:lvl2pPr>
            <a:lvl3pPr algn="ctr">
              <a:defRPr sz="1650" b="0">
                <a:solidFill>
                  <a:srgbClr val="52627B"/>
                </a:solidFill>
                <a:latin typeface="Nimbus Sans"/>
                <a:ea typeface="Nimbus Sans"/>
                <a:cs typeface="Nimbus Sans"/>
              </a:defRPr>
            </a:lvl3pPr>
            <a:lvl4pPr algn="ctr">
              <a:defRPr sz="1650" b="0">
                <a:solidFill>
                  <a:srgbClr val="52627B"/>
                </a:solidFill>
                <a:latin typeface="Nimbus Sans"/>
                <a:ea typeface="Nimbus Sans"/>
                <a:cs typeface="Nimbus Sans"/>
              </a:defRPr>
            </a:lvl4pPr>
            <a:lvl5pPr algn="ctr">
              <a:defRPr sz="1650" b="0">
                <a:solidFill>
                  <a:srgbClr val="52627B"/>
                </a:solidFill>
                <a:latin typeface="Nimbus Sans"/>
                <a:ea typeface="Nimbus Sans"/>
                <a:cs typeface="Nimbus Sans"/>
              </a:defRPr>
            </a:lvl5pPr>
            <a:lvl6pPr algn="ctr">
              <a:defRPr sz="1650" b="0">
                <a:solidFill>
                  <a:srgbClr val="52627B"/>
                </a:solidFill>
                <a:latin typeface="Nimbus Sans"/>
                <a:ea typeface="Nimbus Sans"/>
                <a:cs typeface="Nimbus Sans"/>
              </a:defRPr>
            </a:lvl6pPr>
            <a:lvl7pPr algn="ctr">
              <a:defRPr sz="1650" b="0">
                <a:solidFill>
                  <a:srgbClr val="52627B"/>
                </a:solidFill>
                <a:latin typeface="Nimbus Sans"/>
                <a:ea typeface="Nimbus Sans"/>
                <a:cs typeface="Nimbus Sans"/>
              </a:defRPr>
            </a:lvl7pPr>
            <a:lvl8pPr algn="ctr">
              <a:defRPr sz="1650" b="0">
                <a:solidFill>
                  <a:srgbClr val="52627B"/>
                </a:solidFill>
                <a:latin typeface="Nimbus Sans"/>
                <a:ea typeface="Nimbus Sans"/>
                <a:cs typeface="Nimbus Sans"/>
              </a:defRPr>
            </a:lvl8pPr>
            <a:lvl9pPr algn="ctr">
              <a:defRPr sz="1650" b="0">
                <a:solidFill>
                  <a:srgbClr val="52627B"/>
                </a:solidFill>
                <a:latin typeface="Nimbus Sans"/>
                <a:ea typeface="Nimbus Sans"/>
                <a:cs typeface="Nimbus Sans"/>
              </a:defRPr>
            </a:lvl9pPr>
          </a:lstStyle>
          <a:p xmlns:a="http://schemas.openxmlformats.org/drawingml/2006/main">
            <a:pPr algn="ctr">
              <a:defRPr sz="1650" b="0">
                <a:solidFill>
                  <a:srgbClr val="52627B"/>
                </a:solidFill>
                <a:latin typeface="Nimbus Sans"/>
                <a:ea typeface="Nimbus Sans"/>
                <a:cs typeface="Nimbus Sans"/>
              </a:defRPr>
            </a:pPr>
            <a:r>
              <a:rPr sz="1650" b="0">
                <a:solidFill>
                  <a:srgbClr val="52627B"/>
                </a:solidFill>
                <a:latin typeface="Nimbus Sans"/>
                <a:ea typeface="Nimbus Sans"/>
                <a:cs typeface="Nimbus Sans"/>
              </a:rPr>
              <a:t>Verdetto + evidenze</a:t>
            </a:r>
          </a:p>
        </p:txBody>
      </p:sp>
      <p:sp>
        <p:nvSpPr>
          <p:cNvPr id="35" name="step4_e94">
            <a:extLst xmlns:a="http://schemas.openxmlformats.org/drawingml/2006/main">
              <a:ext uri="{FF2B5EF4-FFF2-40B4-BE49-F238E27FC236}">
                <a16:creationId xmlns:a16="http://schemas.microsoft.com/office/drawing/2014/main" id="{D8EE3C40-F7F8-465B-9A29-C538422D9579}"/>
              </a:ext>
            </a:extLst>
          </p:cNvPr>
          <p:cNvSpPr>
            <a:spLocks xmlns:a="http://schemas.openxmlformats.org/drawingml/2006/main" noGrp="1"/>
          </p:cNvSpPr>
          <p:nvPr/>
        </p:nvSpPr>
        <p:spPr>
          <a:xfrm xmlns:a="http://schemas.openxmlformats.org/drawingml/2006/main">
            <a:off x="8686800" y="74009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4264D0"/>
                </a:solidFill>
                <a:latin typeface="Nimbus Sans"/>
                <a:ea typeface="Nimbus Sans"/>
                <a:cs typeface="Nimbus Sans"/>
              </a:defRPr>
            </a:defPPr>
            <a:lvl1pPr algn="ctr">
              <a:defRPr sz="1800" b="0">
                <a:solidFill>
                  <a:srgbClr val="4264D0"/>
                </a:solidFill>
                <a:latin typeface="Nimbus Sans"/>
                <a:ea typeface="Nimbus Sans"/>
                <a:cs typeface="Nimbus Sans"/>
              </a:defRPr>
            </a:lvl1pPr>
            <a:lvl2pPr algn="ctr">
              <a:defRPr sz="1800" b="0">
                <a:solidFill>
                  <a:srgbClr val="4264D0"/>
                </a:solidFill>
                <a:latin typeface="Nimbus Sans"/>
                <a:ea typeface="Nimbus Sans"/>
                <a:cs typeface="Nimbus Sans"/>
              </a:defRPr>
            </a:lvl2pPr>
            <a:lvl3pPr algn="ctr">
              <a:defRPr sz="1800" b="0">
                <a:solidFill>
                  <a:srgbClr val="4264D0"/>
                </a:solidFill>
                <a:latin typeface="Nimbus Sans"/>
                <a:ea typeface="Nimbus Sans"/>
                <a:cs typeface="Nimbus Sans"/>
              </a:defRPr>
            </a:lvl3pPr>
            <a:lvl4pPr algn="ctr">
              <a:defRPr sz="1800" b="0">
                <a:solidFill>
                  <a:srgbClr val="4264D0"/>
                </a:solidFill>
                <a:latin typeface="Nimbus Sans"/>
                <a:ea typeface="Nimbus Sans"/>
                <a:cs typeface="Nimbus Sans"/>
              </a:defRPr>
            </a:lvl4pPr>
            <a:lvl5pPr algn="ctr">
              <a:defRPr sz="1800" b="0">
                <a:solidFill>
                  <a:srgbClr val="4264D0"/>
                </a:solidFill>
                <a:latin typeface="Nimbus Sans"/>
                <a:ea typeface="Nimbus Sans"/>
                <a:cs typeface="Nimbus Sans"/>
              </a:defRPr>
            </a:lvl5pPr>
            <a:lvl6pPr algn="ctr">
              <a:defRPr sz="1800" b="0">
                <a:solidFill>
                  <a:srgbClr val="4264D0"/>
                </a:solidFill>
                <a:latin typeface="Nimbus Sans"/>
                <a:ea typeface="Nimbus Sans"/>
                <a:cs typeface="Nimbus Sans"/>
              </a:defRPr>
            </a:lvl6pPr>
            <a:lvl7pPr algn="ctr">
              <a:defRPr sz="1800" b="0">
                <a:solidFill>
                  <a:srgbClr val="4264D0"/>
                </a:solidFill>
                <a:latin typeface="Nimbus Sans"/>
                <a:ea typeface="Nimbus Sans"/>
                <a:cs typeface="Nimbus Sans"/>
              </a:defRPr>
            </a:lvl7pPr>
            <a:lvl8pPr algn="ctr">
              <a:defRPr sz="1800" b="0">
                <a:solidFill>
                  <a:srgbClr val="4264D0"/>
                </a:solidFill>
                <a:latin typeface="Nimbus Sans"/>
                <a:ea typeface="Nimbus Sans"/>
                <a:cs typeface="Nimbus Sans"/>
              </a:defRPr>
            </a:lvl8pPr>
            <a:lvl9pPr algn="ctr">
              <a:defRPr sz="1800" b="0">
                <a:solidFill>
                  <a:srgbClr val="4264D0"/>
                </a:solidFill>
                <a:latin typeface="Nimbus Sans"/>
                <a:ea typeface="Nimbus Sans"/>
                <a:cs typeface="Nimbus Sans"/>
              </a:defRPr>
            </a:lvl9pPr>
          </a:lstStyle>
          <a:p xmlns:a="http://schemas.openxmlformats.org/drawingml/2006/main">
            <a:pPr algn="ctr">
              <a:defRPr sz="1800" b="0">
                <a:solidFill>
                  <a:srgbClr val="4264D0"/>
                </a:solidFill>
                <a:latin typeface="Nimbus Sans"/>
                <a:ea typeface="Nimbus Sans"/>
                <a:cs typeface="Nimbus Sans"/>
              </a:defRPr>
            </a:pPr>
            <a:r>
              <a:rPr sz="1800" b="0">
                <a:solidFill>
                  <a:srgbClr val="4264D0"/>
                </a:solidFill>
                <a:latin typeface="Nimbus Sans"/>
                <a:ea typeface="Nimbus Sans"/>
                <a:cs typeface="Nimbus Sans"/>
              </a:rPr>
              <a:t>Verifica statica interna</a:t>
            </a:r>
          </a:p>
        </p:txBody>
      </p:sp>
      <p:sp>
        <p:nvSpPr>
          <p:cNvPr id="36" name="step4_e95">
            <a:extLst xmlns:a="http://schemas.openxmlformats.org/drawingml/2006/main">
              <a:ext uri="{FF2B5EF4-FFF2-40B4-BE49-F238E27FC236}">
                <a16:creationId xmlns:a16="http://schemas.microsoft.com/office/drawing/2014/main" id="{605CF543-D78E-42E0-B63E-266C4CC2059F}"/>
              </a:ext>
            </a:extLst>
          </p:cNvPr>
          <p:cNvSpPr>
            <a:spLocks xmlns:a="http://schemas.openxmlformats.org/drawingml/2006/main" noGrp="1"/>
          </p:cNvSpPr>
          <p:nvPr/>
        </p:nvSpPr>
        <p:spPr>
          <a:xfrm xmlns:a="http://schemas.openxmlformats.org/drawingml/2006/main">
            <a:off x="8382000" y="777240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4264D0"/>
                </a:solidFill>
                <a:latin typeface="Nimbus Sans"/>
                <a:ea typeface="Nimbus Sans"/>
                <a:cs typeface="Nimbus Sans"/>
              </a:defRPr>
            </a:defPPr>
            <a:lvl1pPr algn="ctr">
              <a:defRPr sz="1800" b="0">
                <a:solidFill>
                  <a:srgbClr val="4264D0"/>
                </a:solidFill>
                <a:latin typeface="Nimbus Sans"/>
                <a:ea typeface="Nimbus Sans"/>
                <a:cs typeface="Nimbus Sans"/>
              </a:defRPr>
            </a:lvl1pPr>
            <a:lvl2pPr algn="ctr">
              <a:defRPr sz="1800" b="0">
                <a:solidFill>
                  <a:srgbClr val="4264D0"/>
                </a:solidFill>
                <a:latin typeface="Nimbus Sans"/>
                <a:ea typeface="Nimbus Sans"/>
                <a:cs typeface="Nimbus Sans"/>
              </a:defRPr>
            </a:lvl2pPr>
            <a:lvl3pPr algn="ctr">
              <a:defRPr sz="1800" b="0">
                <a:solidFill>
                  <a:srgbClr val="4264D0"/>
                </a:solidFill>
                <a:latin typeface="Nimbus Sans"/>
                <a:ea typeface="Nimbus Sans"/>
                <a:cs typeface="Nimbus Sans"/>
              </a:defRPr>
            </a:lvl3pPr>
            <a:lvl4pPr algn="ctr">
              <a:defRPr sz="1800" b="0">
                <a:solidFill>
                  <a:srgbClr val="4264D0"/>
                </a:solidFill>
                <a:latin typeface="Nimbus Sans"/>
                <a:ea typeface="Nimbus Sans"/>
                <a:cs typeface="Nimbus Sans"/>
              </a:defRPr>
            </a:lvl4pPr>
            <a:lvl5pPr algn="ctr">
              <a:defRPr sz="1800" b="0">
                <a:solidFill>
                  <a:srgbClr val="4264D0"/>
                </a:solidFill>
                <a:latin typeface="Nimbus Sans"/>
                <a:ea typeface="Nimbus Sans"/>
                <a:cs typeface="Nimbus Sans"/>
              </a:defRPr>
            </a:lvl5pPr>
            <a:lvl6pPr algn="ctr">
              <a:defRPr sz="1800" b="0">
                <a:solidFill>
                  <a:srgbClr val="4264D0"/>
                </a:solidFill>
                <a:latin typeface="Nimbus Sans"/>
                <a:ea typeface="Nimbus Sans"/>
                <a:cs typeface="Nimbus Sans"/>
              </a:defRPr>
            </a:lvl6pPr>
            <a:lvl7pPr algn="ctr">
              <a:defRPr sz="1800" b="0">
                <a:solidFill>
                  <a:srgbClr val="4264D0"/>
                </a:solidFill>
                <a:latin typeface="Nimbus Sans"/>
                <a:ea typeface="Nimbus Sans"/>
                <a:cs typeface="Nimbus Sans"/>
              </a:defRPr>
            </a:lvl7pPr>
            <a:lvl8pPr algn="ctr">
              <a:defRPr sz="1800" b="0">
                <a:solidFill>
                  <a:srgbClr val="4264D0"/>
                </a:solidFill>
                <a:latin typeface="Nimbus Sans"/>
                <a:ea typeface="Nimbus Sans"/>
                <a:cs typeface="Nimbus Sans"/>
              </a:defRPr>
            </a:lvl8pPr>
            <a:lvl9pPr algn="ctr">
              <a:defRPr sz="1800" b="0">
                <a:solidFill>
                  <a:srgbClr val="4264D0"/>
                </a:solidFill>
                <a:latin typeface="Nimbus Sans"/>
                <a:ea typeface="Nimbus Sans"/>
                <a:cs typeface="Nimbus Sans"/>
              </a:defRPr>
            </a:lvl9pPr>
          </a:lstStyle>
          <a:p xmlns:a="http://schemas.openxmlformats.org/drawingml/2006/main">
            <a:pPr algn="ctr">
              <a:defRPr sz="1800" b="0">
                <a:solidFill>
                  <a:srgbClr val="4264D0"/>
                </a:solidFill>
                <a:latin typeface="Nimbus Sans"/>
                <a:ea typeface="Nimbus Sans"/>
                <a:cs typeface="Nimbus Sans"/>
              </a:defRPr>
            </a:pPr>
            <a:r>
              <a:rPr sz="1800" b="0">
                <a:solidFill>
                  <a:srgbClr val="4264D0"/>
                </a:solidFill>
                <a:latin typeface="Nimbus Sans"/>
                <a:ea typeface="Nimbus Sans"/>
                <a:cs typeface="Nimbus Sans"/>
              </a:rPr>
              <a:t>Verifica temporale con MonPoly</a:t>
            </a:r>
          </a:p>
        </p:txBody>
      </p:sp>
      <p:sp>
        <p:nvSpPr>
          <p:cNvPr id="37" name="step4_e96">
            <a:extLst xmlns:a="http://schemas.openxmlformats.org/drawingml/2006/main">
              <a:ext uri="{FF2B5EF4-FFF2-40B4-BE49-F238E27FC236}">
                <a16:creationId xmlns:a16="http://schemas.microsoft.com/office/drawing/2014/main" id="{3589088F-DCCA-4D0E-A85F-9D8F1EE89195}"/>
              </a:ext>
            </a:extLst>
          </p:cNvPr>
          <p:cNvSpPr>
            <a:spLocks xmlns:a="http://schemas.openxmlformats.org/drawingml/2006/main" noGrp="1"/>
          </p:cNvSpPr>
          <p:nvPr/>
        </p:nvSpPr>
        <p:spPr>
          <a:xfrm xmlns:a="http://schemas.openxmlformats.org/drawingml/2006/main">
            <a:off x="1066800" y="802005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Nimbus Sans"/>
                <a:ea typeface="Nimbus Sans"/>
                <a:cs typeface="Nimbus Sans"/>
              </a:defRPr>
            </a:defPPr>
            <a:lvl1pPr algn="l">
              <a:defRPr sz="2025" b="0">
                <a:solidFill>
                  <a:srgbClr val="52627B"/>
                </a:solidFill>
                <a:latin typeface="Nimbus Sans"/>
                <a:ea typeface="Nimbus Sans"/>
                <a:cs typeface="Nimbus Sans"/>
              </a:defRPr>
            </a:lvl1pPr>
            <a:lvl2pPr algn="l">
              <a:defRPr sz="2025" b="0">
                <a:solidFill>
                  <a:srgbClr val="52627B"/>
                </a:solidFill>
                <a:latin typeface="Nimbus Sans"/>
                <a:ea typeface="Nimbus Sans"/>
                <a:cs typeface="Nimbus Sans"/>
              </a:defRPr>
            </a:lvl2pPr>
            <a:lvl3pPr algn="l">
              <a:defRPr sz="2025" b="0">
                <a:solidFill>
                  <a:srgbClr val="52627B"/>
                </a:solidFill>
                <a:latin typeface="Nimbus Sans"/>
                <a:ea typeface="Nimbus Sans"/>
                <a:cs typeface="Nimbus Sans"/>
              </a:defRPr>
            </a:lvl3pPr>
            <a:lvl4pPr algn="l">
              <a:defRPr sz="2025" b="0">
                <a:solidFill>
                  <a:srgbClr val="52627B"/>
                </a:solidFill>
                <a:latin typeface="Nimbus Sans"/>
                <a:ea typeface="Nimbus Sans"/>
                <a:cs typeface="Nimbus Sans"/>
              </a:defRPr>
            </a:lvl4pPr>
            <a:lvl5pPr algn="l">
              <a:defRPr sz="2025" b="0">
                <a:solidFill>
                  <a:srgbClr val="52627B"/>
                </a:solidFill>
                <a:latin typeface="Nimbus Sans"/>
                <a:ea typeface="Nimbus Sans"/>
                <a:cs typeface="Nimbus Sans"/>
              </a:defRPr>
            </a:lvl5pPr>
            <a:lvl6pPr algn="l">
              <a:defRPr sz="2025" b="0">
                <a:solidFill>
                  <a:srgbClr val="52627B"/>
                </a:solidFill>
                <a:latin typeface="Nimbus Sans"/>
                <a:ea typeface="Nimbus Sans"/>
                <a:cs typeface="Nimbus Sans"/>
              </a:defRPr>
            </a:lvl6pPr>
            <a:lvl7pPr algn="l">
              <a:defRPr sz="2025" b="0">
                <a:solidFill>
                  <a:srgbClr val="52627B"/>
                </a:solidFill>
                <a:latin typeface="Nimbus Sans"/>
                <a:ea typeface="Nimbus Sans"/>
                <a:cs typeface="Nimbus Sans"/>
              </a:defRPr>
            </a:lvl7pPr>
            <a:lvl8pPr algn="l">
              <a:defRPr sz="2025" b="0">
                <a:solidFill>
                  <a:srgbClr val="52627B"/>
                </a:solidFill>
                <a:latin typeface="Nimbus Sans"/>
                <a:ea typeface="Nimbus Sans"/>
                <a:cs typeface="Nimbus Sans"/>
              </a:defRPr>
            </a:lvl8pPr>
            <a:lvl9pPr algn="l">
              <a:defRPr sz="2025" b="0">
                <a:solidFill>
                  <a:srgbClr val="52627B"/>
                </a:solidFill>
                <a:latin typeface="Nimbus Sans"/>
                <a:ea typeface="Nimbus Sans"/>
                <a:cs typeface="Nimbus Sans"/>
              </a:defRPr>
            </a:lvl9pPr>
          </a:lstStyle>
          <a:p xmlns:a="http://schemas.openxmlformats.org/drawingml/2006/main">
            <a:pPr algn="l">
              <a:defRPr sz="2025" b="0">
                <a:solidFill>
                  <a:srgbClr val="52627B"/>
                </a:solidFill>
                <a:latin typeface="Nimbus Sans"/>
                <a:ea typeface="Nimbus Sans"/>
                <a:cs typeface="Nimbus Sans"/>
              </a:defRPr>
            </a:pPr>
            <a:r>
              <a:rPr sz="2025" b="0">
                <a:solidFill>
                  <a:srgbClr val="52627B"/>
                </a:solidFill>
                <a:latin typeface="Nimbus Sans"/>
                <a:ea typeface="Nimbus Sans"/>
                <a:cs typeface="Nimbus Sans"/>
              </a:rPr>
              <a:t>Il DSL descrive i criteri. Il sistema li applica alle catture.</a:t>
            </a:r>
          </a:p>
        </p:txBody>
      </p:sp>
    </p:spTree>
    <p:extLst>
      <p:ext uri="{BB962C8B-B14F-4D97-AF65-F5344CB8AC3E}">
        <p14:creationId xmlns:p14="http://schemas.microsoft.com/office/powerpoint/2010/main" val="58691451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tgtEl>
                                          <p:spTgt spid="5"/>
                                        </p:tgtEl>
                                        <p:attrNameLst>
                                          <p:attrName>style.visibility</p:attrName>
                                        </p:attrNameLst>
                                      </p:cBhvr>
                                      <p:to>
                                        <p:strVal val="visible"/>
                                      </p:to>
                                    </p:set>
                                    <p:set>
                                      <p:cBhvr>
                                        <p:cTn id="7" dur="1" fill="hold"/>
                                        <p:tgtEl>
                                          <p:spTgt spid="6"/>
                                        </p:tgtEl>
                                        <p:attrNameLst>
                                          <p:attrName>style.visibility</p:attrName>
                                        </p:attrNameLst>
                                      </p:cBhvr>
                                      <p:to>
                                        <p:strVal val="visible"/>
                                      </p:to>
                                    </p:set>
                                    <p:set>
                                      <p:cBhvr>
                                        <p:cTn id="8" dur="1" fill="hold"/>
                                        <p:tgtEl>
                                          <p:spTgt spid="7"/>
                                        </p:tgtEl>
                                        <p:attrNameLst>
                                          <p:attrName>style.visibility</p:attrName>
                                        </p:attrNameLst>
                                      </p:cBhvr>
                                      <p:to>
                                        <p:strVal val="visible"/>
                                      </p:to>
                                    </p:set>
                                    <p:set>
                                      <p:cBhvr>
                                        <p:cTn id="9" dur="1" fill="hold"/>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2" nodeType="clickEffect">
                                  <p:stCondLst>
                                    <p:cond delay="0"/>
                                  </p:stCondLst>
                                  <p:childTnLst>
                                    <p:set>
                                      <p:cBhvr>
                                        <p:cTn id="13" dur="1" fill="hold"/>
                                        <p:tgtEl>
                                          <p:spTgt spid="9"/>
                                        </p:tgtEl>
                                        <p:attrNameLst>
                                          <p:attrName>style.visibility</p:attrName>
                                        </p:attrNameLst>
                                      </p:cBhvr>
                                      <p:to>
                                        <p:strVal val="visible"/>
                                      </p:to>
                                    </p:set>
                                    <p:set>
                                      <p:cBhvr>
                                        <p:cTn id="14" dur="1" fill="hold"/>
                                        <p:tgtEl>
                                          <p:spTgt spid="10"/>
                                        </p:tgtEl>
                                        <p:attrNameLst>
                                          <p:attrName>style.visibility</p:attrName>
                                        </p:attrNameLst>
                                      </p:cBhvr>
                                      <p:to>
                                        <p:strVal val="visible"/>
                                      </p:to>
                                    </p:set>
                                    <p:set>
                                      <p:cBhvr>
                                        <p:cTn id="15" dur="1" fill="hold"/>
                                        <p:tgtEl>
                                          <p:spTgt spid="11"/>
                                        </p:tgtEl>
                                        <p:attrNameLst>
                                          <p:attrName>style.visibility</p:attrName>
                                        </p:attrNameLst>
                                      </p:cBhvr>
                                      <p:to>
                                        <p:strVal val="visible"/>
                                      </p:to>
                                    </p:set>
                                    <p:set>
                                      <p:cBhvr>
                                        <p:cTn id="16" dur="1" fill="hold"/>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3" nodeType="clickEffect">
                                  <p:stCondLst>
                                    <p:cond delay="0"/>
                                  </p:stCondLst>
                                  <p:childTnLst>
                                    <p:set>
                                      <p:cBhvr>
                                        <p:cTn id="20" dur="1" fill="hold"/>
                                        <p:tgtEl>
                                          <p:spTgt spid="13"/>
                                        </p:tgtEl>
                                        <p:attrNameLst>
                                          <p:attrName>style.visibility</p:attrName>
                                        </p:attrNameLst>
                                      </p:cBhvr>
                                      <p:to>
                                        <p:strVal val="visible"/>
                                      </p:to>
                                    </p:set>
                                    <p:set>
                                      <p:cBhvr>
                                        <p:cTn id="21" dur="1" fill="hold"/>
                                        <p:tgtEl>
                                          <p:spTgt spid="14"/>
                                        </p:tgtEl>
                                        <p:attrNameLst>
                                          <p:attrName>style.visibility</p:attrName>
                                        </p:attrNameLst>
                                      </p:cBhvr>
                                      <p:to>
                                        <p:strVal val="visible"/>
                                      </p:to>
                                    </p:set>
                                    <p:set>
                                      <p:cBhvr>
                                        <p:cTn id="22" dur="1" fill="hold"/>
                                        <p:tgtEl>
                                          <p:spTgt spid="15"/>
                                        </p:tgtEl>
                                        <p:attrNameLst>
                                          <p:attrName>style.visibility</p:attrName>
                                        </p:attrNameLst>
                                      </p:cBhvr>
                                      <p:to>
                                        <p:strVal val="visible"/>
                                      </p:to>
                                    </p:set>
                                    <p:set>
                                      <p:cBhvr>
                                        <p:cTn id="23" dur="1" fill="hold"/>
                                        <p:tgtEl>
                                          <p:spTgt spid="16"/>
                                        </p:tgtEl>
                                        <p:attrNameLst>
                                          <p:attrName>style.visibility</p:attrName>
                                        </p:attrNameLst>
                                      </p:cBhvr>
                                      <p:to>
                                        <p:strVal val="visible"/>
                                      </p:to>
                                    </p:set>
                                    <p:set>
                                      <p:cBhvr>
                                        <p:cTn id="24" dur="1" fill="hold"/>
                                        <p:tgtEl>
                                          <p:spTgt spid="17"/>
                                        </p:tgtEl>
                                        <p:attrNameLst>
                                          <p:attrName>style.visibility</p:attrName>
                                        </p:attrNameLst>
                                      </p:cBhvr>
                                      <p:to>
                                        <p:strVal val="visible"/>
                                      </p:to>
                                    </p:set>
                                    <p:set>
                                      <p:cBhvr>
                                        <p:cTn id="25" dur="1" fill="hold"/>
                                        <p:tgtEl>
                                          <p:spTgt spid="18"/>
                                        </p:tgtEl>
                                        <p:attrNameLst>
                                          <p:attrName>style.visibility</p:attrName>
                                        </p:attrNameLst>
                                      </p:cBhvr>
                                      <p:to>
                                        <p:strVal val="visible"/>
                                      </p:to>
                                    </p:set>
                                    <p:set>
                                      <p:cBhvr>
                                        <p:cTn id="26" dur="1" fill="hold"/>
                                        <p:tgtEl>
                                          <p:spTgt spid="19"/>
                                        </p:tgtEl>
                                        <p:attrNameLst>
                                          <p:attrName>style.visibility</p:attrName>
                                        </p:attrNameLst>
                                      </p:cBhvr>
                                      <p:to>
                                        <p:strVal val="visible"/>
                                      </p:to>
                                    </p:set>
                                    <p:set>
                                      <p:cBhvr>
                                        <p:cTn id="27" dur="1" fill="hold"/>
                                        <p:tgtEl>
                                          <p:spTgt spid="20"/>
                                        </p:tgtEl>
                                        <p:attrNameLst>
                                          <p:attrName>style.visibility</p:attrName>
                                        </p:attrNameLst>
                                      </p:cBhvr>
                                      <p:to>
                                        <p:strVal val="visible"/>
                                      </p:to>
                                    </p:set>
                                    <p:set>
                                      <p:cBhvr>
                                        <p:cTn id="28" dur="1" fill="hold"/>
                                        <p:tgtEl>
                                          <p:spTgt spid="21"/>
                                        </p:tgtEl>
                                        <p:attrNameLst>
                                          <p:attrName>style.visibility</p:attrName>
                                        </p:attrNameLst>
                                      </p:cBhvr>
                                      <p:to>
                                        <p:strVal val="visible"/>
                                      </p:to>
                                    </p:set>
                                    <p:set>
                                      <p:cBhvr>
                                        <p:cTn id="29" dur="1" fill="hold"/>
                                        <p:tgtEl>
                                          <p:spTgt spid="22"/>
                                        </p:tgtEl>
                                        <p:attrNameLst>
                                          <p:attrName>style.visibility</p:attrName>
                                        </p:attrNameLst>
                                      </p:cBhvr>
                                      <p:to>
                                        <p:strVal val="visible"/>
                                      </p:to>
                                    </p:set>
                                    <p:set>
                                      <p:cBhvr>
                                        <p:cTn id="30" dur="1" fill="hold"/>
                                        <p:tgtEl>
                                          <p:spTgt spid="23"/>
                                        </p:tgtEl>
                                        <p:attrNameLst>
                                          <p:attrName>style.visibility</p:attrName>
                                        </p:attrNameLst>
                                      </p:cBhvr>
                                      <p:to>
                                        <p:strVal val="visible"/>
                                      </p:to>
                                    </p:set>
                                    <p:set>
                                      <p:cBhvr>
                                        <p:cTn id="31" dur="1" fill="hold"/>
                                        <p:tgtEl>
                                          <p:spTgt spid="24"/>
                                        </p:tgtEl>
                                        <p:attrNameLst>
                                          <p:attrName>style.visibility</p:attrName>
                                        </p:attrNameLst>
                                      </p:cBhvr>
                                      <p:to>
                                        <p:strVal val="visible"/>
                                      </p:to>
                                    </p:set>
                                    <p:set>
                                      <p:cBhvr>
                                        <p:cTn id="32" dur="1" fill="hold"/>
                                        <p:tgtEl>
                                          <p:spTgt spid="25"/>
                                        </p:tgtEl>
                                        <p:attrNameLst>
                                          <p:attrName>style.visibility</p:attrName>
                                        </p:attrNameLst>
                                      </p:cBhvr>
                                      <p:to>
                                        <p:strVal val="visible"/>
                                      </p:to>
                                    </p:set>
                                    <p:set>
                                      <p:cBhvr>
                                        <p:cTn id="33" dur="1" fill="hold"/>
                                        <p:tgtEl>
                                          <p:spTgt spid="26"/>
                                        </p:tgtEl>
                                        <p:attrNameLst>
                                          <p:attrName>style.visibility</p:attrName>
                                        </p:attrNameLst>
                                      </p:cBhvr>
                                      <p:to>
                                        <p:strVal val="visible"/>
                                      </p:to>
                                    </p:set>
                                    <p:set>
                                      <p:cBhvr>
                                        <p:cTn id="34" dur="1" fill="hold"/>
                                        <p:tgtEl>
                                          <p:spTgt spid="27"/>
                                        </p:tgtEl>
                                        <p:attrNameLst>
                                          <p:attrName>style.visibility</p:attrName>
                                        </p:attrNameLst>
                                      </p:cBhvr>
                                      <p:to>
                                        <p:strVal val="visible"/>
                                      </p:to>
                                    </p:set>
                                    <p:set>
                                      <p:cBhvr>
                                        <p:cTn id="35" dur="1" fill="hold"/>
                                        <p:tgtEl>
                                          <p:spTgt spid="28"/>
                                        </p:tgtEl>
                                        <p:attrNameLst>
                                          <p:attrName>style.visibility</p:attrName>
                                        </p:attrNameLst>
                                      </p:cBhvr>
                                      <p:to>
                                        <p:strVal val="visible"/>
                                      </p:to>
                                    </p:set>
                                    <p:set>
                                      <p:cBhvr>
                                        <p:cTn id="36" dur="1" fill="hold"/>
                                        <p:tgtEl>
                                          <p:spTgt spid="29"/>
                                        </p:tgtEl>
                                        <p:attrNameLst>
                                          <p:attrName>style.visibility</p:attrName>
                                        </p:attrNameLst>
                                      </p:cBhvr>
                                      <p:to>
                                        <p:strVal val="visible"/>
                                      </p:to>
                                    </p:set>
                                    <p:set>
                                      <p:cBhvr>
                                        <p:cTn id="37" dur="1" fill="hold"/>
                                        <p:tgtEl>
                                          <p:spTgt spid="30"/>
                                        </p:tgtEl>
                                        <p:attrNameLst>
                                          <p:attrName>style.visibility</p:attrName>
                                        </p:attrNameLst>
                                      </p:cBhvr>
                                      <p:to>
                                        <p:strVal val="visible"/>
                                      </p:to>
                                    </p:set>
                                    <p:set>
                                      <p:cBhvr>
                                        <p:cTn id="38" dur="1" fill="hold"/>
                                        <p:tgtEl>
                                          <p:spTgt spid="31"/>
                                        </p:tgtEl>
                                        <p:attrNameLst>
                                          <p:attrName>style.visibility</p:attrName>
                                        </p:attrNameLst>
                                      </p:cBhvr>
                                      <p:to>
                                        <p:strVal val="visible"/>
                                      </p:to>
                                    </p:set>
                                    <p:set>
                                      <p:cBhvr>
                                        <p:cTn id="39" dur="1" fill="hold"/>
                                        <p:tgtEl>
                                          <p:spTgt spid="32"/>
                                        </p:tgtEl>
                                        <p:attrNameLst>
                                          <p:attrName>style.visibility</p:attrName>
                                        </p:attrNameLst>
                                      </p:cBhvr>
                                      <p:to>
                                        <p:strVal val="visible"/>
                                      </p:to>
                                    </p:set>
                                    <p:set>
                                      <p:cBhvr>
                                        <p:cTn id="40" dur="1" fill="hold"/>
                                        <p:tgtEl>
                                          <p:spTgt spid="33"/>
                                        </p:tgtEl>
                                        <p:attrNameLst>
                                          <p:attrName>style.visibility</p:attrName>
                                        </p:attrNameLst>
                                      </p:cBhvr>
                                      <p:to>
                                        <p:strVal val="visible"/>
                                      </p:to>
                                    </p:set>
                                    <p:set>
                                      <p:cBhvr>
                                        <p:cTn id="41" dur="1" fill="hold"/>
                                        <p:tgtEl>
                                          <p:spTgt spid="3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4" nodeType="clickEffect">
                                  <p:stCondLst>
                                    <p:cond delay="0"/>
                                  </p:stCondLst>
                                  <p:childTnLst>
                                    <p:set>
                                      <p:cBhvr>
                                        <p:cTn id="45" dur="1" fill="hold"/>
                                        <p:tgtEl>
                                          <p:spTgt spid="35"/>
                                        </p:tgtEl>
                                        <p:attrNameLst>
                                          <p:attrName>style.visibility</p:attrName>
                                        </p:attrNameLst>
                                      </p:cBhvr>
                                      <p:to>
                                        <p:strVal val="visible"/>
                                      </p:to>
                                    </p:set>
                                    <p:set>
                                      <p:cBhvr>
                                        <p:cTn id="46" dur="1" fill="hold"/>
                                        <p:tgtEl>
                                          <p:spTgt spid="36"/>
                                        </p:tgtEl>
                                        <p:attrNameLst>
                                          <p:attrName>style.visibility</p:attrName>
                                        </p:attrNameLst>
                                      </p:cBhvr>
                                      <p:to>
                                        <p:strVal val="visible"/>
                                      </p:to>
                                    </p:set>
                                    <p:set>
                                      <p:cBhvr>
                                        <p:cTn id="47" dur="1" fill="hold"/>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30" name="step0_e97">
            <a:extLst xmlns:a="http://schemas.openxmlformats.org/drawingml/2006/main">
              <a:ext uri="{FF2B5EF4-FFF2-40B4-BE49-F238E27FC236}">
                <a16:creationId xmlns:a16="http://schemas.microsoft.com/office/drawing/2014/main" id="{D44A095C-58F9-4D0A-B0AA-2E7675D1640C}"/>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VALUTAZIONE</a:t>
            </a:r>
          </a:p>
        </p:txBody>
      </p:sp>
      <p:sp>
        <p:nvSpPr>
          <p:cNvPr id="2" name="step0_e98">
            <a:extLst xmlns:a="http://schemas.openxmlformats.org/drawingml/2006/main">
              <a:ext uri="{FF2B5EF4-FFF2-40B4-BE49-F238E27FC236}">
                <a16:creationId xmlns:a16="http://schemas.microsoft.com/office/drawing/2014/main" id="{B6D84360-31DD-4EE5-9242-3A33A22842DF}"/>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04 / 05</a:t>
            </a:r>
          </a:p>
        </p:txBody>
      </p:sp>
      <p:sp>
        <p:nvSpPr>
          <p:cNvPr id="3" name="step0_e99">
            <a:extLst xmlns:a="http://schemas.openxmlformats.org/drawingml/2006/main">
              <a:ext uri="{FF2B5EF4-FFF2-40B4-BE49-F238E27FC236}">
                <a16:creationId xmlns:a16="http://schemas.microsoft.com/office/drawing/2014/main" id="{FA1AAB61-114B-4A74-98DB-2C94E3FF3283}"/>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Testing sulle catture originali</a:t>
            </a:r>
          </a:p>
        </p:txBody>
      </p:sp>
      <p:sp>
        <p:nvSpPr>
          <p:cNvPr id="4" name="step0_e100">
            <a:extLst xmlns:a="http://schemas.openxmlformats.org/drawingml/2006/main">
              <a:ext uri="{FF2B5EF4-FFF2-40B4-BE49-F238E27FC236}">
                <a16:creationId xmlns:a16="http://schemas.microsoft.com/office/drawing/2014/main" id="{E6FC39D7-0C5C-44A5-A416-995A2182BA5C}"/>
              </a:ext>
            </a:extLst>
          </p:cNvPr>
          <p:cNvSpPr>
            <a:spLocks xmlns:a="http://schemas.openxmlformats.org/drawingml/2006/main" noGrp="1"/>
          </p:cNvSpPr>
          <p:nvPr/>
        </p:nvSpPr>
        <p:spPr>
          <a:xfrm xmlns:a="http://schemas.openxmlformats.org/drawingml/2006/main">
            <a:off x="1066800" y="2000250"/>
            <a:ext cx="13106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a:solidFill>
                  <a:srgbClr val="52627B"/>
                </a:solidFill>
                <a:latin typeface="Nimbus Sans"/>
                <a:ea typeface="Nimbus Sans"/>
                <a:cs typeface="Nimbus Sans"/>
              </a:defRPr>
            </a:defPPr>
            <a:lvl1pPr algn="l">
              <a:defRPr sz="2175" b="0">
                <a:solidFill>
                  <a:srgbClr val="52627B"/>
                </a:solidFill>
                <a:latin typeface="Nimbus Sans"/>
                <a:ea typeface="Nimbus Sans"/>
                <a:cs typeface="Nimbus Sans"/>
              </a:defRPr>
            </a:lvl1pPr>
            <a:lvl2pPr algn="l">
              <a:defRPr sz="2175" b="0">
                <a:solidFill>
                  <a:srgbClr val="52627B"/>
                </a:solidFill>
                <a:latin typeface="Nimbus Sans"/>
                <a:ea typeface="Nimbus Sans"/>
                <a:cs typeface="Nimbus Sans"/>
              </a:defRPr>
            </a:lvl2pPr>
            <a:lvl3pPr algn="l">
              <a:defRPr sz="2175" b="0">
                <a:solidFill>
                  <a:srgbClr val="52627B"/>
                </a:solidFill>
                <a:latin typeface="Nimbus Sans"/>
                <a:ea typeface="Nimbus Sans"/>
                <a:cs typeface="Nimbus Sans"/>
              </a:defRPr>
            </a:lvl3pPr>
            <a:lvl4pPr algn="l">
              <a:defRPr sz="2175" b="0">
                <a:solidFill>
                  <a:srgbClr val="52627B"/>
                </a:solidFill>
                <a:latin typeface="Nimbus Sans"/>
                <a:ea typeface="Nimbus Sans"/>
                <a:cs typeface="Nimbus Sans"/>
              </a:defRPr>
            </a:lvl4pPr>
            <a:lvl5pPr algn="l">
              <a:defRPr sz="2175" b="0">
                <a:solidFill>
                  <a:srgbClr val="52627B"/>
                </a:solidFill>
                <a:latin typeface="Nimbus Sans"/>
                <a:ea typeface="Nimbus Sans"/>
                <a:cs typeface="Nimbus Sans"/>
              </a:defRPr>
            </a:lvl5pPr>
            <a:lvl6pPr algn="l">
              <a:defRPr sz="2175" b="0">
                <a:solidFill>
                  <a:srgbClr val="52627B"/>
                </a:solidFill>
                <a:latin typeface="Nimbus Sans"/>
                <a:ea typeface="Nimbus Sans"/>
                <a:cs typeface="Nimbus Sans"/>
              </a:defRPr>
            </a:lvl6pPr>
            <a:lvl7pPr algn="l">
              <a:defRPr sz="2175" b="0">
                <a:solidFill>
                  <a:srgbClr val="52627B"/>
                </a:solidFill>
                <a:latin typeface="Nimbus Sans"/>
                <a:ea typeface="Nimbus Sans"/>
                <a:cs typeface="Nimbus Sans"/>
              </a:defRPr>
            </a:lvl7pPr>
            <a:lvl8pPr algn="l">
              <a:defRPr sz="2175" b="0">
                <a:solidFill>
                  <a:srgbClr val="52627B"/>
                </a:solidFill>
                <a:latin typeface="Nimbus Sans"/>
                <a:ea typeface="Nimbus Sans"/>
                <a:cs typeface="Nimbus Sans"/>
              </a:defRPr>
            </a:lvl8pPr>
            <a:lvl9pPr algn="l">
              <a:defRPr sz="2175" b="0">
                <a:solidFill>
                  <a:srgbClr val="52627B"/>
                </a:solidFill>
                <a:latin typeface="Nimbus Sans"/>
                <a:ea typeface="Nimbus Sans"/>
                <a:cs typeface="Nimbus Sans"/>
              </a:defRPr>
            </a:lvl9pPr>
          </a:lstStyle>
          <a:p xmlns:a="http://schemas.openxmlformats.org/drawingml/2006/main">
            <a:pPr algn="l">
              <a:defRPr sz="2175" b="0">
                <a:solidFill>
                  <a:srgbClr val="52627B"/>
                </a:solidFill>
                <a:latin typeface="Nimbus Sans"/>
                <a:ea typeface="Nimbus Sans"/>
                <a:cs typeface="Nimbus Sans"/>
              </a:defRPr>
            </a:pPr>
            <a:r>
              <a:rPr sz="2175" b="0">
                <a:solidFill>
                  <a:srgbClr val="52627B"/>
                </a:solidFill>
                <a:latin typeface="Nimbus Sans"/>
                <a:ea typeface="Nimbus Sans"/>
                <a:cs typeface="Nimbus Sans"/>
              </a:rPr>
              <a:t>16 catture di traffico, generate separatamente dal verificatore.</a:t>
            </a:r>
          </a:p>
        </p:txBody>
      </p:sp>
      <p:sp>
        <p:nvSpPr>
          <p:cNvPr id="5" name="step1_e101">
            <a:extLst xmlns:a="http://schemas.openxmlformats.org/drawingml/2006/main">
              <a:ext uri="{FF2B5EF4-FFF2-40B4-BE49-F238E27FC236}">
                <a16:creationId xmlns:a16="http://schemas.microsoft.com/office/drawing/2014/main" id="{A67E5205-7D5F-4F69-9410-28C541F3E35D}"/>
              </a:ext>
            </a:extLst>
          </p:cNvPr>
          <p:cNvSpPr>
            <a:spLocks xmlns:a="http://schemas.openxmlformats.org/drawingml/2006/main" noGrp="1"/>
          </p:cNvSpPr>
          <p:nvPr/>
        </p:nvSpPr>
        <p:spPr>
          <a:xfrm xmlns:a="http://schemas.openxmlformats.org/drawingml/2006/main">
            <a:off x="1066800" y="2914650"/>
            <a:ext cx="4476750" cy="123825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7145">
            <a:solidFill>
              <a:srgbClr val="D9E3EF"/>
            </a:solidFill>
            <a:prstDash val="solid"/>
          </a:ln>
        </p:spPr>
      </p:sp>
      <p:sp>
        <p:nvSpPr>
          <p:cNvPr id="6" name="step1_e102">
            <a:extLst xmlns:a="http://schemas.openxmlformats.org/drawingml/2006/main">
              <a:ext uri="{FF2B5EF4-FFF2-40B4-BE49-F238E27FC236}">
                <a16:creationId xmlns:a16="http://schemas.microsoft.com/office/drawing/2014/main" id="{E5B7275E-A522-40B3-9A15-4C3CAE68A7CB}"/>
              </a:ext>
            </a:extLst>
          </p:cNvPr>
          <p:cNvSpPr>
            <a:spLocks xmlns:a="http://schemas.openxmlformats.org/drawingml/2006/main" noGrp="1"/>
          </p:cNvSpPr>
          <p:nvPr/>
        </p:nvSpPr>
        <p:spPr>
          <a:xfrm xmlns:a="http://schemas.openxmlformats.org/drawingml/2006/main">
            <a:off x="1276350" y="3152775"/>
            <a:ext cx="405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a:solidFill>
                  <a:srgbClr val="182536"/>
                </a:solidFill>
                <a:latin typeface="Nimbus Sans"/>
                <a:ea typeface="Nimbus Sans"/>
                <a:cs typeface="Nimbus Sans"/>
              </a:defRPr>
            </a:defPPr>
            <a:lvl1pPr algn="ctr">
              <a:defRPr sz="2475" b="1">
                <a:solidFill>
                  <a:srgbClr val="182536"/>
                </a:solidFill>
                <a:latin typeface="Nimbus Sans"/>
                <a:ea typeface="Nimbus Sans"/>
                <a:cs typeface="Nimbus Sans"/>
              </a:defRPr>
            </a:lvl1pPr>
            <a:lvl2pPr algn="ctr">
              <a:defRPr sz="2475" b="1">
                <a:solidFill>
                  <a:srgbClr val="182536"/>
                </a:solidFill>
                <a:latin typeface="Nimbus Sans"/>
                <a:ea typeface="Nimbus Sans"/>
                <a:cs typeface="Nimbus Sans"/>
              </a:defRPr>
            </a:lvl2pPr>
            <a:lvl3pPr algn="ctr">
              <a:defRPr sz="2475" b="1">
                <a:solidFill>
                  <a:srgbClr val="182536"/>
                </a:solidFill>
                <a:latin typeface="Nimbus Sans"/>
                <a:ea typeface="Nimbus Sans"/>
                <a:cs typeface="Nimbus Sans"/>
              </a:defRPr>
            </a:lvl3pPr>
            <a:lvl4pPr algn="ctr">
              <a:defRPr sz="2475" b="1">
                <a:solidFill>
                  <a:srgbClr val="182536"/>
                </a:solidFill>
                <a:latin typeface="Nimbus Sans"/>
                <a:ea typeface="Nimbus Sans"/>
                <a:cs typeface="Nimbus Sans"/>
              </a:defRPr>
            </a:lvl4pPr>
            <a:lvl5pPr algn="ctr">
              <a:defRPr sz="2475" b="1">
                <a:solidFill>
                  <a:srgbClr val="182536"/>
                </a:solidFill>
                <a:latin typeface="Nimbus Sans"/>
                <a:ea typeface="Nimbus Sans"/>
                <a:cs typeface="Nimbus Sans"/>
              </a:defRPr>
            </a:lvl5pPr>
            <a:lvl6pPr algn="ctr">
              <a:defRPr sz="2475" b="1">
                <a:solidFill>
                  <a:srgbClr val="182536"/>
                </a:solidFill>
                <a:latin typeface="Nimbus Sans"/>
                <a:ea typeface="Nimbus Sans"/>
                <a:cs typeface="Nimbus Sans"/>
              </a:defRPr>
            </a:lvl6pPr>
            <a:lvl7pPr algn="ctr">
              <a:defRPr sz="2475" b="1">
                <a:solidFill>
                  <a:srgbClr val="182536"/>
                </a:solidFill>
                <a:latin typeface="Nimbus Sans"/>
                <a:ea typeface="Nimbus Sans"/>
                <a:cs typeface="Nimbus Sans"/>
              </a:defRPr>
            </a:lvl7pPr>
            <a:lvl8pPr algn="ctr">
              <a:defRPr sz="2475" b="1">
                <a:solidFill>
                  <a:srgbClr val="182536"/>
                </a:solidFill>
                <a:latin typeface="Nimbus Sans"/>
                <a:ea typeface="Nimbus Sans"/>
                <a:cs typeface="Nimbus Sans"/>
              </a:defRPr>
            </a:lvl8pPr>
            <a:lvl9pPr algn="ctr">
              <a:defRPr sz="2475" b="1">
                <a:solidFill>
                  <a:srgbClr val="182536"/>
                </a:solidFill>
                <a:latin typeface="Nimbus Sans"/>
                <a:ea typeface="Nimbus Sans"/>
                <a:cs typeface="Nimbus Sans"/>
              </a:defRPr>
            </a:lvl9pPr>
          </a:lstStyle>
          <a:p xmlns:a="http://schemas.openxmlformats.org/drawingml/2006/main">
            <a:pPr algn="ctr">
              <a:defRPr sz="2475" b="1">
                <a:solidFill>
                  <a:srgbClr val="182536"/>
                </a:solidFill>
                <a:latin typeface="Nimbus Sans"/>
                <a:ea typeface="Nimbus Sans"/>
                <a:cs typeface="Nimbus Sans"/>
              </a:defRPr>
            </a:pPr>
            <a:r>
              <a:rPr sz="2475" b="1">
                <a:solidFill>
                  <a:srgbClr val="182536"/>
                </a:solidFill>
                <a:latin typeface="Nimbus Sans"/>
                <a:ea typeface="Nimbus Sans"/>
                <a:cs typeface="Nimbus Sans"/>
              </a:rPr>
              <a:t>Test su reti 5G open source</a:t>
            </a:r>
          </a:p>
        </p:txBody>
      </p:sp>
      <p:sp>
        <p:nvSpPr>
          <p:cNvPr id="7" name="step1_e103">
            <a:extLst xmlns:a="http://schemas.openxmlformats.org/drawingml/2006/main">
              <a:ext uri="{FF2B5EF4-FFF2-40B4-BE49-F238E27FC236}">
                <a16:creationId xmlns:a16="http://schemas.microsoft.com/office/drawing/2014/main" id="{031AF47F-5031-4B55-ABB2-ED64C5767DF8}"/>
              </a:ext>
            </a:extLst>
          </p:cNvPr>
          <p:cNvSpPr>
            <a:spLocks xmlns:a="http://schemas.openxmlformats.org/drawingml/2006/main" noGrp="1"/>
          </p:cNvSpPr>
          <p:nvPr/>
        </p:nvSpPr>
        <p:spPr>
          <a:xfrm xmlns:a="http://schemas.openxmlformats.org/drawingml/2006/main">
            <a:off x="1257300" y="366712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Open5GS e free5GC</a:t>
            </a:r>
          </a:p>
        </p:txBody>
      </p:sp>
      <p:sp>
        <p:nvSpPr>
          <p:cNvPr id="8" name="step1_e104">
            <a:extLst xmlns:a="http://schemas.openxmlformats.org/drawingml/2006/main">
              <a:ext uri="{FF2B5EF4-FFF2-40B4-BE49-F238E27FC236}">
                <a16:creationId xmlns:a16="http://schemas.microsoft.com/office/drawing/2014/main" id="{4C28B100-FB08-4C63-8730-6A1888F5216A}"/>
              </a:ext>
            </a:extLst>
          </p:cNvPr>
          <p:cNvSpPr>
            <a:spLocks xmlns:a="http://schemas.openxmlformats.org/drawingml/2006/main" noGrp="1"/>
          </p:cNvSpPr>
          <p:nvPr/>
        </p:nvSpPr>
        <p:spPr>
          <a:xfrm xmlns:a="http://schemas.openxmlformats.org/drawingml/2006/main" flipH="0">
            <a:off x="5753100" y="3438525"/>
            <a:ext cx="590550" cy="190500"/>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9" name="step1_e105">
            <a:extLst xmlns:a="http://schemas.openxmlformats.org/drawingml/2006/main">
              <a:ext uri="{FF2B5EF4-FFF2-40B4-BE49-F238E27FC236}">
                <a16:creationId xmlns:a16="http://schemas.microsoft.com/office/drawing/2014/main" id="{604FF69B-152B-4FF5-9A1E-061229A06709}"/>
              </a:ext>
            </a:extLst>
          </p:cNvPr>
          <p:cNvSpPr>
            <a:spLocks xmlns:a="http://schemas.openxmlformats.org/drawingml/2006/main" noGrp="1"/>
          </p:cNvSpPr>
          <p:nvPr/>
        </p:nvSpPr>
        <p:spPr>
          <a:xfrm xmlns:a="http://schemas.openxmlformats.org/drawingml/2006/main">
            <a:off x="6572250" y="2914650"/>
            <a:ext cx="2952750" cy="123825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7145">
            <a:solidFill>
              <a:srgbClr val="D9E3EF"/>
            </a:solidFill>
            <a:prstDash val="solid"/>
          </a:ln>
        </p:spPr>
      </p:sp>
      <p:sp>
        <p:nvSpPr>
          <p:cNvPr id="10" name="step1_e106">
            <a:extLst xmlns:a="http://schemas.openxmlformats.org/drawingml/2006/main">
              <a:ext uri="{FF2B5EF4-FFF2-40B4-BE49-F238E27FC236}">
                <a16:creationId xmlns:a16="http://schemas.microsoft.com/office/drawing/2014/main" id="{924B5847-D498-4D92-98A3-F35509B21E0D}"/>
              </a:ext>
            </a:extLst>
          </p:cNvPr>
          <p:cNvSpPr>
            <a:spLocks xmlns:a="http://schemas.openxmlformats.org/drawingml/2006/main" noGrp="1"/>
          </p:cNvSpPr>
          <p:nvPr/>
        </p:nvSpPr>
        <p:spPr>
          <a:xfrm xmlns:a="http://schemas.openxmlformats.org/drawingml/2006/main">
            <a:off x="6781800" y="3152775"/>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a:solidFill>
                  <a:srgbClr val="182536"/>
                </a:solidFill>
                <a:latin typeface="Nimbus Sans"/>
                <a:ea typeface="Nimbus Sans"/>
                <a:cs typeface="Nimbus Sans"/>
              </a:defRPr>
            </a:defPPr>
            <a:lvl1pPr algn="ctr">
              <a:defRPr sz="2475" b="1">
                <a:solidFill>
                  <a:srgbClr val="182536"/>
                </a:solidFill>
                <a:latin typeface="Nimbus Sans"/>
                <a:ea typeface="Nimbus Sans"/>
                <a:cs typeface="Nimbus Sans"/>
              </a:defRPr>
            </a:lvl1pPr>
            <a:lvl2pPr algn="ctr">
              <a:defRPr sz="2475" b="1">
                <a:solidFill>
                  <a:srgbClr val="182536"/>
                </a:solidFill>
                <a:latin typeface="Nimbus Sans"/>
                <a:ea typeface="Nimbus Sans"/>
                <a:cs typeface="Nimbus Sans"/>
              </a:defRPr>
            </a:lvl2pPr>
            <a:lvl3pPr algn="ctr">
              <a:defRPr sz="2475" b="1">
                <a:solidFill>
                  <a:srgbClr val="182536"/>
                </a:solidFill>
                <a:latin typeface="Nimbus Sans"/>
                <a:ea typeface="Nimbus Sans"/>
                <a:cs typeface="Nimbus Sans"/>
              </a:defRPr>
            </a:lvl3pPr>
            <a:lvl4pPr algn="ctr">
              <a:defRPr sz="2475" b="1">
                <a:solidFill>
                  <a:srgbClr val="182536"/>
                </a:solidFill>
                <a:latin typeface="Nimbus Sans"/>
                <a:ea typeface="Nimbus Sans"/>
                <a:cs typeface="Nimbus Sans"/>
              </a:defRPr>
            </a:lvl4pPr>
            <a:lvl5pPr algn="ctr">
              <a:defRPr sz="2475" b="1">
                <a:solidFill>
                  <a:srgbClr val="182536"/>
                </a:solidFill>
                <a:latin typeface="Nimbus Sans"/>
                <a:ea typeface="Nimbus Sans"/>
                <a:cs typeface="Nimbus Sans"/>
              </a:defRPr>
            </a:lvl5pPr>
            <a:lvl6pPr algn="ctr">
              <a:defRPr sz="2475" b="1">
                <a:solidFill>
                  <a:srgbClr val="182536"/>
                </a:solidFill>
                <a:latin typeface="Nimbus Sans"/>
                <a:ea typeface="Nimbus Sans"/>
                <a:cs typeface="Nimbus Sans"/>
              </a:defRPr>
            </a:lvl6pPr>
            <a:lvl7pPr algn="ctr">
              <a:defRPr sz="2475" b="1">
                <a:solidFill>
                  <a:srgbClr val="182536"/>
                </a:solidFill>
                <a:latin typeface="Nimbus Sans"/>
                <a:ea typeface="Nimbus Sans"/>
                <a:cs typeface="Nimbus Sans"/>
              </a:defRPr>
            </a:lvl7pPr>
            <a:lvl8pPr algn="ctr">
              <a:defRPr sz="2475" b="1">
                <a:solidFill>
                  <a:srgbClr val="182536"/>
                </a:solidFill>
                <a:latin typeface="Nimbus Sans"/>
                <a:ea typeface="Nimbus Sans"/>
                <a:cs typeface="Nimbus Sans"/>
              </a:defRPr>
            </a:lvl8pPr>
            <a:lvl9pPr algn="ctr">
              <a:defRPr sz="2475" b="1">
                <a:solidFill>
                  <a:srgbClr val="182536"/>
                </a:solidFill>
                <a:latin typeface="Nimbus Sans"/>
                <a:ea typeface="Nimbus Sans"/>
                <a:cs typeface="Nimbus Sans"/>
              </a:defRPr>
            </a:lvl9pPr>
          </a:lstStyle>
          <a:p xmlns:a="http://schemas.openxmlformats.org/drawingml/2006/main">
            <a:pPr algn="ctr">
              <a:defRPr sz="2475" b="1">
                <a:solidFill>
                  <a:srgbClr val="182536"/>
                </a:solidFill>
                <a:latin typeface="Nimbus Sans"/>
                <a:ea typeface="Nimbus Sans"/>
                <a:cs typeface="Nimbus Sans"/>
              </a:defRPr>
            </a:pPr>
            <a:r>
              <a:rPr sz="2475" b="1">
                <a:solidFill>
                  <a:srgbClr val="182536"/>
                </a:solidFill>
                <a:latin typeface="Nimbus Sans"/>
                <a:ea typeface="Nimbus Sans"/>
                <a:cs typeface="Nimbus Sans"/>
              </a:rPr>
              <a:t>Catture PCAP</a:t>
            </a:r>
          </a:p>
        </p:txBody>
      </p:sp>
      <p:sp>
        <p:nvSpPr>
          <p:cNvPr id="11" name="step1_e107">
            <a:extLst xmlns:a="http://schemas.openxmlformats.org/drawingml/2006/main">
              <a:ext uri="{FF2B5EF4-FFF2-40B4-BE49-F238E27FC236}">
                <a16:creationId xmlns:a16="http://schemas.microsoft.com/office/drawing/2014/main" id="{F9F10A69-CB4D-4716-A347-5D4D2CBCCAEF}"/>
              </a:ext>
            </a:extLst>
          </p:cNvPr>
          <p:cNvSpPr>
            <a:spLocks xmlns:a="http://schemas.openxmlformats.org/drawingml/2006/main" noGrp="1"/>
          </p:cNvSpPr>
          <p:nvPr/>
        </p:nvSpPr>
        <p:spPr>
          <a:xfrm xmlns:a="http://schemas.openxmlformats.org/drawingml/2006/main">
            <a:off x="6762750" y="3667125"/>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Evidenze già disponibili</a:t>
            </a:r>
          </a:p>
        </p:txBody>
      </p:sp>
      <p:sp>
        <p:nvSpPr>
          <p:cNvPr id="12" name="step1_e108">
            <a:extLst xmlns:a="http://schemas.openxmlformats.org/drawingml/2006/main">
              <a:ext uri="{FF2B5EF4-FFF2-40B4-BE49-F238E27FC236}">
                <a16:creationId xmlns:a16="http://schemas.microsoft.com/office/drawing/2014/main" id="{8B65B35C-0002-4C75-9675-2A7E0ADD4865}"/>
              </a:ext>
            </a:extLst>
          </p:cNvPr>
          <p:cNvSpPr>
            <a:spLocks xmlns:a="http://schemas.openxmlformats.org/drawingml/2006/main" noGrp="1"/>
          </p:cNvSpPr>
          <p:nvPr/>
        </p:nvSpPr>
        <p:spPr>
          <a:xfrm xmlns:a="http://schemas.openxmlformats.org/drawingml/2006/main" flipH="0">
            <a:off x="9744075" y="3438525"/>
            <a:ext cx="590550" cy="190500"/>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13" name="step1_e109">
            <a:extLst xmlns:a="http://schemas.openxmlformats.org/drawingml/2006/main">
              <a:ext uri="{FF2B5EF4-FFF2-40B4-BE49-F238E27FC236}">
                <a16:creationId xmlns:a16="http://schemas.microsoft.com/office/drawing/2014/main" id="{7BF63193-A516-4860-8582-3E53B6CF09DC}"/>
              </a:ext>
            </a:extLst>
          </p:cNvPr>
          <p:cNvSpPr>
            <a:spLocks xmlns:a="http://schemas.openxmlformats.org/drawingml/2006/main" noGrp="1"/>
          </p:cNvSpPr>
          <p:nvPr/>
        </p:nvSpPr>
        <p:spPr>
          <a:xfrm xmlns:a="http://schemas.openxmlformats.org/drawingml/2006/main">
            <a:off x="10572750" y="2914650"/>
            <a:ext cx="3600450" cy="1238250"/>
          </a:xfrm>
          <a:prstGeom xmlns:a="http://schemas.openxmlformats.org/drawingml/2006/main" prst="roundRect">
            <a:avLst>
              <a:gd name="adj" fmla="val 11538"/>
            </a:avLst>
          </a:prstGeom>
          <a:solidFill xmlns:a="http://schemas.openxmlformats.org/drawingml/2006/main">
            <a:srgbClr val="F0F4FF"/>
          </a:solidFill>
          <a:ln xmlns:a="http://schemas.openxmlformats.org/drawingml/2006/main" w="17145">
            <a:solidFill>
              <a:srgbClr val="D9E3EF"/>
            </a:solidFill>
            <a:prstDash val="solid"/>
          </a:ln>
        </p:spPr>
      </p:sp>
      <p:sp>
        <p:nvSpPr>
          <p:cNvPr id="14" name="step1_e110">
            <a:extLst xmlns:a="http://schemas.openxmlformats.org/drawingml/2006/main">
              <a:ext uri="{FF2B5EF4-FFF2-40B4-BE49-F238E27FC236}">
                <a16:creationId xmlns:a16="http://schemas.microsoft.com/office/drawing/2014/main" id="{5B7E43B7-BB81-4945-A86B-2B74D5C2953B}"/>
              </a:ext>
            </a:extLst>
          </p:cNvPr>
          <p:cNvSpPr>
            <a:spLocks xmlns:a="http://schemas.openxmlformats.org/drawingml/2006/main" noGrp="1"/>
          </p:cNvSpPr>
          <p:nvPr/>
        </p:nvSpPr>
        <p:spPr>
          <a:xfrm xmlns:a="http://schemas.openxmlformats.org/drawingml/2006/main">
            <a:off x="10782300" y="3152775"/>
            <a:ext cx="318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a:solidFill>
                  <a:srgbClr val="182536"/>
                </a:solidFill>
                <a:latin typeface="Nimbus Sans"/>
                <a:ea typeface="Nimbus Sans"/>
                <a:cs typeface="Nimbus Sans"/>
              </a:defRPr>
            </a:defPPr>
            <a:lvl1pPr algn="ctr">
              <a:defRPr sz="2475" b="1">
                <a:solidFill>
                  <a:srgbClr val="182536"/>
                </a:solidFill>
                <a:latin typeface="Nimbus Sans"/>
                <a:ea typeface="Nimbus Sans"/>
                <a:cs typeface="Nimbus Sans"/>
              </a:defRPr>
            </a:lvl1pPr>
            <a:lvl2pPr algn="ctr">
              <a:defRPr sz="2475" b="1">
                <a:solidFill>
                  <a:srgbClr val="182536"/>
                </a:solidFill>
                <a:latin typeface="Nimbus Sans"/>
                <a:ea typeface="Nimbus Sans"/>
                <a:cs typeface="Nimbus Sans"/>
              </a:defRPr>
            </a:lvl2pPr>
            <a:lvl3pPr algn="ctr">
              <a:defRPr sz="2475" b="1">
                <a:solidFill>
                  <a:srgbClr val="182536"/>
                </a:solidFill>
                <a:latin typeface="Nimbus Sans"/>
                <a:ea typeface="Nimbus Sans"/>
                <a:cs typeface="Nimbus Sans"/>
              </a:defRPr>
            </a:lvl3pPr>
            <a:lvl4pPr algn="ctr">
              <a:defRPr sz="2475" b="1">
                <a:solidFill>
                  <a:srgbClr val="182536"/>
                </a:solidFill>
                <a:latin typeface="Nimbus Sans"/>
                <a:ea typeface="Nimbus Sans"/>
                <a:cs typeface="Nimbus Sans"/>
              </a:defRPr>
            </a:lvl4pPr>
            <a:lvl5pPr algn="ctr">
              <a:defRPr sz="2475" b="1">
                <a:solidFill>
                  <a:srgbClr val="182536"/>
                </a:solidFill>
                <a:latin typeface="Nimbus Sans"/>
                <a:ea typeface="Nimbus Sans"/>
                <a:cs typeface="Nimbus Sans"/>
              </a:defRPr>
            </a:lvl5pPr>
            <a:lvl6pPr algn="ctr">
              <a:defRPr sz="2475" b="1">
                <a:solidFill>
                  <a:srgbClr val="182536"/>
                </a:solidFill>
                <a:latin typeface="Nimbus Sans"/>
                <a:ea typeface="Nimbus Sans"/>
                <a:cs typeface="Nimbus Sans"/>
              </a:defRPr>
            </a:lvl6pPr>
            <a:lvl7pPr algn="ctr">
              <a:defRPr sz="2475" b="1">
                <a:solidFill>
                  <a:srgbClr val="182536"/>
                </a:solidFill>
                <a:latin typeface="Nimbus Sans"/>
                <a:ea typeface="Nimbus Sans"/>
                <a:cs typeface="Nimbus Sans"/>
              </a:defRPr>
            </a:lvl7pPr>
            <a:lvl8pPr algn="ctr">
              <a:defRPr sz="2475" b="1">
                <a:solidFill>
                  <a:srgbClr val="182536"/>
                </a:solidFill>
                <a:latin typeface="Nimbus Sans"/>
                <a:ea typeface="Nimbus Sans"/>
                <a:cs typeface="Nimbus Sans"/>
              </a:defRPr>
            </a:lvl8pPr>
            <a:lvl9pPr algn="ctr">
              <a:defRPr sz="2475" b="1">
                <a:solidFill>
                  <a:srgbClr val="182536"/>
                </a:solidFill>
                <a:latin typeface="Nimbus Sans"/>
                <a:ea typeface="Nimbus Sans"/>
                <a:cs typeface="Nimbus Sans"/>
              </a:defRPr>
            </a:lvl9pPr>
          </a:lstStyle>
          <a:p xmlns:a="http://schemas.openxmlformats.org/drawingml/2006/main">
            <a:pPr algn="ctr">
              <a:defRPr sz="2475" b="1">
                <a:solidFill>
                  <a:srgbClr val="182536"/>
                </a:solidFill>
                <a:latin typeface="Nimbus Sans"/>
                <a:ea typeface="Nimbus Sans"/>
                <a:cs typeface="Nimbus Sans"/>
              </a:defRPr>
            </a:pPr>
            <a:r>
              <a:rPr sz="2475" b="1">
                <a:solidFill>
                  <a:srgbClr val="182536"/>
                </a:solidFill>
                <a:latin typeface="Nimbus Sans"/>
                <a:ea typeface="Nimbus Sans"/>
                <a:cs typeface="Nimbus Sans"/>
              </a:rPr>
              <a:t>Verificatore sviluppato</a:t>
            </a:r>
          </a:p>
        </p:txBody>
      </p:sp>
      <p:sp>
        <p:nvSpPr>
          <p:cNvPr id="15" name="step1_e111">
            <a:extLst xmlns:a="http://schemas.openxmlformats.org/drawingml/2006/main">
              <a:ext uri="{FF2B5EF4-FFF2-40B4-BE49-F238E27FC236}">
                <a16:creationId xmlns:a16="http://schemas.microsoft.com/office/drawing/2014/main" id="{7BEFDC50-159F-4F2F-9745-CF3828DE2447}"/>
              </a:ext>
            </a:extLst>
          </p:cNvPr>
          <p:cNvSpPr>
            <a:spLocks xmlns:a="http://schemas.openxmlformats.org/drawingml/2006/main" noGrp="1"/>
          </p:cNvSpPr>
          <p:nvPr/>
        </p:nvSpPr>
        <p:spPr>
          <a:xfrm xmlns:a="http://schemas.openxmlformats.org/drawingml/2006/main">
            <a:off x="10763250" y="3667125"/>
            <a:ext cx="32194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Valutazione dei criteri DSL</a:t>
            </a:r>
          </a:p>
        </p:txBody>
      </p:sp>
      <p:sp>
        <p:nvSpPr>
          <p:cNvPr id="16" name="step1_e112">
            <a:extLst xmlns:a="http://schemas.openxmlformats.org/drawingml/2006/main">
              <a:ext uri="{FF2B5EF4-FFF2-40B4-BE49-F238E27FC236}">
                <a16:creationId xmlns:a16="http://schemas.microsoft.com/office/drawing/2014/main" id="{08D2AA68-01A4-4432-98E3-A6FBCD38CF26}"/>
              </a:ext>
            </a:extLst>
          </p:cNvPr>
          <p:cNvSpPr>
            <a:spLocks xmlns:a="http://schemas.openxmlformats.org/drawingml/2006/main" noGrp="1"/>
          </p:cNvSpPr>
          <p:nvPr/>
        </p:nvSpPr>
        <p:spPr>
          <a:xfrm xmlns:a="http://schemas.openxmlformats.org/drawingml/2006/main">
            <a:off x="1066800" y="4333875"/>
            <a:ext cx="13106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52627B"/>
                </a:solidFill>
                <a:latin typeface="Nimbus Sans"/>
                <a:ea typeface="Nimbus Sans"/>
                <a:cs typeface="Nimbus Sans"/>
              </a:defRPr>
            </a:defPPr>
            <a:lvl1pPr algn="l">
              <a:defRPr sz="1950" b="0">
                <a:solidFill>
                  <a:srgbClr val="52627B"/>
                </a:solidFill>
                <a:latin typeface="Nimbus Sans"/>
                <a:ea typeface="Nimbus Sans"/>
                <a:cs typeface="Nimbus Sans"/>
              </a:defRPr>
            </a:lvl1pPr>
            <a:lvl2pPr algn="l">
              <a:defRPr sz="1950" b="0">
                <a:solidFill>
                  <a:srgbClr val="52627B"/>
                </a:solidFill>
                <a:latin typeface="Nimbus Sans"/>
                <a:ea typeface="Nimbus Sans"/>
                <a:cs typeface="Nimbus Sans"/>
              </a:defRPr>
            </a:lvl2pPr>
            <a:lvl3pPr algn="l">
              <a:defRPr sz="1950" b="0">
                <a:solidFill>
                  <a:srgbClr val="52627B"/>
                </a:solidFill>
                <a:latin typeface="Nimbus Sans"/>
                <a:ea typeface="Nimbus Sans"/>
                <a:cs typeface="Nimbus Sans"/>
              </a:defRPr>
            </a:lvl3pPr>
            <a:lvl4pPr algn="l">
              <a:defRPr sz="1950" b="0">
                <a:solidFill>
                  <a:srgbClr val="52627B"/>
                </a:solidFill>
                <a:latin typeface="Nimbus Sans"/>
                <a:ea typeface="Nimbus Sans"/>
                <a:cs typeface="Nimbus Sans"/>
              </a:defRPr>
            </a:lvl4pPr>
            <a:lvl5pPr algn="l">
              <a:defRPr sz="1950" b="0">
                <a:solidFill>
                  <a:srgbClr val="52627B"/>
                </a:solidFill>
                <a:latin typeface="Nimbus Sans"/>
                <a:ea typeface="Nimbus Sans"/>
                <a:cs typeface="Nimbus Sans"/>
              </a:defRPr>
            </a:lvl5pPr>
            <a:lvl6pPr algn="l">
              <a:defRPr sz="1950" b="0">
                <a:solidFill>
                  <a:srgbClr val="52627B"/>
                </a:solidFill>
                <a:latin typeface="Nimbus Sans"/>
                <a:ea typeface="Nimbus Sans"/>
                <a:cs typeface="Nimbus Sans"/>
              </a:defRPr>
            </a:lvl6pPr>
            <a:lvl7pPr algn="l">
              <a:defRPr sz="1950" b="0">
                <a:solidFill>
                  <a:srgbClr val="52627B"/>
                </a:solidFill>
                <a:latin typeface="Nimbus Sans"/>
                <a:ea typeface="Nimbus Sans"/>
                <a:cs typeface="Nimbus Sans"/>
              </a:defRPr>
            </a:lvl7pPr>
            <a:lvl8pPr algn="l">
              <a:defRPr sz="1950" b="0">
                <a:solidFill>
                  <a:srgbClr val="52627B"/>
                </a:solidFill>
                <a:latin typeface="Nimbus Sans"/>
                <a:ea typeface="Nimbus Sans"/>
                <a:cs typeface="Nimbus Sans"/>
              </a:defRPr>
            </a:lvl8pPr>
            <a:lvl9pPr algn="l">
              <a:defRPr sz="1950" b="0">
                <a:solidFill>
                  <a:srgbClr val="52627B"/>
                </a:solidFill>
                <a:latin typeface="Nimbus Sans"/>
                <a:ea typeface="Nimbus Sans"/>
                <a:cs typeface="Nimbus Sans"/>
              </a:defRPr>
            </a:lvl9pPr>
          </a:lstStyle>
          <a:p xmlns:a="http://schemas.openxmlformats.org/drawingml/2006/main">
            <a:pPr algn="l">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ScasDK: componenti adattati per le prove NRF e UDM.</a:t>
            </a:r>
          </a:p>
        </p:txBody>
      </p:sp>
      <p:sp>
        <p:nvSpPr>
          <p:cNvPr id="17" name="step2_e113">
            <a:extLst xmlns:a="http://schemas.openxmlformats.org/drawingml/2006/main">
              <a:ext uri="{FF2B5EF4-FFF2-40B4-BE49-F238E27FC236}">
                <a16:creationId xmlns:a16="http://schemas.microsoft.com/office/drawing/2014/main" id="{F86E7CD6-C273-4615-A168-61F37744989A}"/>
              </a:ext>
            </a:extLst>
          </p:cNvPr>
          <p:cNvSpPr>
            <a:spLocks xmlns:a="http://schemas.openxmlformats.org/drawingml/2006/main" noGrp="1"/>
          </p:cNvSpPr>
          <p:nvPr/>
        </p:nvSpPr>
        <p:spPr>
          <a:xfrm xmlns:a="http://schemas.openxmlformats.org/drawingml/2006/main">
            <a:off x="1066800" y="5095875"/>
            <a:ext cx="4191000" cy="2333625"/>
          </a:xfrm>
          <a:prstGeom xmlns:a="http://schemas.openxmlformats.org/drawingml/2006/main" prst="roundRect">
            <a:avLst>
              <a:gd name="adj" fmla="val 6122"/>
            </a:avLst>
          </a:prstGeom>
          <a:solidFill xmlns:a="http://schemas.openxmlformats.org/drawingml/2006/main">
            <a:srgbClr val="EEF8F3"/>
          </a:solidFill>
          <a:ln xmlns:a="http://schemas.openxmlformats.org/drawingml/2006/main" w="17145">
            <a:solidFill>
              <a:srgbClr val="D9E3EF"/>
            </a:solidFill>
            <a:prstDash val="solid"/>
          </a:ln>
        </p:spPr>
      </p:sp>
      <p:sp>
        <p:nvSpPr>
          <p:cNvPr id="18" name="step2_e114">
            <a:extLst xmlns:a="http://schemas.openxmlformats.org/drawingml/2006/main">
              <a:ext uri="{FF2B5EF4-FFF2-40B4-BE49-F238E27FC236}">
                <a16:creationId xmlns:a16="http://schemas.microsoft.com/office/drawing/2014/main" id="{6A31416A-0861-4A59-A005-F937759B1F90}"/>
              </a:ext>
            </a:extLst>
          </p:cNvPr>
          <p:cNvSpPr>
            <a:spLocks xmlns:a="http://schemas.openxmlformats.org/drawingml/2006/main" noGrp="1"/>
          </p:cNvSpPr>
          <p:nvPr/>
        </p:nvSpPr>
        <p:spPr>
          <a:xfrm xmlns:a="http://schemas.openxmlformats.org/drawingml/2006/main">
            <a:off x="1295400" y="5248275"/>
            <a:ext cx="37338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8100" b="1">
                <a:solidFill>
                  <a:srgbClr val="278766"/>
                </a:solidFill>
                <a:latin typeface="Nimbus Sans"/>
                <a:ea typeface="Nimbus Sans"/>
                <a:cs typeface="Nimbus Sans"/>
              </a:defRPr>
            </a:defPPr>
            <a:lvl1pPr algn="ctr">
              <a:defRPr sz="8100" b="1">
                <a:solidFill>
                  <a:srgbClr val="278766"/>
                </a:solidFill>
                <a:latin typeface="Nimbus Sans"/>
                <a:ea typeface="Nimbus Sans"/>
                <a:cs typeface="Nimbus Sans"/>
              </a:defRPr>
            </a:lvl1pPr>
            <a:lvl2pPr algn="ctr">
              <a:defRPr sz="8100" b="1">
                <a:solidFill>
                  <a:srgbClr val="278766"/>
                </a:solidFill>
                <a:latin typeface="Nimbus Sans"/>
                <a:ea typeface="Nimbus Sans"/>
                <a:cs typeface="Nimbus Sans"/>
              </a:defRPr>
            </a:lvl2pPr>
            <a:lvl3pPr algn="ctr">
              <a:defRPr sz="8100" b="1">
                <a:solidFill>
                  <a:srgbClr val="278766"/>
                </a:solidFill>
                <a:latin typeface="Nimbus Sans"/>
                <a:ea typeface="Nimbus Sans"/>
                <a:cs typeface="Nimbus Sans"/>
              </a:defRPr>
            </a:lvl3pPr>
            <a:lvl4pPr algn="ctr">
              <a:defRPr sz="8100" b="1">
                <a:solidFill>
                  <a:srgbClr val="278766"/>
                </a:solidFill>
                <a:latin typeface="Nimbus Sans"/>
                <a:ea typeface="Nimbus Sans"/>
                <a:cs typeface="Nimbus Sans"/>
              </a:defRPr>
            </a:lvl4pPr>
            <a:lvl5pPr algn="ctr">
              <a:defRPr sz="8100" b="1">
                <a:solidFill>
                  <a:srgbClr val="278766"/>
                </a:solidFill>
                <a:latin typeface="Nimbus Sans"/>
                <a:ea typeface="Nimbus Sans"/>
                <a:cs typeface="Nimbus Sans"/>
              </a:defRPr>
            </a:lvl5pPr>
            <a:lvl6pPr algn="ctr">
              <a:defRPr sz="8100" b="1">
                <a:solidFill>
                  <a:srgbClr val="278766"/>
                </a:solidFill>
                <a:latin typeface="Nimbus Sans"/>
                <a:ea typeface="Nimbus Sans"/>
                <a:cs typeface="Nimbus Sans"/>
              </a:defRPr>
            </a:lvl6pPr>
            <a:lvl7pPr algn="ctr">
              <a:defRPr sz="8100" b="1">
                <a:solidFill>
                  <a:srgbClr val="278766"/>
                </a:solidFill>
                <a:latin typeface="Nimbus Sans"/>
                <a:ea typeface="Nimbus Sans"/>
                <a:cs typeface="Nimbus Sans"/>
              </a:defRPr>
            </a:lvl7pPr>
            <a:lvl8pPr algn="ctr">
              <a:defRPr sz="8100" b="1">
                <a:solidFill>
                  <a:srgbClr val="278766"/>
                </a:solidFill>
                <a:latin typeface="Nimbus Sans"/>
                <a:ea typeface="Nimbus Sans"/>
                <a:cs typeface="Nimbus Sans"/>
              </a:defRPr>
            </a:lvl8pPr>
            <a:lvl9pPr algn="ctr">
              <a:defRPr sz="8100" b="1">
                <a:solidFill>
                  <a:srgbClr val="278766"/>
                </a:solidFill>
                <a:latin typeface="Nimbus Sans"/>
                <a:ea typeface="Nimbus Sans"/>
                <a:cs typeface="Nimbus Sans"/>
              </a:defRPr>
            </a:lvl9pPr>
          </a:lstStyle>
          <a:p xmlns:a="http://schemas.openxmlformats.org/drawingml/2006/main">
            <a:pPr algn="ctr">
              <a:defRPr sz="8100" b="1">
                <a:solidFill>
                  <a:srgbClr val="278766"/>
                </a:solidFill>
                <a:latin typeface="Nimbus Sans"/>
                <a:ea typeface="Nimbus Sans"/>
                <a:cs typeface="Nimbus Sans"/>
              </a:defRPr>
            </a:pPr>
            <a:r>
              <a:rPr sz="8100" b="1">
                <a:solidFill>
                  <a:srgbClr val="278766"/>
                </a:solidFill>
                <a:latin typeface="Nimbus Sans"/>
                <a:ea typeface="Nimbus Sans"/>
                <a:cs typeface="Nimbus Sans"/>
              </a:rPr>
              <a:t>12</a:t>
            </a:r>
          </a:p>
        </p:txBody>
      </p:sp>
      <p:sp>
        <p:nvSpPr>
          <p:cNvPr id="19" name="step2_e115">
            <a:extLst xmlns:a="http://schemas.openxmlformats.org/drawingml/2006/main">
              <a:ext uri="{FF2B5EF4-FFF2-40B4-BE49-F238E27FC236}">
                <a16:creationId xmlns:a16="http://schemas.microsoft.com/office/drawing/2014/main" id="{E8C95CE7-80EA-430C-9443-E4719A176AB2}"/>
              </a:ext>
            </a:extLst>
          </p:cNvPr>
          <p:cNvSpPr>
            <a:spLocks xmlns:a="http://schemas.openxmlformats.org/drawingml/2006/main" noGrp="1"/>
          </p:cNvSpPr>
          <p:nvPr/>
        </p:nvSpPr>
        <p:spPr>
          <a:xfrm xmlns:a="http://schemas.openxmlformats.org/drawingml/2006/main">
            <a:off x="1257300" y="6429375"/>
            <a:ext cx="3810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278766"/>
                </a:solidFill>
                <a:latin typeface="Nimbus Sans"/>
                <a:ea typeface="Nimbus Sans"/>
                <a:cs typeface="Nimbus Sans"/>
              </a:defRPr>
            </a:defPPr>
            <a:lvl1pPr algn="ctr">
              <a:defRPr sz="2700" b="1">
                <a:solidFill>
                  <a:srgbClr val="278766"/>
                </a:solidFill>
                <a:latin typeface="Nimbus Sans"/>
                <a:ea typeface="Nimbus Sans"/>
                <a:cs typeface="Nimbus Sans"/>
              </a:defRPr>
            </a:lvl1pPr>
            <a:lvl2pPr algn="ctr">
              <a:defRPr sz="2700" b="1">
                <a:solidFill>
                  <a:srgbClr val="278766"/>
                </a:solidFill>
                <a:latin typeface="Nimbus Sans"/>
                <a:ea typeface="Nimbus Sans"/>
                <a:cs typeface="Nimbus Sans"/>
              </a:defRPr>
            </a:lvl2pPr>
            <a:lvl3pPr algn="ctr">
              <a:defRPr sz="2700" b="1">
                <a:solidFill>
                  <a:srgbClr val="278766"/>
                </a:solidFill>
                <a:latin typeface="Nimbus Sans"/>
                <a:ea typeface="Nimbus Sans"/>
                <a:cs typeface="Nimbus Sans"/>
              </a:defRPr>
            </a:lvl3pPr>
            <a:lvl4pPr algn="ctr">
              <a:defRPr sz="2700" b="1">
                <a:solidFill>
                  <a:srgbClr val="278766"/>
                </a:solidFill>
                <a:latin typeface="Nimbus Sans"/>
                <a:ea typeface="Nimbus Sans"/>
                <a:cs typeface="Nimbus Sans"/>
              </a:defRPr>
            </a:lvl4pPr>
            <a:lvl5pPr algn="ctr">
              <a:defRPr sz="2700" b="1">
                <a:solidFill>
                  <a:srgbClr val="278766"/>
                </a:solidFill>
                <a:latin typeface="Nimbus Sans"/>
                <a:ea typeface="Nimbus Sans"/>
                <a:cs typeface="Nimbus Sans"/>
              </a:defRPr>
            </a:lvl5pPr>
            <a:lvl6pPr algn="ctr">
              <a:defRPr sz="2700" b="1">
                <a:solidFill>
                  <a:srgbClr val="278766"/>
                </a:solidFill>
                <a:latin typeface="Nimbus Sans"/>
                <a:ea typeface="Nimbus Sans"/>
                <a:cs typeface="Nimbus Sans"/>
              </a:defRPr>
            </a:lvl6pPr>
            <a:lvl7pPr algn="ctr">
              <a:defRPr sz="2700" b="1">
                <a:solidFill>
                  <a:srgbClr val="278766"/>
                </a:solidFill>
                <a:latin typeface="Nimbus Sans"/>
                <a:ea typeface="Nimbus Sans"/>
                <a:cs typeface="Nimbus Sans"/>
              </a:defRPr>
            </a:lvl7pPr>
            <a:lvl8pPr algn="ctr">
              <a:defRPr sz="2700" b="1">
                <a:solidFill>
                  <a:srgbClr val="278766"/>
                </a:solidFill>
                <a:latin typeface="Nimbus Sans"/>
                <a:ea typeface="Nimbus Sans"/>
                <a:cs typeface="Nimbus Sans"/>
              </a:defRPr>
            </a:lvl8pPr>
            <a:lvl9pPr algn="ctr">
              <a:defRPr sz="2700" b="1">
                <a:solidFill>
                  <a:srgbClr val="278766"/>
                </a:solidFill>
                <a:latin typeface="Nimbus Sans"/>
                <a:ea typeface="Nimbus Sans"/>
                <a:cs typeface="Nimbus Sans"/>
              </a:defRPr>
            </a:lvl9pPr>
          </a:lstStyle>
          <a:p xmlns:a="http://schemas.openxmlformats.org/drawingml/2006/main">
            <a:pPr algn="ctr">
              <a:defRPr sz="2700" b="1">
                <a:solidFill>
                  <a:srgbClr val="278766"/>
                </a:solidFill>
                <a:latin typeface="Nimbus Sans"/>
                <a:ea typeface="Nimbus Sans"/>
                <a:cs typeface="Nimbus Sans"/>
              </a:defRPr>
            </a:pPr>
            <a:r>
              <a:rPr sz="2700" b="1">
                <a:solidFill>
                  <a:srgbClr val="278766"/>
                </a:solidFill>
                <a:latin typeface="Nimbus Sans"/>
                <a:ea typeface="Nimbus Sans"/>
                <a:cs typeface="Nimbus Sans"/>
              </a:rPr>
              <a:t>PASS</a:t>
            </a:r>
          </a:p>
        </p:txBody>
      </p:sp>
      <p:sp>
        <p:nvSpPr>
          <p:cNvPr id="20" name="step2_e116">
            <a:extLst xmlns:a="http://schemas.openxmlformats.org/drawingml/2006/main">
              <a:ext uri="{FF2B5EF4-FFF2-40B4-BE49-F238E27FC236}">
                <a16:creationId xmlns:a16="http://schemas.microsoft.com/office/drawing/2014/main" id="{1C30D2FE-AFDF-4001-AB5A-68D9BE24FF6A}"/>
              </a:ext>
            </a:extLst>
          </p:cNvPr>
          <p:cNvSpPr>
            <a:spLocks xmlns:a="http://schemas.openxmlformats.org/drawingml/2006/main" noGrp="1"/>
          </p:cNvSpPr>
          <p:nvPr/>
        </p:nvSpPr>
        <p:spPr>
          <a:xfrm xmlns:a="http://schemas.openxmlformats.org/drawingml/2006/main">
            <a:off x="1219200" y="7000875"/>
            <a:ext cx="3886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Criteri soddisfatti</a:t>
            </a:r>
          </a:p>
        </p:txBody>
      </p:sp>
      <p:sp>
        <p:nvSpPr>
          <p:cNvPr id="21" name="step2_e117">
            <a:extLst xmlns:a="http://schemas.openxmlformats.org/drawingml/2006/main">
              <a:ext uri="{FF2B5EF4-FFF2-40B4-BE49-F238E27FC236}">
                <a16:creationId xmlns:a16="http://schemas.microsoft.com/office/drawing/2014/main" id="{3876B0F9-5496-47D1-AA6E-C6D2CF2EE5DA}"/>
              </a:ext>
            </a:extLst>
          </p:cNvPr>
          <p:cNvSpPr>
            <a:spLocks xmlns:a="http://schemas.openxmlformats.org/drawingml/2006/main" noGrp="1"/>
          </p:cNvSpPr>
          <p:nvPr/>
        </p:nvSpPr>
        <p:spPr>
          <a:xfrm xmlns:a="http://schemas.openxmlformats.org/drawingml/2006/main">
            <a:off x="5524500" y="5095875"/>
            <a:ext cx="4191000" cy="2333625"/>
          </a:xfrm>
          <a:prstGeom xmlns:a="http://schemas.openxmlformats.org/drawingml/2006/main" prst="roundRect">
            <a:avLst>
              <a:gd name="adj" fmla="val 6122"/>
            </a:avLst>
          </a:prstGeom>
          <a:solidFill xmlns:a="http://schemas.openxmlformats.org/drawingml/2006/main">
            <a:srgbClr val="FFF0F1"/>
          </a:solidFill>
          <a:ln xmlns:a="http://schemas.openxmlformats.org/drawingml/2006/main" w="17145">
            <a:solidFill>
              <a:srgbClr val="D9E3EF"/>
            </a:solidFill>
            <a:prstDash val="solid"/>
          </a:ln>
        </p:spPr>
      </p:sp>
      <p:sp>
        <p:nvSpPr>
          <p:cNvPr id="22" name="step2_e118">
            <a:extLst xmlns:a="http://schemas.openxmlformats.org/drawingml/2006/main">
              <a:ext uri="{FF2B5EF4-FFF2-40B4-BE49-F238E27FC236}">
                <a16:creationId xmlns:a16="http://schemas.microsoft.com/office/drawing/2014/main" id="{BEC9B2EE-6773-4912-9AE9-406179964F44}"/>
              </a:ext>
            </a:extLst>
          </p:cNvPr>
          <p:cNvSpPr>
            <a:spLocks xmlns:a="http://schemas.openxmlformats.org/drawingml/2006/main" noGrp="1"/>
          </p:cNvSpPr>
          <p:nvPr/>
        </p:nvSpPr>
        <p:spPr>
          <a:xfrm xmlns:a="http://schemas.openxmlformats.org/drawingml/2006/main">
            <a:off x="5753100" y="5248275"/>
            <a:ext cx="37338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8100" b="1">
                <a:solidFill>
                  <a:srgbClr val="B64B56"/>
                </a:solidFill>
                <a:latin typeface="Nimbus Sans"/>
                <a:ea typeface="Nimbus Sans"/>
                <a:cs typeface="Nimbus Sans"/>
              </a:defRPr>
            </a:defPPr>
            <a:lvl1pPr algn="ctr">
              <a:defRPr sz="8100" b="1">
                <a:solidFill>
                  <a:srgbClr val="B64B56"/>
                </a:solidFill>
                <a:latin typeface="Nimbus Sans"/>
                <a:ea typeface="Nimbus Sans"/>
                <a:cs typeface="Nimbus Sans"/>
              </a:defRPr>
            </a:lvl1pPr>
            <a:lvl2pPr algn="ctr">
              <a:defRPr sz="8100" b="1">
                <a:solidFill>
                  <a:srgbClr val="B64B56"/>
                </a:solidFill>
                <a:latin typeface="Nimbus Sans"/>
                <a:ea typeface="Nimbus Sans"/>
                <a:cs typeface="Nimbus Sans"/>
              </a:defRPr>
            </a:lvl2pPr>
            <a:lvl3pPr algn="ctr">
              <a:defRPr sz="8100" b="1">
                <a:solidFill>
                  <a:srgbClr val="B64B56"/>
                </a:solidFill>
                <a:latin typeface="Nimbus Sans"/>
                <a:ea typeface="Nimbus Sans"/>
                <a:cs typeface="Nimbus Sans"/>
              </a:defRPr>
            </a:lvl3pPr>
            <a:lvl4pPr algn="ctr">
              <a:defRPr sz="8100" b="1">
                <a:solidFill>
                  <a:srgbClr val="B64B56"/>
                </a:solidFill>
                <a:latin typeface="Nimbus Sans"/>
                <a:ea typeface="Nimbus Sans"/>
                <a:cs typeface="Nimbus Sans"/>
              </a:defRPr>
            </a:lvl4pPr>
            <a:lvl5pPr algn="ctr">
              <a:defRPr sz="8100" b="1">
                <a:solidFill>
                  <a:srgbClr val="B64B56"/>
                </a:solidFill>
                <a:latin typeface="Nimbus Sans"/>
                <a:ea typeface="Nimbus Sans"/>
                <a:cs typeface="Nimbus Sans"/>
              </a:defRPr>
            </a:lvl5pPr>
            <a:lvl6pPr algn="ctr">
              <a:defRPr sz="8100" b="1">
                <a:solidFill>
                  <a:srgbClr val="B64B56"/>
                </a:solidFill>
                <a:latin typeface="Nimbus Sans"/>
                <a:ea typeface="Nimbus Sans"/>
                <a:cs typeface="Nimbus Sans"/>
              </a:defRPr>
            </a:lvl6pPr>
            <a:lvl7pPr algn="ctr">
              <a:defRPr sz="8100" b="1">
                <a:solidFill>
                  <a:srgbClr val="B64B56"/>
                </a:solidFill>
                <a:latin typeface="Nimbus Sans"/>
                <a:ea typeface="Nimbus Sans"/>
                <a:cs typeface="Nimbus Sans"/>
              </a:defRPr>
            </a:lvl7pPr>
            <a:lvl8pPr algn="ctr">
              <a:defRPr sz="8100" b="1">
                <a:solidFill>
                  <a:srgbClr val="B64B56"/>
                </a:solidFill>
                <a:latin typeface="Nimbus Sans"/>
                <a:ea typeface="Nimbus Sans"/>
                <a:cs typeface="Nimbus Sans"/>
              </a:defRPr>
            </a:lvl8pPr>
            <a:lvl9pPr algn="ctr">
              <a:defRPr sz="8100" b="1">
                <a:solidFill>
                  <a:srgbClr val="B64B56"/>
                </a:solidFill>
                <a:latin typeface="Nimbus Sans"/>
                <a:ea typeface="Nimbus Sans"/>
                <a:cs typeface="Nimbus Sans"/>
              </a:defRPr>
            </a:lvl9pPr>
          </a:lstStyle>
          <a:p xmlns:a="http://schemas.openxmlformats.org/drawingml/2006/main">
            <a:pPr algn="ctr">
              <a:defRPr sz="8100" b="1">
                <a:solidFill>
                  <a:srgbClr val="B64B56"/>
                </a:solidFill>
                <a:latin typeface="Nimbus Sans"/>
                <a:ea typeface="Nimbus Sans"/>
                <a:cs typeface="Nimbus Sans"/>
              </a:defRPr>
            </a:pPr>
            <a:r>
              <a:rPr sz="8100" b="1">
                <a:solidFill>
                  <a:srgbClr val="B64B56"/>
                </a:solidFill>
                <a:latin typeface="Nimbus Sans"/>
                <a:ea typeface="Nimbus Sans"/>
                <a:cs typeface="Nimbus Sans"/>
              </a:rPr>
              <a:t>1</a:t>
            </a:r>
          </a:p>
        </p:txBody>
      </p:sp>
      <p:sp>
        <p:nvSpPr>
          <p:cNvPr id="23" name="step2_e119">
            <a:extLst xmlns:a="http://schemas.openxmlformats.org/drawingml/2006/main">
              <a:ext uri="{FF2B5EF4-FFF2-40B4-BE49-F238E27FC236}">
                <a16:creationId xmlns:a16="http://schemas.microsoft.com/office/drawing/2014/main" id="{AE69032C-8E5A-4CED-BC31-34DEBF38443A}"/>
              </a:ext>
            </a:extLst>
          </p:cNvPr>
          <p:cNvSpPr>
            <a:spLocks xmlns:a="http://schemas.openxmlformats.org/drawingml/2006/main" noGrp="1"/>
          </p:cNvSpPr>
          <p:nvPr/>
        </p:nvSpPr>
        <p:spPr>
          <a:xfrm xmlns:a="http://schemas.openxmlformats.org/drawingml/2006/main">
            <a:off x="5715000" y="6429375"/>
            <a:ext cx="3810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B64B56"/>
                </a:solidFill>
                <a:latin typeface="Nimbus Sans"/>
                <a:ea typeface="Nimbus Sans"/>
                <a:cs typeface="Nimbus Sans"/>
              </a:defRPr>
            </a:defPPr>
            <a:lvl1pPr algn="ctr">
              <a:defRPr sz="2700" b="1">
                <a:solidFill>
                  <a:srgbClr val="B64B56"/>
                </a:solidFill>
                <a:latin typeface="Nimbus Sans"/>
                <a:ea typeface="Nimbus Sans"/>
                <a:cs typeface="Nimbus Sans"/>
              </a:defRPr>
            </a:lvl1pPr>
            <a:lvl2pPr algn="ctr">
              <a:defRPr sz="2700" b="1">
                <a:solidFill>
                  <a:srgbClr val="B64B56"/>
                </a:solidFill>
                <a:latin typeface="Nimbus Sans"/>
                <a:ea typeface="Nimbus Sans"/>
                <a:cs typeface="Nimbus Sans"/>
              </a:defRPr>
            </a:lvl2pPr>
            <a:lvl3pPr algn="ctr">
              <a:defRPr sz="2700" b="1">
                <a:solidFill>
                  <a:srgbClr val="B64B56"/>
                </a:solidFill>
                <a:latin typeface="Nimbus Sans"/>
                <a:ea typeface="Nimbus Sans"/>
                <a:cs typeface="Nimbus Sans"/>
              </a:defRPr>
            </a:lvl3pPr>
            <a:lvl4pPr algn="ctr">
              <a:defRPr sz="2700" b="1">
                <a:solidFill>
                  <a:srgbClr val="B64B56"/>
                </a:solidFill>
                <a:latin typeface="Nimbus Sans"/>
                <a:ea typeface="Nimbus Sans"/>
                <a:cs typeface="Nimbus Sans"/>
              </a:defRPr>
            </a:lvl4pPr>
            <a:lvl5pPr algn="ctr">
              <a:defRPr sz="2700" b="1">
                <a:solidFill>
                  <a:srgbClr val="B64B56"/>
                </a:solidFill>
                <a:latin typeface="Nimbus Sans"/>
                <a:ea typeface="Nimbus Sans"/>
                <a:cs typeface="Nimbus Sans"/>
              </a:defRPr>
            </a:lvl5pPr>
            <a:lvl6pPr algn="ctr">
              <a:defRPr sz="2700" b="1">
                <a:solidFill>
                  <a:srgbClr val="B64B56"/>
                </a:solidFill>
                <a:latin typeface="Nimbus Sans"/>
                <a:ea typeface="Nimbus Sans"/>
                <a:cs typeface="Nimbus Sans"/>
              </a:defRPr>
            </a:lvl6pPr>
            <a:lvl7pPr algn="ctr">
              <a:defRPr sz="2700" b="1">
                <a:solidFill>
                  <a:srgbClr val="B64B56"/>
                </a:solidFill>
                <a:latin typeface="Nimbus Sans"/>
                <a:ea typeface="Nimbus Sans"/>
                <a:cs typeface="Nimbus Sans"/>
              </a:defRPr>
            </a:lvl7pPr>
            <a:lvl8pPr algn="ctr">
              <a:defRPr sz="2700" b="1">
                <a:solidFill>
                  <a:srgbClr val="B64B56"/>
                </a:solidFill>
                <a:latin typeface="Nimbus Sans"/>
                <a:ea typeface="Nimbus Sans"/>
                <a:cs typeface="Nimbus Sans"/>
              </a:defRPr>
            </a:lvl8pPr>
            <a:lvl9pPr algn="ctr">
              <a:defRPr sz="2700" b="1">
                <a:solidFill>
                  <a:srgbClr val="B64B56"/>
                </a:solidFill>
                <a:latin typeface="Nimbus Sans"/>
                <a:ea typeface="Nimbus Sans"/>
                <a:cs typeface="Nimbus Sans"/>
              </a:defRPr>
            </a:lvl9pPr>
          </a:lstStyle>
          <a:p xmlns:a="http://schemas.openxmlformats.org/drawingml/2006/main">
            <a:pPr algn="ctr">
              <a:defRPr sz="2700" b="1">
                <a:solidFill>
                  <a:srgbClr val="B64B56"/>
                </a:solidFill>
                <a:latin typeface="Nimbus Sans"/>
                <a:ea typeface="Nimbus Sans"/>
                <a:cs typeface="Nimbus Sans"/>
              </a:defRPr>
            </a:pPr>
            <a:r>
              <a:rPr sz="2700" b="1">
                <a:solidFill>
                  <a:srgbClr val="B64B56"/>
                </a:solidFill>
                <a:latin typeface="Nimbus Sans"/>
                <a:ea typeface="Nimbus Sans"/>
                <a:cs typeface="Nimbus Sans"/>
              </a:rPr>
              <a:t>FAIL</a:t>
            </a:r>
          </a:p>
        </p:txBody>
      </p:sp>
      <p:sp>
        <p:nvSpPr>
          <p:cNvPr id="24" name="step2_e120">
            <a:extLst xmlns:a="http://schemas.openxmlformats.org/drawingml/2006/main">
              <a:ext uri="{FF2B5EF4-FFF2-40B4-BE49-F238E27FC236}">
                <a16:creationId xmlns:a16="http://schemas.microsoft.com/office/drawing/2014/main" id="{B2E05DDD-812D-4633-8553-7BE4FDF78526}"/>
              </a:ext>
            </a:extLst>
          </p:cNvPr>
          <p:cNvSpPr>
            <a:spLocks xmlns:a="http://schemas.openxmlformats.org/drawingml/2006/main" noGrp="1"/>
          </p:cNvSpPr>
          <p:nvPr/>
        </p:nvSpPr>
        <p:spPr>
          <a:xfrm xmlns:a="http://schemas.openxmlformats.org/drawingml/2006/main">
            <a:off x="5676900" y="7000875"/>
            <a:ext cx="3886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Almeno un criterio violato</a:t>
            </a:r>
          </a:p>
        </p:txBody>
      </p:sp>
      <p:sp>
        <p:nvSpPr>
          <p:cNvPr id="25" name="step2_e121">
            <a:extLst xmlns:a="http://schemas.openxmlformats.org/drawingml/2006/main">
              <a:ext uri="{FF2B5EF4-FFF2-40B4-BE49-F238E27FC236}">
                <a16:creationId xmlns:a16="http://schemas.microsoft.com/office/drawing/2014/main" id="{A5982E4B-5ADA-44E1-97A5-37FCD053B4A6}"/>
              </a:ext>
            </a:extLst>
          </p:cNvPr>
          <p:cNvSpPr>
            <a:spLocks xmlns:a="http://schemas.openxmlformats.org/drawingml/2006/main" noGrp="1"/>
          </p:cNvSpPr>
          <p:nvPr/>
        </p:nvSpPr>
        <p:spPr>
          <a:xfrm xmlns:a="http://schemas.openxmlformats.org/drawingml/2006/main">
            <a:off x="9982200" y="5095875"/>
            <a:ext cx="4191000" cy="2333625"/>
          </a:xfrm>
          <a:prstGeom xmlns:a="http://schemas.openxmlformats.org/drawingml/2006/main" prst="roundRect">
            <a:avLst>
              <a:gd name="adj" fmla="val 6122"/>
            </a:avLst>
          </a:prstGeom>
          <a:solidFill xmlns:a="http://schemas.openxmlformats.org/drawingml/2006/main">
            <a:srgbClr val="FFF7E9"/>
          </a:solidFill>
          <a:ln xmlns:a="http://schemas.openxmlformats.org/drawingml/2006/main" w="17145">
            <a:solidFill>
              <a:srgbClr val="D9E3EF"/>
            </a:solidFill>
            <a:prstDash val="solid"/>
          </a:ln>
        </p:spPr>
      </p:sp>
      <p:sp>
        <p:nvSpPr>
          <p:cNvPr id="26" name="step2_e122">
            <a:extLst xmlns:a="http://schemas.openxmlformats.org/drawingml/2006/main">
              <a:ext uri="{FF2B5EF4-FFF2-40B4-BE49-F238E27FC236}">
                <a16:creationId xmlns:a16="http://schemas.microsoft.com/office/drawing/2014/main" id="{3AB7FE4F-4F73-427C-B687-9791D441AE83}"/>
              </a:ext>
            </a:extLst>
          </p:cNvPr>
          <p:cNvSpPr>
            <a:spLocks xmlns:a="http://schemas.openxmlformats.org/drawingml/2006/main" noGrp="1"/>
          </p:cNvSpPr>
          <p:nvPr/>
        </p:nvSpPr>
        <p:spPr>
          <a:xfrm xmlns:a="http://schemas.openxmlformats.org/drawingml/2006/main">
            <a:off x="10210800" y="5248275"/>
            <a:ext cx="37338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8100" b="1">
                <a:solidFill>
                  <a:srgbClr val="9D7139"/>
                </a:solidFill>
                <a:latin typeface="Nimbus Sans"/>
                <a:ea typeface="Nimbus Sans"/>
                <a:cs typeface="Nimbus Sans"/>
              </a:defRPr>
            </a:defPPr>
            <a:lvl1pPr algn="ctr">
              <a:defRPr sz="8100" b="1">
                <a:solidFill>
                  <a:srgbClr val="9D7139"/>
                </a:solidFill>
                <a:latin typeface="Nimbus Sans"/>
                <a:ea typeface="Nimbus Sans"/>
                <a:cs typeface="Nimbus Sans"/>
              </a:defRPr>
            </a:lvl1pPr>
            <a:lvl2pPr algn="ctr">
              <a:defRPr sz="8100" b="1">
                <a:solidFill>
                  <a:srgbClr val="9D7139"/>
                </a:solidFill>
                <a:latin typeface="Nimbus Sans"/>
                <a:ea typeface="Nimbus Sans"/>
                <a:cs typeface="Nimbus Sans"/>
              </a:defRPr>
            </a:lvl2pPr>
            <a:lvl3pPr algn="ctr">
              <a:defRPr sz="8100" b="1">
                <a:solidFill>
                  <a:srgbClr val="9D7139"/>
                </a:solidFill>
                <a:latin typeface="Nimbus Sans"/>
                <a:ea typeface="Nimbus Sans"/>
                <a:cs typeface="Nimbus Sans"/>
              </a:defRPr>
            </a:lvl3pPr>
            <a:lvl4pPr algn="ctr">
              <a:defRPr sz="8100" b="1">
                <a:solidFill>
                  <a:srgbClr val="9D7139"/>
                </a:solidFill>
                <a:latin typeface="Nimbus Sans"/>
                <a:ea typeface="Nimbus Sans"/>
                <a:cs typeface="Nimbus Sans"/>
              </a:defRPr>
            </a:lvl4pPr>
            <a:lvl5pPr algn="ctr">
              <a:defRPr sz="8100" b="1">
                <a:solidFill>
                  <a:srgbClr val="9D7139"/>
                </a:solidFill>
                <a:latin typeface="Nimbus Sans"/>
                <a:ea typeface="Nimbus Sans"/>
                <a:cs typeface="Nimbus Sans"/>
              </a:defRPr>
            </a:lvl5pPr>
            <a:lvl6pPr algn="ctr">
              <a:defRPr sz="8100" b="1">
                <a:solidFill>
                  <a:srgbClr val="9D7139"/>
                </a:solidFill>
                <a:latin typeface="Nimbus Sans"/>
                <a:ea typeface="Nimbus Sans"/>
                <a:cs typeface="Nimbus Sans"/>
              </a:defRPr>
            </a:lvl6pPr>
            <a:lvl7pPr algn="ctr">
              <a:defRPr sz="8100" b="1">
                <a:solidFill>
                  <a:srgbClr val="9D7139"/>
                </a:solidFill>
                <a:latin typeface="Nimbus Sans"/>
                <a:ea typeface="Nimbus Sans"/>
                <a:cs typeface="Nimbus Sans"/>
              </a:defRPr>
            </a:lvl7pPr>
            <a:lvl8pPr algn="ctr">
              <a:defRPr sz="8100" b="1">
                <a:solidFill>
                  <a:srgbClr val="9D7139"/>
                </a:solidFill>
                <a:latin typeface="Nimbus Sans"/>
                <a:ea typeface="Nimbus Sans"/>
                <a:cs typeface="Nimbus Sans"/>
              </a:defRPr>
            </a:lvl8pPr>
            <a:lvl9pPr algn="ctr">
              <a:defRPr sz="8100" b="1">
                <a:solidFill>
                  <a:srgbClr val="9D7139"/>
                </a:solidFill>
                <a:latin typeface="Nimbus Sans"/>
                <a:ea typeface="Nimbus Sans"/>
                <a:cs typeface="Nimbus Sans"/>
              </a:defRPr>
            </a:lvl9pPr>
          </a:lstStyle>
          <a:p xmlns:a="http://schemas.openxmlformats.org/drawingml/2006/main">
            <a:pPr algn="ctr">
              <a:defRPr sz="8100" b="1">
                <a:solidFill>
                  <a:srgbClr val="9D7139"/>
                </a:solidFill>
                <a:latin typeface="Nimbus Sans"/>
                <a:ea typeface="Nimbus Sans"/>
                <a:cs typeface="Nimbus Sans"/>
              </a:defRPr>
            </a:pPr>
            <a:r>
              <a:rPr sz="8100" b="1">
                <a:solidFill>
                  <a:srgbClr val="9D7139"/>
                </a:solidFill>
                <a:latin typeface="Nimbus Sans"/>
                <a:ea typeface="Nimbus Sans"/>
                <a:cs typeface="Nimbus Sans"/>
              </a:rPr>
              <a:t>3</a:t>
            </a:r>
          </a:p>
        </p:txBody>
      </p:sp>
      <p:sp>
        <p:nvSpPr>
          <p:cNvPr id="27" name="step2_e123">
            <a:extLst xmlns:a="http://schemas.openxmlformats.org/drawingml/2006/main">
              <a:ext uri="{FF2B5EF4-FFF2-40B4-BE49-F238E27FC236}">
                <a16:creationId xmlns:a16="http://schemas.microsoft.com/office/drawing/2014/main" id="{015D204B-6693-46E2-9C19-F4417EDF1DAF}"/>
              </a:ext>
            </a:extLst>
          </p:cNvPr>
          <p:cNvSpPr>
            <a:spLocks xmlns:a="http://schemas.openxmlformats.org/drawingml/2006/main" noGrp="1"/>
          </p:cNvSpPr>
          <p:nvPr/>
        </p:nvSpPr>
        <p:spPr>
          <a:xfrm xmlns:a="http://schemas.openxmlformats.org/drawingml/2006/main">
            <a:off x="10172700" y="6429375"/>
            <a:ext cx="3810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325" b="1">
                <a:solidFill>
                  <a:srgbClr val="9D7139"/>
                </a:solidFill>
                <a:latin typeface="Nimbus Sans"/>
                <a:ea typeface="Nimbus Sans"/>
                <a:cs typeface="Nimbus Sans"/>
              </a:defRPr>
            </a:defPPr>
            <a:lvl1pPr algn="ctr">
              <a:defRPr sz="2325" b="1">
                <a:solidFill>
                  <a:srgbClr val="9D7139"/>
                </a:solidFill>
                <a:latin typeface="Nimbus Sans"/>
                <a:ea typeface="Nimbus Sans"/>
                <a:cs typeface="Nimbus Sans"/>
              </a:defRPr>
            </a:lvl1pPr>
            <a:lvl2pPr algn="ctr">
              <a:defRPr sz="2325" b="1">
                <a:solidFill>
                  <a:srgbClr val="9D7139"/>
                </a:solidFill>
                <a:latin typeface="Nimbus Sans"/>
                <a:ea typeface="Nimbus Sans"/>
                <a:cs typeface="Nimbus Sans"/>
              </a:defRPr>
            </a:lvl2pPr>
            <a:lvl3pPr algn="ctr">
              <a:defRPr sz="2325" b="1">
                <a:solidFill>
                  <a:srgbClr val="9D7139"/>
                </a:solidFill>
                <a:latin typeface="Nimbus Sans"/>
                <a:ea typeface="Nimbus Sans"/>
                <a:cs typeface="Nimbus Sans"/>
              </a:defRPr>
            </a:lvl3pPr>
            <a:lvl4pPr algn="ctr">
              <a:defRPr sz="2325" b="1">
                <a:solidFill>
                  <a:srgbClr val="9D7139"/>
                </a:solidFill>
                <a:latin typeface="Nimbus Sans"/>
                <a:ea typeface="Nimbus Sans"/>
                <a:cs typeface="Nimbus Sans"/>
              </a:defRPr>
            </a:lvl4pPr>
            <a:lvl5pPr algn="ctr">
              <a:defRPr sz="2325" b="1">
                <a:solidFill>
                  <a:srgbClr val="9D7139"/>
                </a:solidFill>
                <a:latin typeface="Nimbus Sans"/>
                <a:ea typeface="Nimbus Sans"/>
                <a:cs typeface="Nimbus Sans"/>
              </a:defRPr>
            </a:lvl5pPr>
            <a:lvl6pPr algn="ctr">
              <a:defRPr sz="2325" b="1">
                <a:solidFill>
                  <a:srgbClr val="9D7139"/>
                </a:solidFill>
                <a:latin typeface="Nimbus Sans"/>
                <a:ea typeface="Nimbus Sans"/>
                <a:cs typeface="Nimbus Sans"/>
              </a:defRPr>
            </a:lvl6pPr>
            <a:lvl7pPr algn="ctr">
              <a:defRPr sz="2325" b="1">
                <a:solidFill>
                  <a:srgbClr val="9D7139"/>
                </a:solidFill>
                <a:latin typeface="Nimbus Sans"/>
                <a:ea typeface="Nimbus Sans"/>
                <a:cs typeface="Nimbus Sans"/>
              </a:defRPr>
            </a:lvl7pPr>
            <a:lvl8pPr algn="ctr">
              <a:defRPr sz="2325" b="1">
                <a:solidFill>
                  <a:srgbClr val="9D7139"/>
                </a:solidFill>
                <a:latin typeface="Nimbus Sans"/>
                <a:ea typeface="Nimbus Sans"/>
                <a:cs typeface="Nimbus Sans"/>
              </a:defRPr>
            </a:lvl8pPr>
            <a:lvl9pPr algn="ctr">
              <a:defRPr sz="2325" b="1">
                <a:solidFill>
                  <a:srgbClr val="9D7139"/>
                </a:solidFill>
                <a:latin typeface="Nimbus Sans"/>
                <a:ea typeface="Nimbus Sans"/>
                <a:cs typeface="Nimbus Sans"/>
              </a:defRPr>
            </a:lvl9pPr>
          </a:lstStyle>
          <a:p xmlns:a="http://schemas.openxmlformats.org/drawingml/2006/main">
            <a:pPr algn="ctr">
              <a:defRPr sz="2325" b="1">
                <a:solidFill>
                  <a:srgbClr val="9D7139"/>
                </a:solidFill>
                <a:latin typeface="Nimbus Sans"/>
                <a:ea typeface="Nimbus Sans"/>
                <a:cs typeface="Nimbus Sans"/>
              </a:defRPr>
            </a:pPr>
            <a:r>
              <a:rPr sz="2325" b="1">
                <a:solidFill>
                  <a:srgbClr val="9D7139"/>
                </a:solidFill>
                <a:latin typeface="Nimbus Sans"/>
                <a:ea typeface="Nimbus Sans"/>
                <a:cs typeface="Nimbus Sans"/>
              </a:rPr>
              <a:t>INCONCLUSIVE</a:t>
            </a:r>
          </a:p>
        </p:txBody>
      </p:sp>
      <p:sp>
        <p:nvSpPr>
          <p:cNvPr id="28" name="step2_e124">
            <a:extLst xmlns:a="http://schemas.openxmlformats.org/drawingml/2006/main">
              <a:ext uri="{FF2B5EF4-FFF2-40B4-BE49-F238E27FC236}">
                <a16:creationId xmlns:a16="http://schemas.microsoft.com/office/drawing/2014/main" id="{EEAA4AC0-FF03-4981-92E0-CB3C6DA649CE}"/>
              </a:ext>
            </a:extLst>
          </p:cNvPr>
          <p:cNvSpPr>
            <a:spLocks xmlns:a="http://schemas.openxmlformats.org/drawingml/2006/main" noGrp="1"/>
          </p:cNvSpPr>
          <p:nvPr/>
        </p:nvSpPr>
        <p:spPr>
          <a:xfrm xmlns:a="http://schemas.openxmlformats.org/drawingml/2006/main">
            <a:off x="10134600" y="7000875"/>
            <a:ext cx="3886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Evidenze insufficienti</a:t>
            </a:r>
          </a:p>
        </p:txBody>
      </p:sp>
      <p:sp>
        <p:nvSpPr>
          <p:cNvPr id="29" name="step3_e125">
            <a:extLst xmlns:a="http://schemas.openxmlformats.org/drawingml/2006/main">
              <a:ext uri="{FF2B5EF4-FFF2-40B4-BE49-F238E27FC236}">
                <a16:creationId xmlns:a16="http://schemas.microsoft.com/office/drawing/2014/main" id="{8285E067-4155-4EB2-B18D-221CC4B90F00}"/>
              </a:ext>
            </a:extLst>
          </p:cNvPr>
          <p:cNvSpPr>
            <a:spLocks xmlns:a="http://schemas.openxmlformats.org/drawingml/2006/main" noGrp="1"/>
          </p:cNvSpPr>
          <p:nvPr/>
        </p:nvSpPr>
        <p:spPr>
          <a:xfrm xmlns:a="http://schemas.openxmlformats.org/drawingml/2006/main">
            <a:off x="1066800" y="7791450"/>
            <a:ext cx="13106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182536"/>
                </a:solidFill>
                <a:latin typeface="Nimbus Sans"/>
                <a:ea typeface="Nimbus Sans"/>
                <a:cs typeface="Nimbus Sans"/>
              </a:defRPr>
            </a:defPPr>
            <a:lvl1pPr algn="l">
              <a:defRPr sz="2175" b="1">
                <a:solidFill>
                  <a:srgbClr val="182536"/>
                </a:solidFill>
                <a:latin typeface="Nimbus Sans"/>
                <a:ea typeface="Nimbus Sans"/>
                <a:cs typeface="Nimbus Sans"/>
              </a:defRPr>
            </a:lvl1pPr>
            <a:lvl2pPr algn="l">
              <a:defRPr sz="2175" b="1">
                <a:solidFill>
                  <a:srgbClr val="182536"/>
                </a:solidFill>
                <a:latin typeface="Nimbus Sans"/>
                <a:ea typeface="Nimbus Sans"/>
                <a:cs typeface="Nimbus Sans"/>
              </a:defRPr>
            </a:lvl2pPr>
            <a:lvl3pPr algn="l">
              <a:defRPr sz="2175" b="1">
                <a:solidFill>
                  <a:srgbClr val="182536"/>
                </a:solidFill>
                <a:latin typeface="Nimbus Sans"/>
                <a:ea typeface="Nimbus Sans"/>
                <a:cs typeface="Nimbus Sans"/>
              </a:defRPr>
            </a:lvl3pPr>
            <a:lvl4pPr algn="l">
              <a:defRPr sz="2175" b="1">
                <a:solidFill>
                  <a:srgbClr val="182536"/>
                </a:solidFill>
                <a:latin typeface="Nimbus Sans"/>
                <a:ea typeface="Nimbus Sans"/>
                <a:cs typeface="Nimbus Sans"/>
              </a:defRPr>
            </a:lvl4pPr>
            <a:lvl5pPr algn="l">
              <a:defRPr sz="2175" b="1">
                <a:solidFill>
                  <a:srgbClr val="182536"/>
                </a:solidFill>
                <a:latin typeface="Nimbus Sans"/>
                <a:ea typeface="Nimbus Sans"/>
                <a:cs typeface="Nimbus Sans"/>
              </a:defRPr>
            </a:lvl5pPr>
            <a:lvl6pPr algn="l">
              <a:defRPr sz="2175" b="1">
                <a:solidFill>
                  <a:srgbClr val="182536"/>
                </a:solidFill>
                <a:latin typeface="Nimbus Sans"/>
                <a:ea typeface="Nimbus Sans"/>
                <a:cs typeface="Nimbus Sans"/>
              </a:defRPr>
            </a:lvl6pPr>
            <a:lvl7pPr algn="l">
              <a:defRPr sz="2175" b="1">
                <a:solidFill>
                  <a:srgbClr val="182536"/>
                </a:solidFill>
                <a:latin typeface="Nimbus Sans"/>
                <a:ea typeface="Nimbus Sans"/>
                <a:cs typeface="Nimbus Sans"/>
              </a:defRPr>
            </a:lvl7pPr>
            <a:lvl8pPr algn="l">
              <a:defRPr sz="2175" b="1">
                <a:solidFill>
                  <a:srgbClr val="182536"/>
                </a:solidFill>
                <a:latin typeface="Nimbus Sans"/>
                <a:ea typeface="Nimbus Sans"/>
                <a:cs typeface="Nimbus Sans"/>
              </a:defRPr>
            </a:lvl8pPr>
            <a:lvl9pPr algn="l">
              <a:defRPr sz="2175" b="1">
                <a:solidFill>
                  <a:srgbClr val="182536"/>
                </a:solidFill>
                <a:latin typeface="Nimbus Sans"/>
                <a:ea typeface="Nimbus Sans"/>
                <a:cs typeface="Nimbus Sans"/>
              </a:defRPr>
            </a:lvl9pPr>
          </a:lstStyle>
          <a:p xmlns:a="http://schemas.openxmlformats.org/drawingml/2006/main">
            <a:pPr algn="l">
              <a:defRPr sz="2175" b="1">
                <a:solidFill>
                  <a:srgbClr val="182536"/>
                </a:solidFill>
                <a:latin typeface="Nimbus Sans"/>
                <a:ea typeface="Nimbus Sans"/>
                <a:cs typeface="Nimbus Sans"/>
              </a:defRPr>
            </a:pPr>
            <a:r>
              <a:rPr sz="2175" b="1">
                <a:solidFill>
                  <a:srgbClr val="182536"/>
                </a:solidFill>
                <a:latin typeface="Nimbus Sans"/>
                <a:ea typeface="Nimbus Sans"/>
                <a:cs typeface="Nimbus Sans"/>
              </a:rPr>
              <a:t>NRF: HTTP 200 osservato, HTTP 403 richiesto. Il FAIL è l’esito atteso.</a:t>
            </a:r>
          </a:p>
        </p:txBody>
      </p:sp>
    </p:spTree>
    <p:extLst>
      <p:ext uri="{BB962C8B-B14F-4D97-AF65-F5344CB8AC3E}">
        <p14:creationId xmlns:p14="http://schemas.microsoft.com/office/powerpoint/2010/main" val="61395462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tgtEl>
                                          <p:spTgt spid="5"/>
                                        </p:tgtEl>
                                        <p:attrNameLst>
                                          <p:attrName>style.visibility</p:attrName>
                                        </p:attrNameLst>
                                      </p:cBhvr>
                                      <p:to>
                                        <p:strVal val="visible"/>
                                      </p:to>
                                    </p:set>
                                    <p:set>
                                      <p:cBhvr>
                                        <p:cTn id="7" dur="1" fill="hold"/>
                                        <p:tgtEl>
                                          <p:spTgt spid="6"/>
                                        </p:tgtEl>
                                        <p:attrNameLst>
                                          <p:attrName>style.visibility</p:attrName>
                                        </p:attrNameLst>
                                      </p:cBhvr>
                                      <p:to>
                                        <p:strVal val="visible"/>
                                      </p:to>
                                    </p:set>
                                    <p:set>
                                      <p:cBhvr>
                                        <p:cTn id="8" dur="1" fill="hold"/>
                                        <p:tgtEl>
                                          <p:spTgt spid="7"/>
                                        </p:tgtEl>
                                        <p:attrNameLst>
                                          <p:attrName>style.visibility</p:attrName>
                                        </p:attrNameLst>
                                      </p:cBhvr>
                                      <p:to>
                                        <p:strVal val="visible"/>
                                      </p:to>
                                    </p:set>
                                    <p:set>
                                      <p:cBhvr>
                                        <p:cTn id="9" dur="1" fill="hold"/>
                                        <p:tgtEl>
                                          <p:spTgt spid="8"/>
                                        </p:tgtEl>
                                        <p:attrNameLst>
                                          <p:attrName>style.visibility</p:attrName>
                                        </p:attrNameLst>
                                      </p:cBhvr>
                                      <p:to>
                                        <p:strVal val="visible"/>
                                      </p:to>
                                    </p:set>
                                    <p:set>
                                      <p:cBhvr>
                                        <p:cTn id="10" dur="1" fill="hold"/>
                                        <p:tgtEl>
                                          <p:spTgt spid="9"/>
                                        </p:tgtEl>
                                        <p:attrNameLst>
                                          <p:attrName>style.visibility</p:attrName>
                                        </p:attrNameLst>
                                      </p:cBhvr>
                                      <p:to>
                                        <p:strVal val="visible"/>
                                      </p:to>
                                    </p:set>
                                    <p:set>
                                      <p:cBhvr>
                                        <p:cTn id="11" dur="1" fill="hold"/>
                                        <p:tgtEl>
                                          <p:spTgt spid="10"/>
                                        </p:tgtEl>
                                        <p:attrNameLst>
                                          <p:attrName>style.visibility</p:attrName>
                                        </p:attrNameLst>
                                      </p:cBhvr>
                                      <p:to>
                                        <p:strVal val="visible"/>
                                      </p:to>
                                    </p:set>
                                    <p:set>
                                      <p:cBhvr>
                                        <p:cTn id="12" dur="1" fill="hold"/>
                                        <p:tgtEl>
                                          <p:spTgt spid="11"/>
                                        </p:tgtEl>
                                        <p:attrNameLst>
                                          <p:attrName>style.visibility</p:attrName>
                                        </p:attrNameLst>
                                      </p:cBhvr>
                                      <p:to>
                                        <p:strVal val="visible"/>
                                      </p:to>
                                    </p:set>
                                    <p:set>
                                      <p:cBhvr>
                                        <p:cTn id="13" dur="1" fill="hold"/>
                                        <p:tgtEl>
                                          <p:spTgt spid="12"/>
                                        </p:tgtEl>
                                        <p:attrNameLst>
                                          <p:attrName>style.visibility</p:attrName>
                                        </p:attrNameLst>
                                      </p:cBhvr>
                                      <p:to>
                                        <p:strVal val="visible"/>
                                      </p:to>
                                    </p:set>
                                    <p:set>
                                      <p:cBhvr>
                                        <p:cTn id="14" dur="1" fill="hold"/>
                                        <p:tgtEl>
                                          <p:spTgt spid="13"/>
                                        </p:tgtEl>
                                        <p:attrNameLst>
                                          <p:attrName>style.visibility</p:attrName>
                                        </p:attrNameLst>
                                      </p:cBhvr>
                                      <p:to>
                                        <p:strVal val="visible"/>
                                      </p:to>
                                    </p:set>
                                    <p:set>
                                      <p:cBhvr>
                                        <p:cTn id="15" dur="1" fill="hold"/>
                                        <p:tgtEl>
                                          <p:spTgt spid="14"/>
                                        </p:tgtEl>
                                        <p:attrNameLst>
                                          <p:attrName>style.visibility</p:attrName>
                                        </p:attrNameLst>
                                      </p:cBhvr>
                                      <p:to>
                                        <p:strVal val="visible"/>
                                      </p:to>
                                    </p:set>
                                    <p:set>
                                      <p:cBhvr>
                                        <p:cTn id="16" dur="1" fill="hold"/>
                                        <p:tgtEl>
                                          <p:spTgt spid="15"/>
                                        </p:tgtEl>
                                        <p:attrNameLst>
                                          <p:attrName>style.visibility</p:attrName>
                                        </p:attrNameLst>
                                      </p:cBhvr>
                                      <p:to>
                                        <p:strVal val="visible"/>
                                      </p:to>
                                    </p:set>
                                    <p:set>
                                      <p:cBhvr>
                                        <p:cTn id="17" dur="1" fill="hold"/>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2" nodeType="clickEffect">
                                  <p:stCondLst>
                                    <p:cond delay="0"/>
                                  </p:stCondLst>
                                  <p:childTnLst>
                                    <p:set>
                                      <p:cBhvr>
                                        <p:cTn id="21" dur="1" fill="hold"/>
                                        <p:tgtEl>
                                          <p:spTgt spid="17"/>
                                        </p:tgtEl>
                                        <p:attrNameLst>
                                          <p:attrName>style.visibility</p:attrName>
                                        </p:attrNameLst>
                                      </p:cBhvr>
                                      <p:to>
                                        <p:strVal val="visible"/>
                                      </p:to>
                                    </p:set>
                                    <p:set>
                                      <p:cBhvr>
                                        <p:cTn id="22" dur="1" fill="hold"/>
                                        <p:tgtEl>
                                          <p:spTgt spid="18"/>
                                        </p:tgtEl>
                                        <p:attrNameLst>
                                          <p:attrName>style.visibility</p:attrName>
                                        </p:attrNameLst>
                                      </p:cBhvr>
                                      <p:to>
                                        <p:strVal val="visible"/>
                                      </p:to>
                                    </p:set>
                                    <p:set>
                                      <p:cBhvr>
                                        <p:cTn id="23" dur="1" fill="hold"/>
                                        <p:tgtEl>
                                          <p:spTgt spid="19"/>
                                        </p:tgtEl>
                                        <p:attrNameLst>
                                          <p:attrName>style.visibility</p:attrName>
                                        </p:attrNameLst>
                                      </p:cBhvr>
                                      <p:to>
                                        <p:strVal val="visible"/>
                                      </p:to>
                                    </p:set>
                                    <p:set>
                                      <p:cBhvr>
                                        <p:cTn id="24" dur="1" fill="hold"/>
                                        <p:tgtEl>
                                          <p:spTgt spid="20"/>
                                        </p:tgtEl>
                                        <p:attrNameLst>
                                          <p:attrName>style.visibility</p:attrName>
                                        </p:attrNameLst>
                                      </p:cBhvr>
                                      <p:to>
                                        <p:strVal val="visible"/>
                                      </p:to>
                                    </p:set>
                                    <p:set>
                                      <p:cBhvr>
                                        <p:cTn id="25" dur="1" fill="hold"/>
                                        <p:tgtEl>
                                          <p:spTgt spid="21"/>
                                        </p:tgtEl>
                                        <p:attrNameLst>
                                          <p:attrName>style.visibility</p:attrName>
                                        </p:attrNameLst>
                                      </p:cBhvr>
                                      <p:to>
                                        <p:strVal val="visible"/>
                                      </p:to>
                                    </p:set>
                                    <p:set>
                                      <p:cBhvr>
                                        <p:cTn id="26" dur="1" fill="hold"/>
                                        <p:tgtEl>
                                          <p:spTgt spid="22"/>
                                        </p:tgtEl>
                                        <p:attrNameLst>
                                          <p:attrName>style.visibility</p:attrName>
                                        </p:attrNameLst>
                                      </p:cBhvr>
                                      <p:to>
                                        <p:strVal val="visible"/>
                                      </p:to>
                                    </p:set>
                                    <p:set>
                                      <p:cBhvr>
                                        <p:cTn id="27" dur="1" fill="hold"/>
                                        <p:tgtEl>
                                          <p:spTgt spid="23"/>
                                        </p:tgtEl>
                                        <p:attrNameLst>
                                          <p:attrName>style.visibility</p:attrName>
                                        </p:attrNameLst>
                                      </p:cBhvr>
                                      <p:to>
                                        <p:strVal val="visible"/>
                                      </p:to>
                                    </p:set>
                                    <p:set>
                                      <p:cBhvr>
                                        <p:cTn id="28" dur="1" fill="hold"/>
                                        <p:tgtEl>
                                          <p:spTgt spid="24"/>
                                        </p:tgtEl>
                                        <p:attrNameLst>
                                          <p:attrName>style.visibility</p:attrName>
                                        </p:attrNameLst>
                                      </p:cBhvr>
                                      <p:to>
                                        <p:strVal val="visible"/>
                                      </p:to>
                                    </p:set>
                                    <p:set>
                                      <p:cBhvr>
                                        <p:cTn id="29" dur="1" fill="hold"/>
                                        <p:tgtEl>
                                          <p:spTgt spid="25"/>
                                        </p:tgtEl>
                                        <p:attrNameLst>
                                          <p:attrName>style.visibility</p:attrName>
                                        </p:attrNameLst>
                                      </p:cBhvr>
                                      <p:to>
                                        <p:strVal val="visible"/>
                                      </p:to>
                                    </p:set>
                                    <p:set>
                                      <p:cBhvr>
                                        <p:cTn id="30" dur="1" fill="hold"/>
                                        <p:tgtEl>
                                          <p:spTgt spid="26"/>
                                        </p:tgtEl>
                                        <p:attrNameLst>
                                          <p:attrName>style.visibility</p:attrName>
                                        </p:attrNameLst>
                                      </p:cBhvr>
                                      <p:to>
                                        <p:strVal val="visible"/>
                                      </p:to>
                                    </p:set>
                                    <p:set>
                                      <p:cBhvr>
                                        <p:cTn id="31" dur="1" fill="hold"/>
                                        <p:tgtEl>
                                          <p:spTgt spid="27"/>
                                        </p:tgtEl>
                                        <p:attrNameLst>
                                          <p:attrName>style.visibility</p:attrName>
                                        </p:attrNameLst>
                                      </p:cBhvr>
                                      <p:to>
                                        <p:strVal val="visible"/>
                                      </p:to>
                                    </p:set>
                                    <p:set>
                                      <p:cBhvr>
                                        <p:cTn id="32" dur="1" fill="hold"/>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3" nodeType="clickEffect">
                                  <p:stCondLst>
                                    <p:cond delay="0"/>
                                  </p:stCondLst>
                                  <p:childTnLst>
                                    <p:set>
                                      <p:cBhvr>
                                        <p:cTn id="36" dur="1" fill="hold"/>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26" name="step0_e126">
            <a:extLst xmlns:a="http://schemas.openxmlformats.org/drawingml/2006/main">
              <a:ext uri="{FF2B5EF4-FFF2-40B4-BE49-F238E27FC236}">
                <a16:creationId xmlns:a16="http://schemas.microsoft.com/office/drawing/2014/main" id="{70DF245E-7A74-4075-9CAC-7D3A37711B3E}"/>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VALUTAZIONE E CONCLUSIONI</a:t>
            </a:r>
          </a:p>
        </p:txBody>
      </p:sp>
      <p:sp>
        <p:nvSpPr>
          <p:cNvPr id="2" name="step0_e127">
            <a:extLst xmlns:a="http://schemas.openxmlformats.org/drawingml/2006/main">
              <a:ext uri="{FF2B5EF4-FFF2-40B4-BE49-F238E27FC236}">
                <a16:creationId xmlns:a16="http://schemas.microsoft.com/office/drawing/2014/main" id="{A74F0762-8AB7-427C-BF54-504B0CBB4267}"/>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05 / 05</a:t>
            </a:r>
          </a:p>
        </p:txBody>
      </p:sp>
      <p:sp>
        <p:nvSpPr>
          <p:cNvPr id="3" name="step0_e128">
            <a:extLst xmlns:a="http://schemas.openxmlformats.org/drawingml/2006/main">
              <a:ext uri="{FF2B5EF4-FFF2-40B4-BE49-F238E27FC236}">
                <a16:creationId xmlns:a16="http://schemas.microsoft.com/office/drawing/2014/main" id="{AB6E3DCC-51BC-40E9-A111-FB5275EC1A18}"/>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Mutation testing</a:t>
            </a:r>
          </a:p>
        </p:txBody>
      </p:sp>
      <p:sp>
        <p:nvSpPr>
          <p:cNvPr id="4" name="step0_e129">
            <a:extLst xmlns:a="http://schemas.openxmlformats.org/drawingml/2006/main">
              <a:ext uri="{FF2B5EF4-FFF2-40B4-BE49-F238E27FC236}">
                <a16:creationId xmlns:a16="http://schemas.microsoft.com/office/drawing/2014/main" id="{3EE33E1A-A2B6-4798-B6A2-985122F7B5FC}"/>
              </a:ext>
            </a:extLst>
          </p:cNvPr>
          <p:cNvSpPr>
            <a:spLocks xmlns:a="http://schemas.openxmlformats.org/drawingml/2006/main" noGrp="1"/>
          </p:cNvSpPr>
          <p:nvPr/>
        </p:nvSpPr>
        <p:spPr>
          <a:xfrm xmlns:a="http://schemas.openxmlformats.org/drawingml/2006/main">
            <a:off x="1066800" y="2000250"/>
            <a:ext cx="13106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a:solidFill>
                  <a:srgbClr val="52627B"/>
                </a:solidFill>
                <a:latin typeface="Nimbus Sans"/>
                <a:ea typeface="Nimbus Sans"/>
                <a:cs typeface="Nimbus Sans"/>
              </a:defRPr>
            </a:defPPr>
            <a:lvl1pPr algn="l">
              <a:defRPr sz="2175" b="0">
                <a:solidFill>
                  <a:srgbClr val="52627B"/>
                </a:solidFill>
                <a:latin typeface="Nimbus Sans"/>
                <a:ea typeface="Nimbus Sans"/>
                <a:cs typeface="Nimbus Sans"/>
              </a:defRPr>
            </a:lvl1pPr>
            <a:lvl2pPr algn="l">
              <a:defRPr sz="2175" b="0">
                <a:solidFill>
                  <a:srgbClr val="52627B"/>
                </a:solidFill>
                <a:latin typeface="Nimbus Sans"/>
                <a:ea typeface="Nimbus Sans"/>
                <a:cs typeface="Nimbus Sans"/>
              </a:defRPr>
            </a:lvl2pPr>
            <a:lvl3pPr algn="l">
              <a:defRPr sz="2175" b="0">
                <a:solidFill>
                  <a:srgbClr val="52627B"/>
                </a:solidFill>
                <a:latin typeface="Nimbus Sans"/>
                <a:ea typeface="Nimbus Sans"/>
                <a:cs typeface="Nimbus Sans"/>
              </a:defRPr>
            </a:lvl3pPr>
            <a:lvl4pPr algn="l">
              <a:defRPr sz="2175" b="0">
                <a:solidFill>
                  <a:srgbClr val="52627B"/>
                </a:solidFill>
                <a:latin typeface="Nimbus Sans"/>
                <a:ea typeface="Nimbus Sans"/>
                <a:cs typeface="Nimbus Sans"/>
              </a:defRPr>
            </a:lvl4pPr>
            <a:lvl5pPr algn="l">
              <a:defRPr sz="2175" b="0">
                <a:solidFill>
                  <a:srgbClr val="52627B"/>
                </a:solidFill>
                <a:latin typeface="Nimbus Sans"/>
                <a:ea typeface="Nimbus Sans"/>
                <a:cs typeface="Nimbus Sans"/>
              </a:defRPr>
            </a:lvl5pPr>
            <a:lvl6pPr algn="l">
              <a:defRPr sz="2175" b="0">
                <a:solidFill>
                  <a:srgbClr val="52627B"/>
                </a:solidFill>
                <a:latin typeface="Nimbus Sans"/>
                <a:ea typeface="Nimbus Sans"/>
                <a:cs typeface="Nimbus Sans"/>
              </a:defRPr>
            </a:lvl6pPr>
            <a:lvl7pPr algn="l">
              <a:defRPr sz="2175" b="0">
                <a:solidFill>
                  <a:srgbClr val="52627B"/>
                </a:solidFill>
                <a:latin typeface="Nimbus Sans"/>
                <a:ea typeface="Nimbus Sans"/>
                <a:cs typeface="Nimbus Sans"/>
              </a:defRPr>
            </a:lvl7pPr>
            <a:lvl8pPr algn="l">
              <a:defRPr sz="2175" b="0">
                <a:solidFill>
                  <a:srgbClr val="52627B"/>
                </a:solidFill>
                <a:latin typeface="Nimbus Sans"/>
                <a:ea typeface="Nimbus Sans"/>
                <a:cs typeface="Nimbus Sans"/>
              </a:defRPr>
            </a:lvl8pPr>
            <a:lvl9pPr algn="l">
              <a:defRPr sz="2175" b="0">
                <a:solidFill>
                  <a:srgbClr val="52627B"/>
                </a:solidFill>
                <a:latin typeface="Nimbus Sans"/>
                <a:ea typeface="Nimbus Sans"/>
                <a:cs typeface="Nimbus Sans"/>
              </a:defRPr>
            </a:lvl9pPr>
          </a:lstStyle>
          <a:p xmlns:a="http://schemas.openxmlformats.org/drawingml/2006/main">
            <a:pPr algn="l">
              <a:defRPr sz="2175" b="0">
                <a:solidFill>
                  <a:srgbClr val="52627B"/>
                </a:solidFill>
                <a:latin typeface="Nimbus Sans"/>
                <a:ea typeface="Nimbus Sans"/>
                <a:cs typeface="Nimbus Sans"/>
              </a:defRPr>
            </a:pPr>
            <a:r>
              <a:rPr sz="2175" b="0">
                <a:solidFill>
                  <a:srgbClr val="52627B"/>
                </a:solidFill>
                <a:latin typeface="Nimbus Sans"/>
                <a:ea typeface="Nimbus Sans"/>
                <a:cs typeface="Nimbus Sans"/>
              </a:rPr>
              <a:t>Stessa DSL e stessa pipeline, su evidenze modificate in modo controllato.</a:t>
            </a:r>
          </a:p>
        </p:txBody>
      </p:sp>
      <p:sp>
        <p:nvSpPr>
          <p:cNvPr id="5" name="step1_e130">
            <a:extLst xmlns:a="http://schemas.openxmlformats.org/drawingml/2006/main">
              <a:ext uri="{FF2B5EF4-FFF2-40B4-BE49-F238E27FC236}">
                <a16:creationId xmlns:a16="http://schemas.microsoft.com/office/drawing/2014/main" id="{AA8FDD2B-EB8C-48C6-9432-427800D9B8A9}"/>
              </a:ext>
            </a:extLst>
          </p:cNvPr>
          <p:cNvSpPr>
            <a:spLocks xmlns:a="http://schemas.openxmlformats.org/drawingml/2006/main" noGrp="1"/>
          </p:cNvSpPr>
          <p:nvPr/>
        </p:nvSpPr>
        <p:spPr>
          <a:xfrm xmlns:a="http://schemas.openxmlformats.org/drawingml/2006/main">
            <a:off x="1066800" y="2762250"/>
            <a:ext cx="13106400" cy="66675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17145">
            <a:solidFill>
              <a:srgbClr val="D9E3EF"/>
            </a:solidFill>
            <a:prstDash val="solid"/>
          </a:ln>
        </p:spPr>
      </p:sp>
      <p:sp>
        <p:nvSpPr>
          <p:cNvPr id="6" name="step1_e131">
            <a:extLst xmlns:a="http://schemas.openxmlformats.org/drawingml/2006/main">
              <a:ext uri="{FF2B5EF4-FFF2-40B4-BE49-F238E27FC236}">
                <a16:creationId xmlns:a16="http://schemas.microsoft.com/office/drawing/2014/main" id="{F2CEE739-9793-4159-BA6B-6AA6AA1DCC97}"/>
              </a:ext>
            </a:extLst>
          </p:cNvPr>
          <p:cNvSpPr>
            <a:spLocks xmlns:a="http://schemas.openxmlformats.org/drawingml/2006/main" noGrp="1"/>
          </p:cNvSpPr>
          <p:nvPr/>
        </p:nvSpPr>
        <p:spPr>
          <a:xfrm xmlns:a="http://schemas.openxmlformats.org/drawingml/2006/main">
            <a:off x="1295400" y="2943225"/>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182536"/>
                </a:solidFill>
                <a:latin typeface="Nimbus Sans"/>
                <a:ea typeface="Nimbus Sans"/>
                <a:cs typeface="Nimbus Sans"/>
              </a:defRPr>
            </a:defPPr>
            <a:lvl1pPr algn="l">
              <a:defRPr sz="2175" b="1">
                <a:solidFill>
                  <a:srgbClr val="182536"/>
                </a:solidFill>
                <a:latin typeface="Nimbus Sans"/>
                <a:ea typeface="Nimbus Sans"/>
                <a:cs typeface="Nimbus Sans"/>
              </a:defRPr>
            </a:lvl1pPr>
            <a:lvl2pPr algn="l">
              <a:defRPr sz="2175" b="1">
                <a:solidFill>
                  <a:srgbClr val="182536"/>
                </a:solidFill>
                <a:latin typeface="Nimbus Sans"/>
                <a:ea typeface="Nimbus Sans"/>
                <a:cs typeface="Nimbus Sans"/>
              </a:defRPr>
            </a:lvl2pPr>
            <a:lvl3pPr algn="l">
              <a:defRPr sz="2175" b="1">
                <a:solidFill>
                  <a:srgbClr val="182536"/>
                </a:solidFill>
                <a:latin typeface="Nimbus Sans"/>
                <a:ea typeface="Nimbus Sans"/>
                <a:cs typeface="Nimbus Sans"/>
              </a:defRPr>
            </a:lvl3pPr>
            <a:lvl4pPr algn="l">
              <a:defRPr sz="2175" b="1">
                <a:solidFill>
                  <a:srgbClr val="182536"/>
                </a:solidFill>
                <a:latin typeface="Nimbus Sans"/>
                <a:ea typeface="Nimbus Sans"/>
                <a:cs typeface="Nimbus Sans"/>
              </a:defRPr>
            </a:lvl4pPr>
            <a:lvl5pPr algn="l">
              <a:defRPr sz="2175" b="1">
                <a:solidFill>
                  <a:srgbClr val="182536"/>
                </a:solidFill>
                <a:latin typeface="Nimbus Sans"/>
                <a:ea typeface="Nimbus Sans"/>
                <a:cs typeface="Nimbus Sans"/>
              </a:defRPr>
            </a:lvl5pPr>
            <a:lvl6pPr algn="l">
              <a:defRPr sz="2175" b="1">
                <a:solidFill>
                  <a:srgbClr val="182536"/>
                </a:solidFill>
                <a:latin typeface="Nimbus Sans"/>
                <a:ea typeface="Nimbus Sans"/>
                <a:cs typeface="Nimbus Sans"/>
              </a:defRPr>
            </a:lvl6pPr>
            <a:lvl7pPr algn="l">
              <a:defRPr sz="2175" b="1">
                <a:solidFill>
                  <a:srgbClr val="182536"/>
                </a:solidFill>
                <a:latin typeface="Nimbus Sans"/>
                <a:ea typeface="Nimbus Sans"/>
                <a:cs typeface="Nimbus Sans"/>
              </a:defRPr>
            </a:lvl7pPr>
            <a:lvl8pPr algn="l">
              <a:defRPr sz="2175" b="1">
                <a:solidFill>
                  <a:srgbClr val="182536"/>
                </a:solidFill>
                <a:latin typeface="Nimbus Sans"/>
                <a:ea typeface="Nimbus Sans"/>
                <a:cs typeface="Nimbus Sans"/>
              </a:defRPr>
            </a:lvl8pPr>
            <a:lvl9pPr algn="l">
              <a:defRPr sz="2175" b="1">
                <a:solidFill>
                  <a:srgbClr val="182536"/>
                </a:solidFill>
                <a:latin typeface="Nimbus Sans"/>
                <a:ea typeface="Nimbus Sans"/>
                <a:cs typeface="Nimbus Sans"/>
              </a:defRPr>
            </a:lvl9pPr>
          </a:lstStyle>
          <a:p xmlns:a="http://schemas.openxmlformats.org/drawingml/2006/main">
            <a:pPr algn="l">
              <a:defRPr sz="2175" b="1">
                <a:solidFill>
                  <a:srgbClr val="182536"/>
                </a:solidFill>
                <a:latin typeface="Nimbus Sans"/>
                <a:ea typeface="Nimbus Sans"/>
                <a:cs typeface="Nimbus Sans"/>
              </a:defRPr>
            </a:pPr>
            <a:r>
              <a:rPr sz="2175" b="1">
                <a:solidFill>
                  <a:srgbClr val="182536"/>
                </a:solidFill>
                <a:latin typeface="Nimbus Sans"/>
                <a:ea typeface="Nimbus Sans"/>
                <a:cs typeface="Nimbus Sans"/>
              </a:rPr>
              <a:t>NRF Discovery Authorization</a:t>
            </a:r>
          </a:p>
        </p:txBody>
      </p:sp>
      <p:sp>
        <p:nvSpPr>
          <p:cNvPr id="7" name="step1_e132">
            <a:extLst xmlns:a="http://schemas.openxmlformats.org/drawingml/2006/main">
              <a:ext uri="{FF2B5EF4-FFF2-40B4-BE49-F238E27FC236}">
                <a16:creationId xmlns:a16="http://schemas.microsoft.com/office/drawing/2014/main" id="{EE511F7F-592F-4F7C-B14C-36D3BC0186DD}"/>
              </a:ext>
            </a:extLst>
          </p:cNvPr>
          <p:cNvSpPr>
            <a:spLocks xmlns:a="http://schemas.openxmlformats.org/drawingml/2006/main" noGrp="1"/>
          </p:cNvSpPr>
          <p:nvPr/>
        </p:nvSpPr>
        <p:spPr>
          <a:xfrm xmlns:a="http://schemas.openxmlformats.org/drawingml/2006/main">
            <a:off x="7562850" y="2943225"/>
            <a:ext cx="638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2100" b="1">
                <a:solidFill>
                  <a:srgbClr val="4264D0"/>
                </a:solidFill>
                <a:latin typeface="DejaVu Sans Mono"/>
                <a:ea typeface="DejaVu Sans Mono"/>
                <a:cs typeface="DejaVu Sans Mono"/>
              </a:defRPr>
            </a:defPPr>
            <a:lvl1pPr algn="r">
              <a:defRPr sz="2100" b="1">
                <a:solidFill>
                  <a:srgbClr val="4264D0"/>
                </a:solidFill>
                <a:latin typeface="DejaVu Sans Mono"/>
                <a:ea typeface="DejaVu Sans Mono"/>
                <a:cs typeface="DejaVu Sans Mono"/>
              </a:defRPr>
            </a:lvl1pPr>
            <a:lvl2pPr algn="r">
              <a:defRPr sz="2100" b="1">
                <a:solidFill>
                  <a:srgbClr val="4264D0"/>
                </a:solidFill>
                <a:latin typeface="DejaVu Sans Mono"/>
                <a:ea typeface="DejaVu Sans Mono"/>
                <a:cs typeface="DejaVu Sans Mono"/>
              </a:defRPr>
            </a:lvl2pPr>
            <a:lvl3pPr algn="r">
              <a:defRPr sz="2100" b="1">
                <a:solidFill>
                  <a:srgbClr val="4264D0"/>
                </a:solidFill>
                <a:latin typeface="DejaVu Sans Mono"/>
                <a:ea typeface="DejaVu Sans Mono"/>
                <a:cs typeface="DejaVu Sans Mono"/>
              </a:defRPr>
            </a:lvl3pPr>
            <a:lvl4pPr algn="r">
              <a:defRPr sz="2100" b="1">
                <a:solidFill>
                  <a:srgbClr val="4264D0"/>
                </a:solidFill>
                <a:latin typeface="DejaVu Sans Mono"/>
                <a:ea typeface="DejaVu Sans Mono"/>
                <a:cs typeface="DejaVu Sans Mono"/>
              </a:defRPr>
            </a:lvl4pPr>
            <a:lvl5pPr algn="r">
              <a:defRPr sz="2100" b="1">
                <a:solidFill>
                  <a:srgbClr val="4264D0"/>
                </a:solidFill>
                <a:latin typeface="DejaVu Sans Mono"/>
                <a:ea typeface="DejaVu Sans Mono"/>
                <a:cs typeface="DejaVu Sans Mono"/>
              </a:defRPr>
            </a:lvl5pPr>
            <a:lvl6pPr algn="r">
              <a:defRPr sz="2100" b="1">
                <a:solidFill>
                  <a:srgbClr val="4264D0"/>
                </a:solidFill>
                <a:latin typeface="DejaVu Sans Mono"/>
                <a:ea typeface="DejaVu Sans Mono"/>
                <a:cs typeface="DejaVu Sans Mono"/>
              </a:defRPr>
            </a:lvl6pPr>
            <a:lvl7pPr algn="r">
              <a:defRPr sz="2100" b="1">
                <a:solidFill>
                  <a:srgbClr val="4264D0"/>
                </a:solidFill>
                <a:latin typeface="DejaVu Sans Mono"/>
                <a:ea typeface="DejaVu Sans Mono"/>
                <a:cs typeface="DejaVu Sans Mono"/>
              </a:defRPr>
            </a:lvl7pPr>
            <a:lvl8pPr algn="r">
              <a:defRPr sz="2100" b="1">
                <a:solidFill>
                  <a:srgbClr val="4264D0"/>
                </a:solidFill>
                <a:latin typeface="DejaVu Sans Mono"/>
                <a:ea typeface="DejaVu Sans Mono"/>
                <a:cs typeface="DejaVu Sans Mono"/>
              </a:defRPr>
            </a:lvl8pPr>
            <a:lvl9pPr algn="r">
              <a:defRPr sz="2100" b="1">
                <a:solidFill>
                  <a:srgbClr val="4264D0"/>
                </a:solidFill>
                <a:latin typeface="DejaVu Sans Mono"/>
                <a:ea typeface="DejaVu Sans Mono"/>
                <a:cs typeface="DejaVu Sans Mono"/>
              </a:defRPr>
            </a:lvl9pPr>
          </a:lstStyle>
          <a:p xmlns:a="http://schemas.openxmlformats.org/drawingml/2006/main">
            <a:pPr algn="r">
              <a:defRPr sz="2100" b="1">
                <a:solidFill>
                  <a:srgbClr val="4264D0"/>
                </a:solidFill>
                <a:latin typeface="DejaVu Sans Mono"/>
                <a:ea typeface="DejaVu Sans Mono"/>
                <a:cs typeface="DejaVu Sans Mono"/>
              </a:defRPr>
            </a:pPr>
            <a:r>
              <a:rPr sz="2100" b="1">
                <a:solidFill>
                  <a:srgbClr val="4264D0"/>
                </a:solidFill>
                <a:latin typeface="DejaVu Sans Mono"/>
                <a:ea typeface="DejaVu Sans Mono"/>
                <a:cs typeface="DejaVu Sans Mono"/>
              </a:rPr>
              <a:t>REQUIRE response.status == 403</a:t>
            </a:r>
          </a:p>
        </p:txBody>
      </p:sp>
      <p:sp>
        <p:nvSpPr>
          <p:cNvPr id="8" name="step1_e133">
            <a:extLst xmlns:a="http://schemas.openxmlformats.org/drawingml/2006/main">
              <a:ext uri="{FF2B5EF4-FFF2-40B4-BE49-F238E27FC236}">
                <a16:creationId xmlns:a16="http://schemas.microsoft.com/office/drawing/2014/main" id="{A269FD71-1780-45E7-8EA4-0D9D39CDC46C}"/>
              </a:ext>
            </a:extLst>
          </p:cNvPr>
          <p:cNvSpPr>
            <a:spLocks xmlns:a="http://schemas.openxmlformats.org/drawingml/2006/main" noGrp="1"/>
          </p:cNvSpPr>
          <p:nvPr/>
        </p:nvSpPr>
        <p:spPr>
          <a:xfrm xmlns:a="http://schemas.openxmlformats.org/drawingml/2006/main">
            <a:off x="1066800" y="3886200"/>
            <a:ext cx="4333875" cy="2181225"/>
          </a:xfrm>
          <a:prstGeom xmlns:a="http://schemas.openxmlformats.org/drawingml/2006/main" prst="roundRect">
            <a:avLst>
              <a:gd name="adj" fmla="val 6550"/>
            </a:avLst>
          </a:prstGeom>
          <a:solidFill xmlns:a="http://schemas.openxmlformats.org/drawingml/2006/main">
            <a:srgbClr val="FFF0F1"/>
          </a:solidFill>
          <a:ln xmlns:a="http://schemas.openxmlformats.org/drawingml/2006/main" w="17145">
            <a:solidFill>
              <a:srgbClr val="E7C9CE"/>
            </a:solidFill>
            <a:prstDash val="solid"/>
          </a:ln>
        </p:spPr>
      </p:sp>
      <p:sp>
        <p:nvSpPr>
          <p:cNvPr id="9" name="step1_e134">
            <a:extLst xmlns:a="http://schemas.openxmlformats.org/drawingml/2006/main">
              <a:ext uri="{FF2B5EF4-FFF2-40B4-BE49-F238E27FC236}">
                <a16:creationId xmlns:a16="http://schemas.microsoft.com/office/drawing/2014/main" id="{8CBD7F17-5C7A-4D5B-BE32-75F4B2E04A03}"/>
              </a:ext>
            </a:extLst>
          </p:cNvPr>
          <p:cNvSpPr>
            <a:spLocks xmlns:a="http://schemas.openxmlformats.org/drawingml/2006/main" noGrp="1"/>
          </p:cNvSpPr>
          <p:nvPr/>
        </p:nvSpPr>
        <p:spPr>
          <a:xfrm xmlns:a="http://schemas.openxmlformats.org/drawingml/2006/main">
            <a:off x="1314450" y="4076700"/>
            <a:ext cx="3838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82536"/>
                </a:solidFill>
                <a:latin typeface="Nimbus Sans"/>
                <a:ea typeface="Nimbus Sans"/>
                <a:cs typeface="Nimbus Sans"/>
              </a:defRPr>
            </a:defPPr>
            <a:lvl1pPr algn="l">
              <a:defRPr sz="2250" b="1">
                <a:solidFill>
                  <a:srgbClr val="182536"/>
                </a:solidFill>
                <a:latin typeface="Nimbus Sans"/>
                <a:ea typeface="Nimbus Sans"/>
                <a:cs typeface="Nimbus Sans"/>
              </a:defRPr>
            </a:lvl1pPr>
            <a:lvl2pPr algn="l">
              <a:defRPr sz="2250" b="1">
                <a:solidFill>
                  <a:srgbClr val="182536"/>
                </a:solidFill>
                <a:latin typeface="Nimbus Sans"/>
                <a:ea typeface="Nimbus Sans"/>
                <a:cs typeface="Nimbus Sans"/>
              </a:defRPr>
            </a:lvl2pPr>
            <a:lvl3pPr algn="l">
              <a:defRPr sz="2250" b="1">
                <a:solidFill>
                  <a:srgbClr val="182536"/>
                </a:solidFill>
                <a:latin typeface="Nimbus Sans"/>
                <a:ea typeface="Nimbus Sans"/>
                <a:cs typeface="Nimbus Sans"/>
              </a:defRPr>
            </a:lvl3pPr>
            <a:lvl4pPr algn="l">
              <a:defRPr sz="2250" b="1">
                <a:solidFill>
                  <a:srgbClr val="182536"/>
                </a:solidFill>
                <a:latin typeface="Nimbus Sans"/>
                <a:ea typeface="Nimbus Sans"/>
                <a:cs typeface="Nimbus Sans"/>
              </a:defRPr>
            </a:lvl4pPr>
            <a:lvl5pPr algn="l">
              <a:defRPr sz="2250" b="1">
                <a:solidFill>
                  <a:srgbClr val="182536"/>
                </a:solidFill>
                <a:latin typeface="Nimbus Sans"/>
                <a:ea typeface="Nimbus Sans"/>
                <a:cs typeface="Nimbus Sans"/>
              </a:defRPr>
            </a:lvl5pPr>
            <a:lvl6pPr algn="l">
              <a:defRPr sz="2250" b="1">
                <a:solidFill>
                  <a:srgbClr val="182536"/>
                </a:solidFill>
                <a:latin typeface="Nimbus Sans"/>
                <a:ea typeface="Nimbus Sans"/>
                <a:cs typeface="Nimbus Sans"/>
              </a:defRPr>
            </a:lvl6pPr>
            <a:lvl7pPr algn="l">
              <a:defRPr sz="2250" b="1">
                <a:solidFill>
                  <a:srgbClr val="182536"/>
                </a:solidFill>
                <a:latin typeface="Nimbus Sans"/>
                <a:ea typeface="Nimbus Sans"/>
                <a:cs typeface="Nimbus Sans"/>
              </a:defRPr>
            </a:lvl7pPr>
            <a:lvl8pPr algn="l">
              <a:defRPr sz="2250" b="1">
                <a:solidFill>
                  <a:srgbClr val="182536"/>
                </a:solidFill>
                <a:latin typeface="Nimbus Sans"/>
                <a:ea typeface="Nimbus Sans"/>
                <a:cs typeface="Nimbus Sans"/>
              </a:defRPr>
            </a:lvl8pPr>
            <a:lvl9pPr algn="l">
              <a:defRPr sz="2250" b="1">
                <a:solidFill>
                  <a:srgbClr val="182536"/>
                </a:solidFill>
                <a:latin typeface="Nimbus Sans"/>
                <a:ea typeface="Nimbus Sans"/>
                <a:cs typeface="Nimbus Sans"/>
              </a:defRPr>
            </a:lvl9pPr>
          </a:lstStyle>
          <a:p xmlns:a="http://schemas.openxmlformats.org/drawingml/2006/main">
            <a:pPr algn="l">
              <a:defRPr sz="2250" b="1">
                <a:solidFill>
                  <a:srgbClr val="182536"/>
                </a:solidFill>
                <a:latin typeface="Nimbus Sans"/>
                <a:ea typeface="Nimbus Sans"/>
                <a:cs typeface="Nimbus Sans"/>
              </a:defRPr>
            </a:pPr>
            <a:r>
              <a:rPr sz="2250" b="1">
                <a:solidFill>
                  <a:srgbClr val="182536"/>
                </a:solidFill>
                <a:latin typeface="Nimbus Sans"/>
                <a:ea typeface="Nimbus Sans"/>
                <a:cs typeface="Nimbus Sans"/>
              </a:rPr>
              <a:t>PCAP originale</a:t>
            </a:r>
          </a:p>
        </p:txBody>
      </p:sp>
      <p:sp>
        <p:nvSpPr>
          <p:cNvPr id="10" name="step1_e135">
            <a:extLst xmlns:a="http://schemas.openxmlformats.org/drawingml/2006/main">
              <a:ext uri="{FF2B5EF4-FFF2-40B4-BE49-F238E27FC236}">
                <a16:creationId xmlns:a16="http://schemas.microsoft.com/office/drawing/2014/main" id="{5DB7DAD3-ED5A-43F8-B698-08D59A97DB9B}"/>
              </a:ext>
            </a:extLst>
          </p:cNvPr>
          <p:cNvSpPr>
            <a:spLocks xmlns:a="http://schemas.openxmlformats.org/drawingml/2006/main" noGrp="1"/>
          </p:cNvSpPr>
          <p:nvPr/>
        </p:nvSpPr>
        <p:spPr>
          <a:xfrm xmlns:a="http://schemas.openxmlformats.org/drawingml/2006/main">
            <a:off x="1314450" y="48101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52627B"/>
                </a:solidFill>
                <a:latin typeface="Nimbus Sans"/>
                <a:ea typeface="Nimbus Sans"/>
                <a:cs typeface="Nimbus Sans"/>
              </a:defRPr>
            </a:defPPr>
            <a:lvl1pPr algn="l">
              <a:defRPr sz="2100" b="0">
                <a:solidFill>
                  <a:srgbClr val="52627B"/>
                </a:solidFill>
                <a:latin typeface="Nimbus Sans"/>
                <a:ea typeface="Nimbus Sans"/>
                <a:cs typeface="Nimbus Sans"/>
              </a:defRPr>
            </a:lvl1pPr>
            <a:lvl2pPr algn="l">
              <a:defRPr sz="2100" b="0">
                <a:solidFill>
                  <a:srgbClr val="52627B"/>
                </a:solidFill>
                <a:latin typeface="Nimbus Sans"/>
                <a:ea typeface="Nimbus Sans"/>
                <a:cs typeface="Nimbus Sans"/>
              </a:defRPr>
            </a:lvl2pPr>
            <a:lvl3pPr algn="l">
              <a:defRPr sz="2100" b="0">
                <a:solidFill>
                  <a:srgbClr val="52627B"/>
                </a:solidFill>
                <a:latin typeface="Nimbus Sans"/>
                <a:ea typeface="Nimbus Sans"/>
                <a:cs typeface="Nimbus Sans"/>
              </a:defRPr>
            </a:lvl3pPr>
            <a:lvl4pPr algn="l">
              <a:defRPr sz="2100" b="0">
                <a:solidFill>
                  <a:srgbClr val="52627B"/>
                </a:solidFill>
                <a:latin typeface="Nimbus Sans"/>
                <a:ea typeface="Nimbus Sans"/>
                <a:cs typeface="Nimbus Sans"/>
              </a:defRPr>
            </a:lvl4pPr>
            <a:lvl5pPr algn="l">
              <a:defRPr sz="2100" b="0">
                <a:solidFill>
                  <a:srgbClr val="52627B"/>
                </a:solidFill>
                <a:latin typeface="Nimbus Sans"/>
                <a:ea typeface="Nimbus Sans"/>
                <a:cs typeface="Nimbus Sans"/>
              </a:defRPr>
            </a:lvl5pPr>
            <a:lvl6pPr algn="l">
              <a:defRPr sz="2100" b="0">
                <a:solidFill>
                  <a:srgbClr val="52627B"/>
                </a:solidFill>
                <a:latin typeface="Nimbus Sans"/>
                <a:ea typeface="Nimbus Sans"/>
                <a:cs typeface="Nimbus Sans"/>
              </a:defRPr>
            </a:lvl6pPr>
            <a:lvl7pPr algn="l">
              <a:defRPr sz="2100" b="0">
                <a:solidFill>
                  <a:srgbClr val="52627B"/>
                </a:solidFill>
                <a:latin typeface="Nimbus Sans"/>
                <a:ea typeface="Nimbus Sans"/>
                <a:cs typeface="Nimbus Sans"/>
              </a:defRPr>
            </a:lvl7pPr>
            <a:lvl8pPr algn="l">
              <a:defRPr sz="2100" b="0">
                <a:solidFill>
                  <a:srgbClr val="52627B"/>
                </a:solidFill>
                <a:latin typeface="Nimbus Sans"/>
                <a:ea typeface="Nimbus Sans"/>
                <a:cs typeface="Nimbus Sans"/>
              </a:defRPr>
            </a:lvl8pPr>
            <a:lvl9pPr algn="l">
              <a:defRPr sz="2100" b="0">
                <a:solidFill>
                  <a:srgbClr val="52627B"/>
                </a:solidFill>
                <a:latin typeface="Nimbus Sans"/>
                <a:ea typeface="Nimbus Sans"/>
                <a:cs typeface="Nimbus Sans"/>
              </a:defRPr>
            </a:lvl9pPr>
          </a:lstStyle>
          <a:p xmlns:a="http://schemas.openxmlformats.org/drawingml/2006/main">
            <a:pPr algn="l">
              <a:defRPr sz="2100" b="0">
                <a:solidFill>
                  <a:srgbClr val="52627B"/>
                </a:solidFill>
                <a:latin typeface="Nimbus Sans"/>
                <a:ea typeface="Nimbus Sans"/>
                <a:cs typeface="Nimbus Sans"/>
              </a:defRPr>
            </a:pPr>
            <a:r>
              <a:rPr sz="2100" b="0">
                <a:solidFill>
                  <a:srgbClr val="52627B"/>
                </a:solidFill>
                <a:latin typeface="Nimbus Sans"/>
                <a:ea typeface="Nimbus Sans"/>
                <a:cs typeface="Nimbus Sans"/>
              </a:rPr>
              <a:t>HTTP</a:t>
            </a:r>
          </a:p>
        </p:txBody>
      </p:sp>
      <p:sp>
        <p:nvSpPr>
          <p:cNvPr id="11" name="step1_e136">
            <a:extLst xmlns:a="http://schemas.openxmlformats.org/drawingml/2006/main">
              <a:ext uri="{FF2B5EF4-FFF2-40B4-BE49-F238E27FC236}">
                <a16:creationId xmlns:a16="http://schemas.microsoft.com/office/drawing/2014/main" id="{EAEDA503-16D4-42F8-95D6-6FD6F0F804CC}"/>
              </a:ext>
            </a:extLst>
          </p:cNvPr>
          <p:cNvSpPr>
            <a:spLocks xmlns:a="http://schemas.openxmlformats.org/drawingml/2006/main" noGrp="1"/>
          </p:cNvSpPr>
          <p:nvPr/>
        </p:nvSpPr>
        <p:spPr>
          <a:xfrm xmlns:a="http://schemas.openxmlformats.org/drawingml/2006/main">
            <a:off x="2486025" y="4533900"/>
            <a:ext cx="233362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300" b="1">
                <a:solidFill>
                  <a:srgbClr val="B64B56"/>
                </a:solidFill>
                <a:latin typeface="Nimbus Sans"/>
                <a:ea typeface="Nimbus Sans"/>
                <a:cs typeface="Nimbus Sans"/>
              </a:defRPr>
            </a:defPPr>
            <a:lvl1pPr algn="l">
              <a:defRPr sz="6300" b="1">
                <a:solidFill>
                  <a:srgbClr val="B64B56"/>
                </a:solidFill>
                <a:latin typeface="Nimbus Sans"/>
                <a:ea typeface="Nimbus Sans"/>
                <a:cs typeface="Nimbus Sans"/>
              </a:defRPr>
            </a:lvl1pPr>
            <a:lvl2pPr algn="l">
              <a:defRPr sz="6300" b="1">
                <a:solidFill>
                  <a:srgbClr val="B64B56"/>
                </a:solidFill>
                <a:latin typeface="Nimbus Sans"/>
                <a:ea typeface="Nimbus Sans"/>
                <a:cs typeface="Nimbus Sans"/>
              </a:defRPr>
            </a:lvl2pPr>
            <a:lvl3pPr algn="l">
              <a:defRPr sz="6300" b="1">
                <a:solidFill>
                  <a:srgbClr val="B64B56"/>
                </a:solidFill>
                <a:latin typeface="Nimbus Sans"/>
                <a:ea typeface="Nimbus Sans"/>
                <a:cs typeface="Nimbus Sans"/>
              </a:defRPr>
            </a:lvl3pPr>
            <a:lvl4pPr algn="l">
              <a:defRPr sz="6300" b="1">
                <a:solidFill>
                  <a:srgbClr val="B64B56"/>
                </a:solidFill>
                <a:latin typeface="Nimbus Sans"/>
                <a:ea typeface="Nimbus Sans"/>
                <a:cs typeface="Nimbus Sans"/>
              </a:defRPr>
            </a:lvl4pPr>
            <a:lvl5pPr algn="l">
              <a:defRPr sz="6300" b="1">
                <a:solidFill>
                  <a:srgbClr val="B64B56"/>
                </a:solidFill>
                <a:latin typeface="Nimbus Sans"/>
                <a:ea typeface="Nimbus Sans"/>
                <a:cs typeface="Nimbus Sans"/>
              </a:defRPr>
            </a:lvl5pPr>
            <a:lvl6pPr algn="l">
              <a:defRPr sz="6300" b="1">
                <a:solidFill>
                  <a:srgbClr val="B64B56"/>
                </a:solidFill>
                <a:latin typeface="Nimbus Sans"/>
                <a:ea typeface="Nimbus Sans"/>
                <a:cs typeface="Nimbus Sans"/>
              </a:defRPr>
            </a:lvl6pPr>
            <a:lvl7pPr algn="l">
              <a:defRPr sz="6300" b="1">
                <a:solidFill>
                  <a:srgbClr val="B64B56"/>
                </a:solidFill>
                <a:latin typeface="Nimbus Sans"/>
                <a:ea typeface="Nimbus Sans"/>
                <a:cs typeface="Nimbus Sans"/>
              </a:defRPr>
            </a:lvl7pPr>
            <a:lvl8pPr algn="l">
              <a:defRPr sz="6300" b="1">
                <a:solidFill>
                  <a:srgbClr val="B64B56"/>
                </a:solidFill>
                <a:latin typeface="Nimbus Sans"/>
                <a:ea typeface="Nimbus Sans"/>
                <a:cs typeface="Nimbus Sans"/>
              </a:defRPr>
            </a:lvl8pPr>
            <a:lvl9pPr algn="l">
              <a:defRPr sz="6300" b="1">
                <a:solidFill>
                  <a:srgbClr val="B64B56"/>
                </a:solidFill>
                <a:latin typeface="Nimbus Sans"/>
                <a:ea typeface="Nimbus Sans"/>
                <a:cs typeface="Nimbus Sans"/>
              </a:defRPr>
            </a:lvl9pPr>
          </a:lstStyle>
          <a:p xmlns:a="http://schemas.openxmlformats.org/drawingml/2006/main">
            <a:pPr algn="l">
              <a:defRPr sz="6300" b="1">
                <a:solidFill>
                  <a:srgbClr val="B64B56"/>
                </a:solidFill>
                <a:latin typeface="Nimbus Sans"/>
                <a:ea typeface="Nimbus Sans"/>
                <a:cs typeface="Nimbus Sans"/>
              </a:defRPr>
            </a:pPr>
            <a:r>
              <a:rPr sz="6300" b="1">
                <a:solidFill>
                  <a:srgbClr val="B64B56"/>
                </a:solidFill>
                <a:latin typeface="Nimbus Sans"/>
                <a:ea typeface="Nimbus Sans"/>
                <a:cs typeface="Nimbus Sans"/>
              </a:rPr>
              <a:t>200</a:t>
            </a:r>
          </a:p>
        </p:txBody>
      </p:sp>
      <p:sp>
        <p:nvSpPr>
          <p:cNvPr id="12" name="step1_e137">
            <a:extLst xmlns:a="http://schemas.openxmlformats.org/drawingml/2006/main">
              <a:ext uri="{FF2B5EF4-FFF2-40B4-BE49-F238E27FC236}">
                <a16:creationId xmlns:a16="http://schemas.microsoft.com/office/drawing/2014/main" id="{72DACE6F-AE3A-4EDB-B834-9A0C8B362FD2}"/>
              </a:ext>
            </a:extLst>
          </p:cNvPr>
          <p:cNvSpPr>
            <a:spLocks xmlns:a="http://schemas.openxmlformats.org/drawingml/2006/main" noGrp="1"/>
          </p:cNvSpPr>
          <p:nvPr/>
        </p:nvSpPr>
        <p:spPr>
          <a:xfrm xmlns:a="http://schemas.openxmlformats.org/drawingml/2006/main">
            <a:off x="1314450" y="5543550"/>
            <a:ext cx="38385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B64B56"/>
                </a:solidFill>
                <a:latin typeface="Nimbus Sans"/>
                <a:ea typeface="Nimbus Sans"/>
                <a:cs typeface="Nimbus Sans"/>
              </a:defRPr>
            </a:defPPr>
            <a:lvl1pPr algn="l">
              <a:defRPr sz="2550" b="1">
                <a:solidFill>
                  <a:srgbClr val="B64B56"/>
                </a:solidFill>
                <a:latin typeface="Nimbus Sans"/>
                <a:ea typeface="Nimbus Sans"/>
                <a:cs typeface="Nimbus Sans"/>
              </a:defRPr>
            </a:lvl1pPr>
            <a:lvl2pPr algn="l">
              <a:defRPr sz="2550" b="1">
                <a:solidFill>
                  <a:srgbClr val="B64B56"/>
                </a:solidFill>
                <a:latin typeface="Nimbus Sans"/>
                <a:ea typeface="Nimbus Sans"/>
                <a:cs typeface="Nimbus Sans"/>
              </a:defRPr>
            </a:lvl2pPr>
            <a:lvl3pPr algn="l">
              <a:defRPr sz="2550" b="1">
                <a:solidFill>
                  <a:srgbClr val="B64B56"/>
                </a:solidFill>
                <a:latin typeface="Nimbus Sans"/>
                <a:ea typeface="Nimbus Sans"/>
                <a:cs typeface="Nimbus Sans"/>
              </a:defRPr>
            </a:lvl3pPr>
            <a:lvl4pPr algn="l">
              <a:defRPr sz="2550" b="1">
                <a:solidFill>
                  <a:srgbClr val="B64B56"/>
                </a:solidFill>
                <a:latin typeface="Nimbus Sans"/>
                <a:ea typeface="Nimbus Sans"/>
                <a:cs typeface="Nimbus Sans"/>
              </a:defRPr>
            </a:lvl4pPr>
            <a:lvl5pPr algn="l">
              <a:defRPr sz="2550" b="1">
                <a:solidFill>
                  <a:srgbClr val="B64B56"/>
                </a:solidFill>
                <a:latin typeface="Nimbus Sans"/>
                <a:ea typeface="Nimbus Sans"/>
                <a:cs typeface="Nimbus Sans"/>
              </a:defRPr>
            </a:lvl5pPr>
            <a:lvl6pPr algn="l">
              <a:defRPr sz="2550" b="1">
                <a:solidFill>
                  <a:srgbClr val="B64B56"/>
                </a:solidFill>
                <a:latin typeface="Nimbus Sans"/>
                <a:ea typeface="Nimbus Sans"/>
                <a:cs typeface="Nimbus Sans"/>
              </a:defRPr>
            </a:lvl6pPr>
            <a:lvl7pPr algn="l">
              <a:defRPr sz="2550" b="1">
                <a:solidFill>
                  <a:srgbClr val="B64B56"/>
                </a:solidFill>
                <a:latin typeface="Nimbus Sans"/>
                <a:ea typeface="Nimbus Sans"/>
                <a:cs typeface="Nimbus Sans"/>
              </a:defRPr>
            </a:lvl7pPr>
            <a:lvl8pPr algn="l">
              <a:defRPr sz="2550" b="1">
                <a:solidFill>
                  <a:srgbClr val="B64B56"/>
                </a:solidFill>
                <a:latin typeface="Nimbus Sans"/>
                <a:ea typeface="Nimbus Sans"/>
                <a:cs typeface="Nimbus Sans"/>
              </a:defRPr>
            </a:lvl8pPr>
            <a:lvl9pPr algn="l">
              <a:defRPr sz="2550" b="1">
                <a:solidFill>
                  <a:srgbClr val="B64B56"/>
                </a:solidFill>
                <a:latin typeface="Nimbus Sans"/>
                <a:ea typeface="Nimbus Sans"/>
                <a:cs typeface="Nimbus Sans"/>
              </a:defRPr>
            </a:lvl9pPr>
          </a:lstStyle>
          <a:p xmlns:a="http://schemas.openxmlformats.org/drawingml/2006/main">
            <a:pPr algn="l">
              <a:defRPr sz="2550" b="1">
                <a:solidFill>
                  <a:srgbClr val="B64B56"/>
                </a:solidFill>
                <a:latin typeface="Nimbus Sans"/>
                <a:ea typeface="Nimbus Sans"/>
                <a:cs typeface="Nimbus Sans"/>
              </a:defRPr>
            </a:pPr>
            <a:r>
              <a:rPr sz="2550" b="1">
                <a:solidFill>
                  <a:srgbClr val="B64B56"/>
                </a:solidFill>
                <a:latin typeface="Nimbus Sans"/>
                <a:ea typeface="Nimbus Sans"/>
                <a:cs typeface="Nimbus Sans"/>
              </a:rPr>
              <a:t>FAIL</a:t>
            </a:r>
          </a:p>
        </p:txBody>
      </p:sp>
      <p:sp>
        <p:nvSpPr>
          <p:cNvPr id="13" name="step2_e138">
            <a:extLst xmlns:a="http://schemas.openxmlformats.org/drawingml/2006/main">
              <a:ext uri="{FF2B5EF4-FFF2-40B4-BE49-F238E27FC236}">
                <a16:creationId xmlns:a16="http://schemas.microsoft.com/office/drawing/2014/main" id="{FBB0F39E-515E-4B3B-A6E5-B90C3419EE48}"/>
              </a:ext>
            </a:extLst>
          </p:cNvPr>
          <p:cNvSpPr>
            <a:spLocks xmlns:a="http://schemas.openxmlformats.org/drawingml/2006/main" noGrp="1"/>
          </p:cNvSpPr>
          <p:nvPr/>
        </p:nvSpPr>
        <p:spPr>
          <a:xfrm xmlns:a="http://schemas.openxmlformats.org/drawingml/2006/main" flipH="0">
            <a:off x="5619750" y="4800600"/>
            <a:ext cx="542925" cy="190500"/>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14" name="step2_e139">
            <a:extLst xmlns:a="http://schemas.openxmlformats.org/drawingml/2006/main">
              <a:ext uri="{FF2B5EF4-FFF2-40B4-BE49-F238E27FC236}">
                <a16:creationId xmlns:a16="http://schemas.microsoft.com/office/drawing/2014/main" id="{943A282D-BA46-4298-ACC1-E5793AC84D9C}"/>
              </a:ext>
            </a:extLst>
          </p:cNvPr>
          <p:cNvSpPr>
            <a:spLocks xmlns:a="http://schemas.openxmlformats.org/drawingml/2006/main" noGrp="1"/>
          </p:cNvSpPr>
          <p:nvPr/>
        </p:nvSpPr>
        <p:spPr>
          <a:xfrm xmlns:a="http://schemas.openxmlformats.org/drawingml/2006/main">
            <a:off x="6381750" y="4438650"/>
            <a:ext cx="2476500" cy="1095375"/>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17145">
            <a:solidFill>
              <a:srgbClr val="D9E3EF"/>
            </a:solidFill>
            <a:prstDash val="solid"/>
          </a:ln>
        </p:spPr>
      </p:sp>
      <p:sp>
        <p:nvSpPr>
          <p:cNvPr id="15" name="step2_e140">
            <a:extLst xmlns:a="http://schemas.openxmlformats.org/drawingml/2006/main">
              <a:ext uri="{FF2B5EF4-FFF2-40B4-BE49-F238E27FC236}">
                <a16:creationId xmlns:a16="http://schemas.microsoft.com/office/drawing/2014/main" id="{B2D850B8-FC26-4F2E-9C3C-C9C081B346E0}"/>
              </a:ext>
            </a:extLst>
          </p:cNvPr>
          <p:cNvSpPr>
            <a:spLocks xmlns:a="http://schemas.openxmlformats.org/drawingml/2006/main" noGrp="1"/>
          </p:cNvSpPr>
          <p:nvPr/>
        </p:nvSpPr>
        <p:spPr>
          <a:xfrm xmlns:a="http://schemas.openxmlformats.org/drawingml/2006/main">
            <a:off x="6534150" y="4610100"/>
            <a:ext cx="2171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a:solidFill>
                  <a:srgbClr val="182536"/>
                </a:solidFill>
                <a:latin typeface="Nimbus Sans"/>
                <a:ea typeface="Nimbus Sans"/>
                <a:cs typeface="Nimbus Sans"/>
              </a:defRPr>
            </a:defPPr>
            <a:lvl1pPr algn="ctr">
              <a:defRPr sz="2175" b="1">
                <a:solidFill>
                  <a:srgbClr val="182536"/>
                </a:solidFill>
                <a:latin typeface="Nimbus Sans"/>
                <a:ea typeface="Nimbus Sans"/>
                <a:cs typeface="Nimbus Sans"/>
              </a:defRPr>
            </a:lvl1pPr>
            <a:lvl2pPr algn="ctr">
              <a:defRPr sz="2175" b="1">
                <a:solidFill>
                  <a:srgbClr val="182536"/>
                </a:solidFill>
                <a:latin typeface="Nimbus Sans"/>
                <a:ea typeface="Nimbus Sans"/>
                <a:cs typeface="Nimbus Sans"/>
              </a:defRPr>
            </a:lvl2pPr>
            <a:lvl3pPr algn="ctr">
              <a:defRPr sz="2175" b="1">
                <a:solidFill>
                  <a:srgbClr val="182536"/>
                </a:solidFill>
                <a:latin typeface="Nimbus Sans"/>
                <a:ea typeface="Nimbus Sans"/>
                <a:cs typeface="Nimbus Sans"/>
              </a:defRPr>
            </a:lvl3pPr>
            <a:lvl4pPr algn="ctr">
              <a:defRPr sz="2175" b="1">
                <a:solidFill>
                  <a:srgbClr val="182536"/>
                </a:solidFill>
                <a:latin typeface="Nimbus Sans"/>
                <a:ea typeface="Nimbus Sans"/>
                <a:cs typeface="Nimbus Sans"/>
              </a:defRPr>
            </a:lvl4pPr>
            <a:lvl5pPr algn="ctr">
              <a:defRPr sz="2175" b="1">
                <a:solidFill>
                  <a:srgbClr val="182536"/>
                </a:solidFill>
                <a:latin typeface="Nimbus Sans"/>
                <a:ea typeface="Nimbus Sans"/>
                <a:cs typeface="Nimbus Sans"/>
              </a:defRPr>
            </a:lvl5pPr>
            <a:lvl6pPr algn="ctr">
              <a:defRPr sz="2175" b="1">
                <a:solidFill>
                  <a:srgbClr val="182536"/>
                </a:solidFill>
                <a:latin typeface="Nimbus Sans"/>
                <a:ea typeface="Nimbus Sans"/>
                <a:cs typeface="Nimbus Sans"/>
              </a:defRPr>
            </a:lvl6pPr>
            <a:lvl7pPr algn="ctr">
              <a:defRPr sz="2175" b="1">
                <a:solidFill>
                  <a:srgbClr val="182536"/>
                </a:solidFill>
                <a:latin typeface="Nimbus Sans"/>
                <a:ea typeface="Nimbus Sans"/>
                <a:cs typeface="Nimbus Sans"/>
              </a:defRPr>
            </a:lvl7pPr>
            <a:lvl8pPr algn="ctr">
              <a:defRPr sz="2175" b="1">
                <a:solidFill>
                  <a:srgbClr val="182536"/>
                </a:solidFill>
                <a:latin typeface="Nimbus Sans"/>
                <a:ea typeface="Nimbus Sans"/>
                <a:cs typeface="Nimbus Sans"/>
              </a:defRPr>
            </a:lvl8pPr>
            <a:lvl9pPr algn="ctr">
              <a:defRPr sz="2175" b="1">
                <a:solidFill>
                  <a:srgbClr val="182536"/>
                </a:solidFill>
                <a:latin typeface="Nimbus Sans"/>
                <a:ea typeface="Nimbus Sans"/>
                <a:cs typeface="Nimbus Sans"/>
              </a:defRPr>
            </a:lvl9pPr>
          </a:lstStyle>
          <a:p xmlns:a="http://schemas.openxmlformats.org/drawingml/2006/main">
            <a:pPr algn="ctr">
              <a:defRPr sz="2175" b="1">
                <a:solidFill>
                  <a:srgbClr val="182536"/>
                </a:solidFill>
                <a:latin typeface="Nimbus Sans"/>
                <a:ea typeface="Nimbus Sans"/>
                <a:cs typeface="Nimbus Sans"/>
              </a:defRPr>
            </a:pPr>
            <a:r>
              <a:rPr sz="2175" b="1">
                <a:solidFill>
                  <a:srgbClr val="182536"/>
                </a:solidFill>
                <a:latin typeface="Nimbus Sans"/>
                <a:ea typeface="Nimbus Sans"/>
                <a:cs typeface="Nimbus Sans"/>
              </a:rPr>
              <a:t>Mutatore</a:t>
            </a:r>
          </a:p>
          <a:p xmlns:a="http://schemas.openxmlformats.org/drawingml/2006/main">
            <a:pPr algn="ctr">
              <a:defRPr sz="2175" b="1">
                <a:solidFill>
                  <a:srgbClr val="182536"/>
                </a:solidFill>
                <a:latin typeface="Nimbus Sans"/>
                <a:ea typeface="Nimbus Sans"/>
                <a:cs typeface="Nimbus Sans"/>
              </a:defRPr>
            </a:pPr>
            <a:r>
              <a:rPr sz="2175" b="1">
                <a:solidFill>
                  <a:srgbClr val="182536"/>
                </a:solidFill>
                <a:latin typeface="Nimbus Sans"/>
                <a:ea typeface="Nimbus Sans"/>
                <a:cs typeface="Nimbus Sans"/>
              </a:rPr>
              <a:t>separato</a:t>
            </a:r>
          </a:p>
        </p:txBody>
      </p:sp>
      <p:sp>
        <p:nvSpPr>
          <p:cNvPr id="16" name="step2_e141">
            <a:extLst xmlns:a="http://schemas.openxmlformats.org/drawingml/2006/main">
              <a:ext uri="{FF2B5EF4-FFF2-40B4-BE49-F238E27FC236}">
                <a16:creationId xmlns:a16="http://schemas.microsoft.com/office/drawing/2014/main" id="{F1C08F50-673C-4691-9B88-67A21EDE53FD}"/>
              </a:ext>
            </a:extLst>
          </p:cNvPr>
          <p:cNvSpPr>
            <a:spLocks xmlns:a="http://schemas.openxmlformats.org/drawingml/2006/main" noGrp="1"/>
          </p:cNvSpPr>
          <p:nvPr/>
        </p:nvSpPr>
        <p:spPr>
          <a:xfrm xmlns:a="http://schemas.openxmlformats.org/drawingml/2006/main" flipH="0">
            <a:off x="9077325" y="4800600"/>
            <a:ext cx="542925" cy="190500"/>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17" name="step3_e142">
            <a:extLst xmlns:a="http://schemas.openxmlformats.org/drawingml/2006/main">
              <a:ext uri="{FF2B5EF4-FFF2-40B4-BE49-F238E27FC236}">
                <a16:creationId xmlns:a16="http://schemas.microsoft.com/office/drawing/2014/main" id="{9A77A847-EFE2-41EC-B502-285DBCA3AA8C}"/>
              </a:ext>
            </a:extLst>
          </p:cNvPr>
          <p:cNvSpPr>
            <a:spLocks xmlns:a="http://schemas.openxmlformats.org/drawingml/2006/main" noGrp="1"/>
          </p:cNvSpPr>
          <p:nvPr/>
        </p:nvSpPr>
        <p:spPr>
          <a:xfrm xmlns:a="http://schemas.openxmlformats.org/drawingml/2006/main">
            <a:off x="9839325" y="3886200"/>
            <a:ext cx="4333875" cy="2181225"/>
          </a:xfrm>
          <a:prstGeom xmlns:a="http://schemas.openxmlformats.org/drawingml/2006/main" prst="roundRect">
            <a:avLst>
              <a:gd name="adj" fmla="val 6550"/>
            </a:avLst>
          </a:prstGeom>
          <a:solidFill xmlns:a="http://schemas.openxmlformats.org/drawingml/2006/main">
            <a:srgbClr val="EEF8F3"/>
          </a:solidFill>
          <a:ln xmlns:a="http://schemas.openxmlformats.org/drawingml/2006/main" w="17145">
            <a:solidFill>
              <a:srgbClr val="B9DECF"/>
            </a:solidFill>
            <a:prstDash val="solid"/>
          </a:ln>
        </p:spPr>
      </p:sp>
      <p:sp>
        <p:nvSpPr>
          <p:cNvPr id="18" name="step3_e143">
            <a:extLst xmlns:a="http://schemas.openxmlformats.org/drawingml/2006/main">
              <a:ext uri="{FF2B5EF4-FFF2-40B4-BE49-F238E27FC236}">
                <a16:creationId xmlns:a16="http://schemas.microsoft.com/office/drawing/2014/main" id="{AE2214B4-007E-4972-8E0C-C7F859EAFEA7}"/>
              </a:ext>
            </a:extLst>
          </p:cNvPr>
          <p:cNvSpPr>
            <a:spLocks xmlns:a="http://schemas.openxmlformats.org/drawingml/2006/main" noGrp="1"/>
          </p:cNvSpPr>
          <p:nvPr/>
        </p:nvSpPr>
        <p:spPr>
          <a:xfrm xmlns:a="http://schemas.openxmlformats.org/drawingml/2006/main">
            <a:off x="10086975" y="4076700"/>
            <a:ext cx="3838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82536"/>
                </a:solidFill>
                <a:latin typeface="Nimbus Sans"/>
                <a:ea typeface="Nimbus Sans"/>
                <a:cs typeface="Nimbus Sans"/>
              </a:defRPr>
            </a:defPPr>
            <a:lvl1pPr algn="l">
              <a:defRPr sz="2250" b="1">
                <a:solidFill>
                  <a:srgbClr val="182536"/>
                </a:solidFill>
                <a:latin typeface="Nimbus Sans"/>
                <a:ea typeface="Nimbus Sans"/>
                <a:cs typeface="Nimbus Sans"/>
              </a:defRPr>
            </a:lvl1pPr>
            <a:lvl2pPr algn="l">
              <a:defRPr sz="2250" b="1">
                <a:solidFill>
                  <a:srgbClr val="182536"/>
                </a:solidFill>
                <a:latin typeface="Nimbus Sans"/>
                <a:ea typeface="Nimbus Sans"/>
                <a:cs typeface="Nimbus Sans"/>
              </a:defRPr>
            </a:lvl2pPr>
            <a:lvl3pPr algn="l">
              <a:defRPr sz="2250" b="1">
                <a:solidFill>
                  <a:srgbClr val="182536"/>
                </a:solidFill>
                <a:latin typeface="Nimbus Sans"/>
                <a:ea typeface="Nimbus Sans"/>
                <a:cs typeface="Nimbus Sans"/>
              </a:defRPr>
            </a:lvl3pPr>
            <a:lvl4pPr algn="l">
              <a:defRPr sz="2250" b="1">
                <a:solidFill>
                  <a:srgbClr val="182536"/>
                </a:solidFill>
                <a:latin typeface="Nimbus Sans"/>
                <a:ea typeface="Nimbus Sans"/>
                <a:cs typeface="Nimbus Sans"/>
              </a:defRPr>
            </a:lvl4pPr>
            <a:lvl5pPr algn="l">
              <a:defRPr sz="2250" b="1">
                <a:solidFill>
                  <a:srgbClr val="182536"/>
                </a:solidFill>
                <a:latin typeface="Nimbus Sans"/>
                <a:ea typeface="Nimbus Sans"/>
                <a:cs typeface="Nimbus Sans"/>
              </a:defRPr>
            </a:lvl5pPr>
            <a:lvl6pPr algn="l">
              <a:defRPr sz="2250" b="1">
                <a:solidFill>
                  <a:srgbClr val="182536"/>
                </a:solidFill>
                <a:latin typeface="Nimbus Sans"/>
                <a:ea typeface="Nimbus Sans"/>
                <a:cs typeface="Nimbus Sans"/>
              </a:defRPr>
            </a:lvl6pPr>
            <a:lvl7pPr algn="l">
              <a:defRPr sz="2250" b="1">
                <a:solidFill>
                  <a:srgbClr val="182536"/>
                </a:solidFill>
                <a:latin typeface="Nimbus Sans"/>
                <a:ea typeface="Nimbus Sans"/>
                <a:cs typeface="Nimbus Sans"/>
              </a:defRPr>
            </a:lvl7pPr>
            <a:lvl8pPr algn="l">
              <a:defRPr sz="2250" b="1">
                <a:solidFill>
                  <a:srgbClr val="182536"/>
                </a:solidFill>
                <a:latin typeface="Nimbus Sans"/>
                <a:ea typeface="Nimbus Sans"/>
                <a:cs typeface="Nimbus Sans"/>
              </a:defRPr>
            </a:lvl8pPr>
            <a:lvl9pPr algn="l">
              <a:defRPr sz="2250" b="1">
                <a:solidFill>
                  <a:srgbClr val="182536"/>
                </a:solidFill>
                <a:latin typeface="Nimbus Sans"/>
                <a:ea typeface="Nimbus Sans"/>
                <a:cs typeface="Nimbus Sans"/>
              </a:defRPr>
            </a:lvl9pPr>
          </a:lstStyle>
          <a:p xmlns:a="http://schemas.openxmlformats.org/drawingml/2006/main">
            <a:pPr algn="l">
              <a:defRPr sz="2250" b="1">
                <a:solidFill>
                  <a:srgbClr val="182536"/>
                </a:solidFill>
                <a:latin typeface="Nimbus Sans"/>
                <a:ea typeface="Nimbus Sans"/>
                <a:cs typeface="Nimbus Sans"/>
              </a:defRPr>
            </a:pPr>
            <a:r>
              <a:rPr sz="2250" b="1">
                <a:solidFill>
                  <a:srgbClr val="182536"/>
                </a:solidFill>
                <a:latin typeface="Nimbus Sans"/>
                <a:ea typeface="Nimbus Sans"/>
                <a:cs typeface="Nimbus Sans"/>
              </a:rPr>
              <a:t>PCAP mutato</a:t>
            </a:r>
          </a:p>
        </p:txBody>
      </p:sp>
      <p:sp>
        <p:nvSpPr>
          <p:cNvPr id="19" name="step3_e144">
            <a:extLst xmlns:a="http://schemas.openxmlformats.org/drawingml/2006/main">
              <a:ext uri="{FF2B5EF4-FFF2-40B4-BE49-F238E27FC236}">
                <a16:creationId xmlns:a16="http://schemas.microsoft.com/office/drawing/2014/main" id="{A25ABE3B-1151-4393-A967-3D1B309821AC}"/>
              </a:ext>
            </a:extLst>
          </p:cNvPr>
          <p:cNvSpPr>
            <a:spLocks xmlns:a="http://schemas.openxmlformats.org/drawingml/2006/main" noGrp="1"/>
          </p:cNvSpPr>
          <p:nvPr/>
        </p:nvSpPr>
        <p:spPr>
          <a:xfrm xmlns:a="http://schemas.openxmlformats.org/drawingml/2006/main">
            <a:off x="10086975" y="48101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52627B"/>
                </a:solidFill>
                <a:latin typeface="Nimbus Sans"/>
                <a:ea typeface="Nimbus Sans"/>
                <a:cs typeface="Nimbus Sans"/>
              </a:defRPr>
            </a:defPPr>
            <a:lvl1pPr algn="l">
              <a:defRPr sz="2100" b="0">
                <a:solidFill>
                  <a:srgbClr val="52627B"/>
                </a:solidFill>
                <a:latin typeface="Nimbus Sans"/>
                <a:ea typeface="Nimbus Sans"/>
                <a:cs typeface="Nimbus Sans"/>
              </a:defRPr>
            </a:lvl1pPr>
            <a:lvl2pPr algn="l">
              <a:defRPr sz="2100" b="0">
                <a:solidFill>
                  <a:srgbClr val="52627B"/>
                </a:solidFill>
                <a:latin typeface="Nimbus Sans"/>
                <a:ea typeface="Nimbus Sans"/>
                <a:cs typeface="Nimbus Sans"/>
              </a:defRPr>
            </a:lvl2pPr>
            <a:lvl3pPr algn="l">
              <a:defRPr sz="2100" b="0">
                <a:solidFill>
                  <a:srgbClr val="52627B"/>
                </a:solidFill>
                <a:latin typeface="Nimbus Sans"/>
                <a:ea typeface="Nimbus Sans"/>
                <a:cs typeface="Nimbus Sans"/>
              </a:defRPr>
            </a:lvl3pPr>
            <a:lvl4pPr algn="l">
              <a:defRPr sz="2100" b="0">
                <a:solidFill>
                  <a:srgbClr val="52627B"/>
                </a:solidFill>
                <a:latin typeface="Nimbus Sans"/>
                <a:ea typeface="Nimbus Sans"/>
                <a:cs typeface="Nimbus Sans"/>
              </a:defRPr>
            </a:lvl4pPr>
            <a:lvl5pPr algn="l">
              <a:defRPr sz="2100" b="0">
                <a:solidFill>
                  <a:srgbClr val="52627B"/>
                </a:solidFill>
                <a:latin typeface="Nimbus Sans"/>
                <a:ea typeface="Nimbus Sans"/>
                <a:cs typeface="Nimbus Sans"/>
              </a:defRPr>
            </a:lvl5pPr>
            <a:lvl6pPr algn="l">
              <a:defRPr sz="2100" b="0">
                <a:solidFill>
                  <a:srgbClr val="52627B"/>
                </a:solidFill>
                <a:latin typeface="Nimbus Sans"/>
                <a:ea typeface="Nimbus Sans"/>
                <a:cs typeface="Nimbus Sans"/>
              </a:defRPr>
            </a:lvl6pPr>
            <a:lvl7pPr algn="l">
              <a:defRPr sz="2100" b="0">
                <a:solidFill>
                  <a:srgbClr val="52627B"/>
                </a:solidFill>
                <a:latin typeface="Nimbus Sans"/>
                <a:ea typeface="Nimbus Sans"/>
                <a:cs typeface="Nimbus Sans"/>
              </a:defRPr>
            </a:lvl7pPr>
            <a:lvl8pPr algn="l">
              <a:defRPr sz="2100" b="0">
                <a:solidFill>
                  <a:srgbClr val="52627B"/>
                </a:solidFill>
                <a:latin typeface="Nimbus Sans"/>
                <a:ea typeface="Nimbus Sans"/>
                <a:cs typeface="Nimbus Sans"/>
              </a:defRPr>
            </a:lvl8pPr>
            <a:lvl9pPr algn="l">
              <a:defRPr sz="2100" b="0">
                <a:solidFill>
                  <a:srgbClr val="52627B"/>
                </a:solidFill>
                <a:latin typeface="Nimbus Sans"/>
                <a:ea typeface="Nimbus Sans"/>
                <a:cs typeface="Nimbus Sans"/>
              </a:defRPr>
            </a:lvl9pPr>
          </a:lstStyle>
          <a:p xmlns:a="http://schemas.openxmlformats.org/drawingml/2006/main">
            <a:pPr algn="l">
              <a:defRPr sz="2100" b="0">
                <a:solidFill>
                  <a:srgbClr val="52627B"/>
                </a:solidFill>
                <a:latin typeface="Nimbus Sans"/>
                <a:ea typeface="Nimbus Sans"/>
                <a:cs typeface="Nimbus Sans"/>
              </a:defRPr>
            </a:pPr>
            <a:r>
              <a:rPr sz="2100" b="0">
                <a:solidFill>
                  <a:srgbClr val="52627B"/>
                </a:solidFill>
                <a:latin typeface="Nimbus Sans"/>
                <a:ea typeface="Nimbus Sans"/>
                <a:cs typeface="Nimbus Sans"/>
              </a:rPr>
              <a:t>HTTP</a:t>
            </a:r>
          </a:p>
        </p:txBody>
      </p:sp>
      <p:sp>
        <p:nvSpPr>
          <p:cNvPr id="20" name="step3_e145">
            <a:extLst xmlns:a="http://schemas.openxmlformats.org/drawingml/2006/main">
              <a:ext uri="{FF2B5EF4-FFF2-40B4-BE49-F238E27FC236}">
                <a16:creationId xmlns:a16="http://schemas.microsoft.com/office/drawing/2014/main" id="{B6760B7F-EF5B-48C3-8EEE-B97E197EF123}"/>
              </a:ext>
            </a:extLst>
          </p:cNvPr>
          <p:cNvSpPr>
            <a:spLocks xmlns:a="http://schemas.openxmlformats.org/drawingml/2006/main" noGrp="1"/>
          </p:cNvSpPr>
          <p:nvPr/>
        </p:nvSpPr>
        <p:spPr>
          <a:xfrm xmlns:a="http://schemas.openxmlformats.org/drawingml/2006/main">
            <a:off x="11258550" y="4533900"/>
            <a:ext cx="233362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300" b="1">
                <a:solidFill>
                  <a:srgbClr val="278766"/>
                </a:solidFill>
                <a:latin typeface="Nimbus Sans"/>
                <a:ea typeface="Nimbus Sans"/>
                <a:cs typeface="Nimbus Sans"/>
              </a:defRPr>
            </a:defPPr>
            <a:lvl1pPr algn="l">
              <a:defRPr sz="6300" b="1">
                <a:solidFill>
                  <a:srgbClr val="278766"/>
                </a:solidFill>
                <a:latin typeface="Nimbus Sans"/>
                <a:ea typeface="Nimbus Sans"/>
                <a:cs typeface="Nimbus Sans"/>
              </a:defRPr>
            </a:lvl1pPr>
            <a:lvl2pPr algn="l">
              <a:defRPr sz="6300" b="1">
                <a:solidFill>
                  <a:srgbClr val="278766"/>
                </a:solidFill>
                <a:latin typeface="Nimbus Sans"/>
                <a:ea typeface="Nimbus Sans"/>
                <a:cs typeface="Nimbus Sans"/>
              </a:defRPr>
            </a:lvl2pPr>
            <a:lvl3pPr algn="l">
              <a:defRPr sz="6300" b="1">
                <a:solidFill>
                  <a:srgbClr val="278766"/>
                </a:solidFill>
                <a:latin typeface="Nimbus Sans"/>
                <a:ea typeface="Nimbus Sans"/>
                <a:cs typeface="Nimbus Sans"/>
              </a:defRPr>
            </a:lvl3pPr>
            <a:lvl4pPr algn="l">
              <a:defRPr sz="6300" b="1">
                <a:solidFill>
                  <a:srgbClr val="278766"/>
                </a:solidFill>
                <a:latin typeface="Nimbus Sans"/>
                <a:ea typeface="Nimbus Sans"/>
                <a:cs typeface="Nimbus Sans"/>
              </a:defRPr>
            </a:lvl4pPr>
            <a:lvl5pPr algn="l">
              <a:defRPr sz="6300" b="1">
                <a:solidFill>
                  <a:srgbClr val="278766"/>
                </a:solidFill>
                <a:latin typeface="Nimbus Sans"/>
                <a:ea typeface="Nimbus Sans"/>
                <a:cs typeface="Nimbus Sans"/>
              </a:defRPr>
            </a:lvl5pPr>
            <a:lvl6pPr algn="l">
              <a:defRPr sz="6300" b="1">
                <a:solidFill>
                  <a:srgbClr val="278766"/>
                </a:solidFill>
                <a:latin typeface="Nimbus Sans"/>
                <a:ea typeface="Nimbus Sans"/>
                <a:cs typeface="Nimbus Sans"/>
              </a:defRPr>
            </a:lvl6pPr>
            <a:lvl7pPr algn="l">
              <a:defRPr sz="6300" b="1">
                <a:solidFill>
                  <a:srgbClr val="278766"/>
                </a:solidFill>
                <a:latin typeface="Nimbus Sans"/>
                <a:ea typeface="Nimbus Sans"/>
                <a:cs typeface="Nimbus Sans"/>
              </a:defRPr>
            </a:lvl7pPr>
            <a:lvl8pPr algn="l">
              <a:defRPr sz="6300" b="1">
                <a:solidFill>
                  <a:srgbClr val="278766"/>
                </a:solidFill>
                <a:latin typeface="Nimbus Sans"/>
                <a:ea typeface="Nimbus Sans"/>
                <a:cs typeface="Nimbus Sans"/>
              </a:defRPr>
            </a:lvl8pPr>
            <a:lvl9pPr algn="l">
              <a:defRPr sz="6300" b="1">
                <a:solidFill>
                  <a:srgbClr val="278766"/>
                </a:solidFill>
                <a:latin typeface="Nimbus Sans"/>
                <a:ea typeface="Nimbus Sans"/>
                <a:cs typeface="Nimbus Sans"/>
              </a:defRPr>
            </a:lvl9pPr>
          </a:lstStyle>
          <a:p xmlns:a="http://schemas.openxmlformats.org/drawingml/2006/main">
            <a:pPr algn="l">
              <a:defRPr sz="6300" b="1">
                <a:solidFill>
                  <a:srgbClr val="278766"/>
                </a:solidFill>
                <a:latin typeface="Nimbus Sans"/>
                <a:ea typeface="Nimbus Sans"/>
                <a:cs typeface="Nimbus Sans"/>
              </a:defRPr>
            </a:pPr>
            <a:r>
              <a:rPr sz="6300" b="1">
                <a:solidFill>
                  <a:srgbClr val="278766"/>
                </a:solidFill>
                <a:latin typeface="Nimbus Sans"/>
                <a:ea typeface="Nimbus Sans"/>
                <a:cs typeface="Nimbus Sans"/>
              </a:rPr>
              <a:t>403</a:t>
            </a:r>
          </a:p>
        </p:txBody>
      </p:sp>
      <p:sp>
        <p:nvSpPr>
          <p:cNvPr id="21" name="step3_e146">
            <a:extLst xmlns:a="http://schemas.openxmlformats.org/drawingml/2006/main">
              <a:ext uri="{FF2B5EF4-FFF2-40B4-BE49-F238E27FC236}">
                <a16:creationId xmlns:a16="http://schemas.microsoft.com/office/drawing/2014/main" id="{5157BD4B-DC16-4BE3-8291-3AFD2C624E41}"/>
              </a:ext>
            </a:extLst>
          </p:cNvPr>
          <p:cNvSpPr>
            <a:spLocks xmlns:a="http://schemas.openxmlformats.org/drawingml/2006/main" noGrp="1"/>
          </p:cNvSpPr>
          <p:nvPr/>
        </p:nvSpPr>
        <p:spPr>
          <a:xfrm xmlns:a="http://schemas.openxmlformats.org/drawingml/2006/main">
            <a:off x="10086975" y="5543550"/>
            <a:ext cx="38385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550" b="1">
                <a:solidFill>
                  <a:srgbClr val="278766"/>
                </a:solidFill>
                <a:latin typeface="Nimbus Sans"/>
                <a:ea typeface="Nimbus Sans"/>
                <a:cs typeface="Nimbus Sans"/>
              </a:defRPr>
            </a:defPPr>
            <a:lvl1pPr algn="l">
              <a:defRPr sz="2550" b="1">
                <a:solidFill>
                  <a:srgbClr val="278766"/>
                </a:solidFill>
                <a:latin typeface="Nimbus Sans"/>
                <a:ea typeface="Nimbus Sans"/>
                <a:cs typeface="Nimbus Sans"/>
              </a:defRPr>
            </a:lvl1pPr>
            <a:lvl2pPr algn="l">
              <a:defRPr sz="2550" b="1">
                <a:solidFill>
                  <a:srgbClr val="278766"/>
                </a:solidFill>
                <a:latin typeface="Nimbus Sans"/>
                <a:ea typeface="Nimbus Sans"/>
                <a:cs typeface="Nimbus Sans"/>
              </a:defRPr>
            </a:lvl2pPr>
            <a:lvl3pPr algn="l">
              <a:defRPr sz="2550" b="1">
                <a:solidFill>
                  <a:srgbClr val="278766"/>
                </a:solidFill>
                <a:latin typeface="Nimbus Sans"/>
                <a:ea typeface="Nimbus Sans"/>
                <a:cs typeface="Nimbus Sans"/>
              </a:defRPr>
            </a:lvl3pPr>
            <a:lvl4pPr algn="l">
              <a:defRPr sz="2550" b="1">
                <a:solidFill>
                  <a:srgbClr val="278766"/>
                </a:solidFill>
                <a:latin typeface="Nimbus Sans"/>
                <a:ea typeface="Nimbus Sans"/>
                <a:cs typeface="Nimbus Sans"/>
              </a:defRPr>
            </a:lvl4pPr>
            <a:lvl5pPr algn="l">
              <a:defRPr sz="2550" b="1">
                <a:solidFill>
                  <a:srgbClr val="278766"/>
                </a:solidFill>
                <a:latin typeface="Nimbus Sans"/>
                <a:ea typeface="Nimbus Sans"/>
                <a:cs typeface="Nimbus Sans"/>
              </a:defRPr>
            </a:lvl5pPr>
            <a:lvl6pPr algn="l">
              <a:defRPr sz="2550" b="1">
                <a:solidFill>
                  <a:srgbClr val="278766"/>
                </a:solidFill>
                <a:latin typeface="Nimbus Sans"/>
                <a:ea typeface="Nimbus Sans"/>
                <a:cs typeface="Nimbus Sans"/>
              </a:defRPr>
            </a:lvl6pPr>
            <a:lvl7pPr algn="l">
              <a:defRPr sz="2550" b="1">
                <a:solidFill>
                  <a:srgbClr val="278766"/>
                </a:solidFill>
                <a:latin typeface="Nimbus Sans"/>
                <a:ea typeface="Nimbus Sans"/>
                <a:cs typeface="Nimbus Sans"/>
              </a:defRPr>
            </a:lvl7pPr>
            <a:lvl8pPr algn="l">
              <a:defRPr sz="2550" b="1">
                <a:solidFill>
                  <a:srgbClr val="278766"/>
                </a:solidFill>
                <a:latin typeface="Nimbus Sans"/>
                <a:ea typeface="Nimbus Sans"/>
                <a:cs typeface="Nimbus Sans"/>
              </a:defRPr>
            </a:lvl8pPr>
            <a:lvl9pPr algn="l">
              <a:defRPr sz="2550" b="1">
                <a:solidFill>
                  <a:srgbClr val="278766"/>
                </a:solidFill>
                <a:latin typeface="Nimbus Sans"/>
                <a:ea typeface="Nimbus Sans"/>
                <a:cs typeface="Nimbus Sans"/>
              </a:defRPr>
            </a:lvl9pPr>
          </a:lstStyle>
          <a:p xmlns:a="http://schemas.openxmlformats.org/drawingml/2006/main">
            <a:pPr algn="l">
              <a:defRPr sz="2550" b="1">
                <a:solidFill>
                  <a:srgbClr val="278766"/>
                </a:solidFill>
                <a:latin typeface="Nimbus Sans"/>
                <a:ea typeface="Nimbus Sans"/>
                <a:cs typeface="Nimbus Sans"/>
              </a:defRPr>
            </a:pPr>
            <a:r>
              <a:rPr sz="2550" b="1">
                <a:solidFill>
                  <a:srgbClr val="278766"/>
                </a:solidFill>
                <a:latin typeface="Nimbus Sans"/>
                <a:ea typeface="Nimbus Sans"/>
                <a:cs typeface="Nimbus Sans"/>
              </a:rPr>
              <a:t>PASS</a:t>
            </a:r>
          </a:p>
        </p:txBody>
      </p:sp>
      <p:sp>
        <p:nvSpPr>
          <p:cNvPr id="22" name="step4_e147">
            <a:extLst xmlns:a="http://schemas.openxmlformats.org/drawingml/2006/main">
              <a:ext uri="{FF2B5EF4-FFF2-40B4-BE49-F238E27FC236}">
                <a16:creationId xmlns:a16="http://schemas.microsoft.com/office/drawing/2014/main" id="{84A8997A-A811-4674-B686-36D87E9FA33D}"/>
              </a:ext>
            </a:extLst>
          </p:cNvPr>
          <p:cNvSpPr>
            <a:spLocks xmlns:a="http://schemas.openxmlformats.org/drawingml/2006/main" noGrp="1"/>
          </p:cNvSpPr>
          <p:nvPr/>
        </p:nvSpPr>
        <p:spPr>
          <a:xfrm xmlns:a="http://schemas.openxmlformats.org/drawingml/2006/main">
            <a:off x="1066800" y="6486525"/>
            <a:ext cx="3810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500" b="1">
                <a:solidFill>
                  <a:srgbClr val="4264D0"/>
                </a:solidFill>
                <a:latin typeface="Nimbus Sans"/>
                <a:ea typeface="Nimbus Sans"/>
                <a:cs typeface="Nimbus Sans"/>
              </a:defRPr>
            </a:defPPr>
            <a:lvl1pPr algn="l">
              <a:defRPr sz="7500" b="1">
                <a:solidFill>
                  <a:srgbClr val="4264D0"/>
                </a:solidFill>
                <a:latin typeface="Nimbus Sans"/>
                <a:ea typeface="Nimbus Sans"/>
                <a:cs typeface="Nimbus Sans"/>
              </a:defRPr>
            </a:lvl1pPr>
            <a:lvl2pPr algn="l">
              <a:defRPr sz="7500" b="1">
                <a:solidFill>
                  <a:srgbClr val="4264D0"/>
                </a:solidFill>
                <a:latin typeface="Nimbus Sans"/>
                <a:ea typeface="Nimbus Sans"/>
                <a:cs typeface="Nimbus Sans"/>
              </a:defRPr>
            </a:lvl2pPr>
            <a:lvl3pPr algn="l">
              <a:defRPr sz="7500" b="1">
                <a:solidFill>
                  <a:srgbClr val="4264D0"/>
                </a:solidFill>
                <a:latin typeface="Nimbus Sans"/>
                <a:ea typeface="Nimbus Sans"/>
                <a:cs typeface="Nimbus Sans"/>
              </a:defRPr>
            </a:lvl3pPr>
            <a:lvl4pPr algn="l">
              <a:defRPr sz="7500" b="1">
                <a:solidFill>
                  <a:srgbClr val="4264D0"/>
                </a:solidFill>
                <a:latin typeface="Nimbus Sans"/>
                <a:ea typeface="Nimbus Sans"/>
                <a:cs typeface="Nimbus Sans"/>
              </a:defRPr>
            </a:lvl4pPr>
            <a:lvl5pPr algn="l">
              <a:defRPr sz="7500" b="1">
                <a:solidFill>
                  <a:srgbClr val="4264D0"/>
                </a:solidFill>
                <a:latin typeface="Nimbus Sans"/>
                <a:ea typeface="Nimbus Sans"/>
                <a:cs typeface="Nimbus Sans"/>
              </a:defRPr>
            </a:lvl5pPr>
            <a:lvl6pPr algn="l">
              <a:defRPr sz="7500" b="1">
                <a:solidFill>
                  <a:srgbClr val="4264D0"/>
                </a:solidFill>
                <a:latin typeface="Nimbus Sans"/>
                <a:ea typeface="Nimbus Sans"/>
                <a:cs typeface="Nimbus Sans"/>
              </a:defRPr>
            </a:lvl6pPr>
            <a:lvl7pPr algn="l">
              <a:defRPr sz="7500" b="1">
                <a:solidFill>
                  <a:srgbClr val="4264D0"/>
                </a:solidFill>
                <a:latin typeface="Nimbus Sans"/>
                <a:ea typeface="Nimbus Sans"/>
                <a:cs typeface="Nimbus Sans"/>
              </a:defRPr>
            </a:lvl7pPr>
            <a:lvl8pPr algn="l">
              <a:defRPr sz="7500" b="1">
                <a:solidFill>
                  <a:srgbClr val="4264D0"/>
                </a:solidFill>
                <a:latin typeface="Nimbus Sans"/>
                <a:ea typeface="Nimbus Sans"/>
                <a:cs typeface="Nimbus Sans"/>
              </a:defRPr>
            </a:lvl8pPr>
            <a:lvl9pPr algn="l">
              <a:defRPr sz="7500" b="1">
                <a:solidFill>
                  <a:srgbClr val="4264D0"/>
                </a:solidFill>
                <a:latin typeface="Nimbus Sans"/>
                <a:ea typeface="Nimbus Sans"/>
                <a:cs typeface="Nimbus Sans"/>
              </a:defRPr>
            </a:lvl9pPr>
          </a:lstStyle>
          <a:p xmlns:a="http://schemas.openxmlformats.org/drawingml/2006/main">
            <a:pPr algn="l">
              <a:defRPr sz="7500" b="1">
                <a:solidFill>
                  <a:srgbClr val="4264D0"/>
                </a:solidFill>
                <a:latin typeface="Nimbus Sans"/>
                <a:ea typeface="Nimbus Sans"/>
                <a:cs typeface="Nimbus Sans"/>
              </a:defRPr>
            </a:pPr>
            <a:r>
              <a:rPr sz="7500" b="1">
                <a:solidFill>
                  <a:srgbClr val="4264D0"/>
                </a:solidFill>
                <a:latin typeface="Nimbus Sans"/>
                <a:ea typeface="Nimbus Sans"/>
                <a:cs typeface="Nimbus Sans"/>
              </a:rPr>
              <a:t>13/13</a:t>
            </a:r>
          </a:p>
        </p:txBody>
      </p:sp>
      <p:sp>
        <p:nvSpPr>
          <p:cNvPr id="23" name="step4_e148">
            <a:extLst xmlns:a="http://schemas.openxmlformats.org/drawingml/2006/main">
              <a:ext uri="{FF2B5EF4-FFF2-40B4-BE49-F238E27FC236}">
                <a16:creationId xmlns:a16="http://schemas.microsoft.com/office/drawing/2014/main" id="{30116AF0-9638-47DC-9B76-072C4DFC34B9}"/>
              </a:ext>
            </a:extLst>
          </p:cNvPr>
          <p:cNvSpPr>
            <a:spLocks xmlns:a="http://schemas.openxmlformats.org/drawingml/2006/main" noGrp="1"/>
          </p:cNvSpPr>
          <p:nvPr/>
        </p:nvSpPr>
        <p:spPr>
          <a:xfrm xmlns:a="http://schemas.openxmlformats.org/drawingml/2006/main">
            <a:off x="5257800" y="6553200"/>
            <a:ext cx="8915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75" b="1">
                <a:solidFill>
                  <a:srgbClr val="182536"/>
                </a:solidFill>
                <a:latin typeface="Nimbus Sans"/>
                <a:ea typeface="Nimbus Sans"/>
                <a:cs typeface="Nimbus Sans"/>
              </a:defRPr>
            </a:defPPr>
            <a:lvl1pPr algn="l">
              <a:defRPr sz="2775" b="1">
                <a:solidFill>
                  <a:srgbClr val="182536"/>
                </a:solidFill>
                <a:latin typeface="Nimbus Sans"/>
                <a:ea typeface="Nimbus Sans"/>
                <a:cs typeface="Nimbus Sans"/>
              </a:defRPr>
            </a:lvl1pPr>
            <a:lvl2pPr algn="l">
              <a:defRPr sz="2775" b="1">
                <a:solidFill>
                  <a:srgbClr val="182536"/>
                </a:solidFill>
                <a:latin typeface="Nimbus Sans"/>
                <a:ea typeface="Nimbus Sans"/>
                <a:cs typeface="Nimbus Sans"/>
              </a:defRPr>
            </a:lvl2pPr>
            <a:lvl3pPr algn="l">
              <a:defRPr sz="2775" b="1">
                <a:solidFill>
                  <a:srgbClr val="182536"/>
                </a:solidFill>
                <a:latin typeface="Nimbus Sans"/>
                <a:ea typeface="Nimbus Sans"/>
                <a:cs typeface="Nimbus Sans"/>
              </a:defRPr>
            </a:lvl3pPr>
            <a:lvl4pPr algn="l">
              <a:defRPr sz="2775" b="1">
                <a:solidFill>
                  <a:srgbClr val="182536"/>
                </a:solidFill>
                <a:latin typeface="Nimbus Sans"/>
                <a:ea typeface="Nimbus Sans"/>
                <a:cs typeface="Nimbus Sans"/>
              </a:defRPr>
            </a:lvl4pPr>
            <a:lvl5pPr algn="l">
              <a:defRPr sz="2775" b="1">
                <a:solidFill>
                  <a:srgbClr val="182536"/>
                </a:solidFill>
                <a:latin typeface="Nimbus Sans"/>
                <a:ea typeface="Nimbus Sans"/>
                <a:cs typeface="Nimbus Sans"/>
              </a:defRPr>
            </a:lvl5pPr>
            <a:lvl6pPr algn="l">
              <a:defRPr sz="2775" b="1">
                <a:solidFill>
                  <a:srgbClr val="182536"/>
                </a:solidFill>
                <a:latin typeface="Nimbus Sans"/>
                <a:ea typeface="Nimbus Sans"/>
                <a:cs typeface="Nimbus Sans"/>
              </a:defRPr>
            </a:lvl6pPr>
            <a:lvl7pPr algn="l">
              <a:defRPr sz="2775" b="1">
                <a:solidFill>
                  <a:srgbClr val="182536"/>
                </a:solidFill>
                <a:latin typeface="Nimbus Sans"/>
                <a:ea typeface="Nimbus Sans"/>
                <a:cs typeface="Nimbus Sans"/>
              </a:defRPr>
            </a:lvl7pPr>
            <a:lvl8pPr algn="l">
              <a:defRPr sz="2775" b="1">
                <a:solidFill>
                  <a:srgbClr val="182536"/>
                </a:solidFill>
                <a:latin typeface="Nimbus Sans"/>
                <a:ea typeface="Nimbus Sans"/>
                <a:cs typeface="Nimbus Sans"/>
              </a:defRPr>
            </a:lvl8pPr>
            <a:lvl9pPr algn="l">
              <a:defRPr sz="2775" b="1">
                <a:solidFill>
                  <a:srgbClr val="182536"/>
                </a:solidFill>
                <a:latin typeface="Nimbus Sans"/>
                <a:ea typeface="Nimbus Sans"/>
                <a:cs typeface="Nimbus Sans"/>
              </a:defRPr>
            </a:lvl9pPr>
          </a:lstStyle>
          <a:p xmlns:a="http://schemas.openxmlformats.org/drawingml/2006/main">
            <a:pPr algn="l">
              <a:defRPr sz="2775" b="1">
                <a:solidFill>
                  <a:srgbClr val="182536"/>
                </a:solidFill>
                <a:latin typeface="Nimbus Sans"/>
                <a:ea typeface="Nimbus Sans"/>
                <a:cs typeface="Nimbus Sans"/>
              </a:defRPr>
            </a:pPr>
            <a:r>
              <a:rPr sz="2775" b="1">
                <a:solidFill>
                  <a:srgbClr val="182536"/>
                </a:solidFill>
                <a:latin typeface="Nimbus Sans"/>
                <a:ea typeface="Nimbus Sans"/>
                <a:cs typeface="Nimbus Sans"/>
              </a:rPr>
              <a:t>scenari completati</a:t>
            </a:r>
          </a:p>
          <a:p xmlns:a="http://schemas.openxmlformats.org/drawingml/2006/main">
            <a:pPr algn="l">
              <a:defRPr sz="2775" b="1">
                <a:solidFill>
                  <a:srgbClr val="182536"/>
                </a:solidFill>
                <a:latin typeface="Nimbus Sans"/>
                <a:ea typeface="Nimbus Sans"/>
                <a:cs typeface="Nimbus Sans"/>
              </a:defRPr>
            </a:pPr>
            <a:r>
              <a:rPr sz="2775" b="1">
                <a:solidFill>
                  <a:srgbClr val="182536"/>
                </a:solidFill>
                <a:latin typeface="Nimbus Sans"/>
                <a:ea typeface="Nimbus Sans"/>
                <a:cs typeface="Nimbus Sans"/>
              </a:rPr>
              <a:t>con verdetto atteso</a:t>
            </a:r>
          </a:p>
        </p:txBody>
      </p:sp>
      <p:sp>
        <p:nvSpPr>
          <p:cNvPr id="24" name="step4_e149">
            <a:extLst xmlns:a="http://schemas.openxmlformats.org/drawingml/2006/main">
              <a:ext uri="{FF2B5EF4-FFF2-40B4-BE49-F238E27FC236}">
                <a16:creationId xmlns:a16="http://schemas.microsoft.com/office/drawing/2014/main" id="{6D9950B1-B2CB-4D90-B756-3E808CB871DF}"/>
              </a:ext>
            </a:extLst>
          </p:cNvPr>
          <p:cNvSpPr>
            <a:spLocks xmlns:a="http://schemas.openxmlformats.org/drawingml/2006/main" noGrp="1"/>
          </p:cNvSpPr>
          <p:nvPr/>
        </p:nvSpPr>
        <p:spPr>
          <a:xfrm xmlns:a="http://schemas.openxmlformats.org/drawingml/2006/main">
            <a:off x="1066800" y="7639050"/>
            <a:ext cx="13106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52627B"/>
                </a:solidFill>
                <a:latin typeface="Nimbus Sans"/>
                <a:ea typeface="Nimbus Sans"/>
                <a:cs typeface="Nimbus Sans"/>
              </a:defRPr>
            </a:defPPr>
            <a:lvl1pPr algn="l">
              <a:defRPr sz="1950" b="0">
                <a:solidFill>
                  <a:srgbClr val="52627B"/>
                </a:solidFill>
                <a:latin typeface="Nimbus Sans"/>
                <a:ea typeface="Nimbus Sans"/>
                <a:cs typeface="Nimbus Sans"/>
              </a:defRPr>
            </a:lvl1pPr>
            <a:lvl2pPr algn="l">
              <a:defRPr sz="1950" b="0">
                <a:solidFill>
                  <a:srgbClr val="52627B"/>
                </a:solidFill>
                <a:latin typeface="Nimbus Sans"/>
                <a:ea typeface="Nimbus Sans"/>
                <a:cs typeface="Nimbus Sans"/>
              </a:defRPr>
            </a:lvl2pPr>
            <a:lvl3pPr algn="l">
              <a:defRPr sz="1950" b="0">
                <a:solidFill>
                  <a:srgbClr val="52627B"/>
                </a:solidFill>
                <a:latin typeface="Nimbus Sans"/>
                <a:ea typeface="Nimbus Sans"/>
                <a:cs typeface="Nimbus Sans"/>
              </a:defRPr>
            </a:lvl3pPr>
            <a:lvl4pPr algn="l">
              <a:defRPr sz="1950" b="0">
                <a:solidFill>
                  <a:srgbClr val="52627B"/>
                </a:solidFill>
                <a:latin typeface="Nimbus Sans"/>
                <a:ea typeface="Nimbus Sans"/>
                <a:cs typeface="Nimbus Sans"/>
              </a:defRPr>
            </a:lvl4pPr>
            <a:lvl5pPr algn="l">
              <a:defRPr sz="1950" b="0">
                <a:solidFill>
                  <a:srgbClr val="52627B"/>
                </a:solidFill>
                <a:latin typeface="Nimbus Sans"/>
                <a:ea typeface="Nimbus Sans"/>
                <a:cs typeface="Nimbus Sans"/>
              </a:defRPr>
            </a:lvl5pPr>
            <a:lvl6pPr algn="l">
              <a:defRPr sz="1950" b="0">
                <a:solidFill>
                  <a:srgbClr val="52627B"/>
                </a:solidFill>
                <a:latin typeface="Nimbus Sans"/>
                <a:ea typeface="Nimbus Sans"/>
                <a:cs typeface="Nimbus Sans"/>
              </a:defRPr>
            </a:lvl6pPr>
            <a:lvl7pPr algn="l">
              <a:defRPr sz="1950" b="0">
                <a:solidFill>
                  <a:srgbClr val="52627B"/>
                </a:solidFill>
                <a:latin typeface="Nimbus Sans"/>
                <a:ea typeface="Nimbus Sans"/>
                <a:cs typeface="Nimbus Sans"/>
              </a:defRPr>
            </a:lvl7pPr>
            <a:lvl8pPr algn="l">
              <a:defRPr sz="1950" b="0">
                <a:solidFill>
                  <a:srgbClr val="52627B"/>
                </a:solidFill>
                <a:latin typeface="Nimbus Sans"/>
                <a:ea typeface="Nimbus Sans"/>
                <a:cs typeface="Nimbus Sans"/>
              </a:defRPr>
            </a:lvl8pPr>
            <a:lvl9pPr algn="l">
              <a:defRPr sz="1950" b="0">
                <a:solidFill>
                  <a:srgbClr val="52627B"/>
                </a:solidFill>
                <a:latin typeface="Nimbus Sans"/>
                <a:ea typeface="Nimbus Sans"/>
                <a:cs typeface="Nimbus Sans"/>
              </a:defRPr>
            </a:lvl9pPr>
          </a:lstStyle>
          <a:p xmlns:a="http://schemas.openxmlformats.org/drawingml/2006/main">
            <a:pPr algn="l">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15 previsti. Due scenari AMF Case B non completati per limiti del mutatore.</a:t>
            </a:r>
          </a:p>
        </p:txBody>
      </p:sp>
      <p:sp>
        <p:nvSpPr>
          <p:cNvPr id="25" name="step4_e150">
            <a:extLst xmlns:a="http://schemas.openxmlformats.org/drawingml/2006/main">
              <a:ext uri="{FF2B5EF4-FFF2-40B4-BE49-F238E27FC236}">
                <a16:creationId xmlns:a16="http://schemas.microsoft.com/office/drawing/2014/main" id="{74C7ABEE-4439-4089-9963-15E674AC8962}"/>
              </a:ext>
            </a:extLst>
          </p:cNvPr>
          <p:cNvSpPr>
            <a:spLocks xmlns:a="http://schemas.openxmlformats.org/drawingml/2006/main" noGrp="1"/>
          </p:cNvSpPr>
          <p:nvPr/>
        </p:nvSpPr>
        <p:spPr>
          <a:xfrm xmlns:a="http://schemas.openxmlformats.org/drawingml/2006/main">
            <a:off x="1066800" y="8077200"/>
            <a:ext cx="13106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4264D0"/>
                </a:solidFill>
                <a:latin typeface="Nimbus Sans"/>
                <a:ea typeface="Nimbus Sans"/>
                <a:cs typeface="Nimbus Sans"/>
              </a:defRPr>
            </a:defPPr>
            <a:lvl1pPr algn="l">
              <a:defRPr sz="2175" b="1">
                <a:solidFill>
                  <a:srgbClr val="4264D0"/>
                </a:solidFill>
                <a:latin typeface="Nimbus Sans"/>
                <a:ea typeface="Nimbus Sans"/>
                <a:cs typeface="Nimbus Sans"/>
              </a:defRPr>
            </a:lvl1pPr>
            <a:lvl2pPr algn="l">
              <a:defRPr sz="2175" b="1">
                <a:solidFill>
                  <a:srgbClr val="4264D0"/>
                </a:solidFill>
                <a:latin typeface="Nimbus Sans"/>
                <a:ea typeface="Nimbus Sans"/>
                <a:cs typeface="Nimbus Sans"/>
              </a:defRPr>
            </a:lvl2pPr>
            <a:lvl3pPr algn="l">
              <a:defRPr sz="2175" b="1">
                <a:solidFill>
                  <a:srgbClr val="4264D0"/>
                </a:solidFill>
                <a:latin typeface="Nimbus Sans"/>
                <a:ea typeface="Nimbus Sans"/>
                <a:cs typeface="Nimbus Sans"/>
              </a:defRPr>
            </a:lvl3pPr>
            <a:lvl4pPr algn="l">
              <a:defRPr sz="2175" b="1">
                <a:solidFill>
                  <a:srgbClr val="4264D0"/>
                </a:solidFill>
                <a:latin typeface="Nimbus Sans"/>
                <a:ea typeface="Nimbus Sans"/>
                <a:cs typeface="Nimbus Sans"/>
              </a:defRPr>
            </a:lvl4pPr>
            <a:lvl5pPr algn="l">
              <a:defRPr sz="2175" b="1">
                <a:solidFill>
                  <a:srgbClr val="4264D0"/>
                </a:solidFill>
                <a:latin typeface="Nimbus Sans"/>
                <a:ea typeface="Nimbus Sans"/>
                <a:cs typeface="Nimbus Sans"/>
              </a:defRPr>
            </a:lvl5pPr>
            <a:lvl6pPr algn="l">
              <a:defRPr sz="2175" b="1">
                <a:solidFill>
                  <a:srgbClr val="4264D0"/>
                </a:solidFill>
                <a:latin typeface="Nimbus Sans"/>
                <a:ea typeface="Nimbus Sans"/>
                <a:cs typeface="Nimbus Sans"/>
              </a:defRPr>
            </a:lvl6pPr>
            <a:lvl7pPr algn="l">
              <a:defRPr sz="2175" b="1">
                <a:solidFill>
                  <a:srgbClr val="4264D0"/>
                </a:solidFill>
                <a:latin typeface="Nimbus Sans"/>
                <a:ea typeface="Nimbus Sans"/>
                <a:cs typeface="Nimbus Sans"/>
              </a:defRPr>
            </a:lvl7pPr>
            <a:lvl8pPr algn="l">
              <a:defRPr sz="2175" b="1">
                <a:solidFill>
                  <a:srgbClr val="4264D0"/>
                </a:solidFill>
                <a:latin typeface="Nimbus Sans"/>
                <a:ea typeface="Nimbus Sans"/>
                <a:cs typeface="Nimbus Sans"/>
              </a:defRPr>
            </a:lvl8pPr>
            <a:lvl9pPr algn="l">
              <a:defRPr sz="2175" b="1">
                <a:solidFill>
                  <a:srgbClr val="4264D0"/>
                </a:solidFill>
                <a:latin typeface="Nimbus Sans"/>
                <a:ea typeface="Nimbus Sans"/>
                <a:cs typeface="Nimbus Sans"/>
              </a:defRPr>
            </a:lvl9pPr>
          </a:lstStyle>
          <a:p xmlns:a="http://schemas.openxmlformats.org/drawingml/2006/main">
            <a:pPr algn="l">
              <a:defRPr sz="2175" b="1">
                <a:solidFill>
                  <a:srgbClr val="4264D0"/>
                </a:solidFill>
                <a:latin typeface="Nimbus Sans"/>
                <a:ea typeface="Nimbus Sans"/>
                <a:cs typeface="Nimbus Sans"/>
              </a:defRPr>
            </a:pPr>
            <a:r>
              <a:rPr sz="2175" b="1">
                <a:solidFill>
                  <a:srgbClr val="4264D0"/>
                </a:solidFill>
                <a:latin typeface="Nimbus Sans"/>
                <a:ea typeface="Nimbus Sans"/>
                <a:cs typeface="Nimbus Sans"/>
              </a:rPr>
              <a:t>Un DSL e un sistema comune per verifiche motivate e riproducibili.</a:t>
            </a:r>
          </a:p>
        </p:txBody>
      </p:sp>
    </p:spTree>
    <p:extLst>
      <p:ext uri="{BB962C8B-B14F-4D97-AF65-F5344CB8AC3E}">
        <p14:creationId xmlns:p14="http://schemas.microsoft.com/office/powerpoint/2010/main" val="194122237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tgtEl>
                                          <p:spTgt spid="5"/>
                                        </p:tgtEl>
                                        <p:attrNameLst>
                                          <p:attrName>style.visibility</p:attrName>
                                        </p:attrNameLst>
                                      </p:cBhvr>
                                      <p:to>
                                        <p:strVal val="visible"/>
                                      </p:to>
                                    </p:set>
                                    <p:set>
                                      <p:cBhvr>
                                        <p:cTn id="7" dur="1" fill="hold"/>
                                        <p:tgtEl>
                                          <p:spTgt spid="6"/>
                                        </p:tgtEl>
                                        <p:attrNameLst>
                                          <p:attrName>style.visibility</p:attrName>
                                        </p:attrNameLst>
                                      </p:cBhvr>
                                      <p:to>
                                        <p:strVal val="visible"/>
                                      </p:to>
                                    </p:set>
                                    <p:set>
                                      <p:cBhvr>
                                        <p:cTn id="8" dur="1" fill="hold"/>
                                        <p:tgtEl>
                                          <p:spTgt spid="7"/>
                                        </p:tgtEl>
                                        <p:attrNameLst>
                                          <p:attrName>style.visibility</p:attrName>
                                        </p:attrNameLst>
                                      </p:cBhvr>
                                      <p:to>
                                        <p:strVal val="visible"/>
                                      </p:to>
                                    </p:set>
                                    <p:set>
                                      <p:cBhvr>
                                        <p:cTn id="9" dur="1" fill="hold"/>
                                        <p:tgtEl>
                                          <p:spTgt spid="8"/>
                                        </p:tgtEl>
                                        <p:attrNameLst>
                                          <p:attrName>style.visibility</p:attrName>
                                        </p:attrNameLst>
                                      </p:cBhvr>
                                      <p:to>
                                        <p:strVal val="visible"/>
                                      </p:to>
                                    </p:set>
                                    <p:set>
                                      <p:cBhvr>
                                        <p:cTn id="10" dur="1" fill="hold"/>
                                        <p:tgtEl>
                                          <p:spTgt spid="9"/>
                                        </p:tgtEl>
                                        <p:attrNameLst>
                                          <p:attrName>style.visibility</p:attrName>
                                        </p:attrNameLst>
                                      </p:cBhvr>
                                      <p:to>
                                        <p:strVal val="visible"/>
                                      </p:to>
                                    </p:set>
                                    <p:set>
                                      <p:cBhvr>
                                        <p:cTn id="11" dur="1" fill="hold"/>
                                        <p:tgtEl>
                                          <p:spTgt spid="10"/>
                                        </p:tgtEl>
                                        <p:attrNameLst>
                                          <p:attrName>style.visibility</p:attrName>
                                        </p:attrNameLst>
                                      </p:cBhvr>
                                      <p:to>
                                        <p:strVal val="visible"/>
                                      </p:to>
                                    </p:set>
                                    <p:set>
                                      <p:cBhvr>
                                        <p:cTn id="12" dur="1" fill="hold"/>
                                        <p:tgtEl>
                                          <p:spTgt spid="11"/>
                                        </p:tgtEl>
                                        <p:attrNameLst>
                                          <p:attrName>style.visibility</p:attrName>
                                        </p:attrNameLst>
                                      </p:cBhvr>
                                      <p:to>
                                        <p:strVal val="visible"/>
                                      </p:to>
                                    </p:set>
                                    <p:set>
                                      <p:cBhvr>
                                        <p:cTn id="13" dur="1" fill="hold"/>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2" nodeType="clickEffect">
                                  <p:stCondLst>
                                    <p:cond delay="0"/>
                                  </p:stCondLst>
                                  <p:childTnLst>
                                    <p:set>
                                      <p:cBhvr>
                                        <p:cTn id="17" dur="1" fill="hold"/>
                                        <p:tgtEl>
                                          <p:spTgt spid="13"/>
                                        </p:tgtEl>
                                        <p:attrNameLst>
                                          <p:attrName>style.visibility</p:attrName>
                                        </p:attrNameLst>
                                      </p:cBhvr>
                                      <p:to>
                                        <p:strVal val="visible"/>
                                      </p:to>
                                    </p:set>
                                    <p:set>
                                      <p:cBhvr>
                                        <p:cTn id="18" dur="1" fill="hold"/>
                                        <p:tgtEl>
                                          <p:spTgt spid="14"/>
                                        </p:tgtEl>
                                        <p:attrNameLst>
                                          <p:attrName>style.visibility</p:attrName>
                                        </p:attrNameLst>
                                      </p:cBhvr>
                                      <p:to>
                                        <p:strVal val="visible"/>
                                      </p:to>
                                    </p:set>
                                    <p:set>
                                      <p:cBhvr>
                                        <p:cTn id="19" dur="1" fill="hold"/>
                                        <p:tgtEl>
                                          <p:spTgt spid="15"/>
                                        </p:tgtEl>
                                        <p:attrNameLst>
                                          <p:attrName>style.visibility</p:attrName>
                                        </p:attrNameLst>
                                      </p:cBhvr>
                                      <p:to>
                                        <p:strVal val="visible"/>
                                      </p:to>
                                    </p:set>
                                    <p:set>
                                      <p:cBhvr>
                                        <p:cTn id="20" dur="1" fill="hold"/>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3" nodeType="clickEffect">
                                  <p:stCondLst>
                                    <p:cond delay="0"/>
                                  </p:stCondLst>
                                  <p:childTnLst>
                                    <p:set>
                                      <p:cBhvr>
                                        <p:cTn id="24" dur="1" fill="hold"/>
                                        <p:tgtEl>
                                          <p:spTgt spid="17"/>
                                        </p:tgtEl>
                                        <p:attrNameLst>
                                          <p:attrName>style.visibility</p:attrName>
                                        </p:attrNameLst>
                                      </p:cBhvr>
                                      <p:to>
                                        <p:strVal val="visible"/>
                                      </p:to>
                                    </p:set>
                                    <p:set>
                                      <p:cBhvr>
                                        <p:cTn id="25" dur="1" fill="hold"/>
                                        <p:tgtEl>
                                          <p:spTgt spid="18"/>
                                        </p:tgtEl>
                                        <p:attrNameLst>
                                          <p:attrName>style.visibility</p:attrName>
                                        </p:attrNameLst>
                                      </p:cBhvr>
                                      <p:to>
                                        <p:strVal val="visible"/>
                                      </p:to>
                                    </p:set>
                                    <p:set>
                                      <p:cBhvr>
                                        <p:cTn id="26" dur="1" fill="hold"/>
                                        <p:tgtEl>
                                          <p:spTgt spid="19"/>
                                        </p:tgtEl>
                                        <p:attrNameLst>
                                          <p:attrName>style.visibility</p:attrName>
                                        </p:attrNameLst>
                                      </p:cBhvr>
                                      <p:to>
                                        <p:strVal val="visible"/>
                                      </p:to>
                                    </p:set>
                                    <p:set>
                                      <p:cBhvr>
                                        <p:cTn id="27" dur="1" fill="hold"/>
                                        <p:tgtEl>
                                          <p:spTgt spid="20"/>
                                        </p:tgtEl>
                                        <p:attrNameLst>
                                          <p:attrName>style.visibility</p:attrName>
                                        </p:attrNameLst>
                                      </p:cBhvr>
                                      <p:to>
                                        <p:strVal val="visible"/>
                                      </p:to>
                                    </p:set>
                                    <p:set>
                                      <p:cBhvr>
                                        <p:cTn id="28" dur="1" fill="hold"/>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4" nodeType="clickEffect">
                                  <p:stCondLst>
                                    <p:cond delay="0"/>
                                  </p:stCondLst>
                                  <p:childTnLst>
                                    <p:set>
                                      <p:cBhvr>
                                        <p:cTn id="32" dur="1" fill="hold"/>
                                        <p:tgtEl>
                                          <p:spTgt spid="22"/>
                                        </p:tgtEl>
                                        <p:attrNameLst>
                                          <p:attrName>style.visibility</p:attrName>
                                        </p:attrNameLst>
                                      </p:cBhvr>
                                      <p:to>
                                        <p:strVal val="visible"/>
                                      </p:to>
                                    </p:set>
                                    <p:set>
                                      <p:cBhvr>
                                        <p:cTn id="33" dur="1" fill="hold"/>
                                        <p:tgtEl>
                                          <p:spTgt spid="23"/>
                                        </p:tgtEl>
                                        <p:attrNameLst>
                                          <p:attrName>style.visibility</p:attrName>
                                        </p:attrNameLst>
                                      </p:cBhvr>
                                      <p:to>
                                        <p:strVal val="visible"/>
                                      </p:to>
                                    </p:set>
                                    <p:set>
                                      <p:cBhvr>
                                        <p:cTn id="34" dur="1" fill="hold"/>
                                        <p:tgtEl>
                                          <p:spTgt spid="24"/>
                                        </p:tgtEl>
                                        <p:attrNameLst>
                                          <p:attrName>style.visibility</p:attrName>
                                        </p:attrNameLst>
                                      </p:cBhvr>
                                      <p:to>
                                        <p:strVal val="visible"/>
                                      </p:to>
                                    </p:set>
                                    <p:set>
                                      <p:cBhvr>
                                        <p:cTn id="35" dur="1" fill="hold"/>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2026-10-28T11:41:33.2750000Z</dcterms:created>
  <dcterms:modified xsi:type="dcterms:W3CDTF">2026-10-28T11:41:33.2750000Z</dcterms:modified>
</coreProperties>
</file>