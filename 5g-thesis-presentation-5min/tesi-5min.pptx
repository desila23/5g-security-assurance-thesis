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e98d44f6f1042c2" /><Relationship Type="http://schemas.openxmlformats.org/officeDocument/2006/relationships/extended-properties" Target="/docProps/app.xml" Id="R30549e41956a4e25" /><Relationship Type="http://schemas.openxmlformats.org/officeDocument/2006/relationships/officeDocument" Target="/ppt/presentation.xml" Id="Rbf40b5dd29154f50" /></Relationships>
</file>

<file path=ppt/presentation.xml><?xml version="1.0" encoding="utf-8"?>
<p:presentation xmlns:p="http://schemas.openxmlformats.org/presentationml/2006/main">
  <p:sldMasterIdLst>
    <p:sldMasterId xmlns:r="http://schemas.openxmlformats.org/officeDocument/2006/relationships" id="2147483648" r:id="R52e9ca4f70764bd5"/>
  </p:sldMasterIdLst>
  <p:notesMasterIdLst>
    <p:notesMasterId xmlns:r="http://schemas.openxmlformats.org/officeDocument/2006/relationships" r:id="Rceb9d975aef749d4"/>
  </p:notesMasterIdLst>
  <p:sldIdLst>
    <p:sldId xmlns:r="http://schemas.openxmlformats.org/officeDocument/2006/relationships" id="256" r:id="Rf614b7ef7edb4059"/>
    <p:sldId xmlns:r="http://schemas.openxmlformats.org/officeDocument/2006/relationships" id="257" r:id="Rb20603f01be447ea"/>
    <p:sldId xmlns:r="http://schemas.openxmlformats.org/officeDocument/2006/relationships" id="258" r:id="Rc59f0ba004334deb"/>
    <p:sldId xmlns:r="http://schemas.openxmlformats.org/officeDocument/2006/relationships" id="259" r:id="R04297d2bb3734e3a"/>
    <p:sldId xmlns:r="http://schemas.openxmlformats.org/officeDocument/2006/relationships" id="260" r:id="Rac0a07b208d0407d"/>
    <p:sldId xmlns:r="http://schemas.openxmlformats.org/officeDocument/2006/relationships" id="261" r:id="Re95fae6db0494609"/>
    <p:sldId xmlns:r="http://schemas.openxmlformats.org/officeDocument/2006/relationships" id="262" r:id="R87a4de1107454c94"/>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ce38cd2599e4193" /><Relationship Type="http://schemas.openxmlformats.org/officeDocument/2006/relationships/slideMaster" Target="/ppt/slideMasters/slideMaster1.xml" Id="R52e9ca4f70764bd5" /><Relationship Type="http://schemas.openxmlformats.org/officeDocument/2006/relationships/notesMaster" Target="/ppt/notesMasters/notesMaster1.xml" Id="Rceb9d975aef749d4" /><Relationship Type="http://schemas.openxmlformats.org/officeDocument/2006/relationships/presProps" Target="/ppt/presProps.xml" Id="R08d7215197ba4704" /><Relationship Type="http://schemas.openxmlformats.org/officeDocument/2006/relationships/tableStyles" Target="/ppt/tableStyles.xml" Id="R1253880b9eff4cbd" /><Relationship Type="http://schemas.openxmlformats.org/officeDocument/2006/relationships/slide" Target="/ppt/slides/slide1.xml" Id="Rf614b7ef7edb4059" /><Relationship Type="http://schemas.openxmlformats.org/officeDocument/2006/relationships/slide" Target="/ppt/slides/slide2.xml" Id="Rb20603f01be447ea" /><Relationship Type="http://schemas.openxmlformats.org/officeDocument/2006/relationships/slide" Target="/ppt/slides/slide3.xml" Id="Rc59f0ba004334deb" /><Relationship Type="http://schemas.openxmlformats.org/officeDocument/2006/relationships/slide" Target="/ppt/slides/slide4.xml" Id="R04297d2bb3734e3a" /><Relationship Type="http://schemas.openxmlformats.org/officeDocument/2006/relationships/slide" Target="/ppt/slides/slide5.xml" Id="Rac0a07b208d0407d" /><Relationship Type="http://schemas.openxmlformats.org/officeDocument/2006/relationships/slide" Target="/ppt/slides/slide6.xml" Id="Re95fae6db0494609" /><Relationship Type="http://schemas.openxmlformats.org/officeDocument/2006/relationships/slide" Target="/ppt/slides/slide7.xml" Id="R87a4de1107454c9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1090e22441441c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d26d5864a2f4afc" /><Relationship Type="http://schemas.openxmlformats.org/officeDocument/2006/relationships/notesMaster" Target="/ppt/notesMasters/notesMaster1.xml" Id="R4f7117b1a65746f1" /></Relationships>
</file>

<file path=ppt/notesSlides/_rels/notesSlide2.xml.rels>&#65279;<?xml version="1.0" encoding="utf-8"?><Relationships xmlns="http://schemas.openxmlformats.org/package/2006/relationships"><Relationship Type="http://schemas.openxmlformats.org/officeDocument/2006/relationships/slide" Target="/ppt/slides/slide2.xml" Id="R61e68b72181e4ed6" /><Relationship Type="http://schemas.openxmlformats.org/officeDocument/2006/relationships/notesMaster" Target="/ppt/notesMasters/notesMaster1.xml" Id="Rfb2359b92ae7462f" /></Relationships>
</file>

<file path=ppt/notesSlides/_rels/notesSlide3.xml.rels>&#65279;<?xml version="1.0" encoding="utf-8"?><Relationships xmlns="http://schemas.openxmlformats.org/package/2006/relationships"><Relationship Type="http://schemas.openxmlformats.org/officeDocument/2006/relationships/slide" Target="/ppt/slides/slide3.xml" Id="Rc48b68365cd047fb" /><Relationship Type="http://schemas.openxmlformats.org/officeDocument/2006/relationships/notesMaster" Target="/ppt/notesMasters/notesMaster1.xml" Id="R7f0fb048dc174a6b" /></Relationships>
</file>

<file path=ppt/notesSlides/_rels/notesSlide4.xml.rels>&#65279;<?xml version="1.0" encoding="utf-8"?><Relationships xmlns="http://schemas.openxmlformats.org/package/2006/relationships"><Relationship Type="http://schemas.openxmlformats.org/officeDocument/2006/relationships/slide" Target="/ppt/slides/slide4.xml" Id="R3d8823ce36934383" /><Relationship Type="http://schemas.openxmlformats.org/officeDocument/2006/relationships/notesMaster" Target="/ppt/notesMasters/notesMaster1.xml" Id="R788dc8a8f86a40d4" /></Relationships>
</file>

<file path=ppt/notesSlides/_rels/notesSlide5.xml.rels>&#65279;<?xml version="1.0" encoding="utf-8"?><Relationships xmlns="http://schemas.openxmlformats.org/package/2006/relationships"><Relationship Type="http://schemas.openxmlformats.org/officeDocument/2006/relationships/slide" Target="/ppt/slides/slide5.xml" Id="R56edc168e7ca4330" /><Relationship Type="http://schemas.openxmlformats.org/officeDocument/2006/relationships/notesMaster" Target="/ppt/notesMasters/notesMaster1.xml" Id="Ra71c8fb9be094c03" /></Relationships>
</file>

<file path=ppt/notesSlides/_rels/notesSlide6.xml.rels>&#65279;<?xml version="1.0" encoding="utf-8"?><Relationships xmlns="http://schemas.openxmlformats.org/package/2006/relationships"><Relationship Type="http://schemas.openxmlformats.org/officeDocument/2006/relationships/slide" Target="/ppt/slides/slide6.xml" Id="Radae357959264d3e" /><Relationship Type="http://schemas.openxmlformats.org/officeDocument/2006/relationships/notesMaster" Target="/ppt/notesMasters/notesMaster1.xml" Id="R5af00e9572ff4587" /></Relationships>
</file>

<file path=ppt/notesSlides/_rels/notesSlide7.xml.rels>&#65279;<?xml version="1.0" encoding="utf-8"?><Relationships xmlns="http://schemas.openxmlformats.org/package/2006/relationships"><Relationship Type="http://schemas.openxmlformats.org/officeDocument/2006/relationships/slide" Target="/ppt/slides/slide7.xml" Id="R5d7120f2556a47ce" /><Relationship Type="http://schemas.openxmlformats.org/officeDocument/2006/relationships/notesMaster" Target="/ppt/notesMasters/notesMaster1.xml" Id="R90d5dbcaea70459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Buongiorno. Il lavoro riguarda un linguaggio per descrivere i criteri di verifica dei test SCAS e un sistema che li applica alle catture di rete.</a:t>
            </a:r>
          </a:p>
          <a:p xmlns:a="http://schemas.openxmlformats.org/drawingml/2006/main">
            <a:r>
              <a:t/>
            </a:r>
          </a:p>
          <a:p xmlns:a="http://schemas.openxmlformats.org/drawingml/2006/main">
            <a:r>
              <a:t>Tempo indicativo: 10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https://github.com/desila23/5g-security-assurance-thesis/blob/gh-pages/5g-thesis-presentation/slides/01-titolo.html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Security Assurance serve a verificare che un sistema rispetti effettivamente i requisiti di sicurezza. Definire un requisito non significa che il software lo implementi correttamente. Bisogna quindi confrontare il comportamento previsto con quello reale. Nel 5G le funzionalità sono realizzate da componenti software chiamate Network Functions, e il 3GPP ha definito le specifiche SCAS per verificarne la sicurezza.</a:t>
            </a:r>
          </a:p>
          <a:p xmlns:a="http://schemas.openxmlformats.org/drawingml/2006/main">
            <a:r>
              <a:t/>
            </a:r>
          </a:p>
          <a:p xmlns:a="http://schemas.openxmlformats.org/drawingml/2006/main">
            <a:r>
              <a:t>Tempo indicativo: 35 secondi.</a:t>
            </a:r>
          </a:p>
          <a:p xmlns:a="http://schemas.openxmlformats.org/drawingml/2006/main">
            <a:r>
              <a:t/>
            </a:r>
          </a:p>
          <a:p xmlns:a="http://schemas.openxmlformats.org/drawingml/2006/main">
            <a:r>
              <a:t>Fonti:</a:t>
            </a:r>
          </a:p>
          <a:p xmlns:a="http://schemas.openxmlformats.org/drawingml/2006/main">
            <a:r>
              <a:t>https://www.etsi.org/deliver/etsi_ts/133500_133599/133518/18.00.00_60/ts_133518v180000p.pdf</a:t>
            </a:r>
          </a:p>
          <a:p xmlns:a="http://schemas.openxmlformats.org/drawingml/2006/main">
            <a:r>
              <a:t>https://github.com/desila23/5g-security-assurance-thesis/blob/TESI-LATEX/capitoli/02_capitolo.tex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Qui vediamo dove si trovano le Network Functions: nel 5G Core. Sono componenti software che cooperano tra loro, separando il controllo della rete dal trasporto del traffico. Per il mio lavoro è sufficiente questa idea: le funzioni comunicano e il loro comportamento può essere osservato.</a:t>
            </a:r>
          </a:p>
          <a:p xmlns:a="http://schemas.openxmlformats.org/drawingml/2006/main">
            <a:r>
              <a:t/>
            </a:r>
          </a:p>
          <a:p xmlns:a="http://schemas.openxmlformats.org/drawingml/2006/main">
            <a:r>
              <a:t>Tempo indicativo: 20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https://github.com/desila23/5g-security-assurance-thesis/blob/gh-pages/5g-thesis-presentation/slides/02-rete-5g.html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specifiche SCAS sono scritte in linguaggio naturale e non possono essere interpretate direttamente dal verificatore. La prima schermata mostra tre estratti reali e uno pseudocodice soltanto illustrativo. [Primo clic] Nel caso NRF, riportato in forma semplificata nella tesi, distinguiamo i messaggi da individuare e il criterio da verificare: la risposta HTTP 403 alla discovery non autorizzata. [Secondo clic] Ho progettato il DSL per rappresentare questi due aspetti con costrutti riutilizzabili. Al posto del testo SCAS compare la regola: SEQUENCE descrive i messaggi, REQUIRE il criterio. Le due domande rimangono le stesse. Le regole sono scritte usando i costrutti del DSL: non ho sviluppato una traduzione automatica NLP né un sistema che esegue i test SCAS.</a:t>
            </a:r>
          </a:p>
          <a:p xmlns:a="http://schemas.openxmlformats.org/drawingml/2006/main">
            <a:r>
              <a:t/>
            </a:r>
          </a:p>
          <a:p xmlns:a="http://schemas.openxmlformats.org/drawingml/2006/main">
            <a:r>
              <a:t>Tempo indicativo: 70 secondi.</a:t>
            </a:r>
          </a:p>
          <a:p xmlns:a="http://schemas.openxmlformats.org/drawingml/2006/main">
            <a:r>
              <a:t/>
            </a:r>
          </a:p>
          <a:p xmlns:a="http://schemas.openxmlformats.org/drawingml/2006/main">
            <a:r>
              <a:t>Fonti:</a:t>
            </a:r>
          </a:p>
          <a:p xmlns:a="http://schemas.openxmlformats.org/drawingml/2006/main">
            <a:r>
              <a:t>https://www.etsi.org/deliver/etsi_ts/133500_133599/133512/17.03.00_60/ts_133512v170300p.pdf (p. 9)</a:t>
            </a:r>
          </a:p>
          <a:p xmlns:a="http://schemas.openxmlformats.org/drawingml/2006/main">
            <a:r>
              <a:t>https://www.etsi.org/deliver/etsi_ts/133500_133599/133518/18.00.00_60/ts_133518v180000p.pdf (p. 8)</a:t>
            </a:r>
          </a:p>
          <a:p xmlns:a="http://schemas.openxmlformats.org/drawingml/2006/main">
            <a:r>
              <a:t>https://www.etsi.org/deliver/etsi_ts/133500_133599/133514/16.03.00_60/ts_133514v160300p.pdf (p. 8)</a:t>
            </a:r>
          </a:p>
          <a:p xmlns:a="http://schemas.openxmlformats.org/drawingml/2006/main">
            <a:r>
              <a:t>https://github.com/desila23/5g-security-assurance-thesis/blob/TESI-LATEX/capitoli/02_capitolo.tex</a:t>
            </a:r>
          </a:p>
          <a:p xmlns:a="http://schemas.openxmlformats.org/drawingml/2006/main">
            <a:r>
              <a:t>https://github.com/desila23/5g-security-assurance-thesis/blob/main/dsl/nrf_sequence_test.dsl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 secondo contributo è il sistema che interpreta le regole del DSL ed esegue la verifica. Parte da una PCAP, una cattura dei messaggi scambiati durante il test: legge evidenze già prodotte, non esegue il test. La pipeline estrae e normalizza i messaggi, ne risolve il significato, seleziona quelli richiesti e verifica i criteri. La verifica può essere statica o temporale, tramite MonPoly. Infine produce il report e il verdetto.</a:t>
            </a:r>
          </a:p>
          <a:p xmlns:a="http://schemas.openxmlformats.org/drawingml/2006/main">
            <a:r>
              <a:t/>
            </a:r>
          </a:p>
          <a:p xmlns:a="http://schemas.openxmlformats.org/drawingml/2006/main">
            <a:r>
              <a:t>Tempo indicativo: 50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https://github.com/desila23/5g-security-assurance-thesis/blob/gh-pages/5g-thesis-presentation/slides/06-architettura.html</a:t>
            </a:r>
          </a:p>
          <a:p xmlns:a="http://schemas.openxmlformats.org/drawingml/2006/main">
            <a:r>
              <a:t>https://github.com/desila23/5g-security-assurance-thesis/blob/TESI-LATEX/capitoli/04_capitolo.tex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 valutato il sistema su 16 catture provenienti da Open5GS e free5GC, prodotte da esecuzioni separate dal verificatore. La tabella raggruppa i casi. I 16 verdetti sono coerenti con gli esiti attesi: 12 PASS, un FAIL e tre INCONCLUSIVE. Il FAIL NRF segnala HTTP 200 dove il criterio richiede 403; gli INCONCLUSIVE indicano evidenze insufficienti. Il 16/16 non significa quindi che tutte le verifiche abbiano restituito PASS. Per NRF e UDM sono stati adattati componenti di ScasDK: non attribuisco tutte le catture allo stesso strumento.</a:t>
            </a:r>
          </a:p>
          <a:p xmlns:a="http://schemas.openxmlformats.org/drawingml/2006/main">
            <a:r>
              <a:t/>
            </a:r>
          </a:p>
          <a:p xmlns:a="http://schemas.openxmlformats.org/drawingml/2006/main">
            <a:r>
              <a:t>Tempo indicativo: 50 secondi.</a:t>
            </a:r>
          </a:p>
          <a:p xmlns:a="http://schemas.openxmlformats.org/drawingml/2006/main">
            <a:r>
              <a:t/>
            </a:r>
          </a:p>
          <a:p xmlns:a="http://schemas.openxmlformats.org/drawingml/2006/main">
            <a:r>
              <a:t>Fonti:</a:t>
            </a:r>
          </a:p>
          <a:p xmlns:a="http://schemas.openxmlformats.org/drawingml/2006/main">
            <a:r>
              <a:t>https://github.com/desila23/5g-security-assurance-thesis/blob/TESI-LATEX/capitoli/06_capitolo.tex</a:t>
            </a:r>
          </a:p>
          <a:p xmlns:a="http://schemas.openxmlformats.org/drawingml/2006/main">
            <a:r>
              <a:t>https://github.com/desila23/5g-security-assurance-thesis/blob/gh-pages/5g-thesis-presentation/slides/18-baseline.html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Per valutare la sensibilità del sistema ho introdotto modifiche controllate nelle catture. Il mutatore è separato dalla pipeline: riceve la PCAP originale e le evidenze del report baseline, individua i dati da modificare e produce la PCAP mutata. Questa torna nello stesso sistema di verifica, con la stessa DSL. Il confronto dei risultati deve corrispondere alla modifica introdotta. Nei 13 scenari completati ho ottenuto tutti i verdetti attesi. Due ulteriori scenari AMF Case B temporali e combinati non sono stati completati per limiti del mutatore, non per due errori del verificatore.</a:t>
            </a:r>
          </a:p>
          <a:p xmlns:a="http://schemas.openxmlformats.org/drawingml/2006/main">
            <a:r>
              <a:t/>
            </a:r>
          </a:p>
          <a:p xmlns:a="http://schemas.openxmlformats.org/drawingml/2006/main">
            <a:r>
              <a:t>Tempo indicativo: 60 secondi.</a:t>
            </a:r>
          </a:p>
          <a:p xmlns:a="http://schemas.openxmlformats.org/drawingml/2006/main">
            <a:r>
              <a:t/>
            </a:r>
          </a:p>
          <a:p xmlns:a="http://schemas.openxmlformats.org/drawingml/2006/main">
            <a:r>
              <a:t>Fonti:</a:t>
            </a:r>
          </a:p>
          <a:p xmlns:a="http://schemas.openxmlformats.org/drawingml/2006/main">
            <a:r>
              <a:t>https://github.com/desila23/5g-security-assurance-thesis/blob/gh-pages/5g-thesis-presentation/slides/19-mutazioni.html</a:t>
            </a:r>
          </a:p>
          <a:p xmlns:a="http://schemas.openxmlformats.org/drawingml/2006/main">
            <a:r>
              <a:t>https://github.com/desila23/5g-security-assurance-thesis/blob/TESI-LATEX/capitoli/06_capitolo.tex</a:t>
            </a:r>
          </a:p>
          <a:p xmlns:a="http://schemas.openxmlformats.org/drawingml/2006/main">
            <a:r>
              <a:t>https://github.com/desila23/5g-security-assurance-thesis/blob/main/mutation_testing/mutate_nrf_status.py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81a1783a6c6419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b97f333404b4fe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621975b25f144f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05e2431f9d9420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0f6e2db326645e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85650b0a69b469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3722736-EEED-4EEC-A51D-2A37E07D1496}"/>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gn="ctr">
              <a:lnSpc>
                <a:spcPct val="110000"/>
              </a:lnSpc>
              <a:spcBef>
                <a:spcPts val="0"/>
              </a:spcBef>
              <a:spcAft>
                <a:spcPts val="0"/>
              </a:spcAft>
              <a:buNone/>
              <a:defRPr sz="6000" b="1">
                <a:solidFill>
                  <a:schemeClr val="tx1"/>
                </a:solidFill>
                <a:latin typeface="+mj-lt"/>
                <a:ea typeface="+mj-lt"/>
                <a:cs typeface="+mj-lt"/>
              </a:defRPr>
            </a:lvl1pPr>
            <a:lvl2pPr marL="0" indent="0" algn="ctr">
              <a:lnSpc>
                <a:spcPct val="110000"/>
              </a:lnSpc>
              <a:spcBef>
                <a:spcPts val="0"/>
              </a:spcBef>
              <a:spcAft>
                <a:spcPts val="0"/>
              </a:spcAft>
              <a:buNone/>
              <a:defRPr sz="6000" b="1">
                <a:solidFill>
                  <a:schemeClr val="tx1"/>
                </a:solidFill>
                <a:latin typeface="+mj-lt"/>
                <a:ea typeface="+mj-lt"/>
                <a:cs typeface="+mj-lt"/>
              </a:defRPr>
            </a:lvl2pPr>
            <a:lvl3pPr marL="0" indent="0" algn="ctr">
              <a:lnSpc>
                <a:spcPct val="110000"/>
              </a:lnSpc>
              <a:spcBef>
                <a:spcPts val="0"/>
              </a:spcBef>
              <a:spcAft>
                <a:spcPts val="0"/>
              </a:spcAft>
              <a:buNone/>
              <a:defRPr sz="6000" b="1">
                <a:solidFill>
                  <a:schemeClr val="tx1"/>
                </a:solidFill>
                <a:latin typeface="+mj-lt"/>
                <a:ea typeface="+mj-lt"/>
                <a:cs typeface="+mj-lt"/>
              </a:defRPr>
            </a:lvl3pPr>
            <a:lvl4pPr marL="0" indent="0" algn="ctr">
              <a:lnSpc>
                <a:spcPct val="110000"/>
              </a:lnSpc>
              <a:spcBef>
                <a:spcPts val="0"/>
              </a:spcBef>
              <a:spcAft>
                <a:spcPts val="0"/>
              </a:spcAft>
              <a:buNone/>
              <a:defRPr sz="6000" b="1">
                <a:solidFill>
                  <a:schemeClr val="tx1"/>
                </a:solidFill>
                <a:latin typeface="+mj-lt"/>
                <a:ea typeface="+mj-lt"/>
                <a:cs typeface="+mj-lt"/>
              </a:defRPr>
            </a:lvl4pPr>
            <a:lvl5pPr marL="0" indent="0" algn="ctr">
              <a:lnSpc>
                <a:spcPct val="110000"/>
              </a:lnSpc>
              <a:spcBef>
                <a:spcPts val="0"/>
              </a:spcBef>
              <a:spcAft>
                <a:spcPts val="0"/>
              </a:spcAft>
              <a:buNone/>
              <a:defRPr sz="6000" b="1">
                <a:solidFill>
                  <a:schemeClr val="tx1"/>
                </a:solidFill>
                <a:latin typeface="+mj-lt"/>
                <a:ea typeface="+mj-lt"/>
                <a:cs typeface="+mj-lt"/>
              </a:defRPr>
            </a:lvl5pPr>
            <a:lvl6pPr marL="0" indent="0" algn="ctr">
              <a:lnSpc>
                <a:spcPct val="110000"/>
              </a:lnSpc>
              <a:spcBef>
                <a:spcPts val="0"/>
              </a:spcBef>
              <a:spcAft>
                <a:spcPts val="0"/>
              </a:spcAft>
              <a:buNone/>
              <a:defRPr sz="6000" b="1">
                <a:solidFill>
                  <a:schemeClr val="tx1"/>
                </a:solidFill>
                <a:latin typeface="+mj-lt"/>
                <a:ea typeface="+mj-lt"/>
                <a:cs typeface="+mj-lt"/>
              </a:defRPr>
            </a:lvl6pPr>
            <a:lvl7pPr marL="0" indent="0" algn="ctr">
              <a:lnSpc>
                <a:spcPct val="110000"/>
              </a:lnSpc>
              <a:spcBef>
                <a:spcPts val="0"/>
              </a:spcBef>
              <a:spcAft>
                <a:spcPts val="0"/>
              </a:spcAft>
              <a:buNone/>
              <a:defRPr sz="6000" b="1">
                <a:solidFill>
                  <a:schemeClr val="tx1"/>
                </a:solidFill>
                <a:latin typeface="+mj-lt"/>
                <a:ea typeface="+mj-lt"/>
                <a:cs typeface="+mj-lt"/>
              </a:defRPr>
            </a:lvl7pPr>
            <a:lvl8pPr marL="0" indent="0" algn="ctr">
              <a:lnSpc>
                <a:spcPct val="110000"/>
              </a:lnSpc>
              <a:spcBef>
                <a:spcPts val="0"/>
              </a:spcBef>
              <a:spcAft>
                <a:spcPts val="0"/>
              </a:spcAft>
              <a:buNone/>
              <a:defRPr sz="6000" b="1">
                <a:solidFill>
                  <a:schemeClr val="tx1"/>
                </a:solidFill>
                <a:latin typeface="+mj-lt"/>
                <a:ea typeface="+mj-lt"/>
                <a:cs typeface="+mj-lt"/>
              </a:defRPr>
            </a:lvl8pPr>
            <a:lvl9pPr marL="0" indent="0" algn="ctr">
              <a:lnSpc>
                <a:spcPct val="110000"/>
              </a:lnSpc>
              <a:spcBef>
                <a:spcPts val="0"/>
              </a:spcBef>
              <a:spcAft>
                <a:spcPts val="0"/>
              </a:spcAft>
              <a:buNone/>
              <a:defRPr sz="60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18A8524-0C0A-457B-BCDC-44B91AB2DC88}"/>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gn="ctr">
              <a:lnSpc>
                <a:spcPct val="110000"/>
              </a:lnSpc>
              <a:spcBef>
                <a:spcPts val="0"/>
              </a:spcBef>
              <a:spcAft>
                <a:spcPts val="0"/>
              </a:spcAft>
              <a:buNone/>
              <a:defRPr sz="2625" b="0">
                <a:solidFill>
                  <a:schemeClr val="tx1"/>
                </a:solidFill>
                <a:latin typeface="+mn-lt"/>
                <a:ea typeface="+mn-lt"/>
                <a:cs typeface="+mn-lt"/>
              </a:defRPr>
            </a:lvl1pPr>
            <a:lvl2pPr marL="0" indent="0" algn="ctr">
              <a:lnSpc>
                <a:spcPct val="110000"/>
              </a:lnSpc>
              <a:spcBef>
                <a:spcPts val="0"/>
              </a:spcBef>
              <a:spcAft>
                <a:spcPts val="0"/>
              </a:spcAft>
              <a:buNone/>
              <a:defRPr sz="2625" b="0">
                <a:solidFill>
                  <a:schemeClr val="tx1"/>
                </a:solidFill>
                <a:latin typeface="+mn-lt"/>
                <a:ea typeface="+mn-lt"/>
                <a:cs typeface="+mn-lt"/>
              </a:defRPr>
            </a:lvl2pPr>
            <a:lvl3pPr marL="0" indent="0" algn="ctr">
              <a:lnSpc>
                <a:spcPct val="110000"/>
              </a:lnSpc>
              <a:spcBef>
                <a:spcPts val="0"/>
              </a:spcBef>
              <a:spcAft>
                <a:spcPts val="0"/>
              </a:spcAft>
              <a:buNone/>
              <a:defRPr sz="2625" b="0">
                <a:solidFill>
                  <a:schemeClr val="tx1"/>
                </a:solidFill>
                <a:latin typeface="+mn-lt"/>
                <a:ea typeface="+mn-lt"/>
                <a:cs typeface="+mn-lt"/>
              </a:defRPr>
            </a:lvl3pPr>
            <a:lvl4pPr marL="0" indent="0" algn="ctr">
              <a:lnSpc>
                <a:spcPct val="110000"/>
              </a:lnSpc>
              <a:spcBef>
                <a:spcPts val="0"/>
              </a:spcBef>
              <a:spcAft>
                <a:spcPts val="0"/>
              </a:spcAft>
              <a:buNone/>
              <a:defRPr sz="2625" b="0">
                <a:solidFill>
                  <a:schemeClr val="tx1"/>
                </a:solidFill>
                <a:latin typeface="+mn-lt"/>
                <a:ea typeface="+mn-lt"/>
                <a:cs typeface="+mn-lt"/>
              </a:defRPr>
            </a:lvl4pPr>
            <a:lvl5pPr marL="0" indent="0" algn="ctr">
              <a:lnSpc>
                <a:spcPct val="110000"/>
              </a:lnSpc>
              <a:spcBef>
                <a:spcPts val="0"/>
              </a:spcBef>
              <a:spcAft>
                <a:spcPts val="0"/>
              </a:spcAft>
              <a:buNone/>
              <a:defRPr sz="2625" b="0">
                <a:solidFill>
                  <a:schemeClr val="tx1"/>
                </a:solidFill>
                <a:latin typeface="+mn-lt"/>
                <a:ea typeface="+mn-lt"/>
                <a:cs typeface="+mn-lt"/>
              </a:defRPr>
            </a:lvl5pPr>
            <a:lvl6pPr marL="0" indent="0" algn="ctr">
              <a:lnSpc>
                <a:spcPct val="110000"/>
              </a:lnSpc>
              <a:spcBef>
                <a:spcPts val="0"/>
              </a:spcBef>
              <a:spcAft>
                <a:spcPts val="0"/>
              </a:spcAft>
              <a:buNone/>
              <a:defRPr sz="2625" b="0">
                <a:solidFill>
                  <a:schemeClr val="tx1"/>
                </a:solidFill>
                <a:latin typeface="+mn-lt"/>
                <a:ea typeface="+mn-lt"/>
                <a:cs typeface="+mn-lt"/>
              </a:defRPr>
            </a:lvl6pPr>
            <a:lvl7pPr marL="0" indent="0" algn="ctr">
              <a:lnSpc>
                <a:spcPct val="110000"/>
              </a:lnSpc>
              <a:spcBef>
                <a:spcPts val="0"/>
              </a:spcBef>
              <a:spcAft>
                <a:spcPts val="0"/>
              </a:spcAft>
              <a:buNone/>
              <a:defRPr sz="2625" b="0">
                <a:solidFill>
                  <a:schemeClr val="tx1"/>
                </a:solidFill>
                <a:latin typeface="+mn-lt"/>
                <a:ea typeface="+mn-lt"/>
                <a:cs typeface="+mn-lt"/>
              </a:defRPr>
            </a:lvl7pPr>
            <a:lvl8pPr marL="0" indent="0" algn="ctr">
              <a:lnSpc>
                <a:spcPct val="110000"/>
              </a:lnSpc>
              <a:spcBef>
                <a:spcPts val="0"/>
              </a:spcBef>
              <a:spcAft>
                <a:spcPts val="0"/>
              </a:spcAft>
              <a:buNone/>
              <a:defRPr sz="2625" b="0">
                <a:solidFill>
                  <a:schemeClr val="tx1"/>
                </a:solidFill>
                <a:latin typeface="+mn-lt"/>
                <a:ea typeface="+mn-lt"/>
                <a:cs typeface="+mn-lt"/>
              </a:defRPr>
            </a:lvl8pPr>
            <a:lvl9pPr marL="0" indent="0" algn="ctr">
              <a:lnSpc>
                <a:spcPct val="110000"/>
              </a:lnSpc>
              <a:spcBef>
                <a:spcPts val="0"/>
              </a:spcBef>
              <a:spcAft>
                <a:spcPts val="0"/>
              </a:spcAft>
              <a:buNone/>
              <a:defRPr sz="2625"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3C6F9FE-A5F7-4BAC-BE39-D53260E17F24}"/>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gn="ctr">
              <a:lnSpc>
                <a:spcPct val="110000"/>
              </a:lnSpc>
              <a:spcBef>
                <a:spcPts val="0"/>
              </a:spcBef>
              <a:spcAft>
                <a:spcPts val="0"/>
              </a:spcAft>
              <a:buNone/>
              <a:defRPr sz="5250" b="1">
                <a:solidFill>
                  <a:schemeClr val="tx1"/>
                </a:solidFill>
                <a:latin typeface="+mj-lt"/>
                <a:ea typeface="+mj-lt"/>
                <a:cs typeface="+mj-lt"/>
              </a:defRPr>
            </a:lvl1pPr>
            <a:lvl2pPr marL="0" indent="0" algn="ctr">
              <a:lnSpc>
                <a:spcPct val="110000"/>
              </a:lnSpc>
              <a:spcBef>
                <a:spcPts val="0"/>
              </a:spcBef>
              <a:spcAft>
                <a:spcPts val="0"/>
              </a:spcAft>
              <a:buNone/>
              <a:defRPr sz="5250" b="1">
                <a:solidFill>
                  <a:schemeClr val="tx1"/>
                </a:solidFill>
                <a:latin typeface="+mj-lt"/>
                <a:ea typeface="+mj-lt"/>
                <a:cs typeface="+mj-lt"/>
              </a:defRPr>
            </a:lvl2pPr>
            <a:lvl3pPr marL="0" indent="0" algn="ctr">
              <a:lnSpc>
                <a:spcPct val="110000"/>
              </a:lnSpc>
              <a:spcBef>
                <a:spcPts val="0"/>
              </a:spcBef>
              <a:spcAft>
                <a:spcPts val="0"/>
              </a:spcAft>
              <a:buNone/>
              <a:defRPr sz="5250" b="1">
                <a:solidFill>
                  <a:schemeClr val="tx1"/>
                </a:solidFill>
                <a:latin typeface="+mj-lt"/>
                <a:ea typeface="+mj-lt"/>
                <a:cs typeface="+mj-lt"/>
              </a:defRPr>
            </a:lvl3pPr>
            <a:lvl4pPr marL="0" indent="0" algn="ctr">
              <a:lnSpc>
                <a:spcPct val="110000"/>
              </a:lnSpc>
              <a:spcBef>
                <a:spcPts val="0"/>
              </a:spcBef>
              <a:spcAft>
                <a:spcPts val="0"/>
              </a:spcAft>
              <a:buNone/>
              <a:defRPr sz="5250" b="1">
                <a:solidFill>
                  <a:schemeClr val="tx1"/>
                </a:solidFill>
                <a:latin typeface="+mj-lt"/>
                <a:ea typeface="+mj-lt"/>
                <a:cs typeface="+mj-lt"/>
              </a:defRPr>
            </a:lvl4pPr>
            <a:lvl5pPr marL="0" indent="0" algn="ctr">
              <a:lnSpc>
                <a:spcPct val="110000"/>
              </a:lnSpc>
              <a:spcBef>
                <a:spcPts val="0"/>
              </a:spcBef>
              <a:spcAft>
                <a:spcPts val="0"/>
              </a:spcAft>
              <a:buNone/>
              <a:defRPr sz="5250" b="1">
                <a:solidFill>
                  <a:schemeClr val="tx1"/>
                </a:solidFill>
                <a:latin typeface="+mj-lt"/>
                <a:ea typeface="+mj-lt"/>
                <a:cs typeface="+mj-lt"/>
              </a:defRPr>
            </a:lvl5pPr>
            <a:lvl6pPr marL="0" indent="0" algn="ctr">
              <a:lnSpc>
                <a:spcPct val="110000"/>
              </a:lnSpc>
              <a:spcBef>
                <a:spcPts val="0"/>
              </a:spcBef>
              <a:spcAft>
                <a:spcPts val="0"/>
              </a:spcAft>
              <a:buNone/>
              <a:defRPr sz="5250" b="1">
                <a:solidFill>
                  <a:schemeClr val="tx1"/>
                </a:solidFill>
                <a:latin typeface="+mj-lt"/>
                <a:ea typeface="+mj-lt"/>
                <a:cs typeface="+mj-lt"/>
              </a:defRPr>
            </a:lvl6pPr>
            <a:lvl7pPr marL="0" indent="0" algn="ctr">
              <a:lnSpc>
                <a:spcPct val="110000"/>
              </a:lnSpc>
              <a:spcBef>
                <a:spcPts val="0"/>
              </a:spcBef>
              <a:spcAft>
                <a:spcPts val="0"/>
              </a:spcAft>
              <a:buNone/>
              <a:defRPr sz="5250" b="1">
                <a:solidFill>
                  <a:schemeClr val="tx1"/>
                </a:solidFill>
                <a:latin typeface="+mj-lt"/>
                <a:ea typeface="+mj-lt"/>
                <a:cs typeface="+mj-lt"/>
              </a:defRPr>
            </a:lvl7pPr>
            <a:lvl8pPr marL="0" indent="0" algn="ctr">
              <a:lnSpc>
                <a:spcPct val="110000"/>
              </a:lnSpc>
              <a:spcBef>
                <a:spcPts val="0"/>
              </a:spcBef>
              <a:spcAft>
                <a:spcPts val="0"/>
              </a:spcAft>
              <a:buNone/>
              <a:defRPr sz="5250" b="1">
                <a:solidFill>
                  <a:schemeClr val="tx1"/>
                </a:solidFill>
                <a:latin typeface="+mj-lt"/>
                <a:ea typeface="+mj-lt"/>
                <a:cs typeface="+mj-lt"/>
              </a:defRPr>
            </a:lvl8pPr>
            <a:lvl9pPr marL="0" indent="0" algn="ctr">
              <a:lnSpc>
                <a:spcPct val="110000"/>
              </a:lnSpc>
              <a:spcBef>
                <a:spcPts val="0"/>
              </a:spcBef>
              <a:spcAft>
                <a:spcPts val="0"/>
              </a:spcAft>
              <a:buNone/>
              <a:defRPr sz="525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9D68FCB-AAC9-4488-A35D-5F0C07FCD974}"/>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022A9CB-861B-44D5-9963-DEBA1C9CF996}"/>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2C51EEA-B12B-47A3-B8FA-F43E872493CF}"/>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82E7194-CC55-45BF-AED1-FF8F2B72473A}"/>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EE90321-EF62-4246-AC4D-E062ED773104}"/>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826A713-A1D3-4B47-A826-B48DAA16FCD3}"/>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140243A-AE53-47DC-80B4-55271632903C}"/>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d5ffe196d0e44f0" /><Relationship Type="http://schemas.openxmlformats.org/officeDocument/2006/relationships/slideLayout" Target="/ppt/slideLayouts/slideLayout1.xml" Id="Re6441f9498574fd9" /><Relationship Type="http://schemas.openxmlformats.org/officeDocument/2006/relationships/slideLayout" Target="/ppt/slideLayouts/slideLayout2.xml" Id="R0213b59a4a154fe8" /><Relationship Type="http://schemas.openxmlformats.org/officeDocument/2006/relationships/slideLayout" Target="/ppt/slideLayouts/slideLayout3.xml" Id="R9f89ab5fd14448ab" /><Relationship Type="http://schemas.openxmlformats.org/officeDocument/2006/relationships/slideLayout" Target="/ppt/slideLayouts/slideLayout4.xml" Id="R061d0240fb494f65" /><Relationship Type="http://schemas.openxmlformats.org/officeDocument/2006/relationships/slideLayout" Target="/ppt/slideLayouts/slideLayout5.xml" Id="R7a832e43565a49da" /><Relationship Type="http://schemas.openxmlformats.org/officeDocument/2006/relationships/slideLayout" Target="/ppt/slideLayouts/slideLayout6.xml" Id="R55a998d74ad2444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6441f9498574fd9"/>
    <p:sldLayoutId xmlns:r="http://schemas.openxmlformats.org/officeDocument/2006/relationships" id="2147483650" r:id="R0213b59a4a154fe8"/>
    <p:sldLayoutId xmlns:r="http://schemas.openxmlformats.org/officeDocument/2006/relationships" id="2147483651" r:id="R9f89ab5fd14448ab"/>
    <p:sldLayoutId xmlns:r="http://schemas.openxmlformats.org/officeDocument/2006/relationships" id="2147483652" r:id="R061d0240fb494f65"/>
    <p:sldLayoutId xmlns:r="http://schemas.openxmlformats.org/officeDocument/2006/relationships" id="2147483653" r:id="R7a832e43565a49da"/>
    <p:sldLayoutId xmlns:r="http://schemas.openxmlformats.org/officeDocument/2006/relationships" id="2147483654" r:id="R55a998d74ad2444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65ea482febf4e90" /><Relationship Type="http://schemas.openxmlformats.org/officeDocument/2006/relationships/image" Target="/ppt/media/image.png" Id="R16bedfac847d47bf" /><Relationship Type="http://schemas.openxmlformats.org/officeDocument/2006/relationships/notesSlide" Target="/ppt/notesSlides/notesSlide1.xml" Id="R04f9d28ea6d049a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110527aa7334c92" /><Relationship Type="http://schemas.openxmlformats.org/officeDocument/2006/relationships/notesSlide" Target="/ppt/notesSlides/notesSlide2.xml" Id="R1a761571d9154d7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2aada674b3c41ac" /><Relationship Type="http://schemas.openxmlformats.org/officeDocument/2006/relationships/image" Target="/ppt/media/image2.png" Id="Rc876d76a4e5c4959" /><Relationship Type="http://schemas.openxmlformats.org/officeDocument/2006/relationships/notesSlide" Target="/ppt/notesSlides/notesSlide3.xml" Id="Red6dd8bf3c5e497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f329dd8c81646a5" /><Relationship Type="http://schemas.openxmlformats.org/officeDocument/2006/relationships/notesSlide" Target="/ppt/notesSlides/notesSlide4.xml" Id="Rd4d2dccd475c4ca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12220563fab4d27" /><Relationship Type="http://schemas.openxmlformats.org/officeDocument/2006/relationships/image" Target="/ppt/media/image3.png" Id="R4de1066c172b40e2" /><Relationship Type="http://schemas.openxmlformats.org/officeDocument/2006/relationships/notesSlide" Target="/ppt/notesSlides/notesSlide5.xml" Id="Rcf46899025ea4d2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cd9174b37f34506" /><Relationship Type="http://schemas.openxmlformats.org/officeDocument/2006/relationships/notesSlide" Target="/ppt/notesSlides/notesSlide6.xml" Id="Rc8e94401a0e34c5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fc9e1c3c27748ce" /><Relationship Type="http://schemas.openxmlformats.org/officeDocument/2006/relationships/notesSlide" Target="/ppt/notesSlides/notesSlide7.xml" Id="R81a77898383e437c" /></Relationships>
</file>

<file path=ppt/slides/slide1.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21" name="">
            <a:extLst xmlns:a="http://schemas.openxmlformats.org/drawingml/2006/main">
              <a:ext uri="{FF2B5EF4-FFF2-40B4-BE49-F238E27FC236}">
                <a16:creationId xmlns:a16="http://schemas.microsoft.com/office/drawing/2014/main" id="{754ACF57-7E93-40D7-83A0-9D0C45F59D81}"/>
              </a:ext>
            </a:extLst>
          </p:cNvPr>
          <p:cNvPicPr>
            <a:picLocks xmlns:a="http://schemas.openxmlformats.org/drawingml/2006/main" noChangeAspect="1"/>
          </p:cNvPicPr>
          <p:nvPr/>
        </p:nvPicPr>
        <p:blipFill>
          <a:blip xmlns:r="http://schemas.openxmlformats.org/officeDocument/2006/relationships" xmlns:a="http://schemas.openxmlformats.org/drawingml/2006/main" r:embed="R16bedfac847d47bf"/>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2">
            <a:extLst xmlns:a="http://schemas.openxmlformats.org/drawingml/2006/main">
              <a:ext uri="{FF2B5EF4-FFF2-40B4-BE49-F238E27FC236}">
                <a16:creationId xmlns:a16="http://schemas.microsoft.com/office/drawing/2014/main" id="{CC26710B-5AD9-419C-B2CD-8FE0E45F45EA}"/>
              </a:ext>
            </a:extLst>
          </p:cNvPr>
          <p:cNvSpPr>
            <a:spLocks xmlns:a="http://schemas.openxmlformats.org/drawingml/2006/main" noGrp="1"/>
          </p:cNvSpPr>
          <p:nvPr/>
        </p:nvSpPr>
        <p:spPr>
          <a:xfrm xmlns:a="http://schemas.openxmlformats.org/drawingml/2006/main">
            <a:off x="1066800" y="1786795"/>
            <a:ext cx="3445669"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4264D0"/>
                </a:solidFill>
                <a:latin typeface="Nimbus Sans"/>
                <a:ea typeface="Nimbus Sans"/>
                <a:cs typeface="Nimbus Sans"/>
              </a:defRPr>
            </a:defPPr>
            <a:lvl1pPr algn="l">
              <a:defRPr sz="2025" b="0">
                <a:solidFill>
                  <a:srgbClr val="4264D0"/>
                </a:solidFill>
                <a:latin typeface="Nimbus Sans"/>
                <a:ea typeface="Nimbus Sans"/>
                <a:cs typeface="Nimbus Sans"/>
              </a:defRPr>
            </a:lvl1pPr>
            <a:lvl2pPr algn="l">
              <a:defRPr sz="2025" b="0">
                <a:solidFill>
                  <a:srgbClr val="4264D0"/>
                </a:solidFill>
                <a:latin typeface="Nimbus Sans"/>
                <a:ea typeface="Nimbus Sans"/>
                <a:cs typeface="Nimbus Sans"/>
              </a:defRPr>
            </a:lvl2pPr>
            <a:lvl3pPr algn="l">
              <a:defRPr sz="2025" b="0">
                <a:solidFill>
                  <a:srgbClr val="4264D0"/>
                </a:solidFill>
                <a:latin typeface="Nimbus Sans"/>
                <a:ea typeface="Nimbus Sans"/>
                <a:cs typeface="Nimbus Sans"/>
              </a:defRPr>
            </a:lvl3pPr>
            <a:lvl4pPr algn="l">
              <a:defRPr sz="2025" b="0">
                <a:solidFill>
                  <a:srgbClr val="4264D0"/>
                </a:solidFill>
                <a:latin typeface="Nimbus Sans"/>
                <a:ea typeface="Nimbus Sans"/>
                <a:cs typeface="Nimbus Sans"/>
              </a:defRPr>
            </a:lvl4pPr>
            <a:lvl5pPr algn="l">
              <a:defRPr sz="2025" b="0">
                <a:solidFill>
                  <a:srgbClr val="4264D0"/>
                </a:solidFill>
                <a:latin typeface="Nimbus Sans"/>
                <a:ea typeface="Nimbus Sans"/>
                <a:cs typeface="Nimbus Sans"/>
              </a:defRPr>
            </a:lvl5pPr>
            <a:lvl6pPr algn="l">
              <a:defRPr sz="2025" b="0">
                <a:solidFill>
                  <a:srgbClr val="4264D0"/>
                </a:solidFill>
                <a:latin typeface="Nimbus Sans"/>
                <a:ea typeface="Nimbus Sans"/>
                <a:cs typeface="Nimbus Sans"/>
              </a:defRPr>
            </a:lvl6pPr>
            <a:lvl7pPr algn="l">
              <a:defRPr sz="2025" b="0">
                <a:solidFill>
                  <a:srgbClr val="4264D0"/>
                </a:solidFill>
                <a:latin typeface="Nimbus Sans"/>
                <a:ea typeface="Nimbus Sans"/>
                <a:cs typeface="Nimbus Sans"/>
              </a:defRPr>
            </a:lvl7pPr>
            <a:lvl8pPr algn="l">
              <a:defRPr sz="2025" b="0">
                <a:solidFill>
                  <a:srgbClr val="4264D0"/>
                </a:solidFill>
                <a:latin typeface="Nimbus Sans"/>
                <a:ea typeface="Nimbus Sans"/>
                <a:cs typeface="Nimbus Sans"/>
              </a:defRPr>
            </a:lvl8pPr>
            <a:lvl9pPr algn="l">
              <a:defRPr sz="2025" b="0">
                <a:solidFill>
                  <a:srgbClr val="4264D0"/>
                </a:solidFill>
                <a:latin typeface="Nimbus Sans"/>
                <a:ea typeface="Nimbus Sans"/>
                <a:cs typeface="Nimbus Sans"/>
              </a:defRPr>
            </a:lvl9pPr>
          </a:lstStyle>
          <a:p xmlns:a="http://schemas.openxmlformats.org/drawingml/2006/main">
            <a:pPr algn="l">
              <a:defRPr sz="2025" b="0">
                <a:solidFill>
                  <a:srgbClr val="4264D0"/>
                </a:solidFill>
                <a:latin typeface="Nimbus Sans"/>
                <a:ea typeface="Nimbus Sans"/>
                <a:cs typeface="Nimbus Sans"/>
              </a:defRPr>
            </a:pPr>
            <a:r>
              <a:rPr sz="2025" b="0">
                <a:solidFill>
                  <a:srgbClr val="4264D0"/>
                </a:solidFill>
                <a:latin typeface="Nimbus Sans"/>
                <a:ea typeface="Nimbus Sans"/>
                <a:cs typeface="Nimbus Sans"/>
              </a:rPr>
              <a:t>Corso di laurea in Informatica</a:t>
            </a:r>
          </a:p>
        </p:txBody>
      </p:sp>
      <p:sp>
        <p:nvSpPr>
          <p:cNvPr id="3" name="f3">
            <a:extLst xmlns:a="http://schemas.openxmlformats.org/drawingml/2006/main">
              <a:ext uri="{FF2B5EF4-FFF2-40B4-BE49-F238E27FC236}">
                <a16:creationId xmlns:a16="http://schemas.microsoft.com/office/drawing/2014/main" id="{36D2EB99-4602-4053-B9BE-4617ECCFBFBD}"/>
              </a:ext>
            </a:extLst>
          </p:cNvPr>
          <p:cNvSpPr>
            <a:spLocks xmlns:a="http://schemas.openxmlformats.org/drawingml/2006/main" noGrp="1"/>
          </p:cNvSpPr>
          <p:nvPr/>
        </p:nvSpPr>
        <p:spPr>
          <a:xfrm xmlns:a="http://schemas.openxmlformats.org/drawingml/2006/main">
            <a:off x="1066800" y="2590895"/>
            <a:ext cx="7093297"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A Domain-Specific Language</a:t>
            </a:r>
          </a:p>
        </p:txBody>
      </p:sp>
      <p:sp>
        <p:nvSpPr>
          <p:cNvPr id="4" name="f4">
            <a:extLst xmlns:a="http://schemas.openxmlformats.org/drawingml/2006/main">
              <a:ext uri="{FF2B5EF4-FFF2-40B4-BE49-F238E27FC236}">
                <a16:creationId xmlns:a16="http://schemas.microsoft.com/office/drawing/2014/main" id="{D1E9084C-7C59-4044-B7F8-78356981EDC1}"/>
              </a:ext>
            </a:extLst>
          </p:cNvPr>
          <p:cNvSpPr>
            <a:spLocks xmlns:a="http://schemas.openxmlformats.org/drawingml/2006/main" noGrp="1"/>
          </p:cNvSpPr>
          <p:nvPr/>
        </p:nvSpPr>
        <p:spPr>
          <a:xfrm xmlns:a="http://schemas.openxmlformats.org/drawingml/2006/main">
            <a:off x="1066800" y="3171920"/>
            <a:ext cx="5631954"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for Security Assurance</a:t>
            </a:r>
          </a:p>
        </p:txBody>
      </p:sp>
      <p:sp>
        <p:nvSpPr>
          <p:cNvPr id="5" name="f5">
            <a:extLst xmlns:a="http://schemas.openxmlformats.org/drawingml/2006/main">
              <a:ext uri="{FF2B5EF4-FFF2-40B4-BE49-F238E27FC236}">
                <a16:creationId xmlns:a16="http://schemas.microsoft.com/office/drawing/2014/main" id="{0D50E96B-1E6F-477A-883A-47BDA2EE2A91}"/>
              </a:ext>
            </a:extLst>
          </p:cNvPr>
          <p:cNvSpPr>
            <a:spLocks xmlns:a="http://schemas.openxmlformats.org/drawingml/2006/main" noGrp="1"/>
          </p:cNvSpPr>
          <p:nvPr/>
        </p:nvSpPr>
        <p:spPr>
          <a:xfrm xmlns:a="http://schemas.openxmlformats.org/drawingml/2006/main">
            <a:off x="1066800" y="3752945"/>
            <a:ext cx="4328517"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of 5G SCAS Tests</a:t>
            </a:r>
          </a:p>
        </p:txBody>
      </p:sp>
      <p:sp>
        <p:nvSpPr>
          <p:cNvPr id="6" name="f6">
            <a:extLst xmlns:a="http://schemas.openxmlformats.org/drawingml/2006/main">
              <a:ext uri="{FF2B5EF4-FFF2-40B4-BE49-F238E27FC236}">
                <a16:creationId xmlns:a16="http://schemas.microsoft.com/office/drawing/2014/main" id="{33BC1C16-4FD3-4304-87EA-CCF8E30EB6BB}"/>
              </a:ext>
            </a:extLst>
          </p:cNvPr>
          <p:cNvSpPr>
            <a:spLocks xmlns:a="http://schemas.openxmlformats.org/drawingml/2006/main" noGrp="1"/>
          </p:cNvSpPr>
          <p:nvPr/>
        </p:nvSpPr>
        <p:spPr>
          <a:xfrm xmlns:a="http://schemas.openxmlformats.org/drawingml/2006/main">
            <a:off x="1066800" y="4333970"/>
            <a:ext cx="7332911" cy="6815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75" b="1">
                <a:solidFill>
                  <a:srgbClr val="1C2A40"/>
                </a:solidFill>
                <a:latin typeface="Nimbus Sans"/>
                <a:ea typeface="Nimbus Sans"/>
                <a:cs typeface="Nimbus Sans"/>
              </a:defRPr>
            </a:defPPr>
            <a:lvl1pPr algn="l">
              <a:defRPr sz="3975" b="1">
                <a:solidFill>
                  <a:srgbClr val="1C2A40"/>
                </a:solidFill>
                <a:latin typeface="Nimbus Sans"/>
                <a:ea typeface="Nimbus Sans"/>
                <a:cs typeface="Nimbus Sans"/>
              </a:defRPr>
            </a:lvl1pPr>
            <a:lvl2pPr algn="l">
              <a:defRPr sz="3975" b="1">
                <a:solidFill>
                  <a:srgbClr val="1C2A40"/>
                </a:solidFill>
                <a:latin typeface="Nimbus Sans"/>
                <a:ea typeface="Nimbus Sans"/>
                <a:cs typeface="Nimbus Sans"/>
              </a:defRPr>
            </a:lvl2pPr>
            <a:lvl3pPr algn="l">
              <a:defRPr sz="3975" b="1">
                <a:solidFill>
                  <a:srgbClr val="1C2A40"/>
                </a:solidFill>
                <a:latin typeface="Nimbus Sans"/>
                <a:ea typeface="Nimbus Sans"/>
                <a:cs typeface="Nimbus Sans"/>
              </a:defRPr>
            </a:lvl3pPr>
            <a:lvl4pPr algn="l">
              <a:defRPr sz="3975" b="1">
                <a:solidFill>
                  <a:srgbClr val="1C2A40"/>
                </a:solidFill>
                <a:latin typeface="Nimbus Sans"/>
                <a:ea typeface="Nimbus Sans"/>
                <a:cs typeface="Nimbus Sans"/>
              </a:defRPr>
            </a:lvl4pPr>
            <a:lvl5pPr algn="l">
              <a:defRPr sz="3975" b="1">
                <a:solidFill>
                  <a:srgbClr val="1C2A40"/>
                </a:solidFill>
                <a:latin typeface="Nimbus Sans"/>
                <a:ea typeface="Nimbus Sans"/>
                <a:cs typeface="Nimbus Sans"/>
              </a:defRPr>
            </a:lvl5pPr>
            <a:lvl6pPr algn="l">
              <a:defRPr sz="3975" b="1">
                <a:solidFill>
                  <a:srgbClr val="1C2A40"/>
                </a:solidFill>
                <a:latin typeface="Nimbus Sans"/>
                <a:ea typeface="Nimbus Sans"/>
                <a:cs typeface="Nimbus Sans"/>
              </a:defRPr>
            </a:lvl6pPr>
            <a:lvl7pPr algn="l">
              <a:defRPr sz="3975" b="1">
                <a:solidFill>
                  <a:srgbClr val="1C2A40"/>
                </a:solidFill>
                <a:latin typeface="Nimbus Sans"/>
                <a:ea typeface="Nimbus Sans"/>
                <a:cs typeface="Nimbus Sans"/>
              </a:defRPr>
            </a:lvl7pPr>
            <a:lvl8pPr algn="l">
              <a:defRPr sz="3975" b="1">
                <a:solidFill>
                  <a:srgbClr val="1C2A40"/>
                </a:solidFill>
                <a:latin typeface="Nimbus Sans"/>
                <a:ea typeface="Nimbus Sans"/>
                <a:cs typeface="Nimbus Sans"/>
              </a:defRPr>
            </a:lvl8pPr>
            <a:lvl9pPr algn="l">
              <a:defRPr sz="3975" b="1">
                <a:solidFill>
                  <a:srgbClr val="1C2A40"/>
                </a:solidFill>
                <a:latin typeface="Nimbus Sans"/>
                <a:ea typeface="Nimbus Sans"/>
                <a:cs typeface="Nimbus Sans"/>
              </a:defRPr>
            </a:lvl9pPr>
          </a:lstStyle>
          <a:p xmlns:a="http://schemas.openxmlformats.org/drawingml/2006/main">
            <a:pPr algn="l">
              <a:defRPr sz="3975" b="1">
                <a:solidFill>
                  <a:srgbClr val="1C2A40"/>
                </a:solidFill>
                <a:latin typeface="Nimbus Sans"/>
                <a:ea typeface="Nimbus Sans"/>
                <a:cs typeface="Nimbus Sans"/>
              </a:defRPr>
            </a:pPr>
            <a:r>
              <a:rPr sz="3975" b="1">
                <a:solidFill>
                  <a:srgbClr val="1C2A40"/>
                </a:solidFill>
                <a:latin typeface="Nimbus Sans"/>
                <a:ea typeface="Nimbus Sans"/>
                <a:cs typeface="Nimbus Sans"/>
              </a:rPr>
              <a:t>from Network Traffic Captures</a:t>
            </a:r>
          </a:p>
        </p:txBody>
      </p:sp>
      <p:sp>
        <p:nvSpPr>
          <p:cNvPr id="7" name="f7">
            <a:extLst xmlns:a="http://schemas.openxmlformats.org/drawingml/2006/main">
              <a:ext uri="{FF2B5EF4-FFF2-40B4-BE49-F238E27FC236}">
                <a16:creationId xmlns:a16="http://schemas.microsoft.com/office/drawing/2014/main" id="{006BC1BD-11C5-459E-9D27-D32CCF264633}"/>
              </a:ext>
            </a:extLst>
          </p:cNvPr>
          <p:cNvSpPr>
            <a:spLocks xmlns:a="http://schemas.openxmlformats.org/drawingml/2006/main" noGrp="1"/>
          </p:cNvSpPr>
          <p:nvPr/>
        </p:nvSpPr>
        <p:spPr>
          <a:xfrm xmlns:a="http://schemas.openxmlformats.org/drawingml/2006/main">
            <a:off x="1066800" y="6083999"/>
            <a:ext cx="1094333" cy="2828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0">
                <a:solidFill>
                  <a:srgbClr val="65758B"/>
                </a:solidFill>
                <a:latin typeface="Nimbus Sans"/>
                <a:ea typeface="Nimbus Sans"/>
                <a:cs typeface="Nimbus Sans"/>
              </a:defRPr>
            </a:defPPr>
            <a:lvl1pPr algn="l">
              <a:defRPr sz="1650" b="0">
                <a:solidFill>
                  <a:srgbClr val="65758B"/>
                </a:solidFill>
                <a:latin typeface="Nimbus Sans"/>
                <a:ea typeface="Nimbus Sans"/>
                <a:cs typeface="Nimbus Sans"/>
              </a:defRPr>
            </a:lvl1pPr>
            <a:lvl2pPr algn="l">
              <a:defRPr sz="1650" b="0">
                <a:solidFill>
                  <a:srgbClr val="65758B"/>
                </a:solidFill>
                <a:latin typeface="Nimbus Sans"/>
                <a:ea typeface="Nimbus Sans"/>
                <a:cs typeface="Nimbus Sans"/>
              </a:defRPr>
            </a:lvl2pPr>
            <a:lvl3pPr algn="l">
              <a:defRPr sz="1650" b="0">
                <a:solidFill>
                  <a:srgbClr val="65758B"/>
                </a:solidFill>
                <a:latin typeface="Nimbus Sans"/>
                <a:ea typeface="Nimbus Sans"/>
                <a:cs typeface="Nimbus Sans"/>
              </a:defRPr>
            </a:lvl3pPr>
            <a:lvl4pPr algn="l">
              <a:defRPr sz="1650" b="0">
                <a:solidFill>
                  <a:srgbClr val="65758B"/>
                </a:solidFill>
                <a:latin typeface="Nimbus Sans"/>
                <a:ea typeface="Nimbus Sans"/>
                <a:cs typeface="Nimbus Sans"/>
              </a:defRPr>
            </a:lvl4pPr>
            <a:lvl5pPr algn="l">
              <a:defRPr sz="1650" b="0">
                <a:solidFill>
                  <a:srgbClr val="65758B"/>
                </a:solidFill>
                <a:latin typeface="Nimbus Sans"/>
                <a:ea typeface="Nimbus Sans"/>
                <a:cs typeface="Nimbus Sans"/>
              </a:defRPr>
            </a:lvl5pPr>
            <a:lvl6pPr algn="l">
              <a:defRPr sz="1650" b="0">
                <a:solidFill>
                  <a:srgbClr val="65758B"/>
                </a:solidFill>
                <a:latin typeface="Nimbus Sans"/>
                <a:ea typeface="Nimbus Sans"/>
                <a:cs typeface="Nimbus Sans"/>
              </a:defRPr>
            </a:lvl6pPr>
            <a:lvl7pPr algn="l">
              <a:defRPr sz="1650" b="0">
                <a:solidFill>
                  <a:srgbClr val="65758B"/>
                </a:solidFill>
                <a:latin typeface="Nimbus Sans"/>
                <a:ea typeface="Nimbus Sans"/>
                <a:cs typeface="Nimbus Sans"/>
              </a:defRPr>
            </a:lvl7pPr>
            <a:lvl8pPr algn="l">
              <a:defRPr sz="1650" b="0">
                <a:solidFill>
                  <a:srgbClr val="65758B"/>
                </a:solidFill>
                <a:latin typeface="Nimbus Sans"/>
                <a:ea typeface="Nimbus Sans"/>
                <a:cs typeface="Nimbus Sans"/>
              </a:defRPr>
            </a:lvl8pPr>
            <a:lvl9pPr algn="l">
              <a:defRPr sz="1650" b="0">
                <a:solidFill>
                  <a:srgbClr val="65758B"/>
                </a:solidFill>
                <a:latin typeface="Nimbus Sans"/>
                <a:ea typeface="Nimbus Sans"/>
                <a:cs typeface="Nimbus Sans"/>
              </a:defRPr>
            </a:lvl9pPr>
          </a:lstStyle>
          <a:p xmlns:a="http://schemas.openxmlformats.org/drawingml/2006/main">
            <a:pPr algn="l">
              <a:defRPr sz="1650" b="0">
                <a:solidFill>
                  <a:srgbClr val="65758B"/>
                </a:solidFill>
                <a:latin typeface="Nimbus Sans"/>
                <a:ea typeface="Nimbus Sans"/>
                <a:cs typeface="Nimbus Sans"/>
              </a:defRPr>
            </a:pPr>
            <a:r>
              <a:rPr sz="1650" b="0">
                <a:solidFill>
                  <a:srgbClr val="65758B"/>
                </a:solidFill>
                <a:latin typeface="Nimbus Sans"/>
                <a:ea typeface="Nimbus Sans"/>
                <a:cs typeface="Nimbus Sans"/>
              </a:rPr>
              <a:t>Laureando</a:t>
            </a:r>
          </a:p>
        </p:txBody>
      </p:sp>
      <p:sp>
        <p:nvSpPr>
          <p:cNvPr id="8" name="f8">
            <a:extLst xmlns:a="http://schemas.openxmlformats.org/drawingml/2006/main">
              <a:ext uri="{FF2B5EF4-FFF2-40B4-BE49-F238E27FC236}">
                <a16:creationId xmlns:a16="http://schemas.microsoft.com/office/drawing/2014/main" id="{1D579317-073F-45BF-88E7-142FC2ADA8A8}"/>
              </a:ext>
            </a:extLst>
          </p:cNvPr>
          <p:cNvSpPr>
            <a:spLocks xmlns:a="http://schemas.openxmlformats.org/drawingml/2006/main" noGrp="1"/>
          </p:cNvSpPr>
          <p:nvPr/>
        </p:nvSpPr>
        <p:spPr>
          <a:xfrm xmlns:a="http://schemas.openxmlformats.org/drawingml/2006/main">
            <a:off x="1066800" y="6411278"/>
            <a:ext cx="2657921"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C2A40"/>
                </a:solidFill>
                <a:latin typeface="Nimbus Sans"/>
                <a:ea typeface="Nimbus Sans"/>
                <a:cs typeface="Nimbus Sans"/>
              </a:defRPr>
            </a:defPPr>
            <a:lvl1pPr algn="l">
              <a:defRPr sz="2250" b="1">
                <a:solidFill>
                  <a:srgbClr val="1C2A40"/>
                </a:solidFill>
                <a:latin typeface="Nimbus Sans"/>
                <a:ea typeface="Nimbus Sans"/>
                <a:cs typeface="Nimbus Sans"/>
              </a:defRPr>
            </a:lvl1pPr>
            <a:lvl2pPr algn="l">
              <a:defRPr sz="2250" b="1">
                <a:solidFill>
                  <a:srgbClr val="1C2A40"/>
                </a:solidFill>
                <a:latin typeface="Nimbus Sans"/>
                <a:ea typeface="Nimbus Sans"/>
                <a:cs typeface="Nimbus Sans"/>
              </a:defRPr>
            </a:lvl2pPr>
            <a:lvl3pPr algn="l">
              <a:defRPr sz="2250" b="1">
                <a:solidFill>
                  <a:srgbClr val="1C2A40"/>
                </a:solidFill>
                <a:latin typeface="Nimbus Sans"/>
                <a:ea typeface="Nimbus Sans"/>
                <a:cs typeface="Nimbus Sans"/>
              </a:defRPr>
            </a:lvl3pPr>
            <a:lvl4pPr algn="l">
              <a:defRPr sz="2250" b="1">
                <a:solidFill>
                  <a:srgbClr val="1C2A40"/>
                </a:solidFill>
                <a:latin typeface="Nimbus Sans"/>
                <a:ea typeface="Nimbus Sans"/>
                <a:cs typeface="Nimbus Sans"/>
              </a:defRPr>
            </a:lvl4pPr>
            <a:lvl5pPr algn="l">
              <a:defRPr sz="2250" b="1">
                <a:solidFill>
                  <a:srgbClr val="1C2A40"/>
                </a:solidFill>
                <a:latin typeface="Nimbus Sans"/>
                <a:ea typeface="Nimbus Sans"/>
                <a:cs typeface="Nimbus Sans"/>
              </a:defRPr>
            </a:lvl5pPr>
            <a:lvl6pPr algn="l">
              <a:defRPr sz="2250" b="1">
                <a:solidFill>
                  <a:srgbClr val="1C2A40"/>
                </a:solidFill>
                <a:latin typeface="Nimbus Sans"/>
                <a:ea typeface="Nimbus Sans"/>
                <a:cs typeface="Nimbus Sans"/>
              </a:defRPr>
            </a:lvl6pPr>
            <a:lvl7pPr algn="l">
              <a:defRPr sz="2250" b="1">
                <a:solidFill>
                  <a:srgbClr val="1C2A40"/>
                </a:solidFill>
                <a:latin typeface="Nimbus Sans"/>
                <a:ea typeface="Nimbus Sans"/>
                <a:cs typeface="Nimbus Sans"/>
              </a:defRPr>
            </a:lvl7pPr>
            <a:lvl8pPr algn="l">
              <a:defRPr sz="2250" b="1">
                <a:solidFill>
                  <a:srgbClr val="1C2A40"/>
                </a:solidFill>
                <a:latin typeface="Nimbus Sans"/>
                <a:ea typeface="Nimbus Sans"/>
                <a:cs typeface="Nimbus Sans"/>
              </a:defRPr>
            </a:lvl8pPr>
            <a:lvl9pPr algn="l">
              <a:defRPr sz="2250" b="1">
                <a:solidFill>
                  <a:srgbClr val="1C2A40"/>
                </a:solidFill>
                <a:latin typeface="Nimbus Sans"/>
                <a:ea typeface="Nimbus Sans"/>
                <a:cs typeface="Nimbus Sans"/>
              </a:defRPr>
            </a:lvl9pPr>
          </a:lstStyle>
          <a:p xmlns:a="http://schemas.openxmlformats.org/drawingml/2006/main">
            <a:pPr algn="l">
              <a:defRPr sz="2250" b="1">
                <a:solidFill>
                  <a:srgbClr val="1C2A40"/>
                </a:solidFill>
                <a:latin typeface="Nimbus Sans"/>
                <a:ea typeface="Nimbus Sans"/>
                <a:cs typeface="Nimbus Sans"/>
              </a:defRPr>
            </a:pPr>
            <a:r>
              <a:rPr sz="2250" b="1">
                <a:solidFill>
                  <a:srgbClr val="1C2A40"/>
                </a:solidFill>
                <a:latin typeface="Nimbus Sans"/>
                <a:ea typeface="Nimbus Sans"/>
                <a:cs typeface="Nimbus Sans"/>
              </a:rPr>
              <a:t>Samuele De Santis</a:t>
            </a:r>
          </a:p>
        </p:txBody>
      </p:sp>
      <p:sp>
        <p:nvSpPr>
          <p:cNvPr id="9" name="f9">
            <a:extLst xmlns:a="http://schemas.openxmlformats.org/drawingml/2006/main">
              <a:ext uri="{FF2B5EF4-FFF2-40B4-BE49-F238E27FC236}">
                <a16:creationId xmlns:a16="http://schemas.microsoft.com/office/drawing/2014/main" id="{7FD882C8-3AA6-4B67-9D7D-CC97B202442E}"/>
              </a:ext>
            </a:extLst>
          </p:cNvPr>
          <p:cNvSpPr>
            <a:spLocks xmlns:a="http://schemas.openxmlformats.org/drawingml/2006/main" noGrp="1"/>
          </p:cNvSpPr>
          <p:nvPr/>
        </p:nvSpPr>
        <p:spPr>
          <a:xfrm xmlns:a="http://schemas.openxmlformats.org/drawingml/2006/main">
            <a:off x="1066800" y="7022306"/>
            <a:ext cx="3413224"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C2A40"/>
                </a:solidFill>
                <a:latin typeface="Nimbus Sans"/>
                <a:ea typeface="Nimbus Sans"/>
                <a:cs typeface="Nimbus Sans"/>
              </a:defRPr>
            </a:defPPr>
            <a:lvl1pPr algn="l">
              <a:defRPr sz="1875" b="0">
                <a:solidFill>
                  <a:srgbClr val="1C2A40"/>
                </a:solidFill>
                <a:latin typeface="Nimbus Sans"/>
                <a:ea typeface="Nimbus Sans"/>
                <a:cs typeface="Nimbus Sans"/>
              </a:defRPr>
            </a:lvl1pPr>
            <a:lvl2pPr algn="l">
              <a:defRPr sz="1875" b="0">
                <a:solidFill>
                  <a:srgbClr val="1C2A40"/>
                </a:solidFill>
                <a:latin typeface="Nimbus Sans"/>
                <a:ea typeface="Nimbus Sans"/>
                <a:cs typeface="Nimbus Sans"/>
              </a:defRPr>
            </a:lvl2pPr>
            <a:lvl3pPr algn="l">
              <a:defRPr sz="1875" b="0">
                <a:solidFill>
                  <a:srgbClr val="1C2A40"/>
                </a:solidFill>
                <a:latin typeface="Nimbus Sans"/>
                <a:ea typeface="Nimbus Sans"/>
                <a:cs typeface="Nimbus Sans"/>
              </a:defRPr>
            </a:lvl3pPr>
            <a:lvl4pPr algn="l">
              <a:defRPr sz="1875" b="0">
                <a:solidFill>
                  <a:srgbClr val="1C2A40"/>
                </a:solidFill>
                <a:latin typeface="Nimbus Sans"/>
                <a:ea typeface="Nimbus Sans"/>
                <a:cs typeface="Nimbus Sans"/>
              </a:defRPr>
            </a:lvl4pPr>
            <a:lvl5pPr algn="l">
              <a:defRPr sz="1875" b="0">
                <a:solidFill>
                  <a:srgbClr val="1C2A40"/>
                </a:solidFill>
                <a:latin typeface="Nimbus Sans"/>
                <a:ea typeface="Nimbus Sans"/>
                <a:cs typeface="Nimbus Sans"/>
              </a:defRPr>
            </a:lvl5pPr>
            <a:lvl6pPr algn="l">
              <a:defRPr sz="1875" b="0">
                <a:solidFill>
                  <a:srgbClr val="1C2A40"/>
                </a:solidFill>
                <a:latin typeface="Nimbus Sans"/>
                <a:ea typeface="Nimbus Sans"/>
                <a:cs typeface="Nimbus Sans"/>
              </a:defRPr>
            </a:lvl6pPr>
            <a:lvl7pPr algn="l">
              <a:defRPr sz="1875" b="0">
                <a:solidFill>
                  <a:srgbClr val="1C2A40"/>
                </a:solidFill>
                <a:latin typeface="Nimbus Sans"/>
                <a:ea typeface="Nimbus Sans"/>
                <a:cs typeface="Nimbus Sans"/>
              </a:defRPr>
            </a:lvl7pPr>
            <a:lvl8pPr algn="l">
              <a:defRPr sz="1875" b="0">
                <a:solidFill>
                  <a:srgbClr val="1C2A40"/>
                </a:solidFill>
                <a:latin typeface="Nimbus Sans"/>
                <a:ea typeface="Nimbus Sans"/>
                <a:cs typeface="Nimbus Sans"/>
              </a:defRPr>
            </a:lvl8pPr>
            <a:lvl9pPr algn="l">
              <a:defRPr sz="1875" b="0">
                <a:solidFill>
                  <a:srgbClr val="1C2A40"/>
                </a:solidFill>
                <a:latin typeface="Nimbus Sans"/>
                <a:ea typeface="Nimbus Sans"/>
                <a:cs typeface="Nimbus Sans"/>
              </a:defRPr>
            </a:lvl9pPr>
          </a:lstStyle>
          <a:p xmlns:a="http://schemas.openxmlformats.org/drawingml/2006/main">
            <a:pPr algn="l">
              <a:defRPr sz="1875" b="0">
                <a:solidFill>
                  <a:srgbClr val="1C2A40"/>
                </a:solidFill>
                <a:latin typeface="Nimbus Sans"/>
                <a:ea typeface="Nimbus Sans"/>
                <a:cs typeface="Nimbus Sans"/>
              </a:defRPr>
            </a:pPr>
            <a:r>
              <a:rPr sz="1875" b="0">
                <a:solidFill>
                  <a:srgbClr val="1C2A40"/>
                </a:solidFill>
                <a:latin typeface="Nimbus Sans"/>
                <a:ea typeface="Nimbus Sans"/>
                <a:cs typeface="Nimbus Sans"/>
              </a:rPr>
              <a:t>Relatrice: Prof.ssa Paola Vocca</a:t>
            </a:r>
          </a:p>
        </p:txBody>
      </p:sp>
      <p:sp>
        <p:nvSpPr>
          <p:cNvPr id="10" name="f10">
            <a:extLst xmlns:a="http://schemas.openxmlformats.org/drawingml/2006/main">
              <a:ext uri="{FF2B5EF4-FFF2-40B4-BE49-F238E27FC236}">
                <a16:creationId xmlns:a16="http://schemas.microsoft.com/office/drawing/2014/main" id="{B7F0149F-F917-4AC7-9BE5-5914A4C0687D}"/>
              </a:ext>
            </a:extLst>
          </p:cNvPr>
          <p:cNvSpPr>
            <a:spLocks xmlns:a="http://schemas.openxmlformats.org/drawingml/2006/main" noGrp="1"/>
          </p:cNvSpPr>
          <p:nvPr/>
        </p:nvSpPr>
        <p:spPr>
          <a:xfrm xmlns:a="http://schemas.openxmlformats.org/drawingml/2006/main">
            <a:off x="1066800" y="7403306"/>
            <a:ext cx="3965079"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C2A40"/>
                </a:solidFill>
                <a:latin typeface="Nimbus Sans"/>
                <a:ea typeface="Nimbus Sans"/>
                <a:cs typeface="Nimbus Sans"/>
              </a:defRPr>
            </a:defPPr>
            <a:lvl1pPr algn="l">
              <a:defRPr sz="1875" b="0">
                <a:solidFill>
                  <a:srgbClr val="1C2A40"/>
                </a:solidFill>
                <a:latin typeface="Nimbus Sans"/>
                <a:ea typeface="Nimbus Sans"/>
                <a:cs typeface="Nimbus Sans"/>
              </a:defRPr>
            </a:lvl1pPr>
            <a:lvl2pPr algn="l">
              <a:defRPr sz="1875" b="0">
                <a:solidFill>
                  <a:srgbClr val="1C2A40"/>
                </a:solidFill>
                <a:latin typeface="Nimbus Sans"/>
                <a:ea typeface="Nimbus Sans"/>
                <a:cs typeface="Nimbus Sans"/>
              </a:defRPr>
            </a:lvl2pPr>
            <a:lvl3pPr algn="l">
              <a:defRPr sz="1875" b="0">
                <a:solidFill>
                  <a:srgbClr val="1C2A40"/>
                </a:solidFill>
                <a:latin typeface="Nimbus Sans"/>
                <a:ea typeface="Nimbus Sans"/>
                <a:cs typeface="Nimbus Sans"/>
              </a:defRPr>
            </a:lvl3pPr>
            <a:lvl4pPr algn="l">
              <a:defRPr sz="1875" b="0">
                <a:solidFill>
                  <a:srgbClr val="1C2A40"/>
                </a:solidFill>
                <a:latin typeface="Nimbus Sans"/>
                <a:ea typeface="Nimbus Sans"/>
                <a:cs typeface="Nimbus Sans"/>
              </a:defRPr>
            </a:lvl4pPr>
            <a:lvl5pPr algn="l">
              <a:defRPr sz="1875" b="0">
                <a:solidFill>
                  <a:srgbClr val="1C2A40"/>
                </a:solidFill>
                <a:latin typeface="Nimbus Sans"/>
                <a:ea typeface="Nimbus Sans"/>
                <a:cs typeface="Nimbus Sans"/>
              </a:defRPr>
            </a:lvl5pPr>
            <a:lvl6pPr algn="l">
              <a:defRPr sz="1875" b="0">
                <a:solidFill>
                  <a:srgbClr val="1C2A40"/>
                </a:solidFill>
                <a:latin typeface="Nimbus Sans"/>
                <a:ea typeface="Nimbus Sans"/>
                <a:cs typeface="Nimbus Sans"/>
              </a:defRPr>
            </a:lvl6pPr>
            <a:lvl7pPr algn="l">
              <a:defRPr sz="1875" b="0">
                <a:solidFill>
                  <a:srgbClr val="1C2A40"/>
                </a:solidFill>
                <a:latin typeface="Nimbus Sans"/>
                <a:ea typeface="Nimbus Sans"/>
                <a:cs typeface="Nimbus Sans"/>
              </a:defRPr>
            </a:lvl7pPr>
            <a:lvl8pPr algn="l">
              <a:defRPr sz="1875" b="0">
                <a:solidFill>
                  <a:srgbClr val="1C2A40"/>
                </a:solidFill>
                <a:latin typeface="Nimbus Sans"/>
                <a:ea typeface="Nimbus Sans"/>
                <a:cs typeface="Nimbus Sans"/>
              </a:defRPr>
            </a:lvl8pPr>
            <a:lvl9pPr algn="l">
              <a:defRPr sz="1875" b="0">
                <a:solidFill>
                  <a:srgbClr val="1C2A40"/>
                </a:solidFill>
                <a:latin typeface="Nimbus Sans"/>
                <a:ea typeface="Nimbus Sans"/>
                <a:cs typeface="Nimbus Sans"/>
              </a:defRPr>
            </a:lvl9pPr>
          </a:lstStyle>
          <a:p xmlns:a="http://schemas.openxmlformats.org/drawingml/2006/main">
            <a:pPr algn="l">
              <a:defRPr sz="1875" b="0">
                <a:solidFill>
                  <a:srgbClr val="1C2A40"/>
                </a:solidFill>
                <a:latin typeface="Nimbus Sans"/>
                <a:ea typeface="Nimbus Sans"/>
                <a:cs typeface="Nimbus Sans"/>
              </a:defRPr>
            </a:pPr>
            <a:r>
              <a:rPr sz="1875" b="0">
                <a:solidFill>
                  <a:srgbClr val="1C2A40"/>
                </a:solidFill>
                <a:latin typeface="Nimbus Sans"/>
                <a:ea typeface="Nimbus Sans"/>
                <a:cs typeface="Nimbus Sans"/>
              </a:rPr>
              <a:t>Correlatore: Dott. Francesco Mancini</a:t>
            </a:r>
          </a:p>
        </p:txBody>
      </p:sp>
      <p:sp>
        <p:nvSpPr>
          <p:cNvPr id="11" name="f11">
            <a:extLst xmlns:a="http://schemas.openxmlformats.org/drawingml/2006/main">
              <a:ext uri="{FF2B5EF4-FFF2-40B4-BE49-F238E27FC236}">
                <a16:creationId xmlns:a16="http://schemas.microsoft.com/office/drawing/2014/main" id="{ECEC049E-0615-4394-B761-30986F43BFE9}"/>
              </a:ext>
            </a:extLst>
          </p:cNvPr>
          <p:cNvSpPr>
            <a:spLocks xmlns:a="http://schemas.openxmlformats.org/drawingml/2006/main" noGrp="1"/>
          </p:cNvSpPr>
          <p:nvPr/>
        </p:nvSpPr>
        <p:spPr>
          <a:xfrm xmlns:a="http://schemas.openxmlformats.org/drawingml/2006/main">
            <a:off x="1066800" y="7877937"/>
            <a:ext cx="3061990" cy="3086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0">
                <a:solidFill>
                  <a:srgbClr val="65758B"/>
                </a:solidFill>
                <a:latin typeface="Nimbus Sans"/>
                <a:ea typeface="Nimbus Sans"/>
                <a:cs typeface="Nimbus Sans"/>
              </a:defRPr>
            </a:defPPr>
            <a:lvl1pPr algn="l">
              <a:defRPr sz="1800" b="0">
                <a:solidFill>
                  <a:srgbClr val="65758B"/>
                </a:solidFill>
                <a:latin typeface="Nimbus Sans"/>
                <a:ea typeface="Nimbus Sans"/>
                <a:cs typeface="Nimbus Sans"/>
              </a:defRPr>
            </a:lvl1pPr>
            <a:lvl2pPr algn="l">
              <a:defRPr sz="1800" b="0">
                <a:solidFill>
                  <a:srgbClr val="65758B"/>
                </a:solidFill>
                <a:latin typeface="Nimbus Sans"/>
                <a:ea typeface="Nimbus Sans"/>
                <a:cs typeface="Nimbus Sans"/>
              </a:defRPr>
            </a:lvl2pPr>
            <a:lvl3pPr algn="l">
              <a:defRPr sz="1800" b="0">
                <a:solidFill>
                  <a:srgbClr val="65758B"/>
                </a:solidFill>
                <a:latin typeface="Nimbus Sans"/>
                <a:ea typeface="Nimbus Sans"/>
                <a:cs typeface="Nimbus Sans"/>
              </a:defRPr>
            </a:lvl3pPr>
            <a:lvl4pPr algn="l">
              <a:defRPr sz="1800" b="0">
                <a:solidFill>
                  <a:srgbClr val="65758B"/>
                </a:solidFill>
                <a:latin typeface="Nimbus Sans"/>
                <a:ea typeface="Nimbus Sans"/>
                <a:cs typeface="Nimbus Sans"/>
              </a:defRPr>
            </a:lvl4pPr>
            <a:lvl5pPr algn="l">
              <a:defRPr sz="1800" b="0">
                <a:solidFill>
                  <a:srgbClr val="65758B"/>
                </a:solidFill>
                <a:latin typeface="Nimbus Sans"/>
                <a:ea typeface="Nimbus Sans"/>
                <a:cs typeface="Nimbus Sans"/>
              </a:defRPr>
            </a:lvl5pPr>
            <a:lvl6pPr algn="l">
              <a:defRPr sz="1800" b="0">
                <a:solidFill>
                  <a:srgbClr val="65758B"/>
                </a:solidFill>
                <a:latin typeface="Nimbus Sans"/>
                <a:ea typeface="Nimbus Sans"/>
                <a:cs typeface="Nimbus Sans"/>
              </a:defRPr>
            </a:lvl6pPr>
            <a:lvl7pPr algn="l">
              <a:defRPr sz="1800" b="0">
                <a:solidFill>
                  <a:srgbClr val="65758B"/>
                </a:solidFill>
                <a:latin typeface="Nimbus Sans"/>
                <a:ea typeface="Nimbus Sans"/>
                <a:cs typeface="Nimbus Sans"/>
              </a:defRPr>
            </a:lvl7pPr>
            <a:lvl8pPr algn="l">
              <a:defRPr sz="1800" b="0">
                <a:solidFill>
                  <a:srgbClr val="65758B"/>
                </a:solidFill>
                <a:latin typeface="Nimbus Sans"/>
                <a:ea typeface="Nimbus Sans"/>
                <a:cs typeface="Nimbus Sans"/>
              </a:defRPr>
            </a:lvl8pPr>
            <a:lvl9pPr algn="l">
              <a:defRPr sz="1800" b="0">
                <a:solidFill>
                  <a:srgbClr val="65758B"/>
                </a:solidFill>
                <a:latin typeface="Nimbus Sans"/>
                <a:ea typeface="Nimbus Sans"/>
                <a:cs typeface="Nimbus Sans"/>
              </a:defRPr>
            </a:lvl9pPr>
          </a:lstStyle>
          <a:p xmlns:a="http://schemas.openxmlformats.org/drawingml/2006/main">
            <a:pPr algn="l">
              <a:defRPr sz="1800" b="0">
                <a:solidFill>
                  <a:srgbClr val="65758B"/>
                </a:solidFill>
                <a:latin typeface="Nimbus Sans"/>
                <a:ea typeface="Nimbus Sans"/>
                <a:cs typeface="Nimbus Sans"/>
              </a:defRPr>
            </a:pPr>
            <a:r>
              <a:rPr sz="1800" b="0">
                <a:solidFill>
                  <a:srgbClr val="65758B"/>
                </a:solidFill>
                <a:latin typeface="Nimbus Sans"/>
                <a:ea typeface="Nimbus Sans"/>
                <a:cs typeface="Nimbus Sans"/>
              </a:rPr>
              <a:t>Anno accademico 2025/2026</a:t>
            </a:r>
          </a:p>
        </p:txBody>
      </p:sp>
      <p:sp>
        <p:nvSpPr>
          <p:cNvPr id="12" name="f12">
            <a:extLst xmlns:a="http://schemas.openxmlformats.org/drawingml/2006/main">
              <a:ext uri="{FF2B5EF4-FFF2-40B4-BE49-F238E27FC236}">
                <a16:creationId xmlns:a16="http://schemas.microsoft.com/office/drawing/2014/main" id="{EC0E2E1A-F944-4AC0-A341-FE80C955DF94}"/>
              </a:ext>
            </a:extLst>
          </p:cNvPr>
          <p:cNvSpPr>
            <a:spLocks xmlns:a="http://schemas.openxmlformats.org/drawingml/2006/main" noGrp="1"/>
          </p:cNvSpPr>
          <p:nvPr/>
        </p:nvSpPr>
        <p:spPr>
          <a:xfrm xmlns:a="http://schemas.openxmlformats.org/drawingml/2006/main">
            <a:off x="12672864" y="3079147"/>
            <a:ext cx="905173"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1C2A40"/>
                </a:solidFill>
                <a:latin typeface="Nimbus Sans"/>
                <a:ea typeface="Nimbus Sans"/>
                <a:cs typeface="Nimbus Sans"/>
              </a:defRPr>
            </a:defPPr>
            <a:lvl1pPr algn="l">
              <a:defRPr sz="2325" b="1">
                <a:solidFill>
                  <a:srgbClr val="1C2A40"/>
                </a:solidFill>
                <a:latin typeface="Nimbus Sans"/>
                <a:ea typeface="Nimbus Sans"/>
                <a:cs typeface="Nimbus Sans"/>
              </a:defRPr>
            </a:lvl1pPr>
            <a:lvl2pPr algn="l">
              <a:defRPr sz="2325" b="1">
                <a:solidFill>
                  <a:srgbClr val="1C2A40"/>
                </a:solidFill>
                <a:latin typeface="Nimbus Sans"/>
                <a:ea typeface="Nimbus Sans"/>
                <a:cs typeface="Nimbus Sans"/>
              </a:defRPr>
            </a:lvl2pPr>
            <a:lvl3pPr algn="l">
              <a:defRPr sz="2325" b="1">
                <a:solidFill>
                  <a:srgbClr val="1C2A40"/>
                </a:solidFill>
                <a:latin typeface="Nimbus Sans"/>
                <a:ea typeface="Nimbus Sans"/>
                <a:cs typeface="Nimbus Sans"/>
              </a:defRPr>
            </a:lvl3pPr>
            <a:lvl4pPr algn="l">
              <a:defRPr sz="2325" b="1">
                <a:solidFill>
                  <a:srgbClr val="1C2A40"/>
                </a:solidFill>
                <a:latin typeface="Nimbus Sans"/>
                <a:ea typeface="Nimbus Sans"/>
                <a:cs typeface="Nimbus Sans"/>
              </a:defRPr>
            </a:lvl4pPr>
            <a:lvl5pPr algn="l">
              <a:defRPr sz="2325" b="1">
                <a:solidFill>
                  <a:srgbClr val="1C2A40"/>
                </a:solidFill>
                <a:latin typeface="Nimbus Sans"/>
                <a:ea typeface="Nimbus Sans"/>
                <a:cs typeface="Nimbus Sans"/>
              </a:defRPr>
            </a:lvl5pPr>
            <a:lvl6pPr algn="l">
              <a:defRPr sz="2325" b="1">
                <a:solidFill>
                  <a:srgbClr val="1C2A40"/>
                </a:solidFill>
                <a:latin typeface="Nimbus Sans"/>
                <a:ea typeface="Nimbus Sans"/>
                <a:cs typeface="Nimbus Sans"/>
              </a:defRPr>
            </a:lvl6pPr>
            <a:lvl7pPr algn="l">
              <a:defRPr sz="2325" b="1">
                <a:solidFill>
                  <a:srgbClr val="1C2A40"/>
                </a:solidFill>
                <a:latin typeface="Nimbus Sans"/>
                <a:ea typeface="Nimbus Sans"/>
                <a:cs typeface="Nimbus Sans"/>
              </a:defRPr>
            </a:lvl7pPr>
            <a:lvl8pPr algn="l">
              <a:defRPr sz="2325" b="1">
                <a:solidFill>
                  <a:srgbClr val="1C2A40"/>
                </a:solidFill>
                <a:latin typeface="Nimbus Sans"/>
                <a:ea typeface="Nimbus Sans"/>
                <a:cs typeface="Nimbus Sans"/>
              </a:defRPr>
            </a:lvl8pPr>
            <a:lvl9pPr algn="l">
              <a:defRPr sz="2325" b="1">
                <a:solidFill>
                  <a:srgbClr val="1C2A40"/>
                </a:solidFill>
                <a:latin typeface="Nimbus Sans"/>
                <a:ea typeface="Nimbus Sans"/>
                <a:cs typeface="Nimbus Sans"/>
              </a:defRPr>
            </a:lvl9pPr>
          </a:lstStyle>
          <a:p xmlns:a="http://schemas.openxmlformats.org/drawingml/2006/main">
            <a:pPr algn="l">
              <a:defRPr sz="2325" b="1">
                <a:solidFill>
                  <a:srgbClr val="1C2A40"/>
                </a:solidFill>
                <a:latin typeface="Nimbus Sans"/>
                <a:ea typeface="Nimbus Sans"/>
                <a:cs typeface="Nimbus Sans"/>
              </a:defRPr>
            </a:pPr>
            <a:r>
              <a:rPr sz="2325" b="1">
                <a:solidFill>
                  <a:srgbClr val="1C2A40"/>
                </a:solidFill>
                <a:latin typeface="Nimbus Sans"/>
                <a:ea typeface="Nimbus Sans"/>
                <a:cs typeface="Nimbus Sans"/>
              </a:rPr>
              <a:t>PCAP</a:t>
            </a:r>
          </a:p>
        </p:txBody>
      </p:sp>
      <p:sp>
        <p:nvSpPr>
          <p:cNvPr id="13" name="f13">
            <a:extLst xmlns:a="http://schemas.openxmlformats.org/drawingml/2006/main">
              <a:ext uri="{FF2B5EF4-FFF2-40B4-BE49-F238E27FC236}">
                <a16:creationId xmlns:a16="http://schemas.microsoft.com/office/drawing/2014/main" id="{670CC219-0CE3-4A76-8E30-96FD0F563CF6}"/>
              </a:ext>
            </a:extLst>
          </p:cNvPr>
          <p:cNvSpPr>
            <a:spLocks xmlns:a="http://schemas.openxmlformats.org/drawingml/2006/main" noGrp="1"/>
          </p:cNvSpPr>
          <p:nvPr/>
        </p:nvSpPr>
        <p:spPr>
          <a:xfrm xmlns:a="http://schemas.openxmlformats.org/drawingml/2006/main">
            <a:off x="12411075" y="3475768"/>
            <a:ext cx="1428750"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cattura di rete</a:t>
            </a:r>
          </a:p>
        </p:txBody>
      </p:sp>
      <p:sp>
        <p:nvSpPr>
          <p:cNvPr id="14" name="f14">
            <a:extLst xmlns:a="http://schemas.openxmlformats.org/drawingml/2006/main">
              <a:ext uri="{FF2B5EF4-FFF2-40B4-BE49-F238E27FC236}">
                <a16:creationId xmlns:a16="http://schemas.microsoft.com/office/drawing/2014/main" id="{76DD7438-0EDD-49CC-B41E-B4F22827A793}"/>
              </a:ext>
            </a:extLst>
          </p:cNvPr>
          <p:cNvSpPr>
            <a:spLocks xmlns:a="http://schemas.openxmlformats.org/drawingml/2006/main" noGrp="1"/>
          </p:cNvSpPr>
          <p:nvPr/>
        </p:nvSpPr>
        <p:spPr>
          <a:xfrm xmlns:a="http://schemas.openxmlformats.org/drawingml/2006/main">
            <a:off x="10534724" y="3079147"/>
            <a:ext cx="685651"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4264D0"/>
                </a:solidFill>
                <a:latin typeface="Nimbus Sans"/>
                <a:ea typeface="Nimbus Sans"/>
                <a:cs typeface="Nimbus Sans"/>
              </a:defRPr>
            </a:defPPr>
            <a:lvl1pPr algn="l">
              <a:defRPr sz="2325" b="1">
                <a:solidFill>
                  <a:srgbClr val="4264D0"/>
                </a:solidFill>
                <a:latin typeface="Nimbus Sans"/>
                <a:ea typeface="Nimbus Sans"/>
                <a:cs typeface="Nimbus Sans"/>
              </a:defRPr>
            </a:lvl1pPr>
            <a:lvl2pPr algn="l">
              <a:defRPr sz="2325" b="1">
                <a:solidFill>
                  <a:srgbClr val="4264D0"/>
                </a:solidFill>
                <a:latin typeface="Nimbus Sans"/>
                <a:ea typeface="Nimbus Sans"/>
                <a:cs typeface="Nimbus Sans"/>
              </a:defRPr>
            </a:lvl2pPr>
            <a:lvl3pPr algn="l">
              <a:defRPr sz="2325" b="1">
                <a:solidFill>
                  <a:srgbClr val="4264D0"/>
                </a:solidFill>
                <a:latin typeface="Nimbus Sans"/>
                <a:ea typeface="Nimbus Sans"/>
                <a:cs typeface="Nimbus Sans"/>
              </a:defRPr>
            </a:lvl3pPr>
            <a:lvl4pPr algn="l">
              <a:defRPr sz="2325" b="1">
                <a:solidFill>
                  <a:srgbClr val="4264D0"/>
                </a:solidFill>
                <a:latin typeface="Nimbus Sans"/>
                <a:ea typeface="Nimbus Sans"/>
                <a:cs typeface="Nimbus Sans"/>
              </a:defRPr>
            </a:lvl4pPr>
            <a:lvl5pPr algn="l">
              <a:defRPr sz="2325" b="1">
                <a:solidFill>
                  <a:srgbClr val="4264D0"/>
                </a:solidFill>
                <a:latin typeface="Nimbus Sans"/>
                <a:ea typeface="Nimbus Sans"/>
                <a:cs typeface="Nimbus Sans"/>
              </a:defRPr>
            </a:lvl5pPr>
            <a:lvl6pPr algn="l">
              <a:defRPr sz="2325" b="1">
                <a:solidFill>
                  <a:srgbClr val="4264D0"/>
                </a:solidFill>
                <a:latin typeface="Nimbus Sans"/>
                <a:ea typeface="Nimbus Sans"/>
                <a:cs typeface="Nimbus Sans"/>
              </a:defRPr>
            </a:lvl6pPr>
            <a:lvl7pPr algn="l">
              <a:defRPr sz="2325" b="1">
                <a:solidFill>
                  <a:srgbClr val="4264D0"/>
                </a:solidFill>
                <a:latin typeface="Nimbus Sans"/>
                <a:ea typeface="Nimbus Sans"/>
                <a:cs typeface="Nimbus Sans"/>
              </a:defRPr>
            </a:lvl7pPr>
            <a:lvl8pPr algn="l">
              <a:defRPr sz="2325" b="1">
                <a:solidFill>
                  <a:srgbClr val="4264D0"/>
                </a:solidFill>
                <a:latin typeface="Nimbus Sans"/>
                <a:ea typeface="Nimbus Sans"/>
                <a:cs typeface="Nimbus Sans"/>
              </a:defRPr>
            </a:lvl8pPr>
            <a:lvl9pPr algn="l">
              <a:defRPr sz="2325" b="1">
                <a:solidFill>
                  <a:srgbClr val="4264D0"/>
                </a:solidFill>
                <a:latin typeface="Nimbus Sans"/>
                <a:ea typeface="Nimbus Sans"/>
                <a:cs typeface="Nimbus Sans"/>
              </a:defRPr>
            </a:lvl9pPr>
          </a:lstStyle>
          <a:p xmlns:a="http://schemas.openxmlformats.org/drawingml/2006/main">
            <a:pPr algn="l">
              <a:defRPr sz="2325" b="1">
                <a:solidFill>
                  <a:srgbClr val="4264D0"/>
                </a:solidFill>
                <a:latin typeface="Nimbus Sans"/>
                <a:ea typeface="Nimbus Sans"/>
                <a:cs typeface="Nimbus Sans"/>
              </a:defRPr>
            </a:pPr>
            <a:r>
              <a:rPr sz="2325" b="1">
                <a:solidFill>
                  <a:srgbClr val="4264D0"/>
                </a:solidFill>
                <a:latin typeface="Nimbus Sans"/>
                <a:ea typeface="Nimbus Sans"/>
                <a:cs typeface="Nimbus Sans"/>
              </a:rPr>
              <a:t>DSL</a:t>
            </a:r>
          </a:p>
        </p:txBody>
      </p:sp>
      <p:sp>
        <p:nvSpPr>
          <p:cNvPr id="15" name="f15">
            <a:extLst xmlns:a="http://schemas.openxmlformats.org/drawingml/2006/main">
              <a:ext uri="{FF2B5EF4-FFF2-40B4-BE49-F238E27FC236}">
                <a16:creationId xmlns:a16="http://schemas.microsoft.com/office/drawing/2014/main" id="{BAE1C1D1-AF65-48BF-9CAF-B68800773208}"/>
              </a:ext>
            </a:extLst>
          </p:cNvPr>
          <p:cNvSpPr>
            <a:spLocks xmlns:a="http://schemas.openxmlformats.org/drawingml/2006/main" noGrp="1"/>
          </p:cNvSpPr>
          <p:nvPr/>
        </p:nvSpPr>
        <p:spPr>
          <a:xfrm xmlns:a="http://schemas.openxmlformats.org/drawingml/2006/main">
            <a:off x="10146060" y="3475768"/>
            <a:ext cx="1462980"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regole del test</a:t>
            </a:r>
          </a:p>
        </p:txBody>
      </p:sp>
      <p:sp>
        <p:nvSpPr>
          <p:cNvPr id="16" name="f16">
            <a:extLst xmlns:a="http://schemas.openxmlformats.org/drawingml/2006/main">
              <a:ext uri="{FF2B5EF4-FFF2-40B4-BE49-F238E27FC236}">
                <a16:creationId xmlns:a16="http://schemas.microsoft.com/office/drawing/2014/main" id="{72ED8B83-2830-415A-86AA-E743E600C4BF}"/>
              </a:ext>
            </a:extLst>
          </p:cNvPr>
          <p:cNvSpPr>
            <a:spLocks xmlns:a="http://schemas.openxmlformats.org/drawingml/2006/main" noGrp="1"/>
          </p:cNvSpPr>
          <p:nvPr/>
        </p:nvSpPr>
        <p:spPr>
          <a:xfrm xmlns:a="http://schemas.openxmlformats.org/drawingml/2006/main">
            <a:off x="11178034" y="4858703"/>
            <a:ext cx="1646932"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9D7139"/>
                </a:solidFill>
                <a:latin typeface="Nimbus Sans"/>
                <a:ea typeface="Nimbus Sans"/>
                <a:cs typeface="Nimbus Sans"/>
              </a:defRPr>
            </a:defPPr>
            <a:lvl1pPr algn="l">
              <a:defRPr sz="2250" b="1">
                <a:solidFill>
                  <a:srgbClr val="9D7139"/>
                </a:solidFill>
                <a:latin typeface="Nimbus Sans"/>
                <a:ea typeface="Nimbus Sans"/>
                <a:cs typeface="Nimbus Sans"/>
              </a:defRPr>
            </a:lvl1pPr>
            <a:lvl2pPr algn="l">
              <a:defRPr sz="2250" b="1">
                <a:solidFill>
                  <a:srgbClr val="9D7139"/>
                </a:solidFill>
                <a:latin typeface="Nimbus Sans"/>
                <a:ea typeface="Nimbus Sans"/>
                <a:cs typeface="Nimbus Sans"/>
              </a:defRPr>
            </a:lvl2pPr>
            <a:lvl3pPr algn="l">
              <a:defRPr sz="2250" b="1">
                <a:solidFill>
                  <a:srgbClr val="9D7139"/>
                </a:solidFill>
                <a:latin typeface="Nimbus Sans"/>
                <a:ea typeface="Nimbus Sans"/>
                <a:cs typeface="Nimbus Sans"/>
              </a:defRPr>
            </a:lvl3pPr>
            <a:lvl4pPr algn="l">
              <a:defRPr sz="2250" b="1">
                <a:solidFill>
                  <a:srgbClr val="9D7139"/>
                </a:solidFill>
                <a:latin typeface="Nimbus Sans"/>
                <a:ea typeface="Nimbus Sans"/>
                <a:cs typeface="Nimbus Sans"/>
              </a:defRPr>
            </a:lvl4pPr>
            <a:lvl5pPr algn="l">
              <a:defRPr sz="2250" b="1">
                <a:solidFill>
                  <a:srgbClr val="9D7139"/>
                </a:solidFill>
                <a:latin typeface="Nimbus Sans"/>
                <a:ea typeface="Nimbus Sans"/>
                <a:cs typeface="Nimbus Sans"/>
              </a:defRPr>
            </a:lvl5pPr>
            <a:lvl6pPr algn="l">
              <a:defRPr sz="2250" b="1">
                <a:solidFill>
                  <a:srgbClr val="9D7139"/>
                </a:solidFill>
                <a:latin typeface="Nimbus Sans"/>
                <a:ea typeface="Nimbus Sans"/>
                <a:cs typeface="Nimbus Sans"/>
              </a:defRPr>
            </a:lvl6pPr>
            <a:lvl7pPr algn="l">
              <a:defRPr sz="2250" b="1">
                <a:solidFill>
                  <a:srgbClr val="9D7139"/>
                </a:solidFill>
                <a:latin typeface="Nimbus Sans"/>
                <a:ea typeface="Nimbus Sans"/>
                <a:cs typeface="Nimbus Sans"/>
              </a:defRPr>
            </a:lvl7pPr>
            <a:lvl8pPr algn="l">
              <a:defRPr sz="2250" b="1">
                <a:solidFill>
                  <a:srgbClr val="9D7139"/>
                </a:solidFill>
                <a:latin typeface="Nimbus Sans"/>
                <a:ea typeface="Nimbus Sans"/>
                <a:cs typeface="Nimbus Sans"/>
              </a:defRPr>
            </a:lvl8pPr>
            <a:lvl9pPr algn="l">
              <a:defRPr sz="2250" b="1">
                <a:solidFill>
                  <a:srgbClr val="9D7139"/>
                </a:solidFill>
                <a:latin typeface="Nimbus Sans"/>
                <a:ea typeface="Nimbus Sans"/>
                <a:cs typeface="Nimbus Sans"/>
              </a:defRPr>
            </a:lvl9pPr>
          </a:lstStyle>
          <a:p xmlns:a="http://schemas.openxmlformats.org/drawingml/2006/main">
            <a:pPr algn="l">
              <a:defRPr sz="2250" b="1">
                <a:solidFill>
                  <a:srgbClr val="9D7139"/>
                </a:solidFill>
                <a:latin typeface="Nimbus Sans"/>
                <a:ea typeface="Nimbus Sans"/>
                <a:cs typeface="Nimbus Sans"/>
              </a:defRPr>
            </a:pPr>
            <a:r>
              <a:rPr sz="2250" b="1">
                <a:solidFill>
                  <a:srgbClr val="9D7139"/>
                </a:solidFill>
                <a:latin typeface="Nimbus Sans"/>
                <a:ea typeface="Nimbus Sans"/>
                <a:cs typeface="Nimbus Sans"/>
              </a:rPr>
              <a:t>VERDETTO</a:t>
            </a:r>
          </a:p>
        </p:txBody>
      </p:sp>
      <p:sp>
        <p:nvSpPr>
          <p:cNvPr id="17" name="f17">
            <a:extLst xmlns:a="http://schemas.openxmlformats.org/drawingml/2006/main">
              <a:ext uri="{FF2B5EF4-FFF2-40B4-BE49-F238E27FC236}">
                <a16:creationId xmlns:a16="http://schemas.microsoft.com/office/drawing/2014/main" id="{779FFA4B-0B3D-43B6-A855-862E1DF2D76E}"/>
              </a:ext>
            </a:extLst>
          </p:cNvPr>
          <p:cNvSpPr>
            <a:spLocks xmlns:a="http://schemas.openxmlformats.org/drawingml/2006/main" noGrp="1"/>
          </p:cNvSpPr>
          <p:nvPr/>
        </p:nvSpPr>
        <p:spPr>
          <a:xfrm xmlns:a="http://schemas.openxmlformats.org/drawingml/2006/main">
            <a:off x="10456664" y="5247418"/>
            <a:ext cx="3089672"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PASS · FAIL · INCONCLUSIVE</a:t>
            </a:r>
          </a:p>
        </p:txBody>
      </p:sp>
      <p:sp>
        <p:nvSpPr>
          <p:cNvPr id="18" name="f18">
            <a:extLst xmlns:a="http://schemas.openxmlformats.org/drawingml/2006/main">
              <a:ext uri="{FF2B5EF4-FFF2-40B4-BE49-F238E27FC236}">
                <a16:creationId xmlns:a16="http://schemas.microsoft.com/office/drawing/2014/main" id="{6BB29899-EB7D-4DEB-89D8-B4EF29736603}"/>
              </a:ext>
            </a:extLst>
          </p:cNvPr>
          <p:cNvSpPr>
            <a:spLocks xmlns:a="http://schemas.openxmlformats.org/drawingml/2006/main" noGrp="1"/>
          </p:cNvSpPr>
          <p:nvPr/>
        </p:nvSpPr>
        <p:spPr>
          <a:xfrm xmlns:a="http://schemas.openxmlformats.org/drawingml/2006/main">
            <a:off x="11340108" y="6450997"/>
            <a:ext cx="1322784" cy="39862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25" b="1">
                <a:solidFill>
                  <a:srgbClr val="278766"/>
                </a:solidFill>
                <a:latin typeface="Nimbus Sans"/>
                <a:ea typeface="Nimbus Sans"/>
                <a:cs typeface="Nimbus Sans"/>
              </a:defRPr>
            </a:defPPr>
            <a:lvl1pPr algn="l">
              <a:defRPr sz="2325" b="1">
                <a:solidFill>
                  <a:srgbClr val="278766"/>
                </a:solidFill>
                <a:latin typeface="Nimbus Sans"/>
                <a:ea typeface="Nimbus Sans"/>
                <a:cs typeface="Nimbus Sans"/>
              </a:defRPr>
            </a:lvl1pPr>
            <a:lvl2pPr algn="l">
              <a:defRPr sz="2325" b="1">
                <a:solidFill>
                  <a:srgbClr val="278766"/>
                </a:solidFill>
                <a:latin typeface="Nimbus Sans"/>
                <a:ea typeface="Nimbus Sans"/>
                <a:cs typeface="Nimbus Sans"/>
              </a:defRPr>
            </a:lvl2pPr>
            <a:lvl3pPr algn="l">
              <a:defRPr sz="2325" b="1">
                <a:solidFill>
                  <a:srgbClr val="278766"/>
                </a:solidFill>
                <a:latin typeface="Nimbus Sans"/>
                <a:ea typeface="Nimbus Sans"/>
                <a:cs typeface="Nimbus Sans"/>
              </a:defRPr>
            </a:lvl3pPr>
            <a:lvl4pPr algn="l">
              <a:defRPr sz="2325" b="1">
                <a:solidFill>
                  <a:srgbClr val="278766"/>
                </a:solidFill>
                <a:latin typeface="Nimbus Sans"/>
                <a:ea typeface="Nimbus Sans"/>
                <a:cs typeface="Nimbus Sans"/>
              </a:defRPr>
            </a:lvl4pPr>
            <a:lvl5pPr algn="l">
              <a:defRPr sz="2325" b="1">
                <a:solidFill>
                  <a:srgbClr val="278766"/>
                </a:solidFill>
                <a:latin typeface="Nimbus Sans"/>
                <a:ea typeface="Nimbus Sans"/>
                <a:cs typeface="Nimbus Sans"/>
              </a:defRPr>
            </a:lvl5pPr>
            <a:lvl6pPr algn="l">
              <a:defRPr sz="2325" b="1">
                <a:solidFill>
                  <a:srgbClr val="278766"/>
                </a:solidFill>
                <a:latin typeface="Nimbus Sans"/>
                <a:ea typeface="Nimbus Sans"/>
                <a:cs typeface="Nimbus Sans"/>
              </a:defRPr>
            </a:lvl6pPr>
            <a:lvl7pPr algn="l">
              <a:defRPr sz="2325" b="1">
                <a:solidFill>
                  <a:srgbClr val="278766"/>
                </a:solidFill>
                <a:latin typeface="Nimbus Sans"/>
                <a:ea typeface="Nimbus Sans"/>
                <a:cs typeface="Nimbus Sans"/>
              </a:defRPr>
            </a:lvl7pPr>
            <a:lvl8pPr algn="l">
              <a:defRPr sz="2325" b="1">
                <a:solidFill>
                  <a:srgbClr val="278766"/>
                </a:solidFill>
                <a:latin typeface="Nimbus Sans"/>
                <a:ea typeface="Nimbus Sans"/>
                <a:cs typeface="Nimbus Sans"/>
              </a:defRPr>
            </a:lvl8pPr>
            <a:lvl9pPr algn="l">
              <a:defRPr sz="2325" b="1">
                <a:solidFill>
                  <a:srgbClr val="278766"/>
                </a:solidFill>
                <a:latin typeface="Nimbus Sans"/>
                <a:ea typeface="Nimbus Sans"/>
                <a:cs typeface="Nimbus Sans"/>
              </a:defRPr>
            </a:lvl9pPr>
          </a:lstStyle>
          <a:p xmlns:a="http://schemas.openxmlformats.org/drawingml/2006/main">
            <a:pPr algn="l">
              <a:defRPr sz="2325" b="1">
                <a:solidFill>
                  <a:srgbClr val="278766"/>
                </a:solidFill>
                <a:latin typeface="Nimbus Sans"/>
                <a:ea typeface="Nimbus Sans"/>
                <a:cs typeface="Nimbus Sans"/>
              </a:defRPr>
            </a:pPr>
            <a:r>
              <a:rPr sz="2325" b="1">
                <a:solidFill>
                  <a:srgbClr val="278766"/>
                </a:solidFill>
                <a:latin typeface="Nimbus Sans"/>
                <a:ea typeface="Nimbus Sans"/>
                <a:cs typeface="Nimbus Sans"/>
              </a:rPr>
              <a:t>REPORT</a:t>
            </a:r>
          </a:p>
        </p:txBody>
      </p:sp>
      <p:sp>
        <p:nvSpPr>
          <p:cNvPr id="19" name="f19">
            <a:extLst xmlns:a="http://schemas.openxmlformats.org/drawingml/2006/main">
              <a:ext uri="{FF2B5EF4-FFF2-40B4-BE49-F238E27FC236}">
                <a16:creationId xmlns:a16="http://schemas.microsoft.com/office/drawing/2014/main" id="{7EA0F7AD-A873-46E0-8884-D1592352F294}"/>
              </a:ext>
            </a:extLst>
          </p:cNvPr>
          <p:cNvSpPr>
            <a:spLocks xmlns:a="http://schemas.openxmlformats.org/drawingml/2006/main" noGrp="1"/>
          </p:cNvSpPr>
          <p:nvPr/>
        </p:nvSpPr>
        <p:spPr>
          <a:xfrm xmlns:a="http://schemas.openxmlformats.org/drawingml/2006/main">
            <a:off x="11071920" y="6847618"/>
            <a:ext cx="1859161" cy="2957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65758B"/>
                </a:solidFill>
                <a:latin typeface="Nimbus Sans"/>
                <a:ea typeface="Nimbus Sans"/>
                <a:cs typeface="Nimbus Sans"/>
              </a:defRPr>
            </a:defPPr>
            <a:lvl1pPr algn="l">
              <a:defRPr sz="1725" b="0">
                <a:solidFill>
                  <a:srgbClr val="65758B"/>
                </a:solidFill>
                <a:latin typeface="Nimbus Sans"/>
                <a:ea typeface="Nimbus Sans"/>
                <a:cs typeface="Nimbus Sans"/>
              </a:defRPr>
            </a:lvl1pPr>
            <a:lvl2pPr algn="l">
              <a:defRPr sz="1725" b="0">
                <a:solidFill>
                  <a:srgbClr val="65758B"/>
                </a:solidFill>
                <a:latin typeface="Nimbus Sans"/>
                <a:ea typeface="Nimbus Sans"/>
                <a:cs typeface="Nimbus Sans"/>
              </a:defRPr>
            </a:lvl2pPr>
            <a:lvl3pPr algn="l">
              <a:defRPr sz="1725" b="0">
                <a:solidFill>
                  <a:srgbClr val="65758B"/>
                </a:solidFill>
                <a:latin typeface="Nimbus Sans"/>
                <a:ea typeface="Nimbus Sans"/>
                <a:cs typeface="Nimbus Sans"/>
              </a:defRPr>
            </a:lvl3pPr>
            <a:lvl4pPr algn="l">
              <a:defRPr sz="1725" b="0">
                <a:solidFill>
                  <a:srgbClr val="65758B"/>
                </a:solidFill>
                <a:latin typeface="Nimbus Sans"/>
                <a:ea typeface="Nimbus Sans"/>
                <a:cs typeface="Nimbus Sans"/>
              </a:defRPr>
            </a:lvl4pPr>
            <a:lvl5pPr algn="l">
              <a:defRPr sz="1725" b="0">
                <a:solidFill>
                  <a:srgbClr val="65758B"/>
                </a:solidFill>
                <a:latin typeface="Nimbus Sans"/>
                <a:ea typeface="Nimbus Sans"/>
                <a:cs typeface="Nimbus Sans"/>
              </a:defRPr>
            </a:lvl5pPr>
            <a:lvl6pPr algn="l">
              <a:defRPr sz="1725" b="0">
                <a:solidFill>
                  <a:srgbClr val="65758B"/>
                </a:solidFill>
                <a:latin typeface="Nimbus Sans"/>
                <a:ea typeface="Nimbus Sans"/>
                <a:cs typeface="Nimbus Sans"/>
              </a:defRPr>
            </a:lvl6pPr>
            <a:lvl7pPr algn="l">
              <a:defRPr sz="1725" b="0">
                <a:solidFill>
                  <a:srgbClr val="65758B"/>
                </a:solidFill>
                <a:latin typeface="Nimbus Sans"/>
                <a:ea typeface="Nimbus Sans"/>
                <a:cs typeface="Nimbus Sans"/>
              </a:defRPr>
            </a:lvl7pPr>
            <a:lvl8pPr algn="l">
              <a:defRPr sz="1725" b="0">
                <a:solidFill>
                  <a:srgbClr val="65758B"/>
                </a:solidFill>
                <a:latin typeface="Nimbus Sans"/>
                <a:ea typeface="Nimbus Sans"/>
                <a:cs typeface="Nimbus Sans"/>
              </a:defRPr>
            </a:lvl8pPr>
            <a:lvl9pPr algn="l">
              <a:defRPr sz="1725" b="0">
                <a:solidFill>
                  <a:srgbClr val="65758B"/>
                </a:solidFill>
                <a:latin typeface="Nimbus Sans"/>
                <a:ea typeface="Nimbus Sans"/>
                <a:cs typeface="Nimbus Sans"/>
              </a:defRPr>
            </a:lvl9pPr>
          </a:lstStyle>
          <a:p xmlns:a="http://schemas.openxmlformats.org/drawingml/2006/main">
            <a:pPr algn="l">
              <a:defRPr sz="1725" b="0">
                <a:solidFill>
                  <a:srgbClr val="65758B"/>
                </a:solidFill>
                <a:latin typeface="Nimbus Sans"/>
                <a:ea typeface="Nimbus Sans"/>
                <a:cs typeface="Nimbus Sans"/>
              </a:defRPr>
            </a:pPr>
            <a:r>
              <a:rPr sz="1725" b="0">
                <a:solidFill>
                  <a:srgbClr val="65758B"/>
                </a:solidFill>
                <a:latin typeface="Nimbus Sans"/>
                <a:ea typeface="Nimbus Sans"/>
                <a:cs typeface="Nimbus Sans"/>
              </a:rPr>
              <a:t>criteri ed evidenze</a:t>
            </a:r>
          </a:p>
        </p:txBody>
      </p:sp>
      <p:sp>
        <p:nvSpPr>
          <p:cNvPr id="20" name="f20">
            <a:extLst xmlns:a="http://schemas.openxmlformats.org/drawingml/2006/main">
              <a:ext uri="{FF2B5EF4-FFF2-40B4-BE49-F238E27FC236}">
                <a16:creationId xmlns:a16="http://schemas.microsoft.com/office/drawing/2014/main" id="{56753133-F5E2-468C-9208-34110A981EE1}"/>
              </a:ext>
            </a:extLst>
          </p:cNvPr>
          <p:cNvSpPr>
            <a:spLocks xmlns:a="http://schemas.openxmlformats.org/drawingml/2006/main" noGrp="1"/>
          </p:cNvSpPr>
          <p:nvPr/>
        </p:nvSpPr>
        <p:spPr>
          <a:xfrm xmlns:a="http://schemas.openxmlformats.org/drawingml/2006/main">
            <a:off x="1066800" y="5029200"/>
            <a:ext cx="8382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52627B"/>
                </a:solidFill>
                <a:latin typeface="Nimbus Sans"/>
                <a:ea typeface="Nimbus Sans"/>
                <a:cs typeface="Nimbus Sans"/>
              </a:defRPr>
            </a:defPPr>
            <a:lvl1pPr algn="l">
              <a:defRPr sz="1500" b="0">
                <a:solidFill>
                  <a:srgbClr val="52627B"/>
                </a:solidFill>
                <a:latin typeface="Nimbus Sans"/>
                <a:ea typeface="Nimbus Sans"/>
                <a:cs typeface="Nimbus Sans"/>
              </a:defRPr>
            </a:lvl1pPr>
            <a:lvl2pPr algn="l">
              <a:defRPr sz="1500" b="0">
                <a:solidFill>
                  <a:srgbClr val="52627B"/>
                </a:solidFill>
                <a:latin typeface="Nimbus Sans"/>
                <a:ea typeface="Nimbus Sans"/>
                <a:cs typeface="Nimbus Sans"/>
              </a:defRPr>
            </a:lvl2pPr>
            <a:lvl3pPr algn="l">
              <a:defRPr sz="1500" b="0">
                <a:solidFill>
                  <a:srgbClr val="52627B"/>
                </a:solidFill>
                <a:latin typeface="Nimbus Sans"/>
                <a:ea typeface="Nimbus Sans"/>
                <a:cs typeface="Nimbus Sans"/>
              </a:defRPr>
            </a:lvl3pPr>
            <a:lvl4pPr algn="l">
              <a:defRPr sz="1500" b="0">
                <a:solidFill>
                  <a:srgbClr val="52627B"/>
                </a:solidFill>
                <a:latin typeface="Nimbus Sans"/>
                <a:ea typeface="Nimbus Sans"/>
                <a:cs typeface="Nimbus Sans"/>
              </a:defRPr>
            </a:lvl4pPr>
            <a:lvl5pPr algn="l">
              <a:defRPr sz="1500" b="0">
                <a:solidFill>
                  <a:srgbClr val="52627B"/>
                </a:solidFill>
                <a:latin typeface="Nimbus Sans"/>
                <a:ea typeface="Nimbus Sans"/>
                <a:cs typeface="Nimbus Sans"/>
              </a:defRPr>
            </a:lvl5pPr>
            <a:lvl6pPr algn="l">
              <a:defRPr sz="1500" b="0">
                <a:solidFill>
                  <a:srgbClr val="52627B"/>
                </a:solidFill>
                <a:latin typeface="Nimbus Sans"/>
                <a:ea typeface="Nimbus Sans"/>
                <a:cs typeface="Nimbus Sans"/>
              </a:defRPr>
            </a:lvl6pPr>
            <a:lvl7pPr algn="l">
              <a:defRPr sz="1500" b="0">
                <a:solidFill>
                  <a:srgbClr val="52627B"/>
                </a:solidFill>
                <a:latin typeface="Nimbus Sans"/>
                <a:ea typeface="Nimbus Sans"/>
                <a:cs typeface="Nimbus Sans"/>
              </a:defRPr>
            </a:lvl7pPr>
            <a:lvl8pPr algn="l">
              <a:defRPr sz="1500" b="0">
                <a:solidFill>
                  <a:srgbClr val="52627B"/>
                </a:solidFill>
                <a:latin typeface="Nimbus Sans"/>
                <a:ea typeface="Nimbus Sans"/>
                <a:cs typeface="Nimbus Sans"/>
              </a:defRPr>
            </a:lvl8pPr>
            <a:lvl9pPr algn="l">
              <a:defRPr sz="1500" b="0">
                <a:solidFill>
                  <a:srgbClr val="52627B"/>
                </a:solidFill>
                <a:latin typeface="Nimbus Sans"/>
                <a:ea typeface="Nimbus Sans"/>
                <a:cs typeface="Nimbus Sans"/>
              </a:defRPr>
            </a:lvl9pPr>
          </a:lstStyle>
          <a:p xmlns:a="http://schemas.openxmlformats.org/drawingml/2006/main">
            <a:pPr algn="l">
              <a:defRPr sz="1500" b="0">
                <a:solidFill>
                  <a:srgbClr val="52627B"/>
                </a:solidFill>
                <a:latin typeface="Nimbus Sans"/>
                <a:ea typeface="Nimbus Sans"/>
                <a:cs typeface="Nimbus Sans"/>
              </a:defRPr>
            </a:pPr>
            <a:r>
              <a:rPr sz="1500" b="0">
                <a:solidFill>
                  <a:srgbClr val="52627B"/>
                </a:solidFill>
                <a:latin typeface="Nimbus Sans"/>
                <a:ea typeface="Nimbus Sans"/>
                <a:cs typeface="Nimbus Sans"/>
              </a:rPr>
              <a:t>Un linguaggio per descrivere i criteri SCAS e verificarli sui messaggi osservati nelle catture di rete.</a:t>
            </a:r>
          </a:p>
        </p:txBody>
      </p:sp>
    </p:spTree>
    <p:extLst>
      <p:ext uri="{BB962C8B-B14F-4D97-AF65-F5344CB8AC3E}">
        <p14:creationId xmlns:p14="http://schemas.microsoft.com/office/powerpoint/2010/main" val="167521354"/>
      </p:ext>
    </p:extLst>
  </p:cSld>
</p:sld>
</file>

<file path=ppt/slides/slide2.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24" name="f21">
            <a:extLst xmlns:a="http://schemas.openxmlformats.org/drawingml/2006/main">
              <a:ext uri="{FF2B5EF4-FFF2-40B4-BE49-F238E27FC236}">
                <a16:creationId xmlns:a16="http://schemas.microsoft.com/office/drawing/2014/main" id="{36364DF9-FAEF-402A-893C-C5B015C21AB4}"/>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IL PROBLEMA</a:t>
            </a:r>
          </a:p>
        </p:txBody>
      </p:sp>
      <p:sp>
        <p:nvSpPr>
          <p:cNvPr id="2" name="f22">
            <a:extLst xmlns:a="http://schemas.openxmlformats.org/drawingml/2006/main">
              <a:ext uri="{FF2B5EF4-FFF2-40B4-BE49-F238E27FC236}">
                <a16:creationId xmlns:a16="http://schemas.microsoft.com/office/drawing/2014/main" id="{9D5B9960-4D53-49E9-A9B9-394993EE5872}"/>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02 / 07</a:t>
            </a:r>
          </a:p>
        </p:txBody>
      </p:sp>
      <p:sp>
        <p:nvSpPr>
          <p:cNvPr id="3" name="f23">
            <a:extLst xmlns:a="http://schemas.openxmlformats.org/drawingml/2006/main">
              <a:ext uri="{FF2B5EF4-FFF2-40B4-BE49-F238E27FC236}">
                <a16:creationId xmlns:a16="http://schemas.microsoft.com/office/drawing/2014/main" id="{F890625C-57CC-49D9-9D92-EA532080E078}"/>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Security Assurance</a:t>
            </a:r>
          </a:p>
        </p:txBody>
      </p:sp>
      <p:sp>
        <p:nvSpPr>
          <p:cNvPr id="4" name="f24">
            <a:extLst xmlns:a="http://schemas.openxmlformats.org/drawingml/2006/main">
              <a:ext uri="{FF2B5EF4-FFF2-40B4-BE49-F238E27FC236}">
                <a16:creationId xmlns:a16="http://schemas.microsoft.com/office/drawing/2014/main" id="{69F95E5E-B5C3-45C4-AC02-B103DA03C21B}"/>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Definire un requisito non garantisce che il software lo rispetti.</a:t>
            </a:r>
          </a:p>
        </p:txBody>
      </p:sp>
      <p:sp>
        <p:nvSpPr>
          <p:cNvPr id="5" name="f25">
            <a:extLst xmlns:a="http://schemas.openxmlformats.org/drawingml/2006/main">
              <a:ext uri="{FF2B5EF4-FFF2-40B4-BE49-F238E27FC236}">
                <a16:creationId xmlns:a16="http://schemas.microsoft.com/office/drawing/2014/main" id="{C7034BBB-12ED-453D-BC40-F435CE719D2B}"/>
              </a:ext>
            </a:extLst>
          </p:cNvPr>
          <p:cNvSpPr>
            <a:spLocks xmlns:a="http://schemas.openxmlformats.org/drawingml/2006/main" noGrp="1"/>
          </p:cNvSpPr>
          <p:nvPr/>
        </p:nvSpPr>
        <p:spPr>
          <a:xfrm xmlns:a="http://schemas.openxmlformats.org/drawingml/2006/main">
            <a:off x="1066800" y="2647950"/>
            <a:ext cx="4476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182536"/>
                </a:solidFill>
                <a:latin typeface="Nimbus Sans"/>
                <a:ea typeface="Nimbus Sans"/>
                <a:cs typeface="Nimbus Sans"/>
              </a:defRPr>
            </a:defPPr>
            <a:lvl1pPr algn="ctr">
              <a:defRPr sz="2700" b="1">
                <a:solidFill>
                  <a:srgbClr val="182536"/>
                </a:solidFill>
                <a:latin typeface="Nimbus Sans"/>
                <a:ea typeface="Nimbus Sans"/>
                <a:cs typeface="Nimbus Sans"/>
              </a:defRPr>
            </a:lvl1pPr>
            <a:lvl2pPr algn="ctr">
              <a:defRPr sz="2700" b="1">
                <a:solidFill>
                  <a:srgbClr val="182536"/>
                </a:solidFill>
                <a:latin typeface="Nimbus Sans"/>
                <a:ea typeface="Nimbus Sans"/>
                <a:cs typeface="Nimbus Sans"/>
              </a:defRPr>
            </a:lvl2pPr>
            <a:lvl3pPr algn="ctr">
              <a:defRPr sz="2700" b="1">
                <a:solidFill>
                  <a:srgbClr val="182536"/>
                </a:solidFill>
                <a:latin typeface="Nimbus Sans"/>
                <a:ea typeface="Nimbus Sans"/>
                <a:cs typeface="Nimbus Sans"/>
              </a:defRPr>
            </a:lvl3pPr>
            <a:lvl4pPr algn="ctr">
              <a:defRPr sz="2700" b="1">
                <a:solidFill>
                  <a:srgbClr val="182536"/>
                </a:solidFill>
                <a:latin typeface="Nimbus Sans"/>
                <a:ea typeface="Nimbus Sans"/>
                <a:cs typeface="Nimbus Sans"/>
              </a:defRPr>
            </a:lvl4pPr>
            <a:lvl5pPr algn="ctr">
              <a:defRPr sz="2700" b="1">
                <a:solidFill>
                  <a:srgbClr val="182536"/>
                </a:solidFill>
                <a:latin typeface="Nimbus Sans"/>
                <a:ea typeface="Nimbus Sans"/>
                <a:cs typeface="Nimbus Sans"/>
              </a:defRPr>
            </a:lvl5pPr>
            <a:lvl6pPr algn="ctr">
              <a:defRPr sz="2700" b="1">
                <a:solidFill>
                  <a:srgbClr val="182536"/>
                </a:solidFill>
                <a:latin typeface="Nimbus Sans"/>
                <a:ea typeface="Nimbus Sans"/>
                <a:cs typeface="Nimbus Sans"/>
              </a:defRPr>
            </a:lvl6pPr>
            <a:lvl7pPr algn="ctr">
              <a:defRPr sz="2700" b="1">
                <a:solidFill>
                  <a:srgbClr val="182536"/>
                </a:solidFill>
                <a:latin typeface="Nimbus Sans"/>
                <a:ea typeface="Nimbus Sans"/>
                <a:cs typeface="Nimbus Sans"/>
              </a:defRPr>
            </a:lvl7pPr>
            <a:lvl8pPr algn="ctr">
              <a:defRPr sz="2700" b="1">
                <a:solidFill>
                  <a:srgbClr val="182536"/>
                </a:solidFill>
                <a:latin typeface="Nimbus Sans"/>
                <a:ea typeface="Nimbus Sans"/>
                <a:cs typeface="Nimbus Sans"/>
              </a:defRPr>
            </a:lvl8pPr>
            <a:lvl9pPr algn="ctr">
              <a:defRPr sz="2700" b="1">
                <a:solidFill>
                  <a:srgbClr val="182536"/>
                </a:solidFill>
                <a:latin typeface="Nimbus Sans"/>
                <a:ea typeface="Nimbus Sans"/>
                <a:cs typeface="Nimbus Sans"/>
              </a:defRPr>
            </a:lvl9pPr>
          </a:lstStyle>
          <a:p xmlns:a="http://schemas.openxmlformats.org/drawingml/2006/main">
            <a:pPr algn="ctr">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Requisito di sicurezza</a:t>
            </a:r>
          </a:p>
        </p:txBody>
      </p:sp>
      <p:sp>
        <p:nvSpPr>
          <p:cNvPr id="6" name="f26">
            <a:extLst xmlns:a="http://schemas.openxmlformats.org/drawingml/2006/main">
              <a:ext uri="{FF2B5EF4-FFF2-40B4-BE49-F238E27FC236}">
                <a16:creationId xmlns:a16="http://schemas.microsoft.com/office/drawing/2014/main" id="{76E0D2D0-7CEF-4919-A5A9-C364534D0774}"/>
              </a:ext>
            </a:extLst>
          </p:cNvPr>
          <p:cNvSpPr>
            <a:spLocks xmlns:a="http://schemas.openxmlformats.org/drawingml/2006/main" noGrp="1"/>
          </p:cNvSpPr>
          <p:nvPr/>
        </p:nvSpPr>
        <p:spPr>
          <a:xfrm xmlns:a="http://schemas.openxmlformats.org/drawingml/2006/main">
            <a:off x="9696450" y="2647950"/>
            <a:ext cx="4476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700" b="1">
                <a:solidFill>
                  <a:srgbClr val="182536"/>
                </a:solidFill>
                <a:latin typeface="Nimbus Sans"/>
                <a:ea typeface="Nimbus Sans"/>
                <a:cs typeface="Nimbus Sans"/>
              </a:defRPr>
            </a:defPPr>
            <a:lvl1pPr algn="ctr">
              <a:defRPr sz="2700" b="1">
                <a:solidFill>
                  <a:srgbClr val="182536"/>
                </a:solidFill>
                <a:latin typeface="Nimbus Sans"/>
                <a:ea typeface="Nimbus Sans"/>
                <a:cs typeface="Nimbus Sans"/>
              </a:defRPr>
            </a:lvl1pPr>
            <a:lvl2pPr algn="ctr">
              <a:defRPr sz="2700" b="1">
                <a:solidFill>
                  <a:srgbClr val="182536"/>
                </a:solidFill>
                <a:latin typeface="Nimbus Sans"/>
                <a:ea typeface="Nimbus Sans"/>
                <a:cs typeface="Nimbus Sans"/>
              </a:defRPr>
            </a:lvl2pPr>
            <a:lvl3pPr algn="ctr">
              <a:defRPr sz="2700" b="1">
                <a:solidFill>
                  <a:srgbClr val="182536"/>
                </a:solidFill>
                <a:latin typeface="Nimbus Sans"/>
                <a:ea typeface="Nimbus Sans"/>
                <a:cs typeface="Nimbus Sans"/>
              </a:defRPr>
            </a:lvl3pPr>
            <a:lvl4pPr algn="ctr">
              <a:defRPr sz="2700" b="1">
                <a:solidFill>
                  <a:srgbClr val="182536"/>
                </a:solidFill>
                <a:latin typeface="Nimbus Sans"/>
                <a:ea typeface="Nimbus Sans"/>
                <a:cs typeface="Nimbus Sans"/>
              </a:defRPr>
            </a:lvl4pPr>
            <a:lvl5pPr algn="ctr">
              <a:defRPr sz="2700" b="1">
                <a:solidFill>
                  <a:srgbClr val="182536"/>
                </a:solidFill>
                <a:latin typeface="Nimbus Sans"/>
                <a:ea typeface="Nimbus Sans"/>
                <a:cs typeface="Nimbus Sans"/>
              </a:defRPr>
            </a:lvl5pPr>
            <a:lvl6pPr algn="ctr">
              <a:defRPr sz="2700" b="1">
                <a:solidFill>
                  <a:srgbClr val="182536"/>
                </a:solidFill>
                <a:latin typeface="Nimbus Sans"/>
                <a:ea typeface="Nimbus Sans"/>
                <a:cs typeface="Nimbus Sans"/>
              </a:defRPr>
            </a:lvl6pPr>
            <a:lvl7pPr algn="ctr">
              <a:defRPr sz="2700" b="1">
                <a:solidFill>
                  <a:srgbClr val="182536"/>
                </a:solidFill>
                <a:latin typeface="Nimbus Sans"/>
                <a:ea typeface="Nimbus Sans"/>
                <a:cs typeface="Nimbus Sans"/>
              </a:defRPr>
            </a:lvl7pPr>
            <a:lvl8pPr algn="ctr">
              <a:defRPr sz="2700" b="1">
                <a:solidFill>
                  <a:srgbClr val="182536"/>
                </a:solidFill>
                <a:latin typeface="Nimbus Sans"/>
                <a:ea typeface="Nimbus Sans"/>
                <a:cs typeface="Nimbus Sans"/>
              </a:defRPr>
            </a:lvl8pPr>
            <a:lvl9pPr algn="ctr">
              <a:defRPr sz="2700" b="1">
                <a:solidFill>
                  <a:srgbClr val="182536"/>
                </a:solidFill>
                <a:latin typeface="Nimbus Sans"/>
                <a:ea typeface="Nimbus Sans"/>
                <a:cs typeface="Nimbus Sans"/>
              </a:defRPr>
            </a:lvl9pPr>
          </a:lstStyle>
          <a:p xmlns:a="http://schemas.openxmlformats.org/drawingml/2006/main">
            <a:pPr algn="ctr">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Sistema software</a:t>
            </a:r>
          </a:p>
        </p:txBody>
      </p:sp>
      <p:sp>
        <p:nvSpPr>
          <p:cNvPr id="7" name="f27">
            <a:extLst xmlns:a="http://schemas.openxmlformats.org/drawingml/2006/main">
              <a:ext uri="{FF2B5EF4-FFF2-40B4-BE49-F238E27FC236}">
                <a16:creationId xmlns:a16="http://schemas.microsoft.com/office/drawing/2014/main" id="{5CFCBAC0-3DD0-4990-BE9E-559769C40139}"/>
              </a:ext>
            </a:extLst>
          </p:cNvPr>
          <p:cNvSpPr>
            <a:spLocks xmlns:a="http://schemas.openxmlformats.org/drawingml/2006/main" noGrp="1"/>
          </p:cNvSpPr>
          <p:nvPr/>
        </p:nvSpPr>
        <p:spPr>
          <a:xfrm xmlns:a="http://schemas.openxmlformats.org/drawingml/2006/main">
            <a:off x="2171700" y="3467100"/>
            <a:ext cx="21907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7145">
            <a:solidFill>
              <a:srgbClr val="4264D0"/>
            </a:solidFill>
            <a:prstDash val="solid"/>
          </a:ln>
        </p:spPr>
      </p:sp>
      <p:sp>
        <p:nvSpPr>
          <p:cNvPr id="8" name="f28">
            <a:extLst xmlns:a="http://schemas.openxmlformats.org/drawingml/2006/main">
              <a:ext uri="{FF2B5EF4-FFF2-40B4-BE49-F238E27FC236}">
                <a16:creationId xmlns:a16="http://schemas.microsoft.com/office/drawing/2014/main" id="{76D6DB19-3437-48EE-9D5E-4A889162387E}"/>
              </a:ext>
            </a:extLst>
          </p:cNvPr>
          <p:cNvSpPr>
            <a:spLocks xmlns:a="http://schemas.openxmlformats.org/drawingml/2006/main" noGrp="1"/>
          </p:cNvSpPr>
          <p:nvPr/>
        </p:nvSpPr>
        <p:spPr>
          <a:xfrm xmlns:a="http://schemas.openxmlformats.org/drawingml/2006/main">
            <a:off x="2609850" y="4067175"/>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9" name="f29">
            <a:extLst xmlns:a="http://schemas.openxmlformats.org/drawingml/2006/main">
              <a:ext uri="{FF2B5EF4-FFF2-40B4-BE49-F238E27FC236}">
                <a16:creationId xmlns:a16="http://schemas.microsoft.com/office/drawing/2014/main" id="{7F1D485D-1607-4283-ACC6-D29990B6605A}"/>
              </a:ext>
            </a:extLst>
          </p:cNvPr>
          <p:cNvSpPr>
            <a:spLocks xmlns:a="http://schemas.openxmlformats.org/drawingml/2006/main" noGrp="1"/>
          </p:cNvSpPr>
          <p:nvPr/>
        </p:nvSpPr>
        <p:spPr>
          <a:xfrm xmlns:a="http://schemas.openxmlformats.org/drawingml/2006/main">
            <a:off x="2609850" y="4427220"/>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10" name="f30">
            <a:extLst xmlns:a="http://schemas.openxmlformats.org/drawingml/2006/main">
              <a:ext uri="{FF2B5EF4-FFF2-40B4-BE49-F238E27FC236}">
                <a16:creationId xmlns:a16="http://schemas.microsoft.com/office/drawing/2014/main" id="{F0856C7E-66A1-48EA-AB26-373C273156D6}"/>
              </a:ext>
            </a:extLst>
          </p:cNvPr>
          <p:cNvSpPr>
            <a:spLocks xmlns:a="http://schemas.openxmlformats.org/drawingml/2006/main" noGrp="1"/>
          </p:cNvSpPr>
          <p:nvPr/>
        </p:nvSpPr>
        <p:spPr>
          <a:xfrm xmlns:a="http://schemas.openxmlformats.org/drawingml/2006/main">
            <a:off x="2609850" y="4787265"/>
            <a:ext cx="1270635" cy="95"/>
          </a:xfrm>
          <a:prstGeom xmlns:a="http://schemas.openxmlformats.org/drawingml/2006/main" prst="line">
            <a:avLst/>
          </a:prstGeom>
          <a:noFill xmlns:a="http://schemas.openxmlformats.org/drawingml/2006/main"/>
          <a:ln xmlns:a="http://schemas.openxmlformats.org/drawingml/2006/main" w="38100">
            <a:solidFill>
              <a:srgbClr val="4264D0"/>
            </a:solidFill>
            <a:prstDash val="solid"/>
          </a:ln>
        </p:spPr>
      </p:sp>
      <p:sp>
        <p:nvSpPr>
          <p:cNvPr id="11" name="f31">
            <a:extLst xmlns:a="http://schemas.openxmlformats.org/drawingml/2006/main">
              <a:ext uri="{FF2B5EF4-FFF2-40B4-BE49-F238E27FC236}">
                <a16:creationId xmlns:a16="http://schemas.microsoft.com/office/drawing/2014/main" id="{1E4FAB02-BB4F-4A21-9366-43559BC43613}"/>
              </a:ext>
            </a:extLst>
          </p:cNvPr>
          <p:cNvSpPr>
            <a:spLocks xmlns:a="http://schemas.openxmlformats.org/drawingml/2006/main" noGrp="1"/>
          </p:cNvSpPr>
          <p:nvPr/>
        </p:nvSpPr>
        <p:spPr>
          <a:xfrm xmlns:a="http://schemas.openxmlformats.org/drawingml/2006/main">
            <a:off x="10629900" y="3609975"/>
            <a:ext cx="2667000" cy="1714500"/>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17145">
            <a:solidFill>
              <a:srgbClr val="4264D0"/>
            </a:solidFill>
            <a:prstDash val="solid"/>
          </a:ln>
        </p:spPr>
      </p:sp>
      <p:sp>
        <p:nvSpPr>
          <p:cNvPr id="12" name="f32">
            <a:extLst xmlns:a="http://schemas.openxmlformats.org/drawingml/2006/main">
              <a:ext uri="{FF2B5EF4-FFF2-40B4-BE49-F238E27FC236}">
                <a16:creationId xmlns:a16="http://schemas.microsoft.com/office/drawing/2014/main" id="{07CB6612-20B6-48C3-A559-41AF3C564022}"/>
              </a:ext>
            </a:extLst>
          </p:cNvPr>
          <p:cNvSpPr>
            <a:spLocks xmlns:a="http://schemas.openxmlformats.org/drawingml/2006/main" noGrp="1"/>
          </p:cNvSpPr>
          <p:nvPr/>
        </p:nvSpPr>
        <p:spPr>
          <a:xfrm xmlns:a="http://schemas.openxmlformats.org/drawingml/2006/main">
            <a:off x="10629900" y="3971925"/>
            <a:ext cx="26670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13" name="f33">
            <a:extLst xmlns:a="http://schemas.openxmlformats.org/drawingml/2006/main">
              <a:ext uri="{FF2B5EF4-FFF2-40B4-BE49-F238E27FC236}">
                <a16:creationId xmlns:a16="http://schemas.microsoft.com/office/drawing/2014/main" id="{B8BBA565-22EE-4FD5-AF4A-A14C6F299030}"/>
              </a:ext>
            </a:extLst>
          </p:cNvPr>
          <p:cNvSpPr>
            <a:spLocks xmlns:a="http://schemas.openxmlformats.org/drawingml/2006/main" noGrp="1"/>
          </p:cNvSpPr>
          <p:nvPr/>
        </p:nvSpPr>
        <p:spPr>
          <a:xfrm xmlns:a="http://schemas.openxmlformats.org/drawingml/2006/main">
            <a:off x="108013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4" name="f34">
            <a:extLst xmlns:a="http://schemas.openxmlformats.org/drawingml/2006/main">
              <a:ext uri="{FF2B5EF4-FFF2-40B4-BE49-F238E27FC236}">
                <a16:creationId xmlns:a16="http://schemas.microsoft.com/office/drawing/2014/main" id="{7FAC99BA-1BDF-43BA-86B5-9590AA85ABE1}"/>
              </a:ext>
            </a:extLst>
          </p:cNvPr>
          <p:cNvSpPr>
            <a:spLocks xmlns:a="http://schemas.openxmlformats.org/drawingml/2006/main" noGrp="1"/>
          </p:cNvSpPr>
          <p:nvPr/>
        </p:nvSpPr>
        <p:spPr>
          <a:xfrm xmlns:a="http://schemas.openxmlformats.org/drawingml/2006/main">
            <a:off x="109918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5" name="f35">
            <a:extLst xmlns:a="http://schemas.openxmlformats.org/drawingml/2006/main">
              <a:ext uri="{FF2B5EF4-FFF2-40B4-BE49-F238E27FC236}">
                <a16:creationId xmlns:a16="http://schemas.microsoft.com/office/drawing/2014/main" id="{1A88A41E-96F2-436C-AEF1-4262A5D98194}"/>
              </a:ext>
            </a:extLst>
          </p:cNvPr>
          <p:cNvSpPr>
            <a:spLocks xmlns:a="http://schemas.openxmlformats.org/drawingml/2006/main" noGrp="1"/>
          </p:cNvSpPr>
          <p:nvPr/>
        </p:nvSpPr>
        <p:spPr>
          <a:xfrm xmlns:a="http://schemas.openxmlformats.org/drawingml/2006/main">
            <a:off x="11182350" y="3752850"/>
            <a:ext cx="76200" cy="76200"/>
          </a:xfrm>
          <a:prstGeom xmlns:a="http://schemas.openxmlformats.org/drawingml/2006/main" prst="ellipse">
            <a:avLst/>
          </a:prstGeom>
          <a:solidFill xmlns:a="http://schemas.openxmlformats.org/drawingml/2006/main">
            <a:srgbClr val="4264D0"/>
          </a:solidFill>
          <a:ln xmlns:a="http://schemas.openxmlformats.org/drawingml/2006/main" w="17145">
            <a:solidFill>
              <a:srgbClr val="4264D0"/>
            </a:solidFill>
            <a:prstDash val="solid"/>
          </a:ln>
        </p:spPr>
      </p:sp>
      <p:sp>
        <p:nvSpPr>
          <p:cNvPr id="16" name="f36">
            <a:extLst xmlns:a="http://schemas.openxmlformats.org/drawingml/2006/main">
              <a:ext uri="{FF2B5EF4-FFF2-40B4-BE49-F238E27FC236}">
                <a16:creationId xmlns:a16="http://schemas.microsoft.com/office/drawing/2014/main" id="{20071D7B-7C2F-47E0-A816-FA578D88063B}"/>
              </a:ext>
            </a:extLst>
          </p:cNvPr>
          <p:cNvSpPr>
            <a:spLocks xmlns:a="http://schemas.openxmlformats.org/drawingml/2006/main" noGrp="1"/>
          </p:cNvSpPr>
          <p:nvPr/>
        </p:nvSpPr>
        <p:spPr>
          <a:xfrm xmlns:a="http://schemas.openxmlformats.org/drawingml/2006/main">
            <a:off x="10915650" y="4238625"/>
            <a:ext cx="2095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4425" b="1">
                <a:solidFill>
                  <a:srgbClr val="4264D0"/>
                </a:solidFill>
                <a:latin typeface="DejaVu Sans Mono"/>
                <a:ea typeface="DejaVu Sans Mono"/>
                <a:cs typeface="DejaVu Sans Mono"/>
              </a:defRPr>
            </a:defPPr>
            <a:lvl1pPr algn="ctr">
              <a:defRPr sz="4425" b="1">
                <a:solidFill>
                  <a:srgbClr val="4264D0"/>
                </a:solidFill>
                <a:latin typeface="DejaVu Sans Mono"/>
                <a:ea typeface="DejaVu Sans Mono"/>
                <a:cs typeface="DejaVu Sans Mono"/>
              </a:defRPr>
            </a:lvl1pPr>
            <a:lvl2pPr algn="ctr">
              <a:defRPr sz="4425" b="1">
                <a:solidFill>
                  <a:srgbClr val="4264D0"/>
                </a:solidFill>
                <a:latin typeface="DejaVu Sans Mono"/>
                <a:ea typeface="DejaVu Sans Mono"/>
                <a:cs typeface="DejaVu Sans Mono"/>
              </a:defRPr>
            </a:lvl2pPr>
            <a:lvl3pPr algn="ctr">
              <a:defRPr sz="4425" b="1">
                <a:solidFill>
                  <a:srgbClr val="4264D0"/>
                </a:solidFill>
                <a:latin typeface="DejaVu Sans Mono"/>
                <a:ea typeface="DejaVu Sans Mono"/>
                <a:cs typeface="DejaVu Sans Mono"/>
              </a:defRPr>
            </a:lvl3pPr>
            <a:lvl4pPr algn="ctr">
              <a:defRPr sz="4425" b="1">
                <a:solidFill>
                  <a:srgbClr val="4264D0"/>
                </a:solidFill>
                <a:latin typeface="DejaVu Sans Mono"/>
                <a:ea typeface="DejaVu Sans Mono"/>
                <a:cs typeface="DejaVu Sans Mono"/>
              </a:defRPr>
            </a:lvl4pPr>
            <a:lvl5pPr algn="ctr">
              <a:defRPr sz="4425" b="1">
                <a:solidFill>
                  <a:srgbClr val="4264D0"/>
                </a:solidFill>
                <a:latin typeface="DejaVu Sans Mono"/>
                <a:ea typeface="DejaVu Sans Mono"/>
                <a:cs typeface="DejaVu Sans Mono"/>
              </a:defRPr>
            </a:lvl5pPr>
            <a:lvl6pPr algn="ctr">
              <a:defRPr sz="4425" b="1">
                <a:solidFill>
                  <a:srgbClr val="4264D0"/>
                </a:solidFill>
                <a:latin typeface="DejaVu Sans Mono"/>
                <a:ea typeface="DejaVu Sans Mono"/>
                <a:cs typeface="DejaVu Sans Mono"/>
              </a:defRPr>
            </a:lvl6pPr>
            <a:lvl7pPr algn="ctr">
              <a:defRPr sz="4425" b="1">
                <a:solidFill>
                  <a:srgbClr val="4264D0"/>
                </a:solidFill>
                <a:latin typeface="DejaVu Sans Mono"/>
                <a:ea typeface="DejaVu Sans Mono"/>
                <a:cs typeface="DejaVu Sans Mono"/>
              </a:defRPr>
            </a:lvl7pPr>
            <a:lvl8pPr algn="ctr">
              <a:defRPr sz="4425" b="1">
                <a:solidFill>
                  <a:srgbClr val="4264D0"/>
                </a:solidFill>
                <a:latin typeface="DejaVu Sans Mono"/>
                <a:ea typeface="DejaVu Sans Mono"/>
                <a:cs typeface="DejaVu Sans Mono"/>
              </a:defRPr>
            </a:lvl8pPr>
            <a:lvl9pPr algn="ctr">
              <a:defRPr sz="4425" b="1">
                <a:solidFill>
                  <a:srgbClr val="4264D0"/>
                </a:solidFill>
                <a:latin typeface="DejaVu Sans Mono"/>
                <a:ea typeface="DejaVu Sans Mono"/>
                <a:cs typeface="DejaVu Sans Mono"/>
              </a:defRPr>
            </a:lvl9pPr>
          </a:lstStyle>
          <a:p xmlns:a="http://schemas.openxmlformats.org/drawingml/2006/main">
            <a:pPr algn="ctr">
              <a:defRPr sz="4425" b="1">
                <a:solidFill>
                  <a:srgbClr val="4264D0"/>
                </a:solidFill>
                <a:latin typeface="DejaVu Sans Mono"/>
                <a:ea typeface="DejaVu Sans Mono"/>
                <a:cs typeface="DejaVu Sans Mono"/>
              </a:defRPr>
            </a:pPr>
            <a:r>
              <a:rPr sz="4425" b="1">
                <a:solidFill>
                  <a:srgbClr val="4264D0"/>
                </a:solidFill>
                <a:latin typeface="DejaVu Sans Mono"/>
                <a:ea typeface="DejaVu Sans Mono"/>
                <a:cs typeface="DejaVu Sans Mono"/>
              </a:rPr>
              <a:t>&lt;/&gt;</a:t>
            </a:r>
          </a:p>
        </p:txBody>
      </p:sp>
      <p:sp>
        <p:nvSpPr>
          <p:cNvPr id="17" name="f37">
            <a:extLst xmlns:a="http://schemas.openxmlformats.org/drawingml/2006/main">
              <a:ext uri="{FF2B5EF4-FFF2-40B4-BE49-F238E27FC236}">
                <a16:creationId xmlns:a16="http://schemas.microsoft.com/office/drawing/2014/main" id="{0925A6D5-AD9A-4E71-9D5B-A21C7D61791D}"/>
              </a:ext>
            </a:extLst>
          </p:cNvPr>
          <p:cNvSpPr>
            <a:spLocks xmlns:a="http://schemas.openxmlformats.org/drawingml/2006/main" noGrp="1"/>
          </p:cNvSpPr>
          <p:nvPr/>
        </p:nvSpPr>
        <p:spPr>
          <a:xfrm xmlns:a="http://schemas.openxmlformats.org/drawingml/2006/main">
            <a:off x="4657725" y="4257675"/>
            <a:ext cx="1133475" cy="219075"/>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8" name="f38">
            <a:extLst xmlns:a="http://schemas.openxmlformats.org/drawingml/2006/main">
              <a:ext uri="{FF2B5EF4-FFF2-40B4-BE49-F238E27FC236}">
                <a16:creationId xmlns:a16="http://schemas.microsoft.com/office/drawing/2014/main" id="{B3461A2C-9091-4485-846D-C6A1CAD925D0}"/>
              </a:ext>
            </a:extLst>
          </p:cNvPr>
          <p:cNvSpPr>
            <a:spLocks xmlns:a="http://schemas.openxmlformats.org/drawingml/2006/main" noGrp="1"/>
          </p:cNvSpPr>
          <p:nvPr/>
        </p:nvSpPr>
        <p:spPr>
          <a:xfrm xmlns:a="http://schemas.openxmlformats.org/drawingml/2006/main">
            <a:off x="9448800" y="4257675"/>
            <a:ext cx="942975" cy="219075"/>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19" name="f39">
            <a:extLst xmlns:a="http://schemas.openxmlformats.org/drawingml/2006/main">
              <a:ext uri="{FF2B5EF4-FFF2-40B4-BE49-F238E27FC236}">
                <a16:creationId xmlns:a16="http://schemas.microsoft.com/office/drawing/2014/main" id="{AEE806B7-6413-48A4-985A-324BD5B8F9CD}"/>
              </a:ext>
            </a:extLst>
          </p:cNvPr>
          <p:cNvSpPr>
            <a:spLocks xmlns:a="http://schemas.openxmlformats.org/drawingml/2006/main" noGrp="1"/>
          </p:cNvSpPr>
          <p:nvPr/>
        </p:nvSpPr>
        <p:spPr>
          <a:xfrm xmlns:a="http://schemas.openxmlformats.org/drawingml/2006/main">
            <a:off x="6048375" y="3790950"/>
            <a:ext cx="3143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3150" b="1">
                <a:solidFill>
                  <a:srgbClr val="4264D0"/>
                </a:solidFill>
                <a:latin typeface="Nimbus Sans"/>
                <a:ea typeface="Nimbus Sans"/>
                <a:cs typeface="Nimbus Sans"/>
              </a:defRPr>
            </a:defPPr>
            <a:lvl1pPr algn="ctr">
              <a:defRPr sz="3150" b="1">
                <a:solidFill>
                  <a:srgbClr val="4264D0"/>
                </a:solidFill>
                <a:latin typeface="Nimbus Sans"/>
                <a:ea typeface="Nimbus Sans"/>
                <a:cs typeface="Nimbus Sans"/>
              </a:defRPr>
            </a:lvl1pPr>
            <a:lvl2pPr algn="ctr">
              <a:defRPr sz="3150" b="1">
                <a:solidFill>
                  <a:srgbClr val="4264D0"/>
                </a:solidFill>
                <a:latin typeface="Nimbus Sans"/>
                <a:ea typeface="Nimbus Sans"/>
                <a:cs typeface="Nimbus Sans"/>
              </a:defRPr>
            </a:lvl2pPr>
            <a:lvl3pPr algn="ctr">
              <a:defRPr sz="3150" b="1">
                <a:solidFill>
                  <a:srgbClr val="4264D0"/>
                </a:solidFill>
                <a:latin typeface="Nimbus Sans"/>
                <a:ea typeface="Nimbus Sans"/>
                <a:cs typeface="Nimbus Sans"/>
              </a:defRPr>
            </a:lvl3pPr>
            <a:lvl4pPr algn="ctr">
              <a:defRPr sz="3150" b="1">
                <a:solidFill>
                  <a:srgbClr val="4264D0"/>
                </a:solidFill>
                <a:latin typeface="Nimbus Sans"/>
                <a:ea typeface="Nimbus Sans"/>
                <a:cs typeface="Nimbus Sans"/>
              </a:defRPr>
            </a:lvl4pPr>
            <a:lvl5pPr algn="ctr">
              <a:defRPr sz="3150" b="1">
                <a:solidFill>
                  <a:srgbClr val="4264D0"/>
                </a:solidFill>
                <a:latin typeface="Nimbus Sans"/>
                <a:ea typeface="Nimbus Sans"/>
                <a:cs typeface="Nimbus Sans"/>
              </a:defRPr>
            </a:lvl5pPr>
            <a:lvl6pPr algn="ctr">
              <a:defRPr sz="3150" b="1">
                <a:solidFill>
                  <a:srgbClr val="4264D0"/>
                </a:solidFill>
                <a:latin typeface="Nimbus Sans"/>
                <a:ea typeface="Nimbus Sans"/>
                <a:cs typeface="Nimbus Sans"/>
              </a:defRPr>
            </a:lvl6pPr>
            <a:lvl7pPr algn="ctr">
              <a:defRPr sz="3150" b="1">
                <a:solidFill>
                  <a:srgbClr val="4264D0"/>
                </a:solidFill>
                <a:latin typeface="Nimbus Sans"/>
                <a:ea typeface="Nimbus Sans"/>
                <a:cs typeface="Nimbus Sans"/>
              </a:defRPr>
            </a:lvl7pPr>
            <a:lvl8pPr algn="ctr">
              <a:defRPr sz="3150" b="1">
                <a:solidFill>
                  <a:srgbClr val="4264D0"/>
                </a:solidFill>
                <a:latin typeface="Nimbus Sans"/>
                <a:ea typeface="Nimbus Sans"/>
                <a:cs typeface="Nimbus Sans"/>
              </a:defRPr>
            </a:lvl8pPr>
            <a:lvl9pPr algn="ctr">
              <a:defRPr sz="3150" b="1">
                <a:solidFill>
                  <a:srgbClr val="4264D0"/>
                </a:solidFill>
                <a:latin typeface="Nimbus Sans"/>
                <a:ea typeface="Nimbus Sans"/>
                <a:cs typeface="Nimbus Sans"/>
              </a:defRPr>
            </a:lvl9pPr>
          </a:lstStyle>
          <a:p xmlns:a="http://schemas.openxmlformats.org/drawingml/2006/main">
            <a:pPr algn="ctr">
              <a:defRPr sz="3150" b="1">
                <a:solidFill>
                  <a:srgbClr val="4264D0"/>
                </a:solidFill>
                <a:latin typeface="Nimbus Sans"/>
                <a:ea typeface="Nimbus Sans"/>
                <a:cs typeface="Nimbus Sans"/>
              </a:defRPr>
            </a:pPr>
            <a:r>
              <a:rPr sz="3150" b="1">
                <a:solidFill>
                  <a:srgbClr val="4264D0"/>
                </a:solidFill>
                <a:latin typeface="Nimbus Sans"/>
                <a:ea typeface="Nimbus Sans"/>
                <a:cs typeface="Nimbus Sans"/>
              </a:rPr>
              <a:t>Security</a:t>
            </a:r>
          </a:p>
          <a:p xmlns:a="http://schemas.openxmlformats.org/drawingml/2006/main">
            <a:pPr algn="ctr">
              <a:defRPr sz="3150" b="1">
                <a:solidFill>
                  <a:srgbClr val="4264D0"/>
                </a:solidFill>
                <a:latin typeface="Nimbus Sans"/>
                <a:ea typeface="Nimbus Sans"/>
                <a:cs typeface="Nimbus Sans"/>
              </a:defRPr>
            </a:pPr>
            <a:r>
              <a:rPr sz="3150" b="1">
                <a:solidFill>
                  <a:srgbClr val="4264D0"/>
                </a:solidFill>
                <a:latin typeface="Nimbus Sans"/>
                <a:ea typeface="Nimbus Sans"/>
                <a:cs typeface="Nimbus Sans"/>
              </a:rPr>
              <a:t>Assurance</a:t>
            </a:r>
          </a:p>
        </p:txBody>
      </p:sp>
      <p:sp>
        <p:nvSpPr>
          <p:cNvPr id="20" name="f40">
            <a:extLst xmlns:a="http://schemas.openxmlformats.org/drawingml/2006/main">
              <a:ext uri="{FF2B5EF4-FFF2-40B4-BE49-F238E27FC236}">
                <a16:creationId xmlns:a16="http://schemas.microsoft.com/office/drawing/2014/main" id="{D399289A-80DA-4BF8-993F-8089BF5E29FF}"/>
              </a:ext>
            </a:extLst>
          </p:cNvPr>
          <p:cNvSpPr>
            <a:spLocks xmlns:a="http://schemas.openxmlformats.org/drawingml/2006/main" noGrp="1"/>
          </p:cNvSpPr>
          <p:nvPr/>
        </p:nvSpPr>
        <p:spPr>
          <a:xfrm xmlns:a="http://schemas.openxmlformats.org/drawingml/2006/main">
            <a:off x="5619750" y="5267325"/>
            <a:ext cx="4000500" cy="847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0">
                <a:solidFill>
                  <a:srgbClr val="52627B"/>
                </a:solidFill>
                <a:latin typeface="Nimbus Sans"/>
                <a:ea typeface="Nimbus Sans"/>
                <a:cs typeface="Nimbus Sans"/>
              </a:defRPr>
            </a:defPPr>
            <a:lvl1pPr algn="ctr">
              <a:defRPr sz="2250" b="0">
                <a:solidFill>
                  <a:srgbClr val="52627B"/>
                </a:solidFill>
                <a:latin typeface="Nimbus Sans"/>
                <a:ea typeface="Nimbus Sans"/>
                <a:cs typeface="Nimbus Sans"/>
              </a:defRPr>
            </a:lvl1pPr>
            <a:lvl2pPr algn="ctr">
              <a:defRPr sz="2250" b="0">
                <a:solidFill>
                  <a:srgbClr val="52627B"/>
                </a:solidFill>
                <a:latin typeface="Nimbus Sans"/>
                <a:ea typeface="Nimbus Sans"/>
                <a:cs typeface="Nimbus Sans"/>
              </a:defRPr>
            </a:lvl2pPr>
            <a:lvl3pPr algn="ctr">
              <a:defRPr sz="2250" b="0">
                <a:solidFill>
                  <a:srgbClr val="52627B"/>
                </a:solidFill>
                <a:latin typeface="Nimbus Sans"/>
                <a:ea typeface="Nimbus Sans"/>
                <a:cs typeface="Nimbus Sans"/>
              </a:defRPr>
            </a:lvl3pPr>
            <a:lvl4pPr algn="ctr">
              <a:defRPr sz="2250" b="0">
                <a:solidFill>
                  <a:srgbClr val="52627B"/>
                </a:solidFill>
                <a:latin typeface="Nimbus Sans"/>
                <a:ea typeface="Nimbus Sans"/>
                <a:cs typeface="Nimbus Sans"/>
              </a:defRPr>
            </a:lvl4pPr>
            <a:lvl5pPr algn="ctr">
              <a:defRPr sz="2250" b="0">
                <a:solidFill>
                  <a:srgbClr val="52627B"/>
                </a:solidFill>
                <a:latin typeface="Nimbus Sans"/>
                <a:ea typeface="Nimbus Sans"/>
                <a:cs typeface="Nimbus Sans"/>
              </a:defRPr>
            </a:lvl5pPr>
            <a:lvl6pPr algn="ctr">
              <a:defRPr sz="2250" b="0">
                <a:solidFill>
                  <a:srgbClr val="52627B"/>
                </a:solidFill>
                <a:latin typeface="Nimbus Sans"/>
                <a:ea typeface="Nimbus Sans"/>
                <a:cs typeface="Nimbus Sans"/>
              </a:defRPr>
            </a:lvl6pPr>
            <a:lvl7pPr algn="ctr">
              <a:defRPr sz="2250" b="0">
                <a:solidFill>
                  <a:srgbClr val="52627B"/>
                </a:solidFill>
                <a:latin typeface="Nimbus Sans"/>
                <a:ea typeface="Nimbus Sans"/>
                <a:cs typeface="Nimbus Sans"/>
              </a:defRPr>
            </a:lvl7pPr>
            <a:lvl8pPr algn="ctr">
              <a:defRPr sz="2250" b="0">
                <a:solidFill>
                  <a:srgbClr val="52627B"/>
                </a:solidFill>
                <a:latin typeface="Nimbus Sans"/>
                <a:ea typeface="Nimbus Sans"/>
                <a:cs typeface="Nimbus Sans"/>
              </a:defRPr>
            </a:lvl8pPr>
            <a:lvl9pPr algn="ctr">
              <a:defRPr sz="2250" b="0">
                <a:solidFill>
                  <a:srgbClr val="52627B"/>
                </a:solidFill>
                <a:latin typeface="Nimbus Sans"/>
                <a:ea typeface="Nimbus Sans"/>
                <a:cs typeface="Nimbus Sans"/>
              </a:defRPr>
            </a:lvl9pPr>
          </a:lstStyle>
          <a:p xmlns:a="http://schemas.openxmlformats.org/drawingml/2006/main">
            <a:pPr algn="ctr">
              <a:defRPr sz="2250" b="0">
                <a:solidFill>
                  <a:srgbClr val="52627B"/>
                </a:solidFill>
                <a:latin typeface="Nimbus Sans"/>
                <a:ea typeface="Nimbus Sans"/>
                <a:cs typeface="Nimbus Sans"/>
              </a:defRPr>
            </a:pPr>
            <a:r>
              <a:rPr sz="2250" b="0">
                <a:solidFill>
                  <a:srgbClr val="52627B"/>
                </a:solidFill>
                <a:latin typeface="Nimbus Sans"/>
                <a:ea typeface="Nimbus Sans"/>
                <a:cs typeface="Nimbus Sans"/>
              </a:rPr>
              <a:t>Verifica se il requisito</a:t>
            </a:r>
          </a:p>
          <a:p xmlns:a="http://schemas.openxmlformats.org/drawingml/2006/main">
            <a:pPr algn="ctr">
              <a:defRPr sz="2250" b="0">
                <a:solidFill>
                  <a:srgbClr val="52627B"/>
                </a:solidFill>
                <a:latin typeface="Nimbus Sans"/>
                <a:ea typeface="Nimbus Sans"/>
                <a:cs typeface="Nimbus Sans"/>
              </a:defRPr>
            </a:pPr>
            <a:r>
              <a:rPr sz="2250" b="0">
                <a:solidFill>
                  <a:srgbClr val="52627B"/>
                </a:solidFill>
                <a:latin typeface="Nimbus Sans"/>
                <a:ea typeface="Nimbus Sans"/>
                <a:cs typeface="Nimbus Sans"/>
              </a:rPr>
              <a:t>è rispettato</a:t>
            </a:r>
          </a:p>
        </p:txBody>
      </p:sp>
      <p:sp>
        <p:nvSpPr>
          <p:cNvPr id="21" name="f41">
            <a:extLst xmlns:a="http://schemas.openxmlformats.org/drawingml/2006/main">
              <a:ext uri="{FF2B5EF4-FFF2-40B4-BE49-F238E27FC236}">
                <a16:creationId xmlns:a16="http://schemas.microsoft.com/office/drawing/2014/main" id="{B34D95F8-9735-4E87-BFE9-145E4D363F96}"/>
              </a:ext>
            </a:extLst>
          </p:cNvPr>
          <p:cNvSpPr>
            <a:spLocks xmlns:a="http://schemas.openxmlformats.org/drawingml/2006/main" noGrp="1"/>
          </p:cNvSpPr>
          <p:nvPr/>
        </p:nvSpPr>
        <p:spPr>
          <a:xfrm xmlns:a="http://schemas.openxmlformats.org/drawingml/2006/main">
            <a:off x="1066800" y="6115050"/>
            <a:ext cx="4476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475" b="0">
                <a:solidFill>
                  <a:srgbClr val="182536"/>
                </a:solidFill>
                <a:latin typeface="Nimbus Sans"/>
                <a:ea typeface="Nimbus Sans"/>
                <a:cs typeface="Nimbus Sans"/>
              </a:defRPr>
            </a:defPPr>
            <a:lvl1pPr algn="ctr">
              <a:defRPr sz="2475" b="0">
                <a:solidFill>
                  <a:srgbClr val="182536"/>
                </a:solidFill>
                <a:latin typeface="Nimbus Sans"/>
                <a:ea typeface="Nimbus Sans"/>
                <a:cs typeface="Nimbus Sans"/>
              </a:defRPr>
            </a:lvl1pPr>
            <a:lvl2pPr algn="ctr">
              <a:defRPr sz="2475" b="0">
                <a:solidFill>
                  <a:srgbClr val="182536"/>
                </a:solidFill>
                <a:latin typeface="Nimbus Sans"/>
                <a:ea typeface="Nimbus Sans"/>
                <a:cs typeface="Nimbus Sans"/>
              </a:defRPr>
            </a:lvl2pPr>
            <a:lvl3pPr algn="ctr">
              <a:defRPr sz="2475" b="0">
                <a:solidFill>
                  <a:srgbClr val="182536"/>
                </a:solidFill>
                <a:latin typeface="Nimbus Sans"/>
                <a:ea typeface="Nimbus Sans"/>
                <a:cs typeface="Nimbus Sans"/>
              </a:defRPr>
            </a:lvl3pPr>
            <a:lvl4pPr algn="ctr">
              <a:defRPr sz="2475" b="0">
                <a:solidFill>
                  <a:srgbClr val="182536"/>
                </a:solidFill>
                <a:latin typeface="Nimbus Sans"/>
                <a:ea typeface="Nimbus Sans"/>
                <a:cs typeface="Nimbus Sans"/>
              </a:defRPr>
            </a:lvl4pPr>
            <a:lvl5pPr algn="ctr">
              <a:defRPr sz="2475" b="0">
                <a:solidFill>
                  <a:srgbClr val="182536"/>
                </a:solidFill>
                <a:latin typeface="Nimbus Sans"/>
                <a:ea typeface="Nimbus Sans"/>
                <a:cs typeface="Nimbus Sans"/>
              </a:defRPr>
            </a:lvl5pPr>
            <a:lvl6pPr algn="ctr">
              <a:defRPr sz="2475" b="0">
                <a:solidFill>
                  <a:srgbClr val="182536"/>
                </a:solidFill>
                <a:latin typeface="Nimbus Sans"/>
                <a:ea typeface="Nimbus Sans"/>
                <a:cs typeface="Nimbus Sans"/>
              </a:defRPr>
            </a:lvl6pPr>
            <a:lvl7pPr algn="ctr">
              <a:defRPr sz="2475" b="0">
                <a:solidFill>
                  <a:srgbClr val="182536"/>
                </a:solidFill>
                <a:latin typeface="Nimbus Sans"/>
                <a:ea typeface="Nimbus Sans"/>
                <a:cs typeface="Nimbus Sans"/>
              </a:defRPr>
            </a:lvl7pPr>
            <a:lvl8pPr algn="ctr">
              <a:defRPr sz="2475" b="0">
                <a:solidFill>
                  <a:srgbClr val="182536"/>
                </a:solidFill>
                <a:latin typeface="Nimbus Sans"/>
                <a:ea typeface="Nimbus Sans"/>
                <a:cs typeface="Nimbus Sans"/>
              </a:defRPr>
            </a:lvl8pPr>
            <a:lvl9pPr algn="ctr">
              <a:defRPr sz="2475" b="0">
                <a:solidFill>
                  <a:srgbClr val="182536"/>
                </a:solidFill>
                <a:latin typeface="Nimbus Sans"/>
                <a:ea typeface="Nimbus Sans"/>
                <a:cs typeface="Nimbus Sans"/>
              </a:defRPr>
            </a:lvl9pPr>
          </a:lstStyle>
          <a:p xmlns:a="http://schemas.openxmlformats.org/drawingml/2006/main">
            <a:pPr algn="ctr">
              <a:defRPr sz="2475" b="0">
                <a:solidFill>
                  <a:srgbClr val="182536"/>
                </a:solidFill>
                <a:latin typeface="Nimbus Sans"/>
                <a:ea typeface="Nimbus Sans"/>
                <a:cs typeface="Nimbus Sans"/>
              </a:defRPr>
            </a:pPr>
            <a:r>
              <a:rPr sz="2475" b="0">
                <a:solidFill>
                  <a:srgbClr val="182536"/>
                </a:solidFill>
                <a:latin typeface="Nimbus Sans"/>
                <a:ea typeface="Nimbus Sans"/>
                <a:cs typeface="Nimbus Sans"/>
              </a:rPr>
              <a:t>Comportamento previsto</a:t>
            </a:r>
          </a:p>
        </p:txBody>
      </p:sp>
      <p:sp>
        <p:nvSpPr>
          <p:cNvPr id="22" name="f42">
            <a:extLst xmlns:a="http://schemas.openxmlformats.org/drawingml/2006/main">
              <a:ext uri="{FF2B5EF4-FFF2-40B4-BE49-F238E27FC236}">
                <a16:creationId xmlns:a16="http://schemas.microsoft.com/office/drawing/2014/main" id="{BEC8C436-F4FD-4BAE-830E-64001BDFEB40}"/>
              </a:ext>
            </a:extLst>
          </p:cNvPr>
          <p:cNvSpPr>
            <a:spLocks xmlns:a="http://schemas.openxmlformats.org/drawingml/2006/main" noGrp="1"/>
          </p:cNvSpPr>
          <p:nvPr/>
        </p:nvSpPr>
        <p:spPr>
          <a:xfrm xmlns:a="http://schemas.openxmlformats.org/drawingml/2006/main">
            <a:off x="9696450" y="6115050"/>
            <a:ext cx="4476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475" b="0">
                <a:solidFill>
                  <a:srgbClr val="182536"/>
                </a:solidFill>
                <a:latin typeface="Nimbus Sans"/>
                <a:ea typeface="Nimbus Sans"/>
                <a:cs typeface="Nimbus Sans"/>
              </a:defRPr>
            </a:defPPr>
            <a:lvl1pPr algn="ctr">
              <a:defRPr sz="2475" b="0">
                <a:solidFill>
                  <a:srgbClr val="182536"/>
                </a:solidFill>
                <a:latin typeface="Nimbus Sans"/>
                <a:ea typeface="Nimbus Sans"/>
                <a:cs typeface="Nimbus Sans"/>
              </a:defRPr>
            </a:lvl1pPr>
            <a:lvl2pPr algn="ctr">
              <a:defRPr sz="2475" b="0">
                <a:solidFill>
                  <a:srgbClr val="182536"/>
                </a:solidFill>
                <a:latin typeface="Nimbus Sans"/>
                <a:ea typeface="Nimbus Sans"/>
                <a:cs typeface="Nimbus Sans"/>
              </a:defRPr>
            </a:lvl2pPr>
            <a:lvl3pPr algn="ctr">
              <a:defRPr sz="2475" b="0">
                <a:solidFill>
                  <a:srgbClr val="182536"/>
                </a:solidFill>
                <a:latin typeface="Nimbus Sans"/>
                <a:ea typeface="Nimbus Sans"/>
                <a:cs typeface="Nimbus Sans"/>
              </a:defRPr>
            </a:lvl3pPr>
            <a:lvl4pPr algn="ctr">
              <a:defRPr sz="2475" b="0">
                <a:solidFill>
                  <a:srgbClr val="182536"/>
                </a:solidFill>
                <a:latin typeface="Nimbus Sans"/>
                <a:ea typeface="Nimbus Sans"/>
                <a:cs typeface="Nimbus Sans"/>
              </a:defRPr>
            </a:lvl4pPr>
            <a:lvl5pPr algn="ctr">
              <a:defRPr sz="2475" b="0">
                <a:solidFill>
                  <a:srgbClr val="182536"/>
                </a:solidFill>
                <a:latin typeface="Nimbus Sans"/>
                <a:ea typeface="Nimbus Sans"/>
                <a:cs typeface="Nimbus Sans"/>
              </a:defRPr>
            </a:lvl5pPr>
            <a:lvl6pPr algn="ctr">
              <a:defRPr sz="2475" b="0">
                <a:solidFill>
                  <a:srgbClr val="182536"/>
                </a:solidFill>
                <a:latin typeface="Nimbus Sans"/>
                <a:ea typeface="Nimbus Sans"/>
                <a:cs typeface="Nimbus Sans"/>
              </a:defRPr>
            </a:lvl6pPr>
            <a:lvl7pPr algn="ctr">
              <a:defRPr sz="2475" b="0">
                <a:solidFill>
                  <a:srgbClr val="182536"/>
                </a:solidFill>
                <a:latin typeface="Nimbus Sans"/>
                <a:ea typeface="Nimbus Sans"/>
                <a:cs typeface="Nimbus Sans"/>
              </a:defRPr>
            </a:lvl7pPr>
            <a:lvl8pPr algn="ctr">
              <a:defRPr sz="2475" b="0">
                <a:solidFill>
                  <a:srgbClr val="182536"/>
                </a:solidFill>
                <a:latin typeface="Nimbus Sans"/>
                <a:ea typeface="Nimbus Sans"/>
                <a:cs typeface="Nimbus Sans"/>
              </a:defRPr>
            </a:lvl8pPr>
            <a:lvl9pPr algn="ctr">
              <a:defRPr sz="2475" b="0">
                <a:solidFill>
                  <a:srgbClr val="182536"/>
                </a:solidFill>
                <a:latin typeface="Nimbus Sans"/>
                <a:ea typeface="Nimbus Sans"/>
                <a:cs typeface="Nimbus Sans"/>
              </a:defRPr>
            </a:lvl9pPr>
          </a:lstStyle>
          <a:p xmlns:a="http://schemas.openxmlformats.org/drawingml/2006/main">
            <a:pPr algn="ctr">
              <a:defRPr sz="2475" b="0">
                <a:solidFill>
                  <a:srgbClr val="182536"/>
                </a:solidFill>
                <a:latin typeface="Nimbus Sans"/>
                <a:ea typeface="Nimbus Sans"/>
                <a:cs typeface="Nimbus Sans"/>
              </a:defRPr>
            </a:pPr>
            <a:r>
              <a:rPr sz="2475" b="0">
                <a:solidFill>
                  <a:srgbClr val="182536"/>
                </a:solidFill>
                <a:latin typeface="Nimbus Sans"/>
                <a:ea typeface="Nimbus Sans"/>
                <a:cs typeface="Nimbus Sans"/>
              </a:rPr>
              <a:t>Comportamento reale</a:t>
            </a:r>
          </a:p>
        </p:txBody>
      </p:sp>
      <p:sp>
        <p:nvSpPr>
          <p:cNvPr id="23" name="f43">
            <a:extLst xmlns:a="http://schemas.openxmlformats.org/drawingml/2006/main">
              <a:ext uri="{FF2B5EF4-FFF2-40B4-BE49-F238E27FC236}">
                <a16:creationId xmlns:a16="http://schemas.microsoft.com/office/drawing/2014/main" id="{ECA3C8CD-0E31-4A7F-9E4E-419F886446CC}"/>
              </a:ext>
            </a:extLst>
          </p:cNvPr>
          <p:cNvSpPr>
            <a:spLocks xmlns:a="http://schemas.openxmlformats.org/drawingml/2006/main" noGrp="1"/>
          </p:cNvSpPr>
          <p:nvPr/>
        </p:nvSpPr>
        <p:spPr>
          <a:xfrm xmlns:a="http://schemas.openxmlformats.org/drawingml/2006/main">
            <a:off x="1066800" y="7762875"/>
            <a:ext cx="131064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025" b="0">
                <a:solidFill>
                  <a:srgbClr val="52627B"/>
                </a:solidFill>
                <a:latin typeface="Nimbus Sans"/>
                <a:ea typeface="Nimbus Sans"/>
                <a:cs typeface="Nimbus Sans"/>
              </a:defRPr>
            </a:defPPr>
            <a:lvl1pPr algn="ctr">
              <a:defRPr sz="2025" b="0">
                <a:solidFill>
                  <a:srgbClr val="52627B"/>
                </a:solidFill>
                <a:latin typeface="Nimbus Sans"/>
                <a:ea typeface="Nimbus Sans"/>
                <a:cs typeface="Nimbus Sans"/>
              </a:defRPr>
            </a:lvl1pPr>
            <a:lvl2pPr algn="ctr">
              <a:defRPr sz="2025" b="0">
                <a:solidFill>
                  <a:srgbClr val="52627B"/>
                </a:solidFill>
                <a:latin typeface="Nimbus Sans"/>
                <a:ea typeface="Nimbus Sans"/>
                <a:cs typeface="Nimbus Sans"/>
              </a:defRPr>
            </a:lvl2pPr>
            <a:lvl3pPr algn="ctr">
              <a:defRPr sz="2025" b="0">
                <a:solidFill>
                  <a:srgbClr val="52627B"/>
                </a:solidFill>
                <a:latin typeface="Nimbus Sans"/>
                <a:ea typeface="Nimbus Sans"/>
                <a:cs typeface="Nimbus Sans"/>
              </a:defRPr>
            </a:lvl3pPr>
            <a:lvl4pPr algn="ctr">
              <a:defRPr sz="2025" b="0">
                <a:solidFill>
                  <a:srgbClr val="52627B"/>
                </a:solidFill>
                <a:latin typeface="Nimbus Sans"/>
                <a:ea typeface="Nimbus Sans"/>
                <a:cs typeface="Nimbus Sans"/>
              </a:defRPr>
            </a:lvl4pPr>
            <a:lvl5pPr algn="ctr">
              <a:defRPr sz="2025" b="0">
                <a:solidFill>
                  <a:srgbClr val="52627B"/>
                </a:solidFill>
                <a:latin typeface="Nimbus Sans"/>
                <a:ea typeface="Nimbus Sans"/>
                <a:cs typeface="Nimbus Sans"/>
              </a:defRPr>
            </a:lvl5pPr>
            <a:lvl6pPr algn="ctr">
              <a:defRPr sz="2025" b="0">
                <a:solidFill>
                  <a:srgbClr val="52627B"/>
                </a:solidFill>
                <a:latin typeface="Nimbus Sans"/>
                <a:ea typeface="Nimbus Sans"/>
                <a:cs typeface="Nimbus Sans"/>
              </a:defRPr>
            </a:lvl6pPr>
            <a:lvl7pPr algn="ctr">
              <a:defRPr sz="2025" b="0">
                <a:solidFill>
                  <a:srgbClr val="52627B"/>
                </a:solidFill>
                <a:latin typeface="Nimbus Sans"/>
                <a:ea typeface="Nimbus Sans"/>
                <a:cs typeface="Nimbus Sans"/>
              </a:defRPr>
            </a:lvl7pPr>
            <a:lvl8pPr algn="ctr">
              <a:defRPr sz="2025" b="0">
                <a:solidFill>
                  <a:srgbClr val="52627B"/>
                </a:solidFill>
                <a:latin typeface="Nimbus Sans"/>
                <a:ea typeface="Nimbus Sans"/>
                <a:cs typeface="Nimbus Sans"/>
              </a:defRPr>
            </a:lvl8pPr>
            <a:lvl9pPr algn="ctr">
              <a:defRPr sz="2025" b="0">
                <a:solidFill>
                  <a:srgbClr val="52627B"/>
                </a:solidFill>
                <a:latin typeface="Nimbus Sans"/>
                <a:ea typeface="Nimbus Sans"/>
                <a:cs typeface="Nimbus Sans"/>
              </a:defRPr>
            </a:lvl9pPr>
          </a:lstStyle>
          <a:p xmlns:a="http://schemas.openxmlformats.org/drawingml/2006/main">
            <a:pPr algn="ctr">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Nel 5G: Network Functions · specifiche SCAS (3GPP)</a:t>
            </a:r>
          </a:p>
        </p:txBody>
      </p:sp>
    </p:spTree>
    <p:extLst>
      <p:ext uri="{BB962C8B-B14F-4D97-AF65-F5344CB8AC3E}">
        <p14:creationId xmlns:p14="http://schemas.microsoft.com/office/powerpoint/2010/main" val="589131638"/>
      </p:ext>
    </p:extLst>
  </p:cSld>
</p:sld>
</file>

<file path=ppt/slides/slide3.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23" name="">
            <a:extLst xmlns:a="http://schemas.openxmlformats.org/drawingml/2006/main">
              <a:ext uri="{FF2B5EF4-FFF2-40B4-BE49-F238E27FC236}">
                <a16:creationId xmlns:a16="http://schemas.microsoft.com/office/drawing/2014/main" id="{15B2105E-7895-46E5-8563-E7AC8F997E14}"/>
              </a:ext>
            </a:extLst>
          </p:cNvPr>
          <p:cNvPicPr>
            <a:picLocks xmlns:a="http://schemas.openxmlformats.org/drawingml/2006/main" noChangeAspect="1"/>
          </p:cNvPicPr>
          <p:nvPr/>
        </p:nvPicPr>
        <p:blipFill>
          <a:blip xmlns:r="http://schemas.openxmlformats.org/officeDocument/2006/relationships" xmlns:a="http://schemas.openxmlformats.org/drawingml/2006/main" r:embed="Rc876d76a4e5c4959"/>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45">
            <a:extLst xmlns:a="http://schemas.openxmlformats.org/drawingml/2006/main">
              <a:ext uri="{FF2B5EF4-FFF2-40B4-BE49-F238E27FC236}">
                <a16:creationId xmlns:a16="http://schemas.microsoft.com/office/drawing/2014/main" id="{F34CB23A-992E-44C2-83A3-9581B8CBB2F8}"/>
              </a:ext>
            </a:extLst>
          </p:cNvPr>
          <p:cNvSpPr>
            <a:spLocks xmlns:a="http://schemas.openxmlformats.org/drawingml/2006/main" noGrp="1"/>
          </p:cNvSpPr>
          <p:nvPr/>
        </p:nvSpPr>
        <p:spPr>
          <a:xfrm xmlns:a="http://schemas.openxmlformats.org/drawingml/2006/main">
            <a:off x="1066800" y="733997"/>
            <a:ext cx="1401961"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INTRODUZIONE</a:t>
            </a:r>
          </a:p>
        </p:txBody>
      </p:sp>
      <p:sp>
        <p:nvSpPr>
          <p:cNvPr id="3" name="f46">
            <a:extLst xmlns:a="http://schemas.openxmlformats.org/drawingml/2006/main">
              <a:ext uri="{FF2B5EF4-FFF2-40B4-BE49-F238E27FC236}">
                <a16:creationId xmlns:a16="http://schemas.microsoft.com/office/drawing/2014/main" id="{43D84FCB-4149-467F-9583-7ECF8AA2FD42}"/>
              </a:ext>
            </a:extLst>
          </p:cNvPr>
          <p:cNvSpPr>
            <a:spLocks xmlns:a="http://schemas.openxmlformats.org/drawingml/2006/main" noGrp="1"/>
          </p:cNvSpPr>
          <p:nvPr/>
        </p:nvSpPr>
        <p:spPr>
          <a:xfrm xmlns:a="http://schemas.openxmlformats.org/drawingml/2006/main">
            <a:off x="13534430" y="733997"/>
            <a:ext cx="63877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03 / 07</a:t>
            </a:r>
          </a:p>
        </p:txBody>
      </p:sp>
      <p:sp>
        <p:nvSpPr>
          <p:cNvPr id="4" name="f47">
            <a:extLst xmlns:a="http://schemas.openxmlformats.org/drawingml/2006/main">
              <a:ext uri="{FF2B5EF4-FFF2-40B4-BE49-F238E27FC236}">
                <a16:creationId xmlns:a16="http://schemas.microsoft.com/office/drawing/2014/main" id="{4FB2934E-4F84-4480-BAEE-BF4E7A60F934}"/>
              </a:ext>
            </a:extLst>
          </p:cNvPr>
          <p:cNvSpPr>
            <a:spLocks xmlns:a="http://schemas.openxmlformats.org/drawingml/2006/main" noGrp="1"/>
          </p:cNvSpPr>
          <p:nvPr/>
        </p:nvSpPr>
        <p:spPr>
          <a:xfrm xmlns:a="http://schemas.openxmlformats.org/drawingml/2006/main">
            <a:off x="1066800" y="1163765"/>
            <a:ext cx="2631877" cy="6943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La rete 5G</a:t>
            </a:r>
          </a:p>
        </p:txBody>
      </p:sp>
      <p:sp>
        <p:nvSpPr>
          <p:cNvPr id="5" name="f48">
            <a:extLst xmlns:a="http://schemas.openxmlformats.org/drawingml/2006/main">
              <a:ext uri="{FF2B5EF4-FFF2-40B4-BE49-F238E27FC236}">
                <a16:creationId xmlns:a16="http://schemas.microsoft.com/office/drawing/2014/main" id="{F287D521-A794-410B-A176-D004B80FAAF7}"/>
              </a:ext>
            </a:extLst>
          </p:cNvPr>
          <p:cNvSpPr>
            <a:spLocks xmlns:a="http://schemas.openxmlformats.org/drawingml/2006/main" noGrp="1"/>
          </p:cNvSpPr>
          <p:nvPr/>
        </p:nvSpPr>
        <p:spPr>
          <a:xfrm xmlns:a="http://schemas.openxmlformats.org/drawingml/2006/main">
            <a:off x="1066800" y="1901095"/>
            <a:ext cx="7406283" cy="34718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Le Network Functions sono i componenti software della rete 5G.</a:t>
            </a:r>
          </a:p>
        </p:txBody>
      </p:sp>
      <p:sp>
        <p:nvSpPr>
          <p:cNvPr id="6" name="f49">
            <a:extLst xmlns:a="http://schemas.openxmlformats.org/drawingml/2006/main">
              <a:ext uri="{FF2B5EF4-FFF2-40B4-BE49-F238E27FC236}">
                <a16:creationId xmlns:a16="http://schemas.microsoft.com/office/drawing/2014/main" id="{6093F3CD-E6C2-44AF-A1DD-DADD81C8AFD3}"/>
              </a:ext>
            </a:extLst>
          </p:cNvPr>
          <p:cNvSpPr>
            <a:spLocks xmlns:a="http://schemas.openxmlformats.org/drawingml/2006/main" noGrp="1"/>
          </p:cNvSpPr>
          <p:nvPr/>
        </p:nvSpPr>
        <p:spPr>
          <a:xfrm xmlns:a="http://schemas.openxmlformats.org/drawingml/2006/main">
            <a:off x="2801234" y="3189130"/>
            <a:ext cx="1302395"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4264D0"/>
                </a:solidFill>
                <a:latin typeface="Nimbus Sans"/>
                <a:ea typeface="Nimbus Sans"/>
                <a:cs typeface="Nimbus Sans"/>
              </a:defRPr>
            </a:defPPr>
            <a:lvl1pPr algn="l">
              <a:defRPr sz="2478" b="1">
                <a:solidFill>
                  <a:srgbClr val="4264D0"/>
                </a:solidFill>
                <a:latin typeface="Nimbus Sans"/>
                <a:ea typeface="Nimbus Sans"/>
                <a:cs typeface="Nimbus Sans"/>
              </a:defRPr>
            </a:lvl1pPr>
            <a:lvl2pPr algn="l">
              <a:defRPr sz="2478" b="1">
                <a:solidFill>
                  <a:srgbClr val="4264D0"/>
                </a:solidFill>
                <a:latin typeface="Nimbus Sans"/>
                <a:ea typeface="Nimbus Sans"/>
                <a:cs typeface="Nimbus Sans"/>
              </a:defRPr>
            </a:lvl2pPr>
            <a:lvl3pPr algn="l">
              <a:defRPr sz="2478" b="1">
                <a:solidFill>
                  <a:srgbClr val="4264D0"/>
                </a:solidFill>
                <a:latin typeface="Nimbus Sans"/>
                <a:ea typeface="Nimbus Sans"/>
                <a:cs typeface="Nimbus Sans"/>
              </a:defRPr>
            </a:lvl3pPr>
            <a:lvl4pPr algn="l">
              <a:defRPr sz="2478" b="1">
                <a:solidFill>
                  <a:srgbClr val="4264D0"/>
                </a:solidFill>
                <a:latin typeface="Nimbus Sans"/>
                <a:ea typeface="Nimbus Sans"/>
                <a:cs typeface="Nimbus Sans"/>
              </a:defRPr>
            </a:lvl4pPr>
            <a:lvl5pPr algn="l">
              <a:defRPr sz="2478" b="1">
                <a:solidFill>
                  <a:srgbClr val="4264D0"/>
                </a:solidFill>
                <a:latin typeface="Nimbus Sans"/>
                <a:ea typeface="Nimbus Sans"/>
                <a:cs typeface="Nimbus Sans"/>
              </a:defRPr>
            </a:lvl5pPr>
            <a:lvl6pPr algn="l">
              <a:defRPr sz="2478" b="1">
                <a:solidFill>
                  <a:srgbClr val="4264D0"/>
                </a:solidFill>
                <a:latin typeface="Nimbus Sans"/>
                <a:ea typeface="Nimbus Sans"/>
                <a:cs typeface="Nimbus Sans"/>
              </a:defRPr>
            </a:lvl6pPr>
            <a:lvl7pPr algn="l">
              <a:defRPr sz="2478" b="1">
                <a:solidFill>
                  <a:srgbClr val="4264D0"/>
                </a:solidFill>
                <a:latin typeface="Nimbus Sans"/>
                <a:ea typeface="Nimbus Sans"/>
                <a:cs typeface="Nimbus Sans"/>
              </a:defRPr>
            </a:lvl7pPr>
            <a:lvl8pPr algn="l">
              <a:defRPr sz="2478" b="1">
                <a:solidFill>
                  <a:srgbClr val="4264D0"/>
                </a:solidFill>
                <a:latin typeface="Nimbus Sans"/>
                <a:ea typeface="Nimbus Sans"/>
                <a:cs typeface="Nimbus Sans"/>
              </a:defRPr>
            </a:lvl8pPr>
            <a:lvl9pPr algn="l">
              <a:defRPr sz="2478" b="1">
                <a:solidFill>
                  <a:srgbClr val="4264D0"/>
                </a:solidFill>
                <a:latin typeface="Nimbus Sans"/>
                <a:ea typeface="Nimbus Sans"/>
                <a:cs typeface="Nimbus Sans"/>
              </a:defRPr>
            </a:lvl9pPr>
          </a:lstStyle>
          <a:p xmlns:a="http://schemas.openxmlformats.org/drawingml/2006/main">
            <a:pPr algn="l">
              <a:defRPr sz="2478" b="1">
                <a:solidFill>
                  <a:srgbClr val="4264D0"/>
                </a:solidFill>
                <a:latin typeface="Nimbus Sans"/>
                <a:ea typeface="Nimbus Sans"/>
                <a:cs typeface="Nimbus Sans"/>
              </a:defRPr>
            </a:pPr>
            <a:r>
              <a:rPr sz="2478" b="1">
                <a:solidFill>
                  <a:srgbClr val="4264D0"/>
                </a:solidFill>
                <a:latin typeface="Nimbus Sans"/>
                <a:ea typeface="Nimbus Sans"/>
                <a:cs typeface="Nimbus Sans"/>
              </a:rPr>
              <a:t>5G RAN</a:t>
            </a:r>
          </a:p>
        </p:txBody>
      </p:sp>
      <p:sp>
        <p:nvSpPr>
          <p:cNvPr id="7" name="f50">
            <a:extLst xmlns:a="http://schemas.openxmlformats.org/drawingml/2006/main">
              <a:ext uri="{FF2B5EF4-FFF2-40B4-BE49-F238E27FC236}">
                <a16:creationId xmlns:a16="http://schemas.microsoft.com/office/drawing/2014/main" id="{59F3774B-EC7E-41E4-9631-11541BA2B924}"/>
              </a:ext>
            </a:extLst>
          </p:cNvPr>
          <p:cNvSpPr>
            <a:spLocks xmlns:a="http://schemas.openxmlformats.org/drawingml/2006/main" noGrp="1"/>
          </p:cNvSpPr>
          <p:nvPr/>
        </p:nvSpPr>
        <p:spPr>
          <a:xfrm xmlns:a="http://schemas.openxmlformats.org/drawingml/2006/main">
            <a:off x="7994359" y="3189130"/>
            <a:ext cx="1526232"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278766"/>
                </a:solidFill>
                <a:latin typeface="Nimbus Sans"/>
                <a:ea typeface="Nimbus Sans"/>
                <a:cs typeface="Nimbus Sans"/>
              </a:defRPr>
            </a:defPPr>
            <a:lvl1pPr algn="l">
              <a:defRPr sz="2478" b="1">
                <a:solidFill>
                  <a:srgbClr val="278766"/>
                </a:solidFill>
                <a:latin typeface="Nimbus Sans"/>
                <a:ea typeface="Nimbus Sans"/>
                <a:cs typeface="Nimbus Sans"/>
              </a:defRPr>
            </a:lvl1pPr>
            <a:lvl2pPr algn="l">
              <a:defRPr sz="2478" b="1">
                <a:solidFill>
                  <a:srgbClr val="278766"/>
                </a:solidFill>
                <a:latin typeface="Nimbus Sans"/>
                <a:ea typeface="Nimbus Sans"/>
                <a:cs typeface="Nimbus Sans"/>
              </a:defRPr>
            </a:lvl2pPr>
            <a:lvl3pPr algn="l">
              <a:defRPr sz="2478" b="1">
                <a:solidFill>
                  <a:srgbClr val="278766"/>
                </a:solidFill>
                <a:latin typeface="Nimbus Sans"/>
                <a:ea typeface="Nimbus Sans"/>
                <a:cs typeface="Nimbus Sans"/>
              </a:defRPr>
            </a:lvl3pPr>
            <a:lvl4pPr algn="l">
              <a:defRPr sz="2478" b="1">
                <a:solidFill>
                  <a:srgbClr val="278766"/>
                </a:solidFill>
                <a:latin typeface="Nimbus Sans"/>
                <a:ea typeface="Nimbus Sans"/>
                <a:cs typeface="Nimbus Sans"/>
              </a:defRPr>
            </a:lvl4pPr>
            <a:lvl5pPr algn="l">
              <a:defRPr sz="2478" b="1">
                <a:solidFill>
                  <a:srgbClr val="278766"/>
                </a:solidFill>
                <a:latin typeface="Nimbus Sans"/>
                <a:ea typeface="Nimbus Sans"/>
                <a:cs typeface="Nimbus Sans"/>
              </a:defRPr>
            </a:lvl5pPr>
            <a:lvl6pPr algn="l">
              <a:defRPr sz="2478" b="1">
                <a:solidFill>
                  <a:srgbClr val="278766"/>
                </a:solidFill>
                <a:latin typeface="Nimbus Sans"/>
                <a:ea typeface="Nimbus Sans"/>
                <a:cs typeface="Nimbus Sans"/>
              </a:defRPr>
            </a:lvl6pPr>
            <a:lvl7pPr algn="l">
              <a:defRPr sz="2478" b="1">
                <a:solidFill>
                  <a:srgbClr val="278766"/>
                </a:solidFill>
                <a:latin typeface="Nimbus Sans"/>
                <a:ea typeface="Nimbus Sans"/>
                <a:cs typeface="Nimbus Sans"/>
              </a:defRPr>
            </a:lvl7pPr>
            <a:lvl8pPr algn="l">
              <a:defRPr sz="2478" b="1">
                <a:solidFill>
                  <a:srgbClr val="278766"/>
                </a:solidFill>
                <a:latin typeface="Nimbus Sans"/>
                <a:ea typeface="Nimbus Sans"/>
                <a:cs typeface="Nimbus Sans"/>
              </a:defRPr>
            </a:lvl8pPr>
            <a:lvl9pPr algn="l">
              <a:defRPr sz="2478" b="1">
                <a:solidFill>
                  <a:srgbClr val="278766"/>
                </a:solidFill>
                <a:latin typeface="Nimbus Sans"/>
                <a:ea typeface="Nimbus Sans"/>
                <a:cs typeface="Nimbus Sans"/>
              </a:defRPr>
            </a:lvl9pPr>
          </a:lstStyle>
          <a:p xmlns:a="http://schemas.openxmlformats.org/drawingml/2006/main">
            <a:pPr algn="l">
              <a:defRPr sz="2478" b="1">
                <a:solidFill>
                  <a:srgbClr val="278766"/>
                </a:solidFill>
                <a:latin typeface="Nimbus Sans"/>
                <a:ea typeface="Nimbus Sans"/>
                <a:cs typeface="Nimbus Sans"/>
              </a:defRPr>
            </a:pPr>
            <a:r>
              <a:rPr sz="2478" b="1">
                <a:solidFill>
                  <a:srgbClr val="278766"/>
                </a:solidFill>
                <a:latin typeface="Nimbus Sans"/>
                <a:ea typeface="Nimbus Sans"/>
                <a:cs typeface="Nimbus Sans"/>
              </a:rPr>
              <a:t>5G CORE</a:t>
            </a:r>
          </a:p>
        </p:txBody>
      </p:sp>
      <p:sp>
        <p:nvSpPr>
          <p:cNvPr id="8" name="f51">
            <a:extLst xmlns:a="http://schemas.openxmlformats.org/drawingml/2006/main">
              <a:ext uri="{FF2B5EF4-FFF2-40B4-BE49-F238E27FC236}">
                <a16:creationId xmlns:a16="http://schemas.microsoft.com/office/drawing/2014/main" id="{F2247659-EA9C-4A82-9870-A2B05D466C74}"/>
              </a:ext>
            </a:extLst>
          </p:cNvPr>
          <p:cNvSpPr>
            <a:spLocks xmlns:a="http://schemas.openxmlformats.org/drawingml/2006/main" noGrp="1"/>
          </p:cNvSpPr>
          <p:nvPr/>
        </p:nvSpPr>
        <p:spPr>
          <a:xfrm xmlns:a="http://schemas.openxmlformats.org/drawingml/2006/main">
            <a:off x="5868924" y="3850125"/>
            <a:ext cx="2156371"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CONTROL PLANE</a:t>
            </a:r>
          </a:p>
        </p:txBody>
      </p:sp>
      <p:sp>
        <p:nvSpPr>
          <p:cNvPr id="9" name="f52">
            <a:extLst xmlns:a="http://schemas.openxmlformats.org/drawingml/2006/main">
              <a:ext uri="{FF2B5EF4-FFF2-40B4-BE49-F238E27FC236}">
                <a16:creationId xmlns:a16="http://schemas.microsoft.com/office/drawing/2014/main" id="{02FBCCBF-D250-4239-AAC7-29C1D2957599}"/>
              </a:ext>
            </a:extLst>
          </p:cNvPr>
          <p:cNvSpPr>
            <a:spLocks xmlns:a="http://schemas.openxmlformats.org/drawingml/2006/main" noGrp="1"/>
          </p:cNvSpPr>
          <p:nvPr/>
        </p:nvSpPr>
        <p:spPr>
          <a:xfrm xmlns:a="http://schemas.openxmlformats.org/drawingml/2006/main">
            <a:off x="5868924" y="7570400"/>
            <a:ext cx="1646783"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USER PLANE</a:t>
            </a:r>
          </a:p>
        </p:txBody>
      </p:sp>
      <p:sp>
        <p:nvSpPr>
          <p:cNvPr id="10" name="f53">
            <a:extLst xmlns:a="http://schemas.openxmlformats.org/drawingml/2006/main">
              <a:ext uri="{FF2B5EF4-FFF2-40B4-BE49-F238E27FC236}">
                <a16:creationId xmlns:a16="http://schemas.microsoft.com/office/drawing/2014/main" id="{8C8EDD21-078A-44E7-9B45-3C178C940C0D}"/>
              </a:ext>
            </a:extLst>
          </p:cNvPr>
          <p:cNvSpPr>
            <a:spLocks xmlns:a="http://schemas.openxmlformats.org/drawingml/2006/main" noGrp="1"/>
          </p:cNvSpPr>
          <p:nvPr/>
        </p:nvSpPr>
        <p:spPr>
          <a:xfrm xmlns:a="http://schemas.openxmlformats.org/drawingml/2006/main">
            <a:off x="6026789" y="4543602"/>
            <a:ext cx="774502"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AMF</a:t>
            </a:r>
          </a:p>
        </p:txBody>
      </p:sp>
      <p:sp>
        <p:nvSpPr>
          <p:cNvPr id="11" name="f54">
            <a:extLst xmlns:a="http://schemas.openxmlformats.org/drawingml/2006/main">
              <a:ext uri="{FF2B5EF4-FFF2-40B4-BE49-F238E27FC236}">
                <a16:creationId xmlns:a16="http://schemas.microsoft.com/office/drawing/2014/main" id="{8A82F4D6-DB6D-4156-AF7F-5DFBFABB555A}"/>
              </a:ext>
            </a:extLst>
          </p:cNvPr>
          <p:cNvSpPr>
            <a:spLocks xmlns:a="http://schemas.openxmlformats.org/drawingml/2006/main" noGrp="1"/>
          </p:cNvSpPr>
          <p:nvPr/>
        </p:nvSpPr>
        <p:spPr>
          <a:xfrm xmlns:a="http://schemas.openxmlformats.org/drawingml/2006/main">
            <a:off x="7563770" y="4543602"/>
            <a:ext cx="75768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SMF</a:t>
            </a:r>
          </a:p>
        </p:txBody>
      </p:sp>
      <p:sp>
        <p:nvSpPr>
          <p:cNvPr id="12" name="f55">
            <a:extLst xmlns:a="http://schemas.openxmlformats.org/drawingml/2006/main">
              <a:ext uri="{FF2B5EF4-FFF2-40B4-BE49-F238E27FC236}">
                <a16:creationId xmlns:a16="http://schemas.microsoft.com/office/drawing/2014/main" id="{7835B7CC-AE5D-4E67-9F79-69A42D7A8505}"/>
              </a:ext>
            </a:extLst>
          </p:cNvPr>
          <p:cNvSpPr>
            <a:spLocks xmlns:a="http://schemas.openxmlformats.org/drawingml/2006/main" noGrp="1"/>
          </p:cNvSpPr>
          <p:nvPr/>
        </p:nvSpPr>
        <p:spPr>
          <a:xfrm xmlns:a="http://schemas.openxmlformats.org/drawingml/2006/main">
            <a:off x="9004087" y="4543602"/>
            <a:ext cx="93419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AUSF</a:t>
            </a:r>
          </a:p>
        </p:txBody>
      </p:sp>
      <p:sp>
        <p:nvSpPr>
          <p:cNvPr id="13" name="f56">
            <a:extLst xmlns:a="http://schemas.openxmlformats.org/drawingml/2006/main">
              <a:ext uri="{FF2B5EF4-FFF2-40B4-BE49-F238E27FC236}">
                <a16:creationId xmlns:a16="http://schemas.microsoft.com/office/drawing/2014/main" id="{8B0A6117-0A6C-47EA-9FBD-3E2CFEAA6D30}"/>
              </a:ext>
            </a:extLst>
          </p:cNvPr>
          <p:cNvSpPr>
            <a:spLocks xmlns:a="http://schemas.openxmlformats.org/drawingml/2006/main" noGrp="1"/>
          </p:cNvSpPr>
          <p:nvPr/>
        </p:nvSpPr>
        <p:spPr>
          <a:xfrm xmlns:a="http://schemas.openxmlformats.org/drawingml/2006/main">
            <a:off x="10595539" y="4543602"/>
            <a:ext cx="808434" cy="409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390" b="1">
                <a:solidFill>
                  <a:srgbClr val="278766"/>
                </a:solidFill>
                <a:latin typeface="Nimbus Sans"/>
                <a:ea typeface="Nimbus Sans"/>
                <a:cs typeface="Nimbus Sans"/>
              </a:defRPr>
            </a:defPPr>
            <a:lvl1pPr algn="l">
              <a:defRPr sz="2390" b="1">
                <a:solidFill>
                  <a:srgbClr val="278766"/>
                </a:solidFill>
                <a:latin typeface="Nimbus Sans"/>
                <a:ea typeface="Nimbus Sans"/>
                <a:cs typeface="Nimbus Sans"/>
              </a:defRPr>
            </a:lvl1pPr>
            <a:lvl2pPr algn="l">
              <a:defRPr sz="2390" b="1">
                <a:solidFill>
                  <a:srgbClr val="278766"/>
                </a:solidFill>
                <a:latin typeface="Nimbus Sans"/>
                <a:ea typeface="Nimbus Sans"/>
                <a:cs typeface="Nimbus Sans"/>
              </a:defRPr>
            </a:lvl2pPr>
            <a:lvl3pPr algn="l">
              <a:defRPr sz="2390" b="1">
                <a:solidFill>
                  <a:srgbClr val="278766"/>
                </a:solidFill>
                <a:latin typeface="Nimbus Sans"/>
                <a:ea typeface="Nimbus Sans"/>
                <a:cs typeface="Nimbus Sans"/>
              </a:defRPr>
            </a:lvl3pPr>
            <a:lvl4pPr algn="l">
              <a:defRPr sz="2390" b="1">
                <a:solidFill>
                  <a:srgbClr val="278766"/>
                </a:solidFill>
                <a:latin typeface="Nimbus Sans"/>
                <a:ea typeface="Nimbus Sans"/>
                <a:cs typeface="Nimbus Sans"/>
              </a:defRPr>
            </a:lvl4pPr>
            <a:lvl5pPr algn="l">
              <a:defRPr sz="2390" b="1">
                <a:solidFill>
                  <a:srgbClr val="278766"/>
                </a:solidFill>
                <a:latin typeface="Nimbus Sans"/>
                <a:ea typeface="Nimbus Sans"/>
                <a:cs typeface="Nimbus Sans"/>
              </a:defRPr>
            </a:lvl5pPr>
            <a:lvl6pPr algn="l">
              <a:defRPr sz="2390" b="1">
                <a:solidFill>
                  <a:srgbClr val="278766"/>
                </a:solidFill>
                <a:latin typeface="Nimbus Sans"/>
                <a:ea typeface="Nimbus Sans"/>
                <a:cs typeface="Nimbus Sans"/>
              </a:defRPr>
            </a:lvl6pPr>
            <a:lvl7pPr algn="l">
              <a:defRPr sz="2390" b="1">
                <a:solidFill>
                  <a:srgbClr val="278766"/>
                </a:solidFill>
                <a:latin typeface="Nimbus Sans"/>
                <a:ea typeface="Nimbus Sans"/>
                <a:cs typeface="Nimbus Sans"/>
              </a:defRPr>
            </a:lvl7pPr>
            <a:lvl8pPr algn="l">
              <a:defRPr sz="2390" b="1">
                <a:solidFill>
                  <a:srgbClr val="278766"/>
                </a:solidFill>
                <a:latin typeface="Nimbus Sans"/>
                <a:ea typeface="Nimbus Sans"/>
                <a:cs typeface="Nimbus Sans"/>
              </a:defRPr>
            </a:lvl8pPr>
            <a:lvl9pPr algn="l">
              <a:defRPr sz="2390" b="1">
                <a:solidFill>
                  <a:srgbClr val="278766"/>
                </a:solidFill>
                <a:latin typeface="Nimbus Sans"/>
                <a:ea typeface="Nimbus Sans"/>
                <a:cs typeface="Nimbus Sans"/>
              </a:defRPr>
            </a:lvl9pPr>
          </a:lstStyle>
          <a:p xmlns:a="http://schemas.openxmlformats.org/drawingml/2006/main">
            <a:pPr algn="l">
              <a:defRPr sz="2390" b="1">
                <a:solidFill>
                  <a:srgbClr val="278766"/>
                </a:solidFill>
                <a:latin typeface="Nimbus Sans"/>
                <a:ea typeface="Nimbus Sans"/>
                <a:cs typeface="Nimbus Sans"/>
              </a:defRPr>
            </a:pPr>
            <a:r>
              <a:rPr sz="2390" b="1">
                <a:solidFill>
                  <a:srgbClr val="278766"/>
                </a:solidFill>
                <a:latin typeface="Nimbus Sans"/>
                <a:ea typeface="Nimbus Sans"/>
                <a:cs typeface="Nimbus Sans"/>
              </a:rPr>
              <a:t>UDM</a:t>
            </a:r>
          </a:p>
        </p:txBody>
      </p:sp>
      <p:sp>
        <p:nvSpPr>
          <p:cNvPr id="14" name="f57">
            <a:extLst xmlns:a="http://schemas.openxmlformats.org/drawingml/2006/main">
              <a:ext uri="{FF2B5EF4-FFF2-40B4-BE49-F238E27FC236}">
                <a16:creationId xmlns:a16="http://schemas.microsoft.com/office/drawing/2014/main" id="{F619FE5F-DAE4-40DD-891D-3366335D9326}"/>
              </a:ext>
            </a:extLst>
          </p:cNvPr>
          <p:cNvSpPr>
            <a:spLocks xmlns:a="http://schemas.openxmlformats.org/drawingml/2006/main" noGrp="1"/>
          </p:cNvSpPr>
          <p:nvPr/>
        </p:nvSpPr>
        <p:spPr>
          <a:xfrm xmlns:a="http://schemas.openxmlformats.org/drawingml/2006/main">
            <a:off x="7573667" y="6673600"/>
            <a:ext cx="737890" cy="42485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78" b="1">
                <a:solidFill>
                  <a:srgbClr val="7861AD"/>
                </a:solidFill>
                <a:latin typeface="Nimbus Sans"/>
                <a:ea typeface="Nimbus Sans"/>
                <a:cs typeface="Nimbus Sans"/>
              </a:defRPr>
            </a:defPPr>
            <a:lvl1pPr algn="l">
              <a:defRPr sz="2478" b="1">
                <a:solidFill>
                  <a:srgbClr val="7861AD"/>
                </a:solidFill>
                <a:latin typeface="Nimbus Sans"/>
                <a:ea typeface="Nimbus Sans"/>
                <a:cs typeface="Nimbus Sans"/>
              </a:defRPr>
            </a:lvl1pPr>
            <a:lvl2pPr algn="l">
              <a:defRPr sz="2478" b="1">
                <a:solidFill>
                  <a:srgbClr val="7861AD"/>
                </a:solidFill>
                <a:latin typeface="Nimbus Sans"/>
                <a:ea typeface="Nimbus Sans"/>
                <a:cs typeface="Nimbus Sans"/>
              </a:defRPr>
            </a:lvl2pPr>
            <a:lvl3pPr algn="l">
              <a:defRPr sz="2478" b="1">
                <a:solidFill>
                  <a:srgbClr val="7861AD"/>
                </a:solidFill>
                <a:latin typeface="Nimbus Sans"/>
                <a:ea typeface="Nimbus Sans"/>
                <a:cs typeface="Nimbus Sans"/>
              </a:defRPr>
            </a:lvl3pPr>
            <a:lvl4pPr algn="l">
              <a:defRPr sz="2478" b="1">
                <a:solidFill>
                  <a:srgbClr val="7861AD"/>
                </a:solidFill>
                <a:latin typeface="Nimbus Sans"/>
                <a:ea typeface="Nimbus Sans"/>
                <a:cs typeface="Nimbus Sans"/>
              </a:defRPr>
            </a:lvl4pPr>
            <a:lvl5pPr algn="l">
              <a:defRPr sz="2478" b="1">
                <a:solidFill>
                  <a:srgbClr val="7861AD"/>
                </a:solidFill>
                <a:latin typeface="Nimbus Sans"/>
                <a:ea typeface="Nimbus Sans"/>
                <a:cs typeface="Nimbus Sans"/>
              </a:defRPr>
            </a:lvl5pPr>
            <a:lvl6pPr algn="l">
              <a:defRPr sz="2478" b="1">
                <a:solidFill>
                  <a:srgbClr val="7861AD"/>
                </a:solidFill>
                <a:latin typeface="Nimbus Sans"/>
                <a:ea typeface="Nimbus Sans"/>
                <a:cs typeface="Nimbus Sans"/>
              </a:defRPr>
            </a:lvl6pPr>
            <a:lvl7pPr algn="l">
              <a:defRPr sz="2478" b="1">
                <a:solidFill>
                  <a:srgbClr val="7861AD"/>
                </a:solidFill>
                <a:latin typeface="Nimbus Sans"/>
                <a:ea typeface="Nimbus Sans"/>
                <a:cs typeface="Nimbus Sans"/>
              </a:defRPr>
            </a:lvl7pPr>
            <a:lvl8pPr algn="l">
              <a:defRPr sz="2478" b="1">
                <a:solidFill>
                  <a:srgbClr val="7861AD"/>
                </a:solidFill>
                <a:latin typeface="Nimbus Sans"/>
                <a:ea typeface="Nimbus Sans"/>
                <a:cs typeface="Nimbus Sans"/>
              </a:defRPr>
            </a:lvl8pPr>
            <a:lvl9pPr algn="l">
              <a:defRPr sz="2478" b="1">
                <a:solidFill>
                  <a:srgbClr val="7861AD"/>
                </a:solidFill>
                <a:latin typeface="Nimbus Sans"/>
                <a:ea typeface="Nimbus Sans"/>
                <a:cs typeface="Nimbus Sans"/>
              </a:defRPr>
            </a:lvl9pPr>
          </a:lstStyle>
          <a:p xmlns:a="http://schemas.openxmlformats.org/drawingml/2006/main">
            <a:pPr algn="l">
              <a:defRPr sz="2478" b="1">
                <a:solidFill>
                  <a:srgbClr val="7861AD"/>
                </a:solidFill>
                <a:latin typeface="Nimbus Sans"/>
                <a:ea typeface="Nimbus Sans"/>
                <a:cs typeface="Nimbus Sans"/>
              </a:defRPr>
            </a:pPr>
            <a:r>
              <a:rPr sz="2478" b="1">
                <a:solidFill>
                  <a:srgbClr val="7861AD"/>
                </a:solidFill>
                <a:latin typeface="Nimbus Sans"/>
                <a:ea typeface="Nimbus Sans"/>
                <a:cs typeface="Nimbus Sans"/>
              </a:rPr>
              <a:t>UPF</a:t>
            </a:r>
          </a:p>
        </p:txBody>
      </p:sp>
      <p:sp>
        <p:nvSpPr>
          <p:cNvPr id="15" name="f58">
            <a:extLst xmlns:a="http://schemas.openxmlformats.org/drawingml/2006/main">
              <a:ext uri="{FF2B5EF4-FFF2-40B4-BE49-F238E27FC236}">
                <a16:creationId xmlns:a16="http://schemas.microsoft.com/office/drawing/2014/main" id="{7EA270F0-7BBC-48FA-A908-D122B10D2CED}"/>
              </a:ext>
            </a:extLst>
          </p:cNvPr>
          <p:cNvSpPr>
            <a:spLocks xmlns:a="http://schemas.openxmlformats.org/drawingml/2006/main" noGrp="1"/>
          </p:cNvSpPr>
          <p:nvPr/>
        </p:nvSpPr>
        <p:spPr>
          <a:xfrm xmlns:a="http://schemas.openxmlformats.org/drawingml/2006/main">
            <a:off x="11398758" y="3855632"/>
            <a:ext cx="436662" cy="2731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93" b="0">
                <a:solidFill>
                  <a:srgbClr val="278766"/>
                </a:solidFill>
                <a:latin typeface="Nimbus Sans"/>
                <a:ea typeface="Nimbus Sans"/>
                <a:cs typeface="Nimbus Sans"/>
              </a:defRPr>
            </a:defPPr>
            <a:lvl1pPr algn="l">
              <a:defRPr sz="1593" b="0">
                <a:solidFill>
                  <a:srgbClr val="278766"/>
                </a:solidFill>
                <a:latin typeface="Nimbus Sans"/>
                <a:ea typeface="Nimbus Sans"/>
                <a:cs typeface="Nimbus Sans"/>
              </a:defRPr>
            </a:lvl1pPr>
            <a:lvl2pPr algn="l">
              <a:defRPr sz="1593" b="0">
                <a:solidFill>
                  <a:srgbClr val="278766"/>
                </a:solidFill>
                <a:latin typeface="Nimbus Sans"/>
                <a:ea typeface="Nimbus Sans"/>
                <a:cs typeface="Nimbus Sans"/>
              </a:defRPr>
            </a:lvl2pPr>
            <a:lvl3pPr algn="l">
              <a:defRPr sz="1593" b="0">
                <a:solidFill>
                  <a:srgbClr val="278766"/>
                </a:solidFill>
                <a:latin typeface="Nimbus Sans"/>
                <a:ea typeface="Nimbus Sans"/>
                <a:cs typeface="Nimbus Sans"/>
              </a:defRPr>
            </a:lvl3pPr>
            <a:lvl4pPr algn="l">
              <a:defRPr sz="1593" b="0">
                <a:solidFill>
                  <a:srgbClr val="278766"/>
                </a:solidFill>
                <a:latin typeface="Nimbus Sans"/>
                <a:ea typeface="Nimbus Sans"/>
                <a:cs typeface="Nimbus Sans"/>
              </a:defRPr>
            </a:lvl4pPr>
            <a:lvl5pPr algn="l">
              <a:defRPr sz="1593" b="0">
                <a:solidFill>
                  <a:srgbClr val="278766"/>
                </a:solidFill>
                <a:latin typeface="Nimbus Sans"/>
                <a:ea typeface="Nimbus Sans"/>
                <a:cs typeface="Nimbus Sans"/>
              </a:defRPr>
            </a:lvl5pPr>
            <a:lvl6pPr algn="l">
              <a:defRPr sz="1593" b="0">
                <a:solidFill>
                  <a:srgbClr val="278766"/>
                </a:solidFill>
                <a:latin typeface="Nimbus Sans"/>
                <a:ea typeface="Nimbus Sans"/>
                <a:cs typeface="Nimbus Sans"/>
              </a:defRPr>
            </a:lvl6pPr>
            <a:lvl7pPr algn="l">
              <a:defRPr sz="1593" b="0">
                <a:solidFill>
                  <a:srgbClr val="278766"/>
                </a:solidFill>
                <a:latin typeface="Nimbus Sans"/>
                <a:ea typeface="Nimbus Sans"/>
                <a:cs typeface="Nimbus Sans"/>
              </a:defRPr>
            </a:lvl7pPr>
            <a:lvl8pPr algn="l">
              <a:defRPr sz="1593" b="0">
                <a:solidFill>
                  <a:srgbClr val="278766"/>
                </a:solidFill>
                <a:latin typeface="Nimbus Sans"/>
                <a:ea typeface="Nimbus Sans"/>
                <a:cs typeface="Nimbus Sans"/>
              </a:defRPr>
            </a:lvl8pPr>
            <a:lvl9pPr algn="l">
              <a:defRPr sz="1593" b="0">
                <a:solidFill>
                  <a:srgbClr val="278766"/>
                </a:solidFill>
                <a:latin typeface="Nimbus Sans"/>
                <a:ea typeface="Nimbus Sans"/>
                <a:cs typeface="Nimbus Sans"/>
              </a:defRPr>
            </a:lvl9pPr>
          </a:lstStyle>
          <a:p xmlns:a="http://schemas.openxmlformats.org/drawingml/2006/main">
            <a:pPr algn="l">
              <a:defRPr sz="1593" b="0">
                <a:solidFill>
                  <a:srgbClr val="278766"/>
                </a:solidFill>
                <a:latin typeface="Nimbus Sans"/>
                <a:ea typeface="Nimbus Sans"/>
                <a:cs typeface="Nimbus Sans"/>
              </a:defRPr>
            </a:pPr>
            <a:r>
              <a:rPr sz="1593" b="0">
                <a:solidFill>
                  <a:srgbClr val="278766"/>
                </a:solidFill>
                <a:latin typeface="Nimbus Sans"/>
                <a:ea typeface="Nimbus Sans"/>
                <a:cs typeface="Nimbus Sans"/>
              </a:rPr>
              <a:t>SBI</a:t>
            </a:r>
          </a:p>
        </p:txBody>
      </p:sp>
      <p:sp>
        <p:nvSpPr>
          <p:cNvPr id="16" name="f59">
            <a:extLst xmlns:a="http://schemas.openxmlformats.org/drawingml/2006/main">
              <a:ext uri="{FF2B5EF4-FFF2-40B4-BE49-F238E27FC236}">
                <a16:creationId xmlns:a16="http://schemas.microsoft.com/office/drawing/2014/main" id="{61645066-CCB4-4C2F-AB90-849B5897B039}"/>
              </a:ext>
            </a:extLst>
          </p:cNvPr>
          <p:cNvSpPr>
            <a:spLocks xmlns:a="http://schemas.openxmlformats.org/drawingml/2006/main" noGrp="1"/>
          </p:cNvSpPr>
          <p:nvPr/>
        </p:nvSpPr>
        <p:spPr>
          <a:xfrm xmlns:a="http://schemas.openxmlformats.org/drawingml/2006/main">
            <a:off x="8139303" y="5682164"/>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N4</a:t>
            </a:r>
          </a:p>
        </p:txBody>
      </p:sp>
      <p:sp>
        <p:nvSpPr>
          <p:cNvPr id="17" name="f60">
            <a:extLst xmlns:a="http://schemas.openxmlformats.org/drawingml/2006/main">
              <a:ext uri="{FF2B5EF4-FFF2-40B4-BE49-F238E27FC236}">
                <a16:creationId xmlns:a16="http://schemas.microsoft.com/office/drawing/2014/main" id="{9EE25AC5-115D-45C7-8F6F-9B5673C157AF}"/>
              </a:ext>
            </a:extLst>
          </p:cNvPr>
          <p:cNvSpPr>
            <a:spLocks xmlns:a="http://schemas.openxmlformats.org/drawingml/2006/main" noGrp="1"/>
          </p:cNvSpPr>
          <p:nvPr/>
        </p:nvSpPr>
        <p:spPr>
          <a:xfrm xmlns:a="http://schemas.openxmlformats.org/drawingml/2006/main">
            <a:off x="2286420" y="7499366"/>
            <a:ext cx="511225"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UE</a:t>
            </a:r>
          </a:p>
        </p:txBody>
      </p:sp>
      <p:sp>
        <p:nvSpPr>
          <p:cNvPr id="18" name="f61">
            <a:extLst xmlns:a="http://schemas.openxmlformats.org/drawingml/2006/main">
              <a:ext uri="{FF2B5EF4-FFF2-40B4-BE49-F238E27FC236}">
                <a16:creationId xmlns:a16="http://schemas.microsoft.com/office/drawing/2014/main" id="{1BF16296-5350-47D4-8D8A-4398AC17F0E3}"/>
              </a:ext>
            </a:extLst>
          </p:cNvPr>
          <p:cNvSpPr>
            <a:spLocks xmlns:a="http://schemas.openxmlformats.org/drawingml/2006/main" noGrp="1"/>
          </p:cNvSpPr>
          <p:nvPr/>
        </p:nvSpPr>
        <p:spPr>
          <a:xfrm xmlns:a="http://schemas.openxmlformats.org/drawingml/2006/main">
            <a:off x="3753609" y="7499366"/>
            <a:ext cx="701427"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gNB</a:t>
            </a:r>
          </a:p>
        </p:txBody>
      </p:sp>
      <p:sp>
        <p:nvSpPr>
          <p:cNvPr id="19" name="f62">
            <a:extLst xmlns:a="http://schemas.openxmlformats.org/drawingml/2006/main">
              <a:ext uri="{FF2B5EF4-FFF2-40B4-BE49-F238E27FC236}">
                <a16:creationId xmlns:a16="http://schemas.microsoft.com/office/drawing/2014/main" id="{8BA8608C-CDD3-4148-AAC4-FFBDA238B19C}"/>
              </a:ext>
            </a:extLst>
          </p:cNvPr>
          <p:cNvSpPr>
            <a:spLocks xmlns:a="http://schemas.openxmlformats.org/drawingml/2006/main" noGrp="1"/>
          </p:cNvSpPr>
          <p:nvPr/>
        </p:nvSpPr>
        <p:spPr>
          <a:xfrm xmlns:a="http://schemas.openxmlformats.org/drawingml/2006/main">
            <a:off x="5018946" y="5389937"/>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278766"/>
                </a:solidFill>
                <a:latin typeface="Nimbus Sans"/>
                <a:ea typeface="Nimbus Sans"/>
                <a:cs typeface="Nimbus Sans"/>
              </a:defRPr>
            </a:defPPr>
            <a:lvl1pPr algn="l">
              <a:defRPr sz="1858" b="1">
                <a:solidFill>
                  <a:srgbClr val="278766"/>
                </a:solidFill>
                <a:latin typeface="Nimbus Sans"/>
                <a:ea typeface="Nimbus Sans"/>
                <a:cs typeface="Nimbus Sans"/>
              </a:defRPr>
            </a:lvl1pPr>
            <a:lvl2pPr algn="l">
              <a:defRPr sz="1858" b="1">
                <a:solidFill>
                  <a:srgbClr val="278766"/>
                </a:solidFill>
                <a:latin typeface="Nimbus Sans"/>
                <a:ea typeface="Nimbus Sans"/>
                <a:cs typeface="Nimbus Sans"/>
              </a:defRPr>
            </a:lvl2pPr>
            <a:lvl3pPr algn="l">
              <a:defRPr sz="1858" b="1">
                <a:solidFill>
                  <a:srgbClr val="278766"/>
                </a:solidFill>
                <a:latin typeface="Nimbus Sans"/>
                <a:ea typeface="Nimbus Sans"/>
                <a:cs typeface="Nimbus Sans"/>
              </a:defRPr>
            </a:lvl3pPr>
            <a:lvl4pPr algn="l">
              <a:defRPr sz="1858" b="1">
                <a:solidFill>
                  <a:srgbClr val="278766"/>
                </a:solidFill>
                <a:latin typeface="Nimbus Sans"/>
                <a:ea typeface="Nimbus Sans"/>
                <a:cs typeface="Nimbus Sans"/>
              </a:defRPr>
            </a:lvl4pPr>
            <a:lvl5pPr algn="l">
              <a:defRPr sz="1858" b="1">
                <a:solidFill>
                  <a:srgbClr val="278766"/>
                </a:solidFill>
                <a:latin typeface="Nimbus Sans"/>
                <a:ea typeface="Nimbus Sans"/>
                <a:cs typeface="Nimbus Sans"/>
              </a:defRPr>
            </a:lvl5pPr>
            <a:lvl6pPr algn="l">
              <a:defRPr sz="1858" b="1">
                <a:solidFill>
                  <a:srgbClr val="278766"/>
                </a:solidFill>
                <a:latin typeface="Nimbus Sans"/>
                <a:ea typeface="Nimbus Sans"/>
                <a:cs typeface="Nimbus Sans"/>
              </a:defRPr>
            </a:lvl6pPr>
            <a:lvl7pPr algn="l">
              <a:defRPr sz="1858" b="1">
                <a:solidFill>
                  <a:srgbClr val="278766"/>
                </a:solidFill>
                <a:latin typeface="Nimbus Sans"/>
                <a:ea typeface="Nimbus Sans"/>
                <a:cs typeface="Nimbus Sans"/>
              </a:defRPr>
            </a:lvl7pPr>
            <a:lvl8pPr algn="l">
              <a:defRPr sz="1858" b="1">
                <a:solidFill>
                  <a:srgbClr val="278766"/>
                </a:solidFill>
                <a:latin typeface="Nimbus Sans"/>
                <a:ea typeface="Nimbus Sans"/>
                <a:cs typeface="Nimbus Sans"/>
              </a:defRPr>
            </a:lvl8pPr>
            <a:lvl9pPr algn="l">
              <a:defRPr sz="1858" b="1">
                <a:solidFill>
                  <a:srgbClr val="278766"/>
                </a:solidFill>
                <a:latin typeface="Nimbus Sans"/>
                <a:ea typeface="Nimbus Sans"/>
                <a:cs typeface="Nimbus Sans"/>
              </a:defRPr>
            </a:lvl9pPr>
          </a:lstStyle>
          <a:p xmlns:a="http://schemas.openxmlformats.org/drawingml/2006/main">
            <a:pPr algn="l">
              <a:defRPr sz="1858" b="1">
                <a:solidFill>
                  <a:srgbClr val="278766"/>
                </a:solidFill>
                <a:latin typeface="Nimbus Sans"/>
                <a:ea typeface="Nimbus Sans"/>
                <a:cs typeface="Nimbus Sans"/>
              </a:defRPr>
            </a:pPr>
            <a:r>
              <a:rPr sz="1858" b="1">
                <a:solidFill>
                  <a:srgbClr val="278766"/>
                </a:solidFill>
                <a:latin typeface="Nimbus Sans"/>
                <a:ea typeface="Nimbus Sans"/>
                <a:cs typeface="Nimbus Sans"/>
              </a:rPr>
              <a:t>N2</a:t>
            </a:r>
          </a:p>
        </p:txBody>
      </p:sp>
      <p:sp>
        <p:nvSpPr>
          <p:cNvPr id="20" name="f63">
            <a:extLst xmlns:a="http://schemas.openxmlformats.org/drawingml/2006/main">
              <a:ext uri="{FF2B5EF4-FFF2-40B4-BE49-F238E27FC236}">
                <a16:creationId xmlns:a16="http://schemas.microsoft.com/office/drawing/2014/main" id="{56C7BEBB-8D97-4895-990C-D40AF7E21F58}"/>
              </a:ext>
            </a:extLst>
          </p:cNvPr>
          <p:cNvSpPr>
            <a:spLocks xmlns:a="http://schemas.openxmlformats.org/drawingml/2006/main" noGrp="1"/>
          </p:cNvSpPr>
          <p:nvPr/>
        </p:nvSpPr>
        <p:spPr>
          <a:xfrm xmlns:a="http://schemas.openxmlformats.org/drawingml/2006/main">
            <a:off x="6206109" y="6480168"/>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N3</a:t>
            </a:r>
          </a:p>
        </p:txBody>
      </p:sp>
      <p:sp>
        <p:nvSpPr>
          <p:cNvPr id="21" name="f64">
            <a:extLst xmlns:a="http://schemas.openxmlformats.org/drawingml/2006/main">
              <a:ext uri="{FF2B5EF4-FFF2-40B4-BE49-F238E27FC236}">
                <a16:creationId xmlns:a16="http://schemas.microsoft.com/office/drawing/2014/main" id="{913F8C88-BC34-4DAC-8CB0-BCD492A6A32D}"/>
              </a:ext>
            </a:extLst>
          </p:cNvPr>
          <p:cNvSpPr>
            <a:spLocks xmlns:a="http://schemas.openxmlformats.org/drawingml/2006/main" noGrp="1"/>
          </p:cNvSpPr>
          <p:nvPr/>
        </p:nvSpPr>
        <p:spPr>
          <a:xfrm xmlns:a="http://schemas.openxmlformats.org/drawingml/2006/main">
            <a:off x="10544556" y="6480168"/>
            <a:ext cx="418654" cy="31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58" b="1">
                <a:solidFill>
                  <a:srgbClr val="7861AD"/>
                </a:solidFill>
                <a:latin typeface="Nimbus Sans"/>
                <a:ea typeface="Nimbus Sans"/>
                <a:cs typeface="Nimbus Sans"/>
              </a:defRPr>
            </a:defPPr>
            <a:lvl1pPr algn="l">
              <a:defRPr sz="1858" b="1">
                <a:solidFill>
                  <a:srgbClr val="7861AD"/>
                </a:solidFill>
                <a:latin typeface="Nimbus Sans"/>
                <a:ea typeface="Nimbus Sans"/>
                <a:cs typeface="Nimbus Sans"/>
              </a:defRPr>
            </a:lvl1pPr>
            <a:lvl2pPr algn="l">
              <a:defRPr sz="1858" b="1">
                <a:solidFill>
                  <a:srgbClr val="7861AD"/>
                </a:solidFill>
                <a:latin typeface="Nimbus Sans"/>
                <a:ea typeface="Nimbus Sans"/>
                <a:cs typeface="Nimbus Sans"/>
              </a:defRPr>
            </a:lvl2pPr>
            <a:lvl3pPr algn="l">
              <a:defRPr sz="1858" b="1">
                <a:solidFill>
                  <a:srgbClr val="7861AD"/>
                </a:solidFill>
                <a:latin typeface="Nimbus Sans"/>
                <a:ea typeface="Nimbus Sans"/>
                <a:cs typeface="Nimbus Sans"/>
              </a:defRPr>
            </a:lvl3pPr>
            <a:lvl4pPr algn="l">
              <a:defRPr sz="1858" b="1">
                <a:solidFill>
                  <a:srgbClr val="7861AD"/>
                </a:solidFill>
                <a:latin typeface="Nimbus Sans"/>
                <a:ea typeface="Nimbus Sans"/>
                <a:cs typeface="Nimbus Sans"/>
              </a:defRPr>
            </a:lvl4pPr>
            <a:lvl5pPr algn="l">
              <a:defRPr sz="1858" b="1">
                <a:solidFill>
                  <a:srgbClr val="7861AD"/>
                </a:solidFill>
                <a:latin typeface="Nimbus Sans"/>
                <a:ea typeface="Nimbus Sans"/>
                <a:cs typeface="Nimbus Sans"/>
              </a:defRPr>
            </a:lvl5pPr>
            <a:lvl6pPr algn="l">
              <a:defRPr sz="1858" b="1">
                <a:solidFill>
                  <a:srgbClr val="7861AD"/>
                </a:solidFill>
                <a:latin typeface="Nimbus Sans"/>
                <a:ea typeface="Nimbus Sans"/>
                <a:cs typeface="Nimbus Sans"/>
              </a:defRPr>
            </a:lvl6pPr>
            <a:lvl7pPr algn="l">
              <a:defRPr sz="1858" b="1">
                <a:solidFill>
                  <a:srgbClr val="7861AD"/>
                </a:solidFill>
                <a:latin typeface="Nimbus Sans"/>
                <a:ea typeface="Nimbus Sans"/>
                <a:cs typeface="Nimbus Sans"/>
              </a:defRPr>
            </a:lvl7pPr>
            <a:lvl8pPr algn="l">
              <a:defRPr sz="1858" b="1">
                <a:solidFill>
                  <a:srgbClr val="7861AD"/>
                </a:solidFill>
                <a:latin typeface="Nimbus Sans"/>
                <a:ea typeface="Nimbus Sans"/>
                <a:cs typeface="Nimbus Sans"/>
              </a:defRPr>
            </a:lvl8pPr>
            <a:lvl9pPr algn="l">
              <a:defRPr sz="1858" b="1">
                <a:solidFill>
                  <a:srgbClr val="7861AD"/>
                </a:solidFill>
                <a:latin typeface="Nimbus Sans"/>
                <a:ea typeface="Nimbus Sans"/>
                <a:cs typeface="Nimbus Sans"/>
              </a:defRPr>
            </a:lvl9pPr>
          </a:lstStyle>
          <a:p xmlns:a="http://schemas.openxmlformats.org/drawingml/2006/main">
            <a:pPr algn="l">
              <a:defRPr sz="1858" b="1">
                <a:solidFill>
                  <a:srgbClr val="7861AD"/>
                </a:solidFill>
                <a:latin typeface="Nimbus Sans"/>
                <a:ea typeface="Nimbus Sans"/>
                <a:cs typeface="Nimbus Sans"/>
              </a:defRPr>
            </a:pPr>
            <a:r>
              <a:rPr sz="1858" b="1">
                <a:solidFill>
                  <a:srgbClr val="7861AD"/>
                </a:solidFill>
                <a:latin typeface="Nimbus Sans"/>
                <a:ea typeface="Nimbus Sans"/>
                <a:cs typeface="Nimbus Sans"/>
              </a:rPr>
              <a:t>N6</a:t>
            </a:r>
          </a:p>
        </p:txBody>
      </p:sp>
      <p:sp>
        <p:nvSpPr>
          <p:cNvPr id="22" name="f65">
            <a:extLst xmlns:a="http://schemas.openxmlformats.org/drawingml/2006/main">
              <a:ext uri="{FF2B5EF4-FFF2-40B4-BE49-F238E27FC236}">
                <a16:creationId xmlns:a16="http://schemas.microsoft.com/office/drawing/2014/main" id="{969C5E8F-E0BD-4DE0-8735-17C8E3CE8E71}"/>
              </a:ext>
            </a:extLst>
          </p:cNvPr>
          <p:cNvSpPr>
            <a:spLocks xmlns:a="http://schemas.openxmlformats.org/drawingml/2006/main" noGrp="1"/>
          </p:cNvSpPr>
          <p:nvPr/>
        </p:nvSpPr>
        <p:spPr>
          <a:xfrm xmlns:a="http://schemas.openxmlformats.org/drawingml/2006/main">
            <a:off x="12291670" y="7499366"/>
            <a:ext cx="1158925" cy="3793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13" b="1">
                <a:solidFill>
                  <a:srgbClr val="1C2A40"/>
                </a:solidFill>
                <a:latin typeface="Nimbus Sans"/>
                <a:ea typeface="Nimbus Sans"/>
                <a:cs typeface="Nimbus Sans"/>
              </a:defRPr>
            </a:defPPr>
            <a:lvl1pPr algn="l">
              <a:defRPr sz="2213" b="1">
                <a:solidFill>
                  <a:srgbClr val="1C2A40"/>
                </a:solidFill>
                <a:latin typeface="Nimbus Sans"/>
                <a:ea typeface="Nimbus Sans"/>
                <a:cs typeface="Nimbus Sans"/>
              </a:defRPr>
            </a:lvl1pPr>
            <a:lvl2pPr algn="l">
              <a:defRPr sz="2213" b="1">
                <a:solidFill>
                  <a:srgbClr val="1C2A40"/>
                </a:solidFill>
                <a:latin typeface="Nimbus Sans"/>
                <a:ea typeface="Nimbus Sans"/>
                <a:cs typeface="Nimbus Sans"/>
              </a:defRPr>
            </a:lvl2pPr>
            <a:lvl3pPr algn="l">
              <a:defRPr sz="2213" b="1">
                <a:solidFill>
                  <a:srgbClr val="1C2A40"/>
                </a:solidFill>
                <a:latin typeface="Nimbus Sans"/>
                <a:ea typeface="Nimbus Sans"/>
                <a:cs typeface="Nimbus Sans"/>
              </a:defRPr>
            </a:lvl3pPr>
            <a:lvl4pPr algn="l">
              <a:defRPr sz="2213" b="1">
                <a:solidFill>
                  <a:srgbClr val="1C2A40"/>
                </a:solidFill>
                <a:latin typeface="Nimbus Sans"/>
                <a:ea typeface="Nimbus Sans"/>
                <a:cs typeface="Nimbus Sans"/>
              </a:defRPr>
            </a:lvl4pPr>
            <a:lvl5pPr algn="l">
              <a:defRPr sz="2213" b="1">
                <a:solidFill>
                  <a:srgbClr val="1C2A40"/>
                </a:solidFill>
                <a:latin typeface="Nimbus Sans"/>
                <a:ea typeface="Nimbus Sans"/>
                <a:cs typeface="Nimbus Sans"/>
              </a:defRPr>
            </a:lvl5pPr>
            <a:lvl6pPr algn="l">
              <a:defRPr sz="2213" b="1">
                <a:solidFill>
                  <a:srgbClr val="1C2A40"/>
                </a:solidFill>
                <a:latin typeface="Nimbus Sans"/>
                <a:ea typeface="Nimbus Sans"/>
                <a:cs typeface="Nimbus Sans"/>
              </a:defRPr>
            </a:lvl6pPr>
            <a:lvl7pPr algn="l">
              <a:defRPr sz="2213" b="1">
                <a:solidFill>
                  <a:srgbClr val="1C2A40"/>
                </a:solidFill>
                <a:latin typeface="Nimbus Sans"/>
                <a:ea typeface="Nimbus Sans"/>
                <a:cs typeface="Nimbus Sans"/>
              </a:defRPr>
            </a:lvl7pPr>
            <a:lvl8pPr algn="l">
              <a:defRPr sz="2213" b="1">
                <a:solidFill>
                  <a:srgbClr val="1C2A40"/>
                </a:solidFill>
                <a:latin typeface="Nimbus Sans"/>
                <a:ea typeface="Nimbus Sans"/>
                <a:cs typeface="Nimbus Sans"/>
              </a:defRPr>
            </a:lvl8pPr>
            <a:lvl9pPr algn="l">
              <a:defRPr sz="2213" b="1">
                <a:solidFill>
                  <a:srgbClr val="1C2A40"/>
                </a:solidFill>
                <a:latin typeface="Nimbus Sans"/>
                <a:ea typeface="Nimbus Sans"/>
                <a:cs typeface="Nimbus Sans"/>
              </a:defRPr>
            </a:lvl9pPr>
          </a:lstStyle>
          <a:p xmlns:a="http://schemas.openxmlformats.org/drawingml/2006/main">
            <a:pPr algn="l">
              <a:defRPr sz="2213" b="1">
                <a:solidFill>
                  <a:srgbClr val="1C2A40"/>
                </a:solidFill>
                <a:latin typeface="Nimbus Sans"/>
                <a:ea typeface="Nimbus Sans"/>
                <a:cs typeface="Nimbus Sans"/>
              </a:defRPr>
            </a:pPr>
            <a:r>
              <a:rPr sz="2213" b="1">
                <a:solidFill>
                  <a:srgbClr val="1C2A40"/>
                </a:solidFill>
                <a:latin typeface="Nimbus Sans"/>
                <a:ea typeface="Nimbus Sans"/>
                <a:cs typeface="Nimbus Sans"/>
              </a:rPr>
              <a:t>Internet</a:t>
            </a:r>
          </a:p>
        </p:txBody>
      </p:sp>
    </p:spTree>
    <p:extLst>
      <p:ext uri="{BB962C8B-B14F-4D97-AF65-F5344CB8AC3E}">
        <p14:creationId xmlns:p14="http://schemas.microsoft.com/office/powerpoint/2010/main" val="119715419"/>
      </p:ext>
    </p:extLst>
  </p:cSld>
</p:sld>
</file>

<file path=ppt/slides/slide4.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15" name="f66">
            <a:extLst xmlns:a="http://schemas.openxmlformats.org/drawingml/2006/main">
              <a:ext uri="{FF2B5EF4-FFF2-40B4-BE49-F238E27FC236}">
                <a16:creationId xmlns:a16="http://schemas.microsoft.com/office/drawing/2014/main" id="{43058FA7-C864-499F-88DC-DFAEEE3D0D99}"/>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1° CONTRIBUTO</a:t>
            </a:r>
          </a:p>
        </p:txBody>
      </p:sp>
      <p:sp>
        <p:nvSpPr>
          <p:cNvPr id="2" name="f67">
            <a:extLst xmlns:a="http://schemas.openxmlformats.org/drawingml/2006/main">
              <a:ext uri="{FF2B5EF4-FFF2-40B4-BE49-F238E27FC236}">
                <a16:creationId xmlns:a16="http://schemas.microsoft.com/office/drawing/2014/main" id="{787545C4-0DAE-443E-A322-987EF62AAF2E}"/>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04 / 07</a:t>
            </a:r>
          </a:p>
        </p:txBody>
      </p:sp>
      <p:sp>
        <p:nvSpPr>
          <p:cNvPr id="3" name="f68">
            <a:extLst xmlns:a="http://schemas.openxmlformats.org/drawingml/2006/main">
              <a:ext uri="{FF2B5EF4-FFF2-40B4-BE49-F238E27FC236}">
                <a16:creationId xmlns:a16="http://schemas.microsoft.com/office/drawing/2014/main" id="{422F3652-923E-408B-B2B4-ED312BAE112D}"/>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Dagli SCAS al DSL</a:t>
            </a:r>
          </a:p>
        </p:txBody>
      </p:sp>
      <p:sp>
        <p:nvSpPr>
          <p:cNvPr id="4" name="f69">
            <a:extLst xmlns:a="http://schemas.openxmlformats.org/drawingml/2006/main">
              <a:ext uri="{FF2B5EF4-FFF2-40B4-BE49-F238E27FC236}">
                <a16:creationId xmlns:a16="http://schemas.microsoft.com/office/drawing/2014/main" id="{E8A6D404-65B1-4330-858A-3753C75A09B5}"/>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Un linguaggio per selezionare i messaggi e descrivere i criteri di verifica.</a:t>
            </a:r>
          </a:p>
        </p:txBody>
      </p:sp>
      <p:sp>
        <p:nvSpPr>
          <p:cNvPr id="5" name="f101">
            <a:extLst xmlns:a="http://schemas.openxmlformats.org/drawingml/2006/main">
              <a:ext uri="{FF2B5EF4-FFF2-40B4-BE49-F238E27FC236}">
                <a16:creationId xmlns:a16="http://schemas.microsoft.com/office/drawing/2014/main" id="{3D0715D7-2FD7-4D6E-AC11-E7CC5A2DFCEC}"/>
              </a:ext>
            </a:extLst>
          </p:cNvPr>
          <p:cNvSpPr>
            <a:spLocks xmlns:a="http://schemas.openxmlformats.org/drawingml/2006/main" noGrp="1"/>
          </p:cNvSpPr>
          <p:nvPr/>
        </p:nvSpPr>
        <p:spPr>
          <a:xfrm xmlns:a="http://schemas.openxmlformats.org/drawingml/2006/main">
            <a:off x="1066800" y="27241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00" b="1">
                <a:solidFill>
                  <a:srgbClr val="182536"/>
                </a:solidFill>
                <a:latin typeface="Nimbus Sans"/>
                <a:ea typeface="Nimbus Sans"/>
                <a:cs typeface="Nimbus Sans"/>
              </a:defRPr>
            </a:defPPr>
            <a:lvl1pPr algn="l">
              <a:defRPr sz="2700" b="1">
                <a:solidFill>
                  <a:srgbClr val="182536"/>
                </a:solidFill>
                <a:latin typeface="Nimbus Sans"/>
                <a:ea typeface="Nimbus Sans"/>
                <a:cs typeface="Nimbus Sans"/>
              </a:defRPr>
            </a:lvl1pPr>
            <a:lvl2pPr algn="l">
              <a:defRPr sz="2700" b="1">
                <a:solidFill>
                  <a:srgbClr val="182536"/>
                </a:solidFill>
                <a:latin typeface="Nimbus Sans"/>
                <a:ea typeface="Nimbus Sans"/>
                <a:cs typeface="Nimbus Sans"/>
              </a:defRPr>
            </a:lvl2pPr>
            <a:lvl3pPr algn="l">
              <a:defRPr sz="2700" b="1">
                <a:solidFill>
                  <a:srgbClr val="182536"/>
                </a:solidFill>
                <a:latin typeface="Nimbus Sans"/>
                <a:ea typeface="Nimbus Sans"/>
                <a:cs typeface="Nimbus Sans"/>
              </a:defRPr>
            </a:lvl3pPr>
            <a:lvl4pPr algn="l">
              <a:defRPr sz="2700" b="1">
                <a:solidFill>
                  <a:srgbClr val="182536"/>
                </a:solidFill>
                <a:latin typeface="Nimbus Sans"/>
                <a:ea typeface="Nimbus Sans"/>
                <a:cs typeface="Nimbus Sans"/>
              </a:defRPr>
            </a:lvl4pPr>
            <a:lvl5pPr algn="l">
              <a:defRPr sz="2700" b="1">
                <a:solidFill>
                  <a:srgbClr val="182536"/>
                </a:solidFill>
                <a:latin typeface="Nimbus Sans"/>
                <a:ea typeface="Nimbus Sans"/>
                <a:cs typeface="Nimbus Sans"/>
              </a:defRPr>
            </a:lvl5pPr>
            <a:lvl6pPr algn="l">
              <a:defRPr sz="2700" b="1">
                <a:solidFill>
                  <a:srgbClr val="182536"/>
                </a:solidFill>
                <a:latin typeface="Nimbus Sans"/>
                <a:ea typeface="Nimbus Sans"/>
                <a:cs typeface="Nimbus Sans"/>
              </a:defRPr>
            </a:lvl6pPr>
            <a:lvl7pPr algn="l">
              <a:defRPr sz="2700" b="1">
                <a:solidFill>
                  <a:srgbClr val="182536"/>
                </a:solidFill>
                <a:latin typeface="Nimbus Sans"/>
                <a:ea typeface="Nimbus Sans"/>
                <a:cs typeface="Nimbus Sans"/>
              </a:defRPr>
            </a:lvl7pPr>
            <a:lvl8pPr algn="l">
              <a:defRPr sz="2700" b="1">
                <a:solidFill>
                  <a:srgbClr val="182536"/>
                </a:solidFill>
                <a:latin typeface="Nimbus Sans"/>
                <a:ea typeface="Nimbus Sans"/>
                <a:cs typeface="Nimbus Sans"/>
              </a:defRPr>
            </a:lvl8pPr>
            <a:lvl9pPr algn="l">
              <a:defRPr sz="2700" b="1">
                <a:solidFill>
                  <a:srgbClr val="182536"/>
                </a:solidFill>
                <a:latin typeface="Nimbus Sans"/>
                <a:ea typeface="Nimbus Sans"/>
                <a:cs typeface="Nimbus Sans"/>
              </a:defRPr>
            </a:lvl9pPr>
          </a:lstStyle>
          <a:p xmlns:a="http://schemas.openxmlformats.org/drawingml/2006/main">
            <a:pPr algn="l">
              <a:defRPr sz="2700" b="1">
                <a:solidFill>
                  <a:srgbClr val="182536"/>
                </a:solidFill>
                <a:latin typeface="Nimbus Sans"/>
                <a:ea typeface="Nimbus Sans"/>
                <a:cs typeface="Nimbus Sans"/>
              </a:defRPr>
            </a:pPr>
            <a:r>
              <a:rPr sz="2700" b="1">
                <a:solidFill>
                  <a:srgbClr val="182536"/>
                </a:solidFill>
                <a:latin typeface="Nimbus Sans"/>
                <a:ea typeface="Nimbus Sans"/>
                <a:cs typeface="Nimbus Sans"/>
              </a:rPr>
              <a:t>NRF Discovery Authorization</a:t>
            </a:r>
          </a:p>
        </p:txBody>
      </p:sp>
      <p:sp>
        <p:nvSpPr>
          <p:cNvPr id="6" name="f102">
            <a:extLst xmlns:a="http://schemas.openxmlformats.org/drawingml/2006/main">
              <a:ext uri="{FF2B5EF4-FFF2-40B4-BE49-F238E27FC236}">
                <a16:creationId xmlns:a16="http://schemas.microsoft.com/office/drawing/2014/main" id="{4C26CCCE-A063-490B-A175-CA2A1DB3650B}"/>
              </a:ext>
            </a:extLst>
          </p:cNvPr>
          <p:cNvSpPr>
            <a:spLocks xmlns:a="http://schemas.openxmlformats.org/drawingml/2006/main" noGrp="1"/>
          </p:cNvSpPr>
          <p:nvPr/>
        </p:nvSpPr>
        <p:spPr>
          <a:xfrm xmlns:a="http://schemas.openxmlformats.org/drawingml/2006/main">
            <a:off x="1066800" y="3381375"/>
            <a:ext cx="7239000" cy="4276725"/>
          </a:xfrm>
          <a:prstGeom xmlns:a="http://schemas.openxmlformats.org/drawingml/2006/main" prst="roundRect">
            <a:avLst>
              <a:gd name="adj" fmla="val 3563"/>
            </a:avLst>
          </a:prstGeom>
          <a:solidFill xmlns:a="http://schemas.openxmlformats.org/drawingml/2006/main">
            <a:srgbClr val="FFFFFF"/>
          </a:solidFill>
          <a:ln xmlns:a="http://schemas.openxmlformats.org/drawingml/2006/main" w="17145">
            <a:solidFill>
              <a:srgbClr val="D9E3EF"/>
            </a:solidFill>
            <a:prstDash val="solid"/>
          </a:ln>
        </p:spPr>
      </p:sp>
      <p:sp>
        <p:nvSpPr>
          <p:cNvPr id="7" name="f103">
            <a:extLst xmlns:a="http://schemas.openxmlformats.org/drawingml/2006/main">
              <a:ext uri="{FF2B5EF4-FFF2-40B4-BE49-F238E27FC236}">
                <a16:creationId xmlns:a16="http://schemas.microsoft.com/office/drawing/2014/main" id="{2013D035-2096-4AFD-901E-A10E058D8264}"/>
              </a:ext>
            </a:extLst>
          </p:cNvPr>
          <p:cNvSpPr>
            <a:spLocks xmlns:a="http://schemas.openxmlformats.org/drawingml/2006/main" noGrp="1"/>
          </p:cNvSpPr>
          <p:nvPr/>
        </p:nvSpPr>
        <p:spPr>
          <a:xfrm xmlns:a="http://schemas.openxmlformats.org/drawingml/2006/main">
            <a:off x="1295400" y="3981450"/>
            <a:ext cx="6781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4264D0"/>
                </a:solidFill>
                <a:latin typeface="DejaVu Sans Mono"/>
                <a:ea typeface="DejaVu Sans Mono"/>
                <a:cs typeface="DejaVu Sans Mono"/>
              </a:defRPr>
            </a:defPPr>
            <a:lvl1pPr algn="l">
              <a:defRPr sz="2400" b="1">
                <a:solidFill>
                  <a:srgbClr val="4264D0"/>
                </a:solidFill>
                <a:latin typeface="DejaVu Sans Mono"/>
                <a:ea typeface="DejaVu Sans Mono"/>
                <a:cs typeface="DejaVu Sans Mono"/>
              </a:defRPr>
            </a:lvl1pPr>
            <a:lvl2pPr algn="l">
              <a:defRPr sz="2400" b="1">
                <a:solidFill>
                  <a:srgbClr val="4264D0"/>
                </a:solidFill>
                <a:latin typeface="DejaVu Sans Mono"/>
                <a:ea typeface="DejaVu Sans Mono"/>
                <a:cs typeface="DejaVu Sans Mono"/>
              </a:defRPr>
            </a:lvl2pPr>
            <a:lvl3pPr algn="l">
              <a:defRPr sz="2400" b="1">
                <a:solidFill>
                  <a:srgbClr val="4264D0"/>
                </a:solidFill>
                <a:latin typeface="DejaVu Sans Mono"/>
                <a:ea typeface="DejaVu Sans Mono"/>
                <a:cs typeface="DejaVu Sans Mono"/>
              </a:defRPr>
            </a:lvl3pPr>
            <a:lvl4pPr algn="l">
              <a:defRPr sz="2400" b="1">
                <a:solidFill>
                  <a:srgbClr val="4264D0"/>
                </a:solidFill>
                <a:latin typeface="DejaVu Sans Mono"/>
                <a:ea typeface="DejaVu Sans Mono"/>
                <a:cs typeface="DejaVu Sans Mono"/>
              </a:defRPr>
            </a:lvl4pPr>
            <a:lvl5pPr algn="l">
              <a:defRPr sz="2400" b="1">
                <a:solidFill>
                  <a:srgbClr val="4264D0"/>
                </a:solidFill>
                <a:latin typeface="DejaVu Sans Mono"/>
                <a:ea typeface="DejaVu Sans Mono"/>
                <a:cs typeface="DejaVu Sans Mono"/>
              </a:defRPr>
            </a:lvl5pPr>
            <a:lvl6pPr algn="l">
              <a:defRPr sz="2400" b="1">
                <a:solidFill>
                  <a:srgbClr val="4264D0"/>
                </a:solidFill>
                <a:latin typeface="DejaVu Sans Mono"/>
                <a:ea typeface="DejaVu Sans Mono"/>
                <a:cs typeface="DejaVu Sans Mono"/>
              </a:defRPr>
            </a:lvl6pPr>
            <a:lvl7pPr algn="l">
              <a:defRPr sz="2400" b="1">
                <a:solidFill>
                  <a:srgbClr val="4264D0"/>
                </a:solidFill>
                <a:latin typeface="DejaVu Sans Mono"/>
                <a:ea typeface="DejaVu Sans Mono"/>
                <a:cs typeface="DejaVu Sans Mono"/>
              </a:defRPr>
            </a:lvl7pPr>
            <a:lvl8pPr algn="l">
              <a:defRPr sz="2400" b="1">
                <a:solidFill>
                  <a:srgbClr val="4264D0"/>
                </a:solidFill>
                <a:latin typeface="DejaVu Sans Mono"/>
                <a:ea typeface="DejaVu Sans Mono"/>
                <a:cs typeface="DejaVu Sans Mono"/>
              </a:defRPr>
            </a:lvl8pPr>
            <a:lvl9pPr algn="l">
              <a:defRPr sz="2400" b="1">
                <a:solidFill>
                  <a:srgbClr val="4264D0"/>
                </a:solidFill>
                <a:latin typeface="DejaVu Sans Mono"/>
                <a:ea typeface="DejaVu Sans Mono"/>
                <a:cs typeface="DejaVu Sans Mono"/>
              </a:defRPr>
            </a:lvl9pPr>
          </a:lstStyle>
          <a:p xmlns:a="http://schemas.openxmlformats.org/drawingml/2006/main">
            <a:pPr algn="l">
              <a:defRPr sz="2400" b="1">
                <a:solidFill>
                  <a:srgbClr val="4264D0"/>
                </a:solidFill>
                <a:latin typeface="DejaVu Sans Mono"/>
                <a:ea typeface="DejaVu Sans Mono"/>
                <a:cs typeface="DejaVu Sans Mono"/>
              </a:defRPr>
            </a:pPr>
            <a:r>
              <a:rPr sz="2400" b="1">
                <a:solidFill>
                  <a:srgbClr val="4264D0"/>
                </a:solidFill>
                <a:latin typeface="DejaVu Sans Mono"/>
                <a:ea typeface="DejaVu Sans Mono"/>
                <a:cs typeface="DejaVu Sans Mono"/>
              </a:rPr>
              <a:t>SEQUENCE {</a:t>
            </a:r>
          </a:p>
        </p:txBody>
      </p:sp>
      <p:sp>
        <p:nvSpPr>
          <p:cNvPr id="8" name="f104">
            <a:extLst xmlns:a="http://schemas.openxmlformats.org/drawingml/2006/main">
              <a:ext uri="{FF2B5EF4-FFF2-40B4-BE49-F238E27FC236}">
                <a16:creationId xmlns:a16="http://schemas.microsoft.com/office/drawing/2014/main" id="{3DB7B25C-D78D-4496-AD91-8F20D6A7BF23}"/>
              </a:ext>
            </a:extLst>
          </p:cNvPr>
          <p:cNvSpPr>
            <a:spLocks xmlns:a="http://schemas.openxmlformats.org/drawingml/2006/main" noGrp="1"/>
          </p:cNvSpPr>
          <p:nvPr/>
        </p:nvSpPr>
        <p:spPr>
          <a:xfrm xmlns:a="http://schemas.openxmlformats.org/drawingml/2006/main">
            <a:off x="1295400" y="4724400"/>
            <a:ext cx="6781800" cy="1247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100" b="0">
                <a:solidFill>
                  <a:srgbClr val="182536"/>
                </a:solidFill>
                <a:latin typeface="DejaVu Sans Mono"/>
                <a:ea typeface="DejaVu Sans Mono"/>
                <a:cs typeface="DejaVu Sans Mono"/>
              </a:defRPr>
            </a:defPPr>
            <a:lvl1pPr algn="l">
              <a:defRPr sz="2100" b="0">
                <a:solidFill>
                  <a:srgbClr val="182536"/>
                </a:solidFill>
                <a:latin typeface="DejaVu Sans Mono"/>
                <a:ea typeface="DejaVu Sans Mono"/>
                <a:cs typeface="DejaVu Sans Mono"/>
              </a:defRPr>
            </a:lvl1pPr>
            <a:lvl2pPr algn="l">
              <a:defRPr sz="2100" b="0">
                <a:solidFill>
                  <a:srgbClr val="182536"/>
                </a:solidFill>
                <a:latin typeface="DejaVu Sans Mono"/>
                <a:ea typeface="DejaVu Sans Mono"/>
                <a:cs typeface="DejaVu Sans Mono"/>
              </a:defRPr>
            </a:lvl2pPr>
            <a:lvl3pPr algn="l">
              <a:defRPr sz="2100" b="0">
                <a:solidFill>
                  <a:srgbClr val="182536"/>
                </a:solidFill>
                <a:latin typeface="DejaVu Sans Mono"/>
                <a:ea typeface="DejaVu Sans Mono"/>
                <a:cs typeface="DejaVu Sans Mono"/>
              </a:defRPr>
            </a:lvl3pPr>
            <a:lvl4pPr algn="l">
              <a:defRPr sz="2100" b="0">
                <a:solidFill>
                  <a:srgbClr val="182536"/>
                </a:solidFill>
                <a:latin typeface="DejaVu Sans Mono"/>
                <a:ea typeface="DejaVu Sans Mono"/>
                <a:cs typeface="DejaVu Sans Mono"/>
              </a:defRPr>
            </a:lvl4pPr>
            <a:lvl5pPr algn="l">
              <a:defRPr sz="2100" b="0">
                <a:solidFill>
                  <a:srgbClr val="182536"/>
                </a:solidFill>
                <a:latin typeface="DejaVu Sans Mono"/>
                <a:ea typeface="DejaVu Sans Mono"/>
                <a:cs typeface="DejaVu Sans Mono"/>
              </a:defRPr>
            </a:lvl5pPr>
            <a:lvl6pPr algn="l">
              <a:defRPr sz="2100" b="0">
                <a:solidFill>
                  <a:srgbClr val="182536"/>
                </a:solidFill>
                <a:latin typeface="DejaVu Sans Mono"/>
                <a:ea typeface="DejaVu Sans Mono"/>
                <a:cs typeface="DejaVu Sans Mono"/>
              </a:defRPr>
            </a:lvl6pPr>
            <a:lvl7pPr algn="l">
              <a:defRPr sz="2100" b="0">
                <a:solidFill>
                  <a:srgbClr val="182536"/>
                </a:solidFill>
                <a:latin typeface="DejaVu Sans Mono"/>
                <a:ea typeface="DejaVu Sans Mono"/>
                <a:cs typeface="DejaVu Sans Mono"/>
              </a:defRPr>
            </a:lvl7pPr>
            <a:lvl8pPr algn="l">
              <a:defRPr sz="2100" b="0">
                <a:solidFill>
                  <a:srgbClr val="182536"/>
                </a:solidFill>
                <a:latin typeface="DejaVu Sans Mono"/>
                <a:ea typeface="DejaVu Sans Mono"/>
                <a:cs typeface="DejaVu Sans Mono"/>
              </a:defRPr>
            </a:lvl8pPr>
            <a:lvl9pPr algn="l">
              <a:defRPr sz="2100" b="0">
                <a:solidFill>
                  <a:srgbClr val="182536"/>
                </a:solidFill>
                <a:latin typeface="DejaVu Sans Mono"/>
                <a:ea typeface="DejaVu Sans Mono"/>
                <a:cs typeface="DejaVu Sans Mono"/>
              </a:defRPr>
            </a:lvl9pPr>
          </a:lstStyle>
          <a:p xmlns:a="http://schemas.openxmlformats.org/drawingml/2006/main">
            <a:pPr algn="l">
              <a:defRPr sz="2100" b="0">
                <a:solidFill>
                  <a:srgbClr val="182536"/>
                </a:solidFill>
                <a:latin typeface="DejaVu Sans Mono"/>
                <a:ea typeface="DejaVu Sans Mono"/>
                <a:cs typeface="DejaVu Sans Mono"/>
              </a:defRPr>
            </a:pPr>
            <a:r>
              <a:rPr sz="2100" b="0">
                <a:solidFill>
                  <a:srgbClr val="182536"/>
                </a:solidFill>
                <a:latin typeface="DejaVu Sans Mono"/>
                <a:ea typeface="DejaVu Sans Mono"/>
                <a:cs typeface="DejaVu Sans Mono"/>
              </a:rPr>
              <a:t>  nrf.discovery.request AS request</a:t>
            </a:r>
          </a:p>
          <a:p xmlns:a="http://schemas.openxmlformats.org/drawingml/2006/main">
            <a:pPr algn="l">
              <a:defRPr sz="2100" b="0">
                <a:solidFill>
                  <a:srgbClr val="182536"/>
                </a:solidFill>
                <a:latin typeface="DejaVu Sans Mono"/>
                <a:ea typeface="DejaVu Sans Mono"/>
                <a:cs typeface="DejaVu Sans Mono"/>
              </a:defRPr>
            </a:pPr>
            <a:r>
              <a:rPr sz="2100" b="0">
                <a:solidFill>
                  <a:srgbClr val="182536"/>
                </a:solidFill>
                <a:latin typeface="DejaVu Sans Mono"/>
                <a:ea typeface="DejaVu Sans Mono"/>
                <a:cs typeface="DejaVu Sans Mono"/>
              </a:rPr>
              <a:t>  nrf.discovery.response AS response</a:t>
            </a:r>
          </a:p>
          <a:p xmlns:a="http://schemas.openxmlformats.org/drawingml/2006/main">
            <a:pPr algn="l">
              <a:defRPr sz="2100" b="0">
                <a:solidFill>
                  <a:srgbClr val="182536"/>
                </a:solidFill>
                <a:latin typeface="DejaVu Sans Mono"/>
                <a:ea typeface="DejaVu Sans Mono"/>
                <a:cs typeface="DejaVu Sans Mono"/>
              </a:defRPr>
            </a:pPr>
            <a:r>
              <a:rPr sz="2100" b="0">
                <a:solidFill>
                  <a:srgbClr val="182536"/>
                </a:solidFill>
                <a:latin typeface="DejaVu Sans Mono"/>
                <a:ea typeface="DejaVu Sans Mono"/>
                <a:cs typeface="DejaVu Sans Mono"/>
              </a:rPr>
              <a:t>}</a:t>
            </a:r>
          </a:p>
        </p:txBody>
      </p:sp>
      <p:sp>
        <p:nvSpPr>
          <p:cNvPr id="9" name="f105">
            <a:extLst xmlns:a="http://schemas.openxmlformats.org/drawingml/2006/main">
              <a:ext uri="{FF2B5EF4-FFF2-40B4-BE49-F238E27FC236}">
                <a16:creationId xmlns:a16="http://schemas.microsoft.com/office/drawing/2014/main" id="{AA95201A-94D6-44C9-877A-84AAFB607F51}"/>
              </a:ext>
            </a:extLst>
          </p:cNvPr>
          <p:cNvSpPr>
            <a:spLocks xmlns:a="http://schemas.openxmlformats.org/drawingml/2006/main" noGrp="1"/>
          </p:cNvSpPr>
          <p:nvPr/>
        </p:nvSpPr>
        <p:spPr>
          <a:xfrm xmlns:a="http://schemas.openxmlformats.org/drawingml/2006/main">
            <a:off x="1295400" y="6924675"/>
            <a:ext cx="6781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278766"/>
                </a:solidFill>
                <a:latin typeface="DejaVu Sans Mono"/>
                <a:ea typeface="DejaVu Sans Mono"/>
                <a:cs typeface="DejaVu Sans Mono"/>
              </a:defRPr>
            </a:defPPr>
            <a:lvl1pPr algn="l">
              <a:defRPr sz="2250" b="1">
                <a:solidFill>
                  <a:srgbClr val="278766"/>
                </a:solidFill>
                <a:latin typeface="DejaVu Sans Mono"/>
                <a:ea typeface="DejaVu Sans Mono"/>
                <a:cs typeface="DejaVu Sans Mono"/>
              </a:defRPr>
            </a:lvl1pPr>
            <a:lvl2pPr algn="l">
              <a:defRPr sz="2250" b="1">
                <a:solidFill>
                  <a:srgbClr val="278766"/>
                </a:solidFill>
                <a:latin typeface="DejaVu Sans Mono"/>
                <a:ea typeface="DejaVu Sans Mono"/>
                <a:cs typeface="DejaVu Sans Mono"/>
              </a:defRPr>
            </a:lvl2pPr>
            <a:lvl3pPr algn="l">
              <a:defRPr sz="2250" b="1">
                <a:solidFill>
                  <a:srgbClr val="278766"/>
                </a:solidFill>
                <a:latin typeface="DejaVu Sans Mono"/>
                <a:ea typeface="DejaVu Sans Mono"/>
                <a:cs typeface="DejaVu Sans Mono"/>
              </a:defRPr>
            </a:lvl3pPr>
            <a:lvl4pPr algn="l">
              <a:defRPr sz="2250" b="1">
                <a:solidFill>
                  <a:srgbClr val="278766"/>
                </a:solidFill>
                <a:latin typeface="DejaVu Sans Mono"/>
                <a:ea typeface="DejaVu Sans Mono"/>
                <a:cs typeface="DejaVu Sans Mono"/>
              </a:defRPr>
            </a:lvl4pPr>
            <a:lvl5pPr algn="l">
              <a:defRPr sz="2250" b="1">
                <a:solidFill>
                  <a:srgbClr val="278766"/>
                </a:solidFill>
                <a:latin typeface="DejaVu Sans Mono"/>
                <a:ea typeface="DejaVu Sans Mono"/>
                <a:cs typeface="DejaVu Sans Mono"/>
              </a:defRPr>
            </a:lvl5pPr>
            <a:lvl6pPr algn="l">
              <a:defRPr sz="2250" b="1">
                <a:solidFill>
                  <a:srgbClr val="278766"/>
                </a:solidFill>
                <a:latin typeface="DejaVu Sans Mono"/>
                <a:ea typeface="DejaVu Sans Mono"/>
                <a:cs typeface="DejaVu Sans Mono"/>
              </a:defRPr>
            </a:lvl6pPr>
            <a:lvl7pPr algn="l">
              <a:defRPr sz="2250" b="1">
                <a:solidFill>
                  <a:srgbClr val="278766"/>
                </a:solidFill>
                <a:latin typeface="DejaVu Sans Mono"/>
                <a:ea typeface="DejaVu Sans Mono"/>
                <a:cs typeface="DejaVu Sans Mono"/>
              </a:defRPr>
            </a:lvl7pPr>
            <a:lvl8pPr algn="l">
              <a:defRPr sz="2250" b="1">
                <a:solidFill>
                  <a:srgbClr val="278766"/>
                </a:solidFill>
                <a:latin typeface="DejaVu Sans Mono"/>
                <a:ea typeface="DejaVu Sans Mono"/>
                <a:cs typeface="DejaVu Sans Mono"/>
              </a:defRPr>
            </a:lvl8pPr>
            <a:lvl9pPr algn="l">
              <a:defRPr sz="2250" b="1">
                <a:solidFill>
                  <a:srgbClr val="278766"/>
                </a:solidFill>
                <a:latin typeface="DejaVu Sans Mono"/>
                <a:ea typeface="DejaVu Sans Mono"/>
                <a:cs typeface="DejaVu Sans Mono"/>
              </a:defRPr>
            </a:lvl9pPr>
          </a:lstStyle>
          <a:p xmlns:a="http://schemas.openxmlformats.org/drawingml/2006/main">
            <a:pPr algn="l">
              <a:defRPr sz="2250" b="1">
                <a:solidFill>
                  <a:srgbClr val="278766"/>
                </a:solidFill>
                <a:latin typeface="DejaVu Sans Mono"/>
                <a:ea typeface="DejaVu Sans Mono"/>
                <a:cs typeface="DejaVu Sans Mono"/>
              </a:defRPr>
            </a:pPr>
            <a:r>
              <a:rPr sz="2250" b="1">
                <a:solidFill>
                  <a:srgbClr val="278766"/>
                </a:solidFill>
                <a:latin typeface="DejaVu Sans Mono"/>
                <a:ea typeface="DejaVu Sans Mono"/>
                <a:cs typeface="DejaVu Sans Mono"/>
              </a:rPr>
              <a:t>REQUIRE response.status == 403</a:t>
            </a:r>
          </a:p>
        </p:txBody>
      </p:sp>
      <p:sp>
        <p:nvSpPr>
          <p:cNvPr id="10" name="f106">
            <a:extLst xmlns:a="http://schemas.openxmlformats.org/drawingml/2006/main">
              <a:ext uri="{FF2B5EF4-FFF2-40B4-BE49-F238E27FC236}">
                <a16:creationId xmlns:a16="http://schemas.microsoft.com/office/drawing/2014/main" id="{94C6B804-9B3D-4CC3-8B06-5F95A97BEB2A}"/>
              </a:ext>
            </a:extLst>
          </p:cNvPr>
          <p:cNvSpPr>
            <a:spLocks xmlns:a="http://schemas.openxmlformats.org/drawingml/2006/main" noGrp="1"/>
          </p:cNvSpPr>
          <p:nvPr/>
        </p:nvSpPr>
        <p:spPr>
          <a:xfrm xmlns:a="http://schemas.openxmlformats.org/drawingml/2006/main">
            <a:off x="8382000" y="5010150"/>
            <a:ext cx="1428750" cy="171450"/>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11" name="f107">
            <a:extLst xmlns:a="http://schemas.openxmlformats.org/drawingml/2006/main">
              <a:ext uri="{FF2B5EF4-FFF2-40B4-BE49-F238E27FC236}">
                <a16:creationId xmlns:a16="http://schemas.microsoft.com/office/drawing/2014/main" id="{F1CA1B00-3C4F-49DB-ADA5-C5959B2DD3DB}"/>
              </a:ext>
            </a:extLst>
          </p:cNvPr>
          <p:cNvSpPr>
            <a:spLocks xmlns:a="http://schemas.openxmlformats.org/drawingml/2006/main" noGrp="1"/>
          </p:cNvSpPr>
          <p:nvPr/>
        </p:nvSpPr>
        <p:spPr>
          <a:xfrm xmlns:a="http://schemas.openxmlformats.org/drawingml/2006/main">
            <a:off x="8382000" y="7105650"/>
            <a:ext cx="1428750" cy="171450"/>
          </a:xfrm>
          <a:prstGeom xmlns:a="http://schemas.openxmlformats.org/drawingml/2006/main" prst="leftArrow">
            <a:avLst/>
          </a:prstGeom>
          <a:solidFill xmlns:a="http://schemas.openxmlformats.org/drawingml/2006/main">
            <a:srgbClr val="278766"/>
          </a:solidFill>
          <a:ln xmlns:a="http://schemas.openxmlformats.org/drawingml/2006/main" w="0">
            <a:noFill/>
            <a:prstDash val="solid"/>
          </a:ln>
        </p:spPr>
      </p:sp>
      <p:sp>
        <p:nvSpPr>
          <p:cNvPr id="12" name="f108">
            <a:extLst xmlns:a="http://schemas.openxmlformats.org/drawingml/2006/main">
              <a:ext uri="{FF2B5EF4-FFF2-40B4-BE49-F238E27FC236}">
                <a16:creationId xmlns:a16="http://schemas.microsoft.com/office/drawing/2014/main" id="{89EB5753-E646-4C71-B069-4434D72B6D27}"/>
              </a:ext>
            </a:extLst>
          </p:cNvPr>
          <p:cNvSpPr>
            <a:spLocks xmlns:a="http://schemas.openxmlformats.org/drawingml/2006/main" noGrp="1"/>
          </p:cNvSpPr>
          <p:nvPr/>
        </p:nvSpPr>
        <p:spPr>
          <a:xfrm xmlns:a="http://schemas.openxmlformats.org/drawingml/2006/main">
            <a:off x="1066800" y="7934325"/>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52627B"/>
                </a:solidFill>
                <a:latin typeface="Nimbus Sans"/>
                <a:ea typeface="Nimbus Sans"/>
                <a:cs typeface="Nimbus Sans"/>
              </a:defRPr>
            </a:defPPr>
            <a:lvl1pPr algn="l">
              <a:defRPr sz="1725" b="0">
                <a:solidFill>
                  <a:srgbClr val="52627B"/>
                </a:solidFill>
                <a:latin typeface="Nimbus Sans"/>
                <a:ea typeface="Nimbus Sans"/>
                <a:cs typeface="Nimbus Sans"/>
              </a:defRPr>
            </a:lvl1pPr>
            <a:lvl2pPr algn="l">
              <a:defRPr sz="1725" b="0">
                <a:solidFill>
                  <a:srgbClr val="52627B"/>
                </a:solidFill>
                <a:latin typeface="Nimbus Sans"/>
                <a:ea typeface="Nimbus Sans"/>
                <a:cs typeface="Nimbus Sans"/>
              </a:defRPr>
            </a:lvl2pPr>
            <a:lvl3pPr algn="l">
              <a:defRPr sz="1725" b="0">
                <a:solidFill>
                  <a:srgbClr val="52627B"/>
                </a:solidFill>
                <a:latin typeface="Nimbus Sans"/>
                <a:ea typeface="Nimbus Sans"/>
                <a:cs typeface="Nimbus Sans"/>
              </a:defRPr>
            </a:lvl3pPr>
            <a:lvl4pPr algn="l">
              <a:defRPr sz="1725" b="0">
                <a:solidFill>
                  <a:srgbClr val="52627B"/>
                </a:solidFill>
                <a:latin typeface="Nimbus Sans"/>
                <a:ea typeface="Nimbus Sans"/>
                <a:cs typeface="Nimbus Sans"/>
              </a:defRPr>
            </a:lvl4pPr>
            <a:lvl5pPr algn="l">
              <a:defRPr sz="1725" b="0">
                <a:solidFill>
                  <a:srgbClr val="52627B"/>
                </a:solidFill>
                <a:latin typeface="Nimbus Sans"/>
                <a:ea typeface="Nimbus Sans"/>
                <a:cs typeface="Nimbus Sans"/>
              </a:defRPr>
            </a:lvl5pPr>
            <a:lvl6pPr algn="l">
              <a:defRPr sz="1725" b="0">
                <a:solidFill>
                  <a:srgbClr val="52627B"/>
                </a:solidFill>
                <a:latin typeface="Nimbus Sans"/>
                <a:ea typeface="Nimbus Sans"/>
                <a:cs typeface="Nimbus Sans"/>
              </a:defRPr>
            </a:lvl6pPr>
            <a:lvl7pPr algn="l">
              <a:defRPr sz="1725" b="0">
                <a:solidFill>
                  <a:srgbClr val="52627B"/>
                </a:solidFill>
                <a:latin typeface="Nimbus Sans"/>
                <a:ea typeface="Nimbus Sans"/>
                <a:cs typeface="Nimbus Sans"/>
              </a:defRPr>
            </a:lvl7pPr>
            <a:lvl8pPr algn="l">
              <a:defRPr sz="1725" b="0">
                <a:solidFill>
                  <a:srgbClr val="52627B"/>
                </a:solidFill>
                <a:latin typeface="Nimbus Sans"/>
                <a:ea typeface="Nimbus Sans"/>
                <a:cs typeface="Nimbus Sans"/>
              </a:defRPr>
            </a:lvl8pPr>
            <a:lvl9pPr algn="l">
              <a:defRPr sz="1725" b="0">
                <a:solidFill>
                  <a:srgbClr val="52627B"/>
                </a:solidFill>
                <a:latin typeface="Nimbus Sans"/>
                <a:ea typeface="Nimbus Sans"/>
                <a:cs typeface="Nimbus Sans"/>
              </a:defRPr>
            </a:lvl9pPr>
          </a:lstStyle>
          <a:p xmlns:a="http://schemas.openxmlformats.org/drawingml/2006/main">
            <a:pPr algn="l">
              <a:defRPr sz="1725" b="0">
                <a:solidFill>
                  <a:srgbClr val="52627B"/>
                </a:solidFill>
                <a:latin typeface="Nimbus Sans"/>
                <a:ea typeface="Nimbus Sans"/>
                <a:cs typeface="Nimbus Sans"/>
              </a:defRPr>
            </a:pPr>
            <a:r>
              <a:rPr sz="1725" b="0">
                <a:solidFill>
                  <a:srgbClr val="52627B"/>
                </a:solidFill>
                <a:latin typeface="Nimbus Sans"/>
                <a:ea typeface="Nimbus Sans"/>
                <a:cs typeface="Nimbus Sans"/>
              </a:rPr>
              <a:t>Sintassi reale del progetto</a:t>
            </a:r>
          </a:p>
        </p:txBody>
      </p:sp>
      <p:sp>
        <p:nvSpPr>
          <p:cNvPr id="13" name="f109">
            <a:extLst xmlns:a="http://schemas.openxmlformats.org/drawingml/2006/main">
              <a:ext uri="{FF2B5EF4-FFF2-40B4-BE49-F238E27FC236}">
                <a16:creationId xmlns:a16="http://schemas.microsoft.com/office/drawing/2014/main" id="{A3B97DBA-1516-4642-A25D-361154BA1FAE}"/>
              </a:ext>
            </a:extLst>
          </p:cNvPr>
          <p:cNvSpPr>
            <a:spLocks xmlns:a="http://schemas.openxmlformats.org/drawingml/2006/main" noGrp="1"/>
          </p:cNvSpPr>
          <p:nvPr/>
        </p:nvSpPr>
        <p:spPr>
          <a:xfrm xmlns:a="http://schemas.openxmlformats.org/drawingml/2006/main">
            <a:off x="10125075" y="4591050"/>
            <a:ext cx="4048125"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00" b="1">
                <a:solidFill>
                  <a:srgbClr val="4264D0"/>
                </a:solidFill>
                <a:latin typeface="Nimbus Sans"/>
                <a:ea typeface="Nimbus Sans"/>
                <a:cs typeface="Nimbus Sans"/>
              </a:defRPr>
            </a:defPPr>
            <a:lvl1pPr algn="l">
              <a:defRPr sz="2700" b="1">
                <a:solidFill>
                  <a:srgbClr val="4264D0"/>
                </a:solidFill>
                <a:latin typeface="Nimbus Sans"/>
                <a:ea typeface="Nimbus Sans"/>
                <a:cs typeface="Nimbus Sans"/>
              </a:defRPr>
            </a:lvl1pPr>
            <a:lvl2pPr algn="l">
              <a:defRPr sz="2700" b="1">
                <a:solidFill>
                  <a:srgbClr val="4264D0"/>
                </a:solidFill>
                <a:latin typeface="Nimbus Sans"/>
                <a:ea typeface="Nimbus Sans"/>
                <a:cs typeface="Nimbus Sans"/>
              </a:defRPr>
            </a:lvl2pPr>
            <a:lvl3pPr algn="l">
              <a:defRPr sz="2700" b="1">
                <a:solidFill>
                  <a:srgbClr val="4264D0"/>
                </a:solidFill>
                <a:latin typeface="Nimbus Sans"/>
                <a:ea typeface="Nimbus Sans"/>
                <a:cs typeface="Nimbus Sans"/>
              </a:defRPr>
            </a:lvl3pPr>
            <a:lvl4pPr algn="l">
              <a:defRPr sz="2700" b="1">
                <a:solidFill>
                  <a:srgbClr val="4264D0"/>
                </a:solidFill>
                <a:latin typeface="Nimbus Sans"/>
                <a:ea typeface="Nimbus Sans"/>
                <a:cs typeface="Nimbus Sans"/>
              </a:defRPr>
            </a:lvl4pPr>
            <a:lvl5pPr algn="l">
              <a:defRPr sz="2700" b="1">
                <a:solidFill>
                  <a:srgbClr val="4264D0"/>
                </a:solidFill>
                <a:latin typeface="Nimbus Sans"/>
                <a:ea typeface="Nimbus Sans"/>
                <a:cs typeface="Nimbus Sans"/>
              </a:defRPr>
            </a:lvl5pPr>
            <a:lvl6pPr algn="l">
              <a:defRPr sz="2700" b="1">
                <a:solidFill>
                  <a:srgbClr val="4264D0"/>
                </a:solidFill>
                <a:latin typeface="Nimbus Sans"/>
                <a:ea typeface="Nimbus Sans"/>
                <a:cs typeface="Nimbus Sans"/>
              </a:defRPr>
            </a:lvl6pPr>
            <a:lvl7pPr algn="l">
              <a:defRPr sz="2700" b="1">
                <a:solidFill>
                  <a:srgbClr val="4264D0"/>
                </a:solidFill>
                <a:latin typeface="Nimbus Sans"/>
                <a:ea typeface="Nimbus Sans"/>
                <a:cs typeface="Nimbus Sans"/>
              </a:defRPr>
            </a:lvl7pPr>
            <a:lvl8pPr algn="l">
              <a:defRPr sz="2700" b="1">
                <a:solidFill>
                  <a:srgbClr val="4264D0"/>
                </a:solidFill>
                <a:latin typeface="Nimbus Sans"/>
                <a:ea typeface="Nimbus Sans"/>
                <a:cs typeface="Nimbus Sans"/>
              </a:defRPr>
            </a:lvl8pPr>
            <a:lvl9pPr algn="l">
              <a:defRPr sz="2700" b="1">
                <a:solidFill>
                  <a:srgbClr val="4264D0"/>
                </a:solidFill>
                <a:latin typeface="Nimbus Sans"/>
                <a:ea typeface="Nimbus Sans"/>
                <a:cs typeface="Nimbus Sans"/>
              </a:defRPr>
            </a:lvl9pPr>
          </a:lstStyle>
          <a:p xmlns:a="http://schemas.openxmlformats.org/drawingml/2006/main">
            <a:pPr algn="l">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Quali messaggi</a:t>
            </a:r>
          </a:p>
          <a:p xmlns:a="http://schemas.openxmlformats.org/drawingml/2006/main">
            <a:pPr algn="l">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cercare?</a:t>
            </a:r>
          </a:p>
        </p:txBody>
      </p:sp>
      <p:sp>
        <p:nvSpPr>
          <p:cNvPr id="14" name="f110">
            <a:extLst xmlns:a="http://schemas.openxmlformats.org/drawingml/2006/main">
              <a:ext uri="{FF2B5EF4-FFF2-40B4-BE49-F238E27FC236}">
                <a16:creationId xmlns:a16="http://schemas.microsoft.com/office/drawing/2014/main" id="{B40FD487-0900-486D-9E58-877DF8B06F4D}"/>
              </a:ext>
            </a:extLst>
          </p:cNvPr>
          <p:cNvSpPr>
            <a:spLocks xmlns:a="http://schemas.openxmlformats.org/drawingml/2006/main" noGrp="1"/>
          </p:cNvSpPr>
          <p:nvPr/>
        </p:nvSpPr>
        <p:spPr>
          <a:xfrm xmlns:a="http://schemas.openxmlformats.org/drawingml/2006/main">
            <a:off x="10125075" y="6610350"/>
            <a:ext cx="4048125"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00" b="1">
                <a:solidFill>
                  <a:srgbClr val="278766"/>
                </a:solidFill>
                <a:latin typeface="Nimbus Sans"/>
                <a:ea typeface="Nimbus Sans"/>
                <a:cs typeface="Nimbus Sans"/>
              </a:defRPr>
            </a:defPPr>
            <a:lvl1pPr algn="l">
              <a:defRPr sz="2700" b="1">
                <a:solidFill>
                  <a:srgbClr val="278766"/>
                </a:solidFill>
                <a:latin typeface="Nimbus Sans"/>
                <a:ea typeface="Nimbus Sans"/>
                <a:cs typeface="Nimbus Sans"/>
              </a:defRPr>
            </a:lvl1pPr>
            <a:lvl2pPr algn="l">
              <a:defRPr sz="2700" b="1">
                <a:solidFill>
                  <a:srgbClr val="278766"/>
                </a:solidFill>
                <a:latin typeface="Nimbus Sans"/>
                <a:ea typeface="Nimbus Sans"/>
                <a:cs typeface="Nimbus Sans"/>
              </a:defRPr>
            </a:lvl2pPr>
            <a:lvl3pPr algn="l">
              <a:defRPr sz="2700" b="1">
                <a:solidFill>
                  <a:srgbClr val="278766"/>
                </a:solidFill>
                <a:latin typeface="Nimbus Sans"/>
                <a:ea typeface="Nimbus Sans"/>
                <a:cs typeface="Nimbus Sans"/>
              </a:defRPr>
            </a:lvl3pPr>
            <a:lvl4pPr algn="l">
              <a:defRPr sz="2700" b="1">
                <a:solidFill>
                  <a:srgbClr val="278766"/>
                </a:solidFill>
                <a:latin typeface="Nimbus Sans"/>
                <a:ea typeface="Nimbus Sans"/>
                <a:cs typeface="Nimbus Sans"/>
              </a:defRPr>
            </a:lvl4pPr>
            <a:lvl5pPr algn="l">
              <a:defRPr sz="2700" b="1">
                <a:solidFill>
                  <a:srgbClr val="278766"/>
                </a:solidFill>
                <a:latin typeface="Nimbus Sans"/>
                <a:ea typeface="Nimbus Sans"/>
                <a:cs typeface="Nimbus Sans"/>
              </a:defRPr>
            </a:lvl5pPr>
            <a:lvl6pPr algn="l">
              <a:defRPr sz="2700" b="1">
                <a:solidFill>
                  <a:srgbClr val="278766"/>
                </a:solidFill>
                <a:latin typeface="Nimbus Sans"/>
                <a:ea typeface="Nimbus Sans"/>
                <a:cs typeface="Nimbus Sans"/>
              </a:defRPr>
            </a:lvl6pPr>
            <a:lvl7pPr algn="l">
              <a:defRPr sz="2700" b="1">
                <a:solidFill>
                  <a:srgbClr val="278766"/>
                </a:solidFill>
                <a:latin typeface="Nimbus Sans"/>
                <a:ea typeface="Nimbus Sans"/>
                <a:cs typeface="Nimbus Sans"/>
              </a:defRPr>
            </a:lvl7pPr>
            <a:lvl8pPr algn="l">
              <a:defRPr sz="2700" b="1">
                <a:solidFill>
                  <a:srgbClr val="278766"/>
                </a:solidFill>
                <a:latin typeface="Nimbus Sans"/>
                <a:ea typeface="Nimbus Sans"/>
                <a:cs typeface="Nimbus Sans"/>
              </a:defRPr>
            </a:lvl8pPr>
            <a:lvl9pPr algn="l">
              <a:defRPr sz="2700" b="1">
                <a:solidFill>
                  <a:srgbClr val="278766"/>
                </a:solidFill>
                <a:latin typeface="Nimbus Sans"/>
                <a:ea typeface="Nimbus Sans"/>
                <a:cs typeface="Nimbus Sans"/>
              </a:defRPr>
            </a:lvl9pPr>
          </a:lstStyle>
          <a:p xmlns:a="http://schemas.openxmlformats.org/drawingml/2006/main">
            <a:pPr algn="l">
              <a:defRPr sz="2700" b="1">
                <a:solidFill>
                  <a:srgbClr val="278766"/>
                </a:solidFill>
                <a:latin typeface="Nimbus Sans"/>
                <a:ea typeface="Nimbus Sans"/>
                <a:cs typeface="Nimbus Sans"/>
              </a:defRPr>
            </a:pPr>
            <a:r>
              <a:rPr sz="2700" b="1">
                <a:solidFill>
                  <a:srgbClr val="278766"/>
                </a:solidFill>
                <a:latin typeface="Nimbus Sans"/>
                <a:ea typeface="Nimbus Sans"/>
                <a:cs typeface="Nimbus Sans"/>
              </a:rPr>
              <a:t>Quali criteri</a:t>
            </a:r>
          </a:p>
          <a:p xmlns:a="http://schemas.openxmlformats.org/drawingml/2006/main">
            <a:pPr algn="l">
              <a:defRPr sz="2700" b="1">
                <a:solidFill>
                  <a:srgbClr val="278766"/>
                </a:solidFill>
                <a:latin typeface="Nimbus Sans"/>
                <a:ea typeface="Nimbus Sans"/>
                <a:cs typeface="Nimbus Sans"/>
              </a:defRPr>
            </a:pPr>
            <a:r>
              <a:rPr sz="2700" b="1">
                <a:solidFill>
                  <a:srgbClr val="278766"/>
                </a:solidFill>
                <a:latin typeface="Nimbus Sans"/>
                <a:ea typeface="Nimbus Sans"/>
                <a:cs typeface="Nimbus Sans"/>
              </a:rPr>
              <a:t>verificare?</a:t>
            </a:r>
          </a:p>
        </p:txBody>
      </p:sp>
    </p:spTree>
    <p:extLst>
      <p:ext uri="{BB962C8B-B14F-4D97-AF65-F5344CB8AC3E}">
        <p14:creationId xmlns:p14="http://schemas.microsoft.com/office/powerpoint/2010/main" val="131112775"/>
      </p:ext>
    </p:extLst>
  </p:cSld>
</p:sld>
</file>

<file path=ppt/slides/slide5.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7AD10B90-330F-4D10-86D9-BBBFAC06C48C}"/>
              </a:ext>
            </a:extLst>
          </p:cNvPr>
          <p:cNvPicPr>
            <a:picLocks xmlns:a="http://schemas.openxmlformats.org/drawingml/2006/main" noChangeAspect="1"/>
          </p:cNvPicPr>
          <p:nvPr/>
        </p:nvPicPr>
        <p:blipFill>
          <a:blip xmlns:r="http://schemas.openxmlformats.org/officeDocument/2006/relationships" xmlns:a="http://schemas.openxmlformats.org/drawingml/2006/main" r:embed="R4de1066c172b40e2"/>
          <a:stretch xmlns:a="http://schemas.openxmlformats.org/drawingml/2006/main"/>
        </p:blipFill>
        <p:spPr>
          <a:xfrm xmlns:a="http://schemas.openxmlformats.org/drawingml/2006/main">
            <a:off x="0" y="0"/>
            <a:ext cx="15240000" cy="8572500"/>
          </a:xfrm>
          <a:prstGeom xmlns:a="http://schemas.openxmlformats.org/drawingml/2006/main" prst="rect">
            <a:avLst/>
          </a:prstGeom>
        </p:spPr>
      </p:pic>
      <p:sp>
        <p:nvSpPr>
          <p:cNvPr id="2" name="f112">
            <a:extLst xmlns:a="http://schemas.openxmlformats.org/drawingml/2006/main">
              <a:ext uri="{FF2B5EF4-FFF2-40B4-BE49-F238E27FC236}">
                <a16:creationId xmlns:a16="http://schemas.microsoft.com/office/drawing/2014/main" id="{232B08FE-E8C9-4660-A165-CF5AE025F0D9}"/>
              </a:ext>
            </a:extLst>
          </p:cNvPr>
          <p:cNvSpPr>
            <a:spLocks xmlns:a="http://schemas.openxmlformats.org/drawingml/2006/main" noGrp="1"/>
          </p:cNvSpPr>
          <p:nvPr/>
        </p:nvSpPr>
        <p:spPr>
          <a:xfrm xmlns:a="http://schemas.openxmlformats.org/drawingml/2006/main">
            <a:off x="1066800" y="733997"/>
            <a:ext cx="144021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2° CONTRIBUTO</a:t>
            </a:r>
          </a:p>
        </p:txBody>
      </p:sp>
      <p:sp>
        <p:nvSpPr>
          <p:cNvPr id="3" name="f113">
            <a:extLst xmlns:a="http://schemas.openxmlformats.org/drawingml/2006/main">
              <a:ext uri="{FF2B5EF4-FFF2-40B4-BE49-F238E27FC236}">
                <a16:creationId xmlns:a16="http://schemas.microsoft.com/office/drawing/2014/main" id="{093BE9E5-F147-4EA3-85C4-6ACAAF984B9B}"/>
              </a:ext>
            </a:extLst>
          </p:cNvPr>
          <p:cNvSpPr>
            <a:spLocks xmlns:a="http://schemas.openxmlformats.org/drawingml/2006/main" noGrp="1"/>
          </p:cNvSpPr>
          <p:nvPr/>
        </p:nvSpPr>
        <p:spPr>
          <a:xfrm xmlns:a="http://schemas.openxmlformats.org/drawingml/2006/main">
            <a:off x="13534430" y="733997"/>
            <a:ext cx="638770" cy="2314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52627B"/>
                </a:solidFill>
                <a:latin typeface="Nimbus Sans"/>
                <a:ea typeface="Nimbus Sans"/>
                <a:cs typeface="Nimbus Sans"/>
              </a:defRPr>
            </a:defPPr>
            <a:lvl1pPr algn="l">
              <a:defRPr sz="1350" b="0">
                <a:solidFill>
                  <a:srgbClr val="52627B"/>
                </a:solidFill>
                <a:latin typeface="Nimbus Sans"/>
                <a:ea typeface="Nimbus Sans"/>
                <a:cs typeface="Nimbus Sans"/>
              </a:defRPr>
            </a:lvl1pPr>
            <a:lvl2pPr algn="l">
              <a:defRPr sz="1350" b="0">
                <a:solidFill>
                  <a:srgbClr val="52627B"/>
                </a:solidFill>
                <a:latin typeface="Nimbus Sans"/>
                <a:ea typeface="Nimbus Sans"/>
                <a:cs typeface="Nimbus Sans"/>
              </a:defRPr>
            </a:lvl2pPr>
            <a:lvl3pPr algn="l">
              <a:defRPr sz="1350" b="0">
                <a:solidFill>
                  <a:srgbClr val="52627B"/>
                </a:solidFill>
                <a:latin typeface="Nimbus Sans"/>
                <a:ea typeface="Nimbus Sans"/>
                <a:cs typeface="Nimbus Sans"/>
              </a:defRPr>
            </a:lvl3pPr>
            <a:lvl4pPr algn="l">
              <a:defRPr sz="1350" b="0">
                <a:solidFill>
                  <a:srgbClr val="52627B"/>
                </a:solidFill>
                <a:latin typeface="Nimbus Sans"/>
                <a:ea typeface="Nimbus Sans"/>
                <a:cs typeface="Nimbus Sans"/>
              </a:defRPr>
            </a:lvl4pPr>
            <a:lvl5pPr algn="l">
              <a:defRPr sz="1350" b="0">
                <a:solidFill>
                  <a:srgbClr val="52627B"/>
                </a:solidFill>
                <a:latin typeface="Nimbus Sans"/>
                <a:ea typeface="Nimbus Sans"/>
                <a:cs typeface="Nimbus Sans"/>
              </a:defRPr>
            </a:lvl5pPr>
            <a:lvl6pPr algn="l">
              <a:defRPr sz="1350" b="0">
                <a:solidFill>
                  <a:srgbClr val="52627B"/>
                </a:solidFill>
                <a:latin typeface="Nimbus Sans"/>
                <a:ea typeface="Nimbus Sans"/>
                <a:cs typeface="Nimbus Sans"/>
              </a:defRPr>
            </a:lvl6pPr>
            <a:lvl7pPr algn="l">
              <a:defRPr sz="1350" b="0">
                <a:solidFill>
                  <a:srgbClr val="52627B"/>
                </a:solidFill>
                <a:latin typeface="Nimbus Sans"/>
                <a:ea typeface="Nimbus Sans"/>
                <a:cs typeface="Nimbus Sans"/>
              </a:defRPr>
            </a:lvl7pPr>
            <a:lvl8pPr algn="l">
              <a:defRPr sz="1350" b="0">
                <a:solidFill>
                  <a:srgbClr val="52627B"/>
                </a:solidFill>
                <a:latin typeface="Nimbus Sans"/>
                <a:ea typeface="Nimbus Sans"/>
                <a:cs typeface="Nimbus Sans"/>
              </a:defRPr>
            </a:lvl8pPr>
            <a:lvl9pPr algn="l">
              <a:defRPr sz="1350" b="0">
                <a:solidFill>
                  <a:srgbClr val="52627B"/>
                </a:solidFill>
                <a:latin typeface="Nimbus Sans"/>
                <a:ea typeface="Nimbus Sans"/>
                <a:cs typeface="Nimbus Sans"/>
              </a:defRPr>
            </a:lvl9pPr>
          </a:lstStyle>
          <a:p xmlns:a="http://schemas.openxmlformats.org/drawingml/2006/main">
            <a:pPr algn="l">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05 / 07</a:t>
            </a:r>
          </a:p>
        </p:txBody>
      </p:sp>
      <p:sp>
        <p:nvSpPr>
          <p:cNvPr id="4" name="f114">
            <a:extLst xmlns:a="http://schemas.openxmlformats.org/drawingml/2006/main">
              <a:ext uri="{FF2B5EF4-FFF2-40B4-BE49-F238E27FC236}">
                <a16:creationId xmlns:a16="http://schemas.microsoft.com/office/drawing/2014/main" id="{61623BE7-6C18-4A4C-A081-E7BD0D9798CD}"/>
              </a:ext>
            </a:extLst>
          </p:cNvPr>
          <p:cNvSpPr>
            <a:spLocks xmlns:a="http://schemas.openxmlformats.org/drawingml/2006/main" noGrp="1"/>
          </p:cNvSpPr>
          <p:nvPr/>
        </p:nvSpPr>
        <p:spPr>
          <a:xfrm xmlns:a="http://schemas.openxmlformats.org/drawingml/2006/main">
            <a:off x="1066800" y="1163765"/>
            <a:ext cx="5377755" cy="6943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Architettura proposta</a:t>
            </a:r>
          </a:p>
        </p:txBody>
      </p:sp>
      <p:sp>
        <p:nvSpPr>
          <p:cNvPr id="5" name="f115">
            <a:extLst xmlns:a="http://schemas.openxmlformats.org/drawingml/2006/main">
              <a:ext uri="{FF2B5EF4-FFF2-40B4-BE49-F238E27FC236}">
                <a16:creationId xmlns:a16="http://schemas.microsoft.com/office/drawing/2014/main" id="{5FE4EC97-5763-4903-9425-A3CFC076EF51}"/>
              </a:ext>
            </a:extLst>
          </p:cNvPr>
          <p:cNvSpPr>
            <a:spLocks xmlns:a="http://schemas.openxmlformats.org/drawingml/2006/main" noGrp="1"/>
          </p:cNvSpPr>
          <p:nvPr/>
        </p:nvSpPr>
        <p:spPr>
          <a:xfrm xmlns:a="http://schemas.openxmlformats.org/drawingml/2006/main">
            <a:off x="7170837" y="2415540"/>
            <a:ext cx="898327"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182536"/>
                </a:solidFill>
                <a:latin typeface="Nimbus Sans"/>
                <a:ea typeface="Nimbus Sans"/>
                <a:cs typeface="Nimbus Sans"/>
              </a:defRPr>
            </a:defPPr>
            <a:lvl1pPr algn="l">
              <a:defRPr sz="2250" b="1">
                <a:solidFill>
                  <a:srgbClr val="182536"/>
                </a:solidFill>
                <a:latin typeface="Nimbus Sans"/>
                <a:ea typeface="Nimbus Sans"/>
                <a:cs typeface="Nimbus Sans"/>
              </a:defRPr>
            </a:lvl1pPr>
            <a:lvl2pPr algn="l">
              <a:defRPr sz="2250" b="1">
                <a:solidFill>
                  <a:srgbClr val="182536"/>
                </a:solidFill>
                <a:latin typeface="Nimbus Sans"/>
                <a:ea typeface="Nimbus Sans"/>
                <a:cs typeface="Nimbus Sans"/>
              </a:defRPr>
            </a:lvl2pPr>
            <a:lvl3pPr algn="l">
              <a:defRPr sz="2250" b="1">
                <a:solidFill>
                  <a:srgbClr val="182536"/>
                </a:solidFill>
                <a:latin typeface="Nimbus Sans"/>
                <a:ea typeface="Nimbus Sans"/>
                <a:cs typeface="Nimbus Sans"/>
              </a:defRPr>
            </a:lvl3pPr>
            <a:lvl4pPr algn="l">
              <a:defRPr sz="2250" b="1">
                <a:solidFill>
                  <a:srgbClr val="182536"/>
                </a:solidFill>
                <a:latin typeface="Nimbus Sans"/>
                <a:ea typeface="Nimbus Sans"/>
                <a:cs typeface="Nimbus Sans"/>
              </a:defRPr>
            </a:lvl4pPr>
            <a:lvl5pPr algn="l">
              <a:defRPr sz="2250" b="1">
                <a:solidFill>
                  <a:srgbClr val="182536"/>
                </a:solidFill>
                <a:latin typeface="Nimbus Sans"/>
                <a:ea typeface="Nimbus Sans"/>
                <a:cs typeface="Nimbus Sans"/>
              </a:defRPr>
            </a:lvl5pPr>
            <a:lvl6pPr algn="l">
              <a:defRPr sz="2250" b="1">
                <a:solidFill>
                  <a:srgbClr val="182536"/>
                </a:solidFill>
                <a:latin typeface="Nimbus Sans"/>
                <a:ea typeface="Nimbus Sans"/>
                <a:cs typeface="Nimbus Sans"/>
              </a:defRPr>
            </a:lvl6pPr>
            <a:lvl7pPr algn="l">
              <a:defRPr sz="2250" b="1">
                <a:solidFill>
                  <a:srgbClr val="182536"/>
                </a:solidFill>
                <a:latin typeface="Nimbus Sans"/>
                <a:ea typeface="Nimbus Sans"/>
                <a:cs typeface="Nimbus Sans"/>
              </a:defRPr>
            </a:lvl7pPr>
            <a:lvl8pPr algn="l">
              <a:defRPr sz="2250" b="1">
                <a:solidFill>
                  <a:srgbClr val="182536"/>
                </a:solidFill>
                <a:latin typeface="Nimbus Sans"/>
                <a:ea typeface="Nimbus Sans"/>
                <a:cs typeface="Nimbus Sans"/>
              </a:defRPr>
            </a:lvl8pPr>
            <a:lvl9pPr algn="l">
              <a:defRPr sz="2250" b="1">
                <a:solidFill>
                  <a:srgbClr val="182536"/>
                </a:solidFill>
                <a:latin typeface="Nimbus Sans"/>
                <a:ea typeface="Nimbus Sans"/>
                <a:cs typeface="Nimbus Sans"/>
              </a:defRPr>
            </a:lvl9pPr>
          </a:lstStyle>
          <a:p xmlns:a="http://schemas.openxmlformats.org/drawingml/2006/main">
            <a:pPr algn="l">
              <a:defRPr sz="2250" b="1">
                <a:solidFill>
                  <a:srgbClr val="182536"/>
                </a:solidFill>
                <a:latin typeface="Nimbus Sans"/>
                <a:ea typeface="Nimbus Sans"/>
                <a:cs typeface="Nimbus Sans"/>
              </a:defRPr>
            </a:pPr>
            <a:r>
              <a:rPr sz="2250" b="1">
                <a:solidFill>
                  <a:srgbClr val="182536"/>
                </a:solidFill>
                <a:latin typeface="Nimbus Sans"/>
                <a:ea typeface="Nimbus Sans"/>
                <a:cs typeface="Nimbus Sans"/>
              </a:rPr>
              <a:t>PCAP</a:t>
            </a:r>
          </a:p>
        </p:txBody>
      </p:sp>
      <p:sp>
        <p:nvSpPr>
          <p:cNvPr id="6" name="f116">
            <a:extLst xmlns:a="http://schemas.openxmlformats.org/drawingml/2006/main">
              <a:ext uri="{FF2B5EF4-FFF2-40B4-BE49-F238E27FC236}">
                <a16:creationId xmlns:a16="http://schemas.microsoft.com/office/drawing/2014/main" id="{F9BB6732-AF46-4A14-BFE6-411D30D84AC7}"/>
              </a:ext>
            </a:extLst>
          </p:cNvPr>
          <p:cNvSpPr>
            <a:spLocks xmlns:a="http://schemas.openxmlformats.org/drawingml/2006/main" noGrp="1"/>
          </p:cNvSpPr>
          <p:nvPr/>
        </p:nvSpPr>
        <p:spPr>
          <a:xfrm xmlns:a="http://schemas.openxmlformats.org/drawingml/2006/main">
            <a:off x="4876800" y="3405854"/>
            <a:ext cx="2257425" cy="27003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75" b="1">
                <a:solidFill>
                  <a:srgbClr val="278766"/>
                </a:solidFill>
                <a:latin typeface="Nimbus Sans"/>
                <a:ea typeface="Nimbus Sans"/>
                <a:cs typeface="Nimbus Sans"/>
              </a:defRPr>
            </a:defPPr>
            <a:lvl1pPr algn="l">
              <a:defRPr sz="1575" b="1">
                <a:solidFill>
                  <a:srgbClr val="278766"/>
                </a:solidFill>
                <a:latin typeface="Nimbus Sans"/>
                <a:ea typeface="Nimbus Sans"/>
                <a:cs typeface="Nimbus Sans"/>
              </a:defRPr>
            </a:lvl1pPr>
            <a:lvl2pPr algn="l">
              <a:defRPr sz="1575" b="1">
                <a:solidFill>
                  <a:srgbClr val="278766"/>
                </a:solidFill>
                <a:latin typeface="Nimbus Sans"/>
                <a:ea typeface="Nimbus Sans"/>
                <a:cs typeface="Nimbus Sans"/>
              </a:defRPr>
            </a:lvl2pPr>
            <a:lvl3pPr algn="l">
              <a:defRPr sz="1575" b="1">
                <a:solidFill>
                  <a:srgbClr val="278766"/>
                </a:solidFill>
                <a:latin typeface="Nimbus Sans"/>
                <a:ea typeface="Nimbus Sans"/>
                <a:cs typeface="Nimbus Sans"/>
              </a:defRPr>
            </a:lvl3pPr>
            <a:lvl4pPr algn="l">
              <a:defRPr sz="1575" b="1">
                <a:solidFill>
                  <a:srgbClr val="278766"/>
                </a:solidFill>
                <a:latin typeface="Nimbus Sans"/>
                <a:ea typeface="Nimbus Sans"/>
                <a:cs typeface="Nimbus Sans"/>
              </a:defRPr>
            </a:lvl4pPr>
            <a:lvl5pPr algn="l">
              <a:defRPr sz="1575" b="1">
                <a:solidFill>
                  <a:srgbClr val="278766"/>
                </a:solidFill>
                <a:latin typeface="Nimbus Sans"/>
                <a:ea typeface="Nimbus Sans"/>
                <a:cs typeface="Nimbus Sans"/>
              </a:defRPr>
            </a:lvl5pPr>
            <a:lvl6pPr algn="l">
              <a:defRPr sz="1575" b="1">
                <a:solidFill>
                  <a:srgbClr val="278766"/>
                </a:solidFill>
                <a:latin typeface="Nimbus Sans"/>
                <a:ea typeface="Nimbus Sans"/>
                <a:cs typeface="Nimbus Sans"/>
              </a:defRPr>
            </a:lvl6pPr>
            <a:lvl7pPr algn="l">
              <a:defRPr sz="1575" b="1">
                <a:solidFill>
                  <a:srgbClr val="278766"/>
                </a:solidFill>
                <a:latin typeface="Nimbus Sans"/>
                <a:ea typeface="Nimbus Sans"/>
                <a:cs typeface="Nimbus Sans"/>
              </a:defRPr>
            </a:lvl7pPr>
            <a:lvl8pPr algn="l">
              <a:defRPr sz="1575" b="1">
                <a:solidFill>
                  <a:srgbClr val="278766"/>
                </a:solidFill>
                <a:latin typeface="Nimbus Sans"/>
                <a:ea typeface="Nimbus Sans"/>
                <a:cs typeface="Nimbus Sans"/>
              </a:defRPr>
            </a:lvl8pPr>
            <a:lvl9pPr algn="l">
              <a:defRPr sz="1575" b="1">
                <a:solidFill>
                  <a:srgbClr val="278766"/>
                </a:solidFill>
                <a:latin typeface="Nimbus Sans"/>
                <a:ea typeface="Nimbus Sans"/>
                <a:cs typeface="Nimbus Sans"/>
              </a:defRPr>
            </a:lvl9pPr>
          </a:lstStyle>
          <a:p xmlns:a="http://schemas.openxmlformats.org/drawingml/2006/main">
            <a:pPr algn="l">
              <a:defRPr sz="1575" b="1">
                <a:solidFill>
                  <a:srgbClr val="278766"/>
                </a:solidFill>
                <a:latin typeface="Nimbus Sans"/>
                <a:ea typeface="Nimbus Sans"/>
                <a:cs typeface="Nimbus Sans"/>
              </a:defRPr>
            </a:pPr>
            <a:r>
              <a:rPr sz="1575" b="1">
                <a:solidFill>
                  <a:srgbClr val="278766"/>
                </a:solidFill>
                <a:latin typeface="Nimbus Sans"/>
                <a:ea typeface="Nimbus Sans"/>
                <a:cs typeface="Nimbus Sans"/>
              </a:rPr>
              <a:t>PIPELINE DI VERIFICA</a:t>
            </a:r>
          </a:p>
        </p:txBody>
      </p:sp>
      <p:sp>
        <p:nvSpPr>
          <p:cNvPr id="7" name="f117">
            <a:extLst xmlns:a="http://schemas.openxmlformats.org/drawingml/2006/main">
              <a:ext uri="{FF2B5EF4-FFF2-40B4-BE49-F238E27FC236}">
                <a16:creationId xmlns:a16="http://schemas.microsoft.com/office/drawing/2014/main" id="{3EB3DD03-560D-427A-89FD-8D5DF50D915D}"/>
              </a:ext>
            </a:extLst>
          </p:cNvPr>
          <p:cNvSpPr>
            <a:spLocks xmlns:a="http://schemas.openxmlformats.org/drawingml/2006/main" noGrp="1"/>
          </p:cNvSpPr>
          <p:nvPr/>
        </p:nvSpPr>
        <p:spPr>
          <a:xfrm xmlns:a="http://schemas.openxmlformats.org/drawingml/2006/main">
            <a:off x="7003033" y="3917156"/>
            <a:ext cx="1233934"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Estrazione</a:t>
            </a:r>
          </a:p>
        </p:txBody>
      </p:sp>
      <p:sp>
        <p:nvSpPr>
          <p:cNvPr id="8" name="f118">
            <a:extLst xmlns:a="http://schemas.openxmlformats.org/drawingml/2006/main">
              <a:ext uri="{FF2B5EF4-FFF2-40B4-BE49-F238E27FC236}">
                <a16:creationId xmlns:a16="http://schemas.microsoft.com/office/drawing/2014/main" id="{6D8873A4-9202-4FF3-B216-0694E9819175}"/>
              </a:ext>
            </a:extLst>
          </p:cNvPr>
          <p:cNvSpPr>
            <a:spLocks xmlns:a="http://schemas.openxmlformats.org/drawingml/2006/main" noGrp="1"/>
          </p:cNvSpPr>
          <p:nvPr/>
        </p:nvSpPr>
        <p:spPr>
          <a:xfrm xmlns:a="http://schemas.openxmlformats.org/drawingml/2006/main">
            <a:off x="5932215" y="4393406"/>
            <a:ext cx="3375571"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Normalizzazione per protocollo</a:t>
            </a:r>
          </a:p>
        </p:txBody>
      </p:sp>
      <p:sp>
        <p:nvSpPr>
          <p:cNvPr id="9" name="f119">
            <a:extLst xmlns:a="http://schemas.openxmlformats.org/drawingml/2006/main">
              <a:ext uri="{FF2B5EF4-FFF2-40B4-BE49-F238E27FC236}">
                <a16:creationId xmlns:a16="http://schemas.microsoft.com/office/drawing/2014/main" id="{DB094D49-49C4-42DA-8855-5FC8EC695601}"/>
              </a:ext>
            </a:extLst>
          </p:cNvPr>
          <p:cNvSpPr>
            <a:spLocks xmlns:a="http://schemas.openxmlformats.org/drawingml/2006/main" noGrp="1"/>
          </p:cNvSpPr>
          <p:nvPr/>
        </p:nvSpPr>
        <p:spPr>
          <a:xfrm xmlns:a="http://schemas.openxmlformats.org/drawingml/2006/main">
            <a:off x="6520904" y="4869656"/>
            <a:ext cx="2198191"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Resolver semantico</a:t>
            </a:r>
          </a:p>
        </p:txBody>
      </p:sp>
      <p:sp>
        <p:nvSpPr>
          <p:cNvPr id="10" name="f120">
            <a:extLst xmlns:a="http://schemas.openxmlformats.org/drawingml/2006/main">
              <a:ext uri="{FF2B5EF4-FFF2-40B4-BE49-F238E27FC236}">
                <a16:creationId xmlns:a16="http://schemas.microsoft.com/office/drawing/2014/main" id="{67419D08-5CC1-4D41-8AA4-D5AEC21C1E0D}"/>
              </a:ext>
            </a:extLst>
          </p:cNvPr>
          <p:cNvSpPr>
            <a:spLocks xmlns:a="http://schemas.openxmlformats.org/drawingml/2006/main" noGrp="1"/>
          </p:cNvSpPr>
          <p:nvPr/>
        </p:nvSpPr>
        <p:spPr>
          <a:xfrm xmlns:a="http://schemas.openxmlformats.org/drawingml/2006/main">
            <a:off x="6255841" y="5345906"/>
            <a:ext cx="2728317"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Selezione delle evidenze</a:t>
            </a:r>
          </a:p>
        </p:txBody>
      </p:sp>
      <p:sp>
        <p:nvSpPr>
          <p:cNvPr id="11" name="f121">
            <a:extLst xmlns:a="http://schemas.openxmlformats.org/drawingml/2006/main">
              <a:ext uri="{FF2B5EF4-FFF2-40B4-BE49-F238E27FC236}">
                <a16:creationId xmlns:a16="http://schemas.microsoft.com/office/drawing/2014/main" id="{D9077C3C-6AEB-4480-A4B4-5C810D29B159}"/>
              </a:ext>
            </a:extLst>
          </p:cNvPr>
          <p:cNvSpPr>
            <a:spLocks xmlns:a="http://schemas.openxmlformats.org/drawingml/2006/main" noGrp="1"/>
          </p:cNvSpPr>
          <p:nvPr/>
        </p:nvSpPr>
        <p:spPr>
          <a:xfrm xmlns:a="http://schemas.openxmlformats.org/drawingml/2006/main">
            <a:off x="6168554" y="5822156"/>
            <a:ext cx="2902893"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Verifica statica / temporale</a:t>
            </a:r>
          </a:p>
        </p:txBody>
      </p:sp>
      <p:sp>
        <p:nvSpPr>
          <p:cNvPr id="12" name="f122">
            <a:extLst xmlns:a="http://schemas.openxmlformats.org/drawingml/2006/main">
              <a:ext uri="{FF2B5EF4-FFF2-40B4-BE49-F238E27FC236}">
                <a16:creationId xmlns:a16="http://schemas.microsoft.com/office/drawing/2014/main" id="{91CF7673-E670-40AD-A7C6-A13F3C7EC06D}"/>
              </a:ext>
            </a:extLst>
          </p:cNvPr>
          <p:cNvSpPr>
            <a:spLocks xmlns:a="http://schemas.openxmlformats.org/drawingml/2006/main" noGrp="1"/>
          </p:cNvSpPr>
          <p:nvPr/>
        </p:nvSpPr>
        <p:spPr>
          <a:xfrm xmlns:a="http://schemas.openxmlformats.org/drawingml/2006/main">
            <a:off x="6343650" y="6298406"/>
            <a:ext cx="2552700" cy="3214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0">
                <a:solidFill>
                  <a:srgbClr val="182536"/>
                </a:solidFill>
                <a:latin typeface="Nimbus Sans"/>
                <a:ea typeface="Nimbus Sans"/>
                <a:cs typeface="Nimbus Sans"/>
              </a:defRPr>
            </a:defPPr>
            <a:lvl1pPr algn="l">
              <a:defRPr sz="1875" b="0">
                <a:solidFill>
                  <a:srgbClr val="182536"/>
                </a:solidFill>
                <a:latin typeface="Nimbus Sans"/>
                <a:ea typeface="Nimbus Sans"/>
                <a:cs typeface="Nimbus Sans"/>
              </a:defRPr>
            </a:lvl1pPr>
            <a:lvl2pPr algn="l">
              <a:defRPr sz="1875" b="0">
                <a:solidFill>
                  <a:srgbClr val="182536"/>
                </a:solidFill>
                <a:latin typeface="Nimbus Sans"/>
                <a:ea typeface="Nimbus Sans"/>
                <a:cs typeface="Nimbus Sans"/>
              </a:defRPr>
            </a:lvl2pPr>
            <a:lvl3pPr algn="l">
              <a:defRPr sz="1875" b="0">
                <a:solidFill>
                  <a:srgbClr val="182536"/>
                </a:solidFill>
                <a:latin typeface="Nimbus Sans"/>
                <a:ea typeface="Nimbus Sans"/>
                <a:cs typeface="Nimbus Sans"/>
              </a:defRPr>
            </a:lvl3pPr>
            <a:lvl4pPr algn="l">
              <a:defRPr sz="1875" b="0">
                <a:solidFill>
                  <a:srgbClr val="182536"/>
                </a:solidFill>
                <a:latin typeface="Nimbus Sans"/>
                <a:ea typeface="Nimbus Sans"/>
                <a:cs typeface="Nimbus Sans"/>
              </a:defRPr>
            </a:lvl4pPr>
            <a:lvl5pPr algn="l">
              <a:defRPr sz="1875" b="0">
                <a:solidFill>
                  <a:srgbClr val="182536"/>
                </a:solidFill>
                <a:latin typeface="Nimbus Sans"/>
                <a:ea typeface="Nimbus Sans"/>
                <a:cs typeface="Nimbus Sans"/>
              </a:defRPr>
            </a:lvl5pPr>
            <a:lvl6pPr algn="l">
              <a:defRPr sz="1875" b="0">
                <a:solidFill>
                  <a:srgbClr val="182536"/>
                </a:solidFill>
                <a:latin typeface="Nimbus Sans"/>
                <a:ea typeface="Nimbus Sans"/>
                <a:cs typeface="Nimbus Sans"/>
              </a:defRPr>
            </a:lvl6pPr>
            <a:lvl7pPr algn="l">
              <a:defRPr sz="1875" b="0">
                <a:solidFill>
                  <a:srgbClr val="182536"/>
                </a:solidFill>
                <a:latin typeface="Nimbus Sans"/>
                <a:ea typeface="Nimbus Sans"/>
                <a:cs typeface="Nimbus Sans"/>
              </a:defRPr>
            </a:lvl7pPr>
            <a:lvl8pPr algn="l">
              <a:defRPr sz="1875" b="0">
                <a:solidFill>
                  <a:srgbClr val="182536"/>
                </a:solidFill>
                <a:latin typeface="Nimbus Sans"/>
                <a:ea typeface="Nimbus Sans"/>
                <a:cs typeface="Nimbus Sans"/>
              </a:defRPr>
            </a:lvl8pPr>
            <a:lvl9pPr algn="l">
              <a:defRPr sz="1875" b="0">
                <a:solidFill>
                  <a:srgbClr val="182536"/>
                </a:solidFill>
                <a:latin typeface="Nimbus Sans"/>
                <a:ea typeface="Nimbus Sans"/>
                <a:cs typeface="Nimbus Sans"/>
              </a:defRPr>
            </a:lvl9pPr>
          </a:lstStyle>
          <a:p xmlns:a="http://schemas.openxmlformats.org/drawingml/2006/main">
            <a:pPr algn="l">
              <a:defRPr sz="1875" b="0">
                <a:solidFill>
                  <a:srgbClr val="182536"/>
                </a:solidFill>
                <a:latin typeface="Nimbus Sans"/>
                <a:ea typeface="Nimbus Sans"/>
                <a:cs typeface="Nimbus Sans"/>
              </a:defRPr>
            </a:pPr>
            <a:r>
              <a:rPr sz="1875" b="0">
                <a:solidFill>
                  <a:srgbClr val="182536"/>
                </a:solidFill>
                <a:latin typeface="Nimbus Sans"/>
                <a:ea typeface="Nimbus Sans"/>
                <a:cs typeface="Nimbus Sans"/>
              </a:rPr>
              <a:t>Generazione del report</a:t>
            </a:r>
          </a:p>
        </p:txBody>
      </p:sp>
      <p:sp>
        <p:nvSpPr>
          <p:cNvPr id="13" name="f123">
            <a:extLst xmlns:a="http://schemas.openxmlformats.org/drawingml/2006/main">
              <a:ext uri="{FF2B5EF4-FFF2-40B4-BE49-F238E27FC236}">
                <a16:creationId xmlns:a16="http://schemas.microsoft.com/office/drawing/2014/main" id="{97AA8D39-EF43-4C88-8EC4-3F23CC950D58}"/>
              </a:ext>
            </a:extLst>
          </p:cNvPr>
          <p:cNvSpPr>
            <a:spLocks xmlns:a="http://schemas.openxmlformats.org/drawingml/2006/main" noGrp="1"/>
          </p:cNvSpPr>
          <p:nvPr/>
        </p:nvSpPr>
        <p:spPr>
          <a:xfrm xmlns:a="http://schemas.openxmlformats.org/drawingml/2006/main">
            <a:off x="2362200" y="5525643"/>
            <a:ext cx="800100" cy="4629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700" b="1">
                <a:solidFill>
                  <a:srgbClr val="4264D0"/>
                </a:solidFill>
                <a:latin typeface="Nimbus Sans"/>
                <a:ea typeface="Nimbus Sans"/>
                <a:cs typeface="Nimbus Sans"/>
              </a:defRPr>
            </a:defPPr>
            <a:lvl1pPr algn="l">
              <a:defRPr sz="2700" b="1">
                <a:solidFill>
                  <a:srgbClr val="4264D0"/>
                </a:solidFill>
                <a:latin typeface="Nimbus Sans"/>
                <a:ea typeface="Nimbus Sans"/>
                <a:cs typeface="Nimbus Sans"/>
              </a:defRPr>
            </a:lvl1pPr>
            <a:lvl2pPr algn="l">
              <a:defRPr sz="2700" b="1">
                <a:solidFill>
                  <a:srgbClr val="4264D0"/>
                </a:solidFill>
                <a:latin typeface="Nimbus Sans"/>
                <a:ea typeface="Nimbus Sans"/>
                <a:cs typeface="Nimbus Sans"/>
              </a:defRPr>
            </a:lvl2pPr>
            <a:lvl3pPr algn="l">
              <a:defRPr sz="2700" b="1">
                <a:solidFill>
                  <a:srgbClr val="4264D0"/>
                </a:solidFill>
                <a:latin typeface="Nimbus Sans"/>
                <a:ea typeface="Nimbus Sans"/>
                <a:cs typeface="Nimbus Sans"/>
              </a:defRPr>
            </a:lvl3pPr>
            <a:lvl4pPr algn="l">
              <a:defRPr sz="2700" b="1">
                <a:solidFill>
                  <a:srgbClr val="4264D0"/>
                </a:solidFill>
                <a:latin typeface="Nimbus Sans"/>
                <a:ea typeface="Nimbus Sans"/>
                <a:cs typeface="Nimbus Sans"/>
              </a:defRPr>
            </a:lvl4pPr>
            <a:lvl5pPr algn="l">
              <a:defRPr sz="2700" b="1">
                <a:solidFill>
                  <a:srgbClr val="4264D0"/>
                </a:solidFill>
                <a:latin typeface="Nimbus Sans"/>
                <a:ea typeface="Nimbus Sans"/>
                <a:cs typeface="Nimbus Sans"/>
              </a:defRPr>
            </a:lvl5pPr>
            <a:lvl6pPr algn="l">
              <a:defRPr sz="2700" b="1">
                <a:solidFill>
                  <a:srgbClr val="4264D0"/>
                </a:solidFill>
                <a:latin typeface="Nimbus Sans"/>
                <a:ea typeface="Nimbus Sans"/>
                <a:cs typeface="Nimbus Sans"/>
              </a:defRPr>
            </a:lvl6pPr>
            <a:lvl7pPr algn="l">
              <a:defRPr sz="2700" b="1">
                <a:solidFill>
                  <a:srgbClr val="4264D0"/>
                </a:solidFill>
                <a:latin typeface="Nimbus Sans"/>
                <a:ea typeface="Nimbus Sans"/>
                <a:cs typeface="Nimbus Sans"/>
              </a:defRPr>
            </a:lvl7pPr>
            <a:lvl8pPr algn="l">
              <a:defRPr sz="2700" b="1">
                <a:solidFill>
                  <a:srgbClr val="4264D0"/>
                </a:solidFill>
                <a:latin typeface="Nimbus Sans"/>
                <a:ea typeface="Nimbus Sans"/>
                <a:cs typeface="Nimbus Sans"/>
              </a:defRPr>
            </a:lvl8pPr>
            <a:lvl9pPr algn="l">
              <a:defRPr sz="2700" b="1">
                <a:solidFill>
                  <a:srgbClr val="4264D0"/>
                </a:solidFill>
                <a:latin typeface="Nimbus Sans"/>
                <a:ea typeface="Nimbus Sans"/>
                <a:cs typeface="Nimbus Sans"/>
              </a:defRPr>
            </a:lvl9pPr>
          </a:lstStyle>
          <a:p xmlns:a="http://schemas.openxmlformats.org/drawingml/2006/main">
            <a:pPr algn="l">
              <a:defRPr sz="2700" b="1">
                <a:solidFill>
                  <a:srgbClr val="4264D0"/>
                </a:solidFill>
                <a:latin typeface="Nimbus Sans"/>
                <a:ea typeface="Nimbus Sans"/>
                <a:cs typeface="Nimbus Sans"/>
              </a:defRPr>
            </a:pPr>
            <a:r>
              <a:rPr sz="2700" b="1">
                <a:solidFill>
                  <a:srgbClr val="4264D0"/>
                </a:solidFill>
                <a:latin typeface="Nimbus Sans"/>
                <a:ea typeface="Nimbus Sans"/>
                <a:cs typeface="Nimbus Sans"/>
              </a:rPr>
              <a:t>DSL</a:t>
            </a:r>
          </a:p>
        </p:txBody>
      </p:sp>
      <p:sp>
        <p:nvSpPr>
          <p:cNvPr id="14" name="f124">
            <a:extLst xmlns:a="http://schemas.openxmlformats.org/drawingml/2006/main">
              <a:ext uri="{FF2B5EF4-FFF2-40B4-BE49-F238E27FC236}">
                <a16:creationId xmlns:a16="http://schemas.microsoft.com/office/drawing/2014/main" id="{278E13D0-3B7D-495F-A07D-3FF00C4F56D0}"/>
              </a:ext>
            </a:extLst>
          </p:cNvPr>
          <p:cNvSpPr>
            <a:spLocks xmlns:a="http://schemas.openxmlformats.org/drawingml/2006/main" noGrp="1"/>
          </p:cNvSpPr>
          <p:nvPr/>
        </p:nvSpPr>
        <p:spPr>
          <a:xfrm xmlns:a="http://schemas.openxmlformats.org/drawingml/2006/main">
            <a:off x="6030069" y="7782878"/>
            <a:ext cx="3179862" cy="3857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4264D0"/>
                </a:solidFill>
                <a:latin typeface="Nimbus Sans"/>
                <a:ea typeface="Nimbus Sans"/>
                <a:cs typeface="Nimbus Sans"/>
              </a:defRPr>
            </a:defPPr>
            <a:lvl1pPr algn="l">
              <a:defRPr sz="2250" b="1">
                <a:solidFill>
                  <a:srgbClr val="4264D0"/>
                </a:solidFill>
                <a:latin typeface="Nimbus Sans"/>
                <a:ea typeface="Nimbus Sans"/>
                <a:cs typeface="Nimbus Sans"/>
              </a:defRPr>
            </a:lvl1pPr>
            <a:lvl2pPr algn="l">
              <a:defRPr sz="2250" b="1">
                <a:solidFill>
                  <a:srgbClr val="4264D0"/>
                </a:solidFill>
                <a:latin typeface="Nimbus Sans"/>
                <a:ea typeface="Nimbus Sans"/>
                <a:cs typeface="Nimbus Sans"/>
              </a:defRPr>
            </a:lvl2pPr>
            <a:lvl3pPr algn="l">
              <a:defRPr sz="2250" b="1">
                <a:solidFill>
                  <a:srgbClr val="4264D0"/>
                </a:solidFill>
                <a:latin typeface="Nimbus Sans"/>
                <a:ea typeface="Nimbus Sans"/>
                <a:cs typeface="Nimbus Sans"/>
              </a:defRPr>
            </a:lvl3pPr>
            <a:lvl4pPr algn="l">
              <a:defRPr sz="2250" b="1">
                <a:solidFill>
                  <a:srgbClr val="4264D0"/>
                </a:solidFill>
                <a:latin typeface="Nimbus Sans"/>
                <a:ea typeface="Nimbus Sans"/>
                <a:cs typeface="Nimbus Sans"/>
              </a:defRPr>
            </a:lvl4pPr>
            <a:lvl5pPr algn="l">
              <a:defRPr sz="2250" b="1">
                <a:solidFill>
                  <a:srgbClr val="4264D0"/>
                </a:solidFill>
                <a:latin typeface="Nimbus Sans"/>
                <a:ea typeface="Nimbus Sans"/>
                <a:cs typeface="Nimbus Sans"/>
              </a:defRPr>
            </a:lvl5pPr>
            <a:lvl6pPr algn="l">
              <a:defRPr sz="2250" b="1">
                <a:solidFill>
                  <a:srgbClr val="4264D0"/>
                </a:solidFill>
                <a:latin typeface="Nimbus Sans"/>
                <a:ea typeface="Nimbus Sans"/>
                <a:cs typeface="Nimbus Sans"/>
              </a:defRPr>
            </a:lvl6pPr>
            <a:lvl7pPr algn="l">
              <a:defRPr sz="2250" b="1">
                <a:solidFill>
                  <a:srgbClr val="4264D0"/>
                </a:solidFill>
                <a:latin typeface="Nimbus Sans"/>
                <a:ea typeface="Nimbus Sans"/>
                <a:cs typeface="Nimbus Sans"/>
              </a:defRPr>
            </a:lvl7pPr>
            <a:lvl8pPr algn="l">
              <a:defRPr sz="2250" b="1">
                <a:solidFill>
                  <a:srgbClr val="4264D0"/>
                </a:solidFill>
                <a:latin typeface="Nimbus Sans"/>
                <a:ea typeface="Nimbus Sans"/>
                <a:cs typeface="Nimbus Sans"/>
              </a:defRPr>
            </a:lvl8pPr>
            <a:lvl9pPr algn="l">
              <a:defRPr sz="2250" b="1">
                <a:solidFill>
                  <a:srgbClr val="4264D0"/>
                </a:solidFill>
                <a:latin typeface="Nimbus Sans"/>
                <a:ea typeface="Nimbus Sans"/>
                <a:cs typeface="Nimbus Sans"/>
              </a:defRPr>
            </a:lvl9pPr>
          </a:lstStyle>
          <a:p xmlns:a="http://schemas.openxmlformats.org/drawingml/2006/main">
            <a:pPr algn="l">
              <a:defRPr sz="2250" b="1">
                <a:solidFill>
                  <a:srgbClr val="4264D0"/>
                </a:solidFill>
                <a:latin typeface="Nimbus Sans"/>
                <a:ea typeface="Nimbus Sans"/>
                <a:cs typeface="Nimbus Sans"/>
              </a:defRPr>
            </a:pPr>
            <a:r>
              <a:rPr sz="2250" b="1">
                <a:solidFill>
                  <a:srgbClr val="4264D0"/>
                </a:solidFill>
                <a:latin typeface="Nimbus Sans"/>
                <a:ea typeface="Nimbus Sans"/>
                <a:cs typeface="Nimbus Sans"/>
              </a:rPr>
              <a:t>REPORT + VERDETTO</a:t>
            </a:r>
          </a:p>
        </p:txBody>
      </p:sp>
    </p:spTree>
    <p:extLst>
      <p:ext uri="{BB962C8B-B14F-4D97-AF65-F5344CB8AC3E}">
        <p14:creationId xmlns:p14="http://schemas.microsoft.com/office/powerpoint/2010/main" val="1685583816"/>
      </p:ext>
    </p:extLst>
  </p:cSld>
</p:sld>
</file>

<file path=ppt/slides/slide6.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13" name="f125">
            <a:extLst xmlns:a="http://schemas.openxmlformats.org/drawingml/2006/main">
              <a:ext uri="{FF2B5EF4-FFF2-40B4-BE49-F238E27FC236}">
                <a16:creationId xmlns:a16="http://schemas.microsoft.com/office/drawing/2014/main" id="{415A911E-7284-4B3C-9EEA-D825A6F6D148}"/>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VALUTAZIONE</a:t>
            </a:r>
          </a:p>
        </p:txBody>
      </p:sp>
      <p:sp>
        <p:nvSpPr>
          <p:cNvPr id="2" name="f126">
            <a:extLst xmlns:a="http://schemas.openxmlformats.org/drawingml/2006/main">
              <a:ext uri="{FF2B5EF4-FFF2-40B4-BE49-F238E27FC236}">
                <a16:creationId xmlns:a16="http://schemas.microsoft.com/office/drawing/2014/main" id="{62938A27-CE03-4A1F-9A2B-B782781F6991}"/>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06 / 07</a:t>
            </a:r>
          </a:p>
        </p:txBody>
      </p:sp>
      <p:sp>
        <p:nvSpPr>
          <p:cNvPr id="3" name="f127">
            <a:extLst xmlns:a="http://schemas.openxmlformats.org/drawingml/2006/main">
              <a:ext uri="{FF2B5EF4-FFF2-40B4-BE49-F238E27FC236}">
                <a16:creationId xmlns:a16="http://schemas.microsoft.com/office/drawing/2014/main" id="{CB7CAF6B-0257-4489-93E4-3FB338288E4D}"/>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Risultati dei test baseline</a:t>
            </a:r>
          </a:p>
        </p:txBody>
      </p:sp>
      <p:sp>
        <p:nvSpPr>
          <p:cNvPr id="4" name="f128">
            <a:extLst xmlns:a="http://schemas.openxmlformats.org/drawingml/2006/main">
              <a:ext uri="{FF2B5EF4-FFF2-40B4-BE49-F238E27FC236}">
                <a16:creationId xmlns:a16="http://schemas.microsoft.com/office/drawing/2014/main" id="{918EC5DD-B198-48A0-9C47-95D10966DF6B}"/>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Verdetti sulle catture originali confrontati con gli esiti attesi.</a:t>
            </a:r>
          </a:p>
        </p:txBody>
      </p:sp>
      <p:graphicFrame>
        <p:nvGraphicFramePr>
          <p:cNvPr id="5" name="">
            <a:extLst xmlns:a="http://schemas.openxmlformats.org/drawingml/2006/main">
              <a:ext uri="{FF2B5EF4-FFF2-40B4-BE49-F238E27FC236}">
                <a16:creationId xmlns:a16="http://schemas.microsoft.com/office/drawing/2014/main" id="{729B49D8-27DE-4381-8043-A2ABC1917CC6}"/>
              </a:ext>
            </a:extLst>
          </p:cNvPr>
          <p:cNvGraphicFramePr/>
          <p:nvPr/>
        </p:nvGraphicFramePr>
        <p:xfrm>
          <a:off xmlns:a="http://schemas.openxmlformats.org/drawingml/2006/main" x="1066800" y="3076575"/>
          <a:ext xmlns:a="http://schemas.openxmlformats.org/drawingml/2006/main" cx="9429750" cy="4162425"/>
        </p:xfrm>
        <a:graphic xmlns:a="http://schemas.openxmlformats.org/drawingml/2006/main">
          <a:graphicData uri="http://schemas.openxmlformats.org/drawingml/2006/table">
            <a:tbl>
              <a:tblPr firstRow="0" bandRow="0"/>
              <a:tblGrid>
                <a:gridCol w="5048250"/>
                <a:gridCol w="2571750"/>
                <a:gridCol w="1809750"/>
              </a:tblGrid>
              <a:tr h="571500">
                <a:tc>
                  <a:txBody>
                    <a:bodyPr wrap="none">
                      <a:noAutofit/>
                    </a:bodyPr>
                    <a:lstStyle/>
                    <a:p>
                      <a:pPr algn="l"/>
                      <a:r>
                        <a:rPr sz="1875" b="1">
                          <a:solidFill>
                            <a:srgbClr val="182536"/>
                          </a:solidFill>
                          <a:latin typeface="Nimbus Sans"/>
                          <a:ea typeface="Nimbus Sans"/>
                          <a:cs typeface="Nimbus Sans"/>
                        </a:rPr>
                        <a:t>Test</a:t>
                      </a:r>
                    </a:p>
                  </a:txBody>
                  <a:tcPr marL="171450" marR="171450" marT="76200" marB="76200" anchor="ctr">
                    <a:lnL w="14288">
                      <a:solidFill>
                        <a:srgbClr val="D9E3EF"/>
                      </a:solidFill>
                      <a:prstDash val="solid"/>
                    </a:lnL>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875" b="1">
                          <a:solidFill>
                            <a:srgbClr val="182536"/>
                          </a:solidFill>
                          <a:latin typeface="Nimbus Sans"/>
                          <a:ea typeface="Nimbus Sans"/>
                          <a:cs typeface="Nimbus Sans"/>
                        </a:rPr>
                        <a:t>Open5GS</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875" b="1">
                          <a:solidFill>
                            <a:srgbClr val="182536"/>
                          </a:solidFill>
                          <a:latin typeface="Nimbus Sans"/>
                          <a:ea typeface="Nimbus Sans"/>
                          <a:cs typeface="Nimbus Sans"/>
                        </a:rPr>
                        <a:t>free5GC</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r>
              <a:tr h="647700">
                <a:tc>
                  <a:txBody>
                    <a:bodyPr wrap="none">
                      <a:noAutofit/>
                    </a:bodyPr>
                    <a:lstStyle/>
                    <a:p>
                      <a:pPr algn="l"/>
                      <a:r>
                        <a:rPr sz="1875" b="0">
                          <a:solidFill>
                            <a:srgbClr val="182536"/>
                          </a:solidFill>
                          <a:latin typeface="Nimbus Sans"/>
                          <a:ea typeface="Nimbus Sans"/>
                          <a:cs typeface="Nimbus Sans"/>
                        </a:rPr>
                        <a:t>NRF Discovery Authorization</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09625">
                <a:tc>
                  <a:txBody>
                    <a:bodyPr wrap="none">
                      <a:noAutofit/>
                    </a:bodyPr>
                    <a:lstStyle/>
                    <a:p>
                      <a:pPr algn="l"/>
                      <a:r>
                        <a:rPr sz="1875" b="0">
                          <a:solidFill>
                            <a:srgbClr val="182536"/>
                          </a:solidFill>
                          <a:latin typeface="Nimbus Sans"/>
                          <a:ea typeface="Nimbus Sans"/>
                          <a:cs typeface="Nimbus Sans"/>
                        </a:rPr>
                        <a:t>UDM Resynchronization +</a:t>
                      </a:r>
                    </a:p>
                    <a:p>
                      <a:pPr algn="l"/>
                      <a:r>
                        <a:rPr sz="1875" b="0">
                          <a:solidFill>
                            <a:srgbClr val="182536"/>
                          </a:solidFill>
                          <a:latin typeface="Nimbus Sans"/>
                          <a:ea typeface="Nimbus Sans"/>
                          <a:cs typeface="Nimbus Sans"/>
                        </a:rPr>
                        <a:t>SUCI De-concealment</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647700">
                <a:tc>
                  <a:txBody>
                    <a:bodyPr wrap="none">
                      <a:noAutofit/>
                    </a:bodyPr>
                    <a:lstStyle/>
                    <a:p>
                      <a:pPr algn="l"/>
                      <a:r>
                        <a:rPr sz="1875" b="0">
                          <a:solidFill>
                            <a:srgbClr val="182536"/>
                          </a:solidFill>
                          <a:latin typeface="Nimbus Sans"/>
                          <a:ea typeface="Nimbus Sans"/>
                          <a:cs typeface="Nimbus Sans"/>
                        </a:rPr>
                        <a:t>AMF Sync Failure A + B</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2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647700">
                <a:tc>
                  <a:txBody>
                    <a:bodyPr wrap="none">
                      <a:noAutofit/>
                    </a:bodyPr>
                    <a:lstStyle/>
                    <a:p>
                      <a:pPr algn="l"/>
                      <a:r>
                        <a:rPr sz="1875" b="0">
                          <a:solidFill>
                            <a:srgbClr val="182536"/>
                          </a:solidFill>
                          <a:latin typeface="Nimbus Sans"/>
                          <a:ea typeface="Nimbus Sans"/>
                          <a:cs typeface="Nimbus Sans"/>
                        </a:rPr>
                        <a:t>UPF TEID Uniqueness</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182536"/>
                          </a:solidFill>
                          <a:latin typeface="Nimbus Sans"/>
                          <a:ea typeface="Nimbus Sans"/>
                          <a:cs typeface="Nimbus Sans"/>
                        </a:rPr>
                        <a:t>—</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38200">
                <a:tc>
                  <a:txBody>
                    <a:bodyPr wrap="none">
                      <a:noAutofit/>
                    </a:bodyPr>
                    <a:lstStyle/>
                    <a:p>
                      <a:pPr algn="l"/>
                      <a:r>
                        <a:rPr sz="1875" b="0">
                          <a:solidFill>
                            <a:srgbClr val="182536"/>
                          </a:solidFill>
                          <a:latin typeface="Nimbus Sans"/>
                          <a:ea typeface="Nimbus Sans"/>
                          <a:cs typeface="Nimbus Sans"/>
                        </a:rPr>
                        <a:t>AMF RES* A–D</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9D7139"/>
                          </a:solidFill>
                          <a:latin typeface="Nimbus Sans"/>
                          <a:ea typeface="Nimbus Sans"/>
                          <a:cs typeface="Nimbus Sans"/>
                        </a:rPr>
                        <a:t>1 PASS +</a:t>
                      </a:r>
                    </a:p>
                    <a:p>
                      <a:pPr algn="ctr"/>
                      <a:r>
                        <a:rPr sz="1725" b="1">
                          <a:solidFill>
                            <a:srgbClr val="9D7139"/>
                          </a:solidFill>
                          <a:latin typeface="Nimbus Sans"/>
                          <a:ea typeface="Nimbus Sans"/>
                          <a:cs typeface="Nimbus Sans"/>
                        </a:rPr>
                        <a:t>3 INCONCLUSIVE</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875" b="1">
                          <a:solidFill>
                            <a:srgbClr val="278766"/>
                          </a:solidFill>
                          <a:latin typeface="Nimbus Sans"/>
                          <a:ea typeface="Nimbus Sans"/>
                          <a:cs typeface="Nimbus Sans"/>
                        </a:rPr>
                        <a:t>4 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bl>
          </a:graphicData>
        </a:graphic>
      </p:graphicFrame>
      <p:sp>
        <p:nvSpPr>
          <p:cNvPr id="6" name="f130">
            <a:extLst xmlns:a="http://schemas.openxmlformats.org/drawingml/2006/main">
              <a:ext uri="{FF2B5EF4-FFF2-40B4-BE49-F238E27FC236}">
                <a16:creationId xmlns:a16="http://schemas.microsoft.com/office/drawing/2014/main" id="{2E3A3F5A-852F-46A8-A999-483AD2AB6ECA}"/>
              </a:ext>
            </a:extLst>
          </p:cNvPr>
          <p:cNvSpPr>
            <a:spLocks xmlns:a="http://schemas.openxmlformats.org/drawingml/2006/main" noGrp="1"/>
          </p:cNvSpPr>
          <p:nvPr/>
        </p:nvSpPr>
        <p:spPr>
          <a:xfrm xmlns:a="http://schemas.openxmlformats.org/drawingml/2006/main">
            <a:off x="11049000" y="3352800"/>
            <a:ext cx="3124200" cy="2190750"/>
          </a:xfrm>
          <a:prstGeom xmlns:a="http://schemas.openxmlformats.org/drawingml/2006/main" prst="roundRect">
            <a:avLst>
              <a:gd name="adj" fmla="val 7826"/>
            </a:avLst>
          </a:prstGeom>
          <a:solidFill xmlns:a="http://schemas.openxmlformats.org/drawingml/2006/main">
            <a:srgbClr val="EEF8F3"/>
          </a:solidFill>
          <a:ln xmlns:a="http://schemas.openxmlformats.org/drawingml/2006/main" w="17145">
            <a:solidFill>
              <a:srgbClr val="C4DFD3"/>
            </a:solidFill>
            <a:prstDash val="solid"/>
          </a:ln>
        </p:spPr>
      </p:sp>
      <p:sp>
        <p:nvSpPr>
          <p:cNvPr id="7" name="f131">
            <a:extLst xmlns:a="http://schemas.openxmlformats.org/drawingml/2006/main">
              <a:ext uri="{FF2B5EF4-FFF2-40B4-BE49-F238E27FC236}">
                <a16:creationId xmlns:a16="http://schemas.microsoft.com/office/drawing/2014/main" id="{97952E4E-F44E-4FC2-93DB-D68EBA0320E0}"/>
              </a:ext>
            </a:extLst>
          </p:cNvPr>
          <p:cNvSpPr>
            <a:spLocks xmlns:a="http://schemas.openxmlformats.org/drawingml/2006/main" noGrp="1"/>
          </p:cNvSpPr>
          <p:nvPr/>
        </p:nvSpPr>
        <p:spPr>
          <a:xfrm xmlns:a="http://schemas.openxmlformats.org/drawingml/2006/main">
            <a:off x="11220450" y="3638550"/>
            <a:ext cx="27813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5850" b="1">
                <a:solidFill>
                  <a:srgbClr val="278766"/>
                </a:solidFill>
                <a:latin typeface="Nimbus Sans"/>
                <a:ea typeface="Nimbus Sans"/>
                <a:cs typeface="Nimbus Sans"/>
              </a:defRPr>
            </a:defPPr>
            <a:lvl1pPr algn="ctr">
              <a:defRPr sz="5850" b="1">
                <a:solidFill>
                  <a:srgbClr val="278766"/>
                </a:solidFill>
                <a:latin typeface="Nimbus Sans"/>
                <a:ea typeface="Nimbus Sans"/>
                <a:cs typeface="Nimbus Sans"/>
              </a:defRPr>
            </a:lvl1pPr>
            <a:lvl2pPr algn="ctr">
              <a:defRPr sz="5850" b="1">
                <a:solidFill>
                  <a:srgbClr val="278766"/>
                </a:solidFill>
                <a:latin typeface="Nimbus Sans"/>
                <a:ea typeface="Nimbus Sans"/>
                <a:cs typeface="Nimbus Sans"/>
              </a:defRPr>
            </a:lvl2pPr>
            <a:lvl3pPr algn="ctr">
              <a:defRPr sz="5850" b="1">
                <a:solidFill>
                  <a:srgbClr val="278766"/>
                </a:solidFill>
                <a:latin typeface="Nimbus Sans"/>
                <a:ea typeface="Nimbus Sans"/>
                <a:cs typeface="Nimbus Sans"/>
              </a:defRPr>
            </a:lvl3pPr>
            <a:lvl4pPr algn="ctr">
              <a:defRPr sz="5850" b="1">
                <a:solidFill>
                  <a:srgbClr val="278766"/>
                </a:solidFill>
                <a:latin typeface="Nimbus Sans"/>
                <a:ea typeface="Nimbus Sans"/>
                <a:cs typeface="Nimbus Sans"/>
              </a:defRPr>
            </a:lvl4pPr>
            <a:lvl5pPr algn="ctr">
              <a:defRPr sz="5850" b="1">
                <a:solidFill>
                  <a:srgbClr val="278766"/>
                </a:solidFill>
                <a:latin typeface="Nimbus Sans"/>
                <a:ea typeface="Nimbus Sans"/>
                <a:cs typeface="Nimbus Sans"/>
              </a:defRPr>
            </a:lvl5pPr>
            <a:lvl6pPr algn="ctr">
              <a:defRPr sz="5850" b="1">
                <a:solidFill>
                  <a:srgbClr val="278766"/>
                </a:solidFill>
                <a:latin typeface="Nimbus Sans"/>
                <a:ea typeface="Nimbus Sans"/>
                <a:cs typeface="Nimbus Sans"/>
              </a:defRPr>
            </a:lvl6pPr>
            <a:lvl7pPr algn="ctr">
              <a:defRPr sz="5850" b="1">
                <a:solidFill>
                  <a:srgbClr val="278766"/>
                </a:solidFill>
                <a:latin typeface="Nimbus Sans"/>
                <a:ea typeface="Nimbus Sans"/>
                <a:cs typeface="Nimbus Sans"/>
              </a:defRPr>
            </a:lvl7pPr>
            <a:lvl8pPr algn="ctr">
              <a:defRPr sz="5850" b="1">
                <a:solidFill>
                  <a:srgbClr val="278766"/>
                </a:solidFill>
                <a:latin typeface="Nimbus Sans"/>
                <a:ea typeface="Nimbus Sans"/>
                <a:cs typeface="Nimbus Sans"/>
              </a:defRPr>
            </a:lvl8pPr>
            <a:lvl9pPr algn="ctr">
              <a:defRPr sz="5850" b="1">
                <a:solidFill>
                  <a:srgbClr val="278766"/>
                </a:solidFill>
                <a:latin typeface="Nimbus Sans"/>
                <a:ea typeface="Nimbus Sans"/>
                <a:cs typeface="Nimbus Sans"/>
              </a:defRPr>
            </a:lvl9pPr>
          </a:lstStyle>
          <a:p xmlns:a="http://schemas.openxmlformats.org/drawingml/2006/main">
            <a:pPr algn="ctr">
              <a:defRPr sz="5850" b="1">
                <a:solidFill>
                  <a:srgbClr val="278766"/>
                </a:solidFill>
                <a:latin typeface="Nimbus Sans"/>
                <a:ea typeface="Nimbus Sans"/>
                <a:cs typeface="Nimbus Sans"/>
              </a:defRPr>
            </a:pPr>
            <a:r>
              <a:rPr sz="5850" b="1">
                <a:solidFill>
                  <a:srgbClr val="278766"/>
                </a:solidFill>
                <a:latin typeface="Nimbus Sans"/>
                <a:ea typeface="Nimbus Sans"/>
                <a:cs typeface="Nimbus Sans"/>
              </a:rPr>
              <a:t>16/16</a:t>
            </a:r>
          </a:p>
        </p:txBody>
      </p:sp>
      <p:sp>
        <p:nvSpPr>
          <p:cNvPr id="8" name="f132">
            <a:extLst xmlns:a="http://schemas.openxmlformats.org/drawingml/2006/main">
              <a:ext uri="{FF2B5EF4-FFF2-40B4-BE49-F238E27FC236}">
                <a16:creationId xmlns:a16="http://schemas.microsoft.com/office/drawing/2014/main" id="{07F31DB1-54CF-44F3-9713-D58E81A01927}"/>
              </a:ext>
            </a:extLst>
          </p:cNvPr>
          <p:cNvSpPr>
            <a:spLocks xmlns:a="http://schemas.openxmlformats.org/drawingml/2006/main" noGrp="1"/>
          </p:cNvSpPr>
          <p:nvPr/>
        </p:nvSpPr>
        <p:spPr>
          <a:xfrm xmlns:a="http://schemas.openxmlformats.org/drawingml/2006/main">
            <a:off x="11220450" y="4876800"/>
            <a:ext cx="2781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75" b="1">
                <a:solidFill>
                  <a:srgbClr val="278766"/>
                </a:solidFill>
                <a:latin typeface="Nimbus Sans"/>
                <a:ea typeface="Nimbus Sans"/>
                <a:cs typeface="Nimbus Sans"/>
              </a:defRPr>
            </a:defPPr>
            <a:lvl1pPr algn="ctr">
              <a:defRPr sz="2175" b="1">
                <a:solidFill>
                  <a:srgbClr val="278766"/>
                </a:solidFill>
                <a:latin typeface="Nimbus Sans"/>
                <a:ea typeface="Nimbus Sans"/>
                <a:cs typeface="Nimbus Sans"/>
              </a:defRPr>
            </a:lvl1pPr>
            <a:lvl2pPr algn="ctr">
              <a:defRPr sz="2175" b="1">
                <a:solidFill>
                  <a:srgbClr val="278766"/>
                </a:solidFill>
                <a:latin typeface="Nimbus Sans"/>
                <a:ea typeface="Nimbus Sans"/>
                <a:cs typeface="Nimbus Sans"/>
              </a:defRPr>
            </a:lvl2pPr>
            <a:lvl3pPr algn="ctr">
              <a:defRPr sz="2175" b="1">
                <a:solidFill>
                  <a:srgbClr val="278766"/>
                </a:solidFill>
                <a:latin typeface="Nimbus Sans"/>
                <a:ea typeface="Nimbus Sans"/>
                <a:cs typeface="Nimbus Sans"/>
              </a:defRPr>
            </a:lvl3pPr>
            <a:lvl4pPr algn="ctr">
              <a:defRPr sz="2175" b="1">
                <a:solidFill>
                  <a:srgbClr val="278766"/>
                </a:solidFill>
                <a:latin typeface="Nimbus Sans"/>
                <a:ea typeface="Nimbus Sans"/>
                <a:cs typeface="Nimbus Sans"/>
              </a:defRPr>
            </a:lvl4pPr>
            <a:lvl5pPr algn="ctr">
              <a:defRPr sz="2175" b="1">
                <a:solidFill>
                  <a:srgbClr val="278766"/>
                </a:solidFill>
                <a:latin typeface="Nimbus Sans"/>
                <a:ea typeface="Nimbus Sans"/>
                <a:cs typeface="Nimbus Sans"/>
              </a:defRPr>
            </a:lvl5pPr>
            <a:lvl6pPr algn="ctr">
              <a:defRPr sz="2175" b="1">
                <a:solidFill>
                  <a:srgbClr val="278766"/>
                </a:solidFill>
                <a:latin typeface="Nimbus Sans"/>
                <a:ea typeface="Nimbus Sans"/>
                <a:cs typeface="Nimbus Sans"/>
              </a:defRPr>
            </a:lvl6pPr>
            <a:lvl7pPr algn="ctr">
              <a:defRPr sz="2175" b="1">
                <a:solidFill>
                  <a:srgbClr val="278766"/>
                </a:solidFill>
                <a:latin typeface="Nimbus Sans"/>
                <a:ea typeface="Nimbus Sans"/>
                <a:cs typeface="Nimbus Sans"/>
              </a:defRPr>
            </a:lvl7pPr>
            <a:lvl8pPr algn="ctr">
              <a:defRPr sz="2175" b="1">
                <a:solidFill>
                  <a:srgbClr val="278766"/>
                </a:solidFill>
                <a:latin typeface="Nimbus Sans"/>
                <a:ea typeface="Nimbus Sans"/>
                <a:cs typeface="Nimbus Sans"/>
              </a:defRPr>
            </a:lvl8pPr>
            <a:lvl9pPr algn="ctr">
              <a:defRPr sz="2175" b="1">
                <a:solidFill>
                  <a:srgbClr val="278766"/>
                </a:solidFill>
                <a:latin typeface="Nimbus Sans"/>
                <a:ea typeface="Nimbus Sans"/>
                <a:cs typeface="Nimbus Sans"/>
              </a:defRPr>
            </a:lvl9pPr>
          </a:lstStyle>
          <a:p xmlns:a="http://schemas.openxmlformats.org/drawingml/2006/main">
            <a:pPr algn="ctr">
              <a:defRPr sz="2175" b="1">
                <a:solidFill>
                  <a:srgbClr val="278766"/>
                </a:solidFill>
                <a:latin typeface="Nimbus Sans"/>
                <a:ea typeface="Nimbus Sans"/>
                <a:cs typeface="Nimbus Sans"/>
              </a:defRPr>
            </a:pPr>
            <a:r>
              <a:rPr sz="2175" b="1">
                <a:solidFill>
                  <a:srgbClr val="278766"/>
                </a:solidFill>
                <a:latin typeface="Nimbus Sans"/>
                <a:ea typeface="Nimbus Sans"/>
                <a:cs typeface="Nimbus Sans"/>
              </a:rPr>
              <a:t>verdetti attesi</a:t>
            </a:r>
          </a:p>
        </p:txBody>
      </p:sp>
      <p:sp>
        <p:nvSpPr>
          <p:cNvPr id="9" name="f133">
            <a:extLst xmlns:a="http://schemas.openxmlformats.org/drawingml/2006/main">
              <a:ext uri="{FF2B5EF4-FFF2-40B4-BE49-F238E27FC236}">
                <a16:creationId xmlns:a16="http://schemas.microsoft.com/office/drawing/2014/main" id="{7F12F43E-5C82-4143-906E-90AC44DCF8E3}"/>
              </a:ext>
            </a:extLst>
          </p:cNvPr>
          <p:cNvSpPr>
            <a:spLocks xmlns:a="http://schemas.openxmlformats.org/drawingml/2006/main" noGrp="1"/>
          </p:cNvSpPr>
          <p:nvPr/>
        </p:nvSpPr>
        <p:spPr>
          <a:xfrm xmlns:a="http://schemas.openxmlformats.org/drawingml/2006/main">
            <a:off x="11258550" y="5924550"/>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278766"/>
                </a:solidFill>
                <a:latin typeface="Nimbus Sans"/>
                <a:ea typeface="Nimbus Sans"/>
                <a:cs typeface="Nimbus Sans"/>
              </a:defRPr>
            </a:defPPr>
            <a:lvl1pPr algn="l">
              <a:defRPr sz="2250" b="1">
                <a:solidFill>
                  <a:srgbClr val="278766"/>
                </a:solidFill>
                <a:latin typeface="Nimbus Sans"/>
                <a:ea typeface="Nimbus Sans"/>
                <a:cs typeface="Nimbus Sans"/>
              </a:defRPr>
            </a:lvl1pPr>
            <a:lvl2pPr algn="l">
              <a:defRPr sz="2250" b="1">
                <a:solidFill>
                  <a:srgbClr val="278766"/>
                </a:solidFill>
                <a:latin typeface="Nimbus Sans"/>
                <a:ea typeface="Nimbus Sans"/>
                <a:cs typeface="Nimbus Sans"/>
              </a:defRPr>
            </a:lvl2pPr>
            <a:lvl3pPr algn="l">
              <a:defRPr sz="2250" b="1">
                <a:solidFill>
                  <a:srgbClr val="278766"/>
                </a:solidFill>
                <a:latin typeface="Nimbus Sans"/>
                <a:ea typeface="Nimbus Sans"/>
                <a:cs typeface="Nimbus Sans"/>
              </a:defRPr>
            </a:lvl3pPr>
            <a:lvl4pPr algn="l">
              <a:defRPr sz="2250" b="1">
                <a:solidFill>
                  <a:srgbClr val="278766"/>
                </a:solidFill>
                <a:latin typeface="Nimbus Sans"/>
                <a:ea typeface="Nimbus Sans"/>
                <a:cs typeface="Nimbus Sans"/>
              </a:defRPr>
            </a:lvl4pPr>
            <a:lvl5pPr algn="l">
              <a:defRPr sz="2250" b="1">
                <a:solidFill>
                  <a:srgbClr val="278766"/>
                </a:solidFill>
                <a:latin typeface="Nimbus Sans"/>
                <a:ea typeface="Nimbus Sans"/>
                <a:cs typeface="Nimbus Sans"/>
              </a:defRPr>
            </a:lvl5pPr>
            <a:lvl6pPr algn="l">
              <a:defRPr sz="2250" b="1">
                <a:solidFill>
                  <a:srgbClr val="278766"/>
                </a:solidFill>
                <a:latin typeface="Nimbus Sans"/>
                <a:ea typeface="Nimbus Sans"/>
                <a:cs typeface="Nimbus Sans"/>
              </a:defRPr>
            </a:lvl6pPr>
            <a:lvl7pPr algn="l">
              <a:defRPr sz="2250" b="1">
                <a:solidFill>
                  <a:srgbClr val="278766"/>
                </a:solidFill>
                <a:latin typeface="Nimbus Sans"/>
                <a:ea typeface="Nimbus Sans"/>
                <a:cs typeface="Nimbus Sans"/>
              </a:defRPr>
            </a:lvl7pPr>
            <a:lvl8pPr algn="l">
              <a:defRPr sz="2250" b="1">
                <a:solidFill>
                  <a:srgbClr val="278766"/>
                </a:solidFill>
                <a:latin typeface="Nimbus Sans"/>
                <a:ea typeface="Nimbus Sans"/>
                <a:cs typeface="Nimbus Sans"/>
              </a:defRPr>
            </a:lvl8pPr>
            <a:lvl9pPr algn="l">
              <a:defRPr sz="2250" b="1">
                <a:solidFill>
                  <a:srgbClr val="278766"/>
                </a:solidFill>
                <a:latin typeface="Nimbus Sans"/>
                <a:ea typeface="Nimbus Sans"/>
                <a:cs typeface="Nimbus Sans"/>
              </a:defRPr>
            </a:lvl9pPr>
          </a:lstStyle>
          <a:p xmlns:a="http://schemas.openxmlformats.org/drawingml/2006/main">
            <a:pPr algn="l">
              <a:defRPr sz="2250" b="1">
                <a:solidFill>
                  <a:srgbClr val="278766"/>
                </a:solidFill>
                <a:latin typeface="Nimbus Sans"/>
                <a:ea typeface="Nimbus Sans"/>
                <a:cs typeface="Nimbus Sans"/>
              </a:defRPr>
            </a:pPr>
            <a:r>
              <a:rPr sz="2250" b="1">
                <a:solidFill>
                  <a:srgbClr val="278766"/>
                </a:solidFill>
                <a:latin typeface="Nimbus Sans"/>
                <a:ea typeface="Nimbus Sans"/>
                <a:cs typeface="Nimbus Sans"/>
              </a:rPr>
              <a:t>12 PASS</a:t>
            </a:r>
          </a:p>
        </p:txBody>
      </p:sp>
      <p:sp>
        <p:nvSpPr>
          <p:cNvPr id="10" name="f134">
            <a:extLst xmlns:a="http://schemas.openxmlformats.org/drawingml/2006/main">
              <a:ext uri="{FF2B5EF4-FFF2-40B4-BE49-F238E27FC236}">
                <a16:creationId xmlns:a16="http://schemas.microsoft.com/office/drawing/2014/main" id="{63CCC470-DF74-47E3-9D59-6FCD6B4693BB}"/>
              </a:ext>
            </a:extLst>
          </p:cNvPr>
          <p:cNvSpPr>
            <a:spLocks xmlns:a="http://schemas.openxmlformats.org/drawingml/2006/main" noGrp="1"/>
          </p:cNvSpPr>
          <p:nvPr/>
        </p:nvSpPr>
        <p:spPr>
          <a:xfrm xmlns:a="http://schemas.openxmlformats.org/drawingml/2006/main">
            <a:off x="11258550" y="6448425"/>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250" b="1">
                <a:solidFill>
                  <a:srgbClr val="B64B56"/>
                </a:solidFill>
                <a:latin typeface="Nimbus Sans"/>
                <a:ea typeface="Nimbus Sans"/>
                <a:cs typeface="Nimbus Sans"/>
              </a:defRPr>
            </a:defPPr>
            <a:lvl1pPr algn="l">
              <a:defRPr sz="2250" b="1">
                <a:solidFill>
                  <a:srgbClr val="B64B56"/>
                </a:solidFill>
                <a:latin typeface="Nimbus Sans"/>
                <a:ea typeface="Nimbus Sans"/>
                <a:cs typeface="Nimbus Sans"/>
              </a:defRPr>
            </a:lvl1pPr>
            <a:lvl2pPr algn="l">
              <a:defRPr sz="2250" b="1">
                <a:solidFill>
                  <a:srgbClr val="B64B56"/>
                </a:solidFill>
                <a:latin typeface="Nimbus Sans"/>
                <a:ea typeface="Nimbus Sans"/>
                <a:cs typeface="Nimbus Sans"/>
              </a:defRPr>
            </a:lvl2pPr>
            <a:lvl3pPr algn="l">
              <a:defRPr sz="2250" b="1">
                <a:solidFill>
                  <a:srgbClr val="B64B56"/>
                </a:solidFill>
                <a:latin typeface="Nimbus Sans"/>
                <a:ea typeface="Nimbus Sans"/>
                <a:cs typeface="Nimbus Sans"/>
              </a:defRPr>
            </a:lvl3pPr>
            <a:lvl4pPr algn="l">
              <a:defRPr sz="2250" b="1">
                <a:solidFill>
                  <a:srgbClr val="B64B56"/>
                </a:solidFill>
                <a:latin typeface="Nimbus Sans"/>
                <a:ea typeface="Nimbus Sans"/>
                <a:cs typeface="Nimbus Sans"/>
              </a:defRPr>
            </a:lvl4pPr>
            <a:lvl5pPr algn="l">
              <a:defRPr sz="2250" b="1">
                <a:solidFill>
                  <a:srgbClr val="B64B56"/>
                </a:solidFill>
                <a:latin typeface="Nimbus Sans"/>
                <a:ea typeface="Nimbus Sans"/>
                <a:cs typeface="Nimbus Sans"/>
              </a:defRPr>
            </a:lvl5pPr>
            <a:lvl6pPr algn="l">
              <a:defRPr sz="2250" b="1">
                <a:solidFill>
                  <a:srgbClr val="B64B56"/>
                </a:solidFill>
                <a:latin typeface="Nimbus Sans"/>
                <a:ea typeface="Nimbus Sans"/>
                <a:cs typeface="Nimbus Sans"/>
              </a:defRPr>
            </a:lvl6pPr>
            <a:lvl7pPr algn="l">
              <a:defRPr sz="2250" b="1">
                <a:solidFill>
                  <a:srgbClr val="B64B56"/>
                </a:solidFill>
                <a:latin typeface="Nimbus Sans"/>
                <a:ea typeface="Nimbus Sans"/>
                <a:cs typeface="Nimbus Sans"/>
              </a:defRPr>
            </a:lvl7pPr>
            <a:lvl8pPr algn="l">
              <a:defRPr sz="2250" b="1">
                <a:solidFill>
                  <a:srgbClr val="B64B56"/>
                </a:solidFill>
                <a:latin typeface="Nimbus Sans"/>
                <a:ea typeface="Nimbus Sans"/>
                <a:cs typeface="Nimbus Sans"/>
              </a:defRPr>
            </a:lvl8pPr>
            <a:lvl9pPr algn="l">
              <a:defRPr sz="2250" b="1">
                <a:solidFill>
                  <a:srgbClr val="B64B56"/>
                </a:solidFill>
                <a:latin typeface="Nimbus Sans"/>
                <a:ea typeface="Nimbus Sans"/>
                <a:cs typeface="Nimbus Sans"/>
              </a:defRPr>
            </a:lvl9pPr>
          </a:lstStyle>
          <a:p xmlns:a="http://schemas.openxmlformats.org/drawingml/2006/main">
            <a:pPr algn="l">
              <a:defRPr sz="2250" b="1">
                <a:solidFill>
                  <a:srgbClr val="B64B56"/>
                </a:solidFill>
                <a:latin typeface="Nimbus Sans"/>
                <a:ea typeface="Nimbus Sans"/>
                <a:cs typeface="Nimbus Sans"/>
              </a:defRPr>
            </a:pPr>
            <a:r>
              <a:rPr sz="2250" b="1">
                <a:solidFill>
                  <a:srgbClr val="B64B56"/>
                </a:solidFill>
                <a:latin typeface="Nimbus Sans"/>
                <a:ea typeface="Nimbus Sans"/>
                <a:cs typeface="Nimbus Sans"/>
              </a:rPr>
              <a:t>1 FAIL</a:t>
            </a:r>
          </a:p>
        </p:txBody>
      </p:sp>
      <p:sp>
        <p:nvSpPr>
          <p:cNvPr id="11" name="f135">
            <a:extLst xmlns:a="http://schemas.openxmlformats.org/drawingml/2006/main">
              <a:ext uri="{FF2B5EF4-FFF2-40B4-BE49-F238E27FC236}">
                <a16:creationId xmlns:a16="http://schemas.microsoft.com/office/drawing/2014/main" id="{BC1DD979-AED8-482F-861F-D7E1F45D43A0}"/>
              </a:ext>
            </a:extLst>
          </p:cNvPr>
          <p:cNvSpPr>
            <a:spLocks xmlns:a="http://schemas.openxmlformats.org/drawingml/2006/main" noGrp="1"/>
          </p:cNvSpPr>
          <p:nvPr/>
        </p:nvSpPr>
        <p:spPr>
          <a:xfrm xmlns:a="http://schemas.openxmlformats.org/drawingml/2006/main">
            <a:off x="11258550" y="6972300"/>
            <a:ext cx="27051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950" b="1">
                <a:solidFill>
                  <a:srgbClr val="9D7139"/>
                </a:solidFill>
                <a:latin typeface="Nimbus Sans"/>
                <a:ea typeface="Nimbus Sans"/>
                <a:cs typeface="Nimbus Sans"/>
              </a:defRPr>
            </a:defPPr>
            <a:lvl1pPr algn="l">
              <a:defRPr sz="1950" b="1">
                <a:solidFill>
                  <a:srgbClr val="9D7139"/>
                </a:solidFill>
                <a:latin typeface="Nimbus Sans"/>
                <a:ea typeface="Nimbus Sans"/>
                <a:cs typeface="Nimbus Sans"/>
              </a:defRPr>
            </a:lvl1pPr>
            <a:lvl2pPr algn="l">
              <a:defRPr sz="1950" b="1">
                <a:solidFill>
                  <a:srgbClr val="9D7139"/>
                </a:solidFill>
                <a:latin typeface="Nimbus Sans"/>
                <a:ea typeface="Nimbus Sans"/>
                <a:cs typeface="Nimbus Sans"/>
              </a:defRPr>
            </a:lvl2pPr>
            <a:lvl3pPr algn="l">
              <a:defRPr sz="1950" b="1">
                <a:solidFill>
                  <a:srgbClr val="9D7139"/>
                </a:solidFill>
                <a:latin typeface="Nimbus Sans"/>
                <a:ea typeface="Nimbus Sans"/>
                <a:cs typeface="Nimbus Sans"/>
              </a:defRPr>
            </a:lvl3pPr>
            <a:lvl4pPr algn="l">
              <a:defRPr sz="1950" b="1">
                <a:solidFill>
                  <a:srgbClr val="9D7139"/>
                </a:solidFill>
                <a:latin typeface="Nimbus Sans"/>
                <a:ea typeface="Nimbus Sans"/>
                <a:cs typeface="Nimbus Sans"/>
              </a:defRPr>
            </a:lvl4pPr>
            <a:lvl5pPr algn="l">
              <a:defRPr sz="1950" b="1">
                <a:solidFill>
                  <a:srgbClr val="9D7139"/>
                </a:solidFill>
                <a:latin typeface="Nimbus Sans"/>
                <a:ea typeface="Nimbus Sans"/>
                <a:cs typeface="Nimbus Sans"/>
              </a:defRPr>
            </a:lvl5pPr>
            <a:lvl6pPr algn="l">
              <a:defRPr sz="1950" b="1">
                <a:solidFill>
                  <a:srgbClr val="9D7139"/>
                </a:solidFill>
                <a:latin typeface="Nimbus Sans"/>
                <a:ea typeface="Nimbus Sans"/>
                <a:cs typeface="Nimbus Sans"/>
              </a:defRPr>
            </a:lvl6pPr>
            <a:lvl7pPr algn="l">
              <a:defRPr sz="1950" b="1">
                <a:solidFill>
                  <a:srgbClr val="9D7139"/>
                </a:solidFill>
                <a:latin typeface="Nimbus Sans"/>
                <a:ea typeface="Nimbus Sans"/>
                <a:cs typeface="Nimbus Sans"/>
              </a:defRPr>
            </a:lvl7pPr>
            <a:lvl8pPr algn="l">
              <a:defRPr sz="1950" b="1">
                <a:solidFill>
                  <a:srgbClr val="9D7139"/>
                </a:solidFill>
                <a:latin typeface="Nimbus Sans"/>
                <a:ea typeface="Nimbus Sans"/>
                <a:cs typeface="Nimbus Sans"/>
              </a:defRPr>
            </a:lvl8pPr>
            <a:lvl9pPr algn="l">
              <a:defRPr sz="1950" b="1">
                <a:solidFill>
                  <a:srgbClr val="9D7139"/>
                </a:solidFill>
                <a:latin typeface="Nimbus Sans"/>
                <a:ea typeface="Nimbus Sans"/>
                <a:cs typeface="Nimbus Sans"/>
              </a:defRPr>
            </a:lvl9pPr>
          </a:lstStyle>
          <a:p xmlns:a="http://schemas.openxmlformats.org/drawingml/2006/main">
            <a:pPr algn="l">
              <a:defRPr sz="1950" b="1">
                <a:solidFill>
                  <a:srgbClr val="9D7139"/>
                </a:solidFill>
                <a:latin typeface="Nimbus Sans"/>
                <a:ea typeface="Nimbus Sans"/>
                <a:cs typeface="Nimbus Sans"/>
              </a:defRPr>
            </a:pPr>
            <a:r>
              <a:rPr sz="1950" b="1">
                <a:solidFill>
                  <a:srgbClr val="9D7139"/>
                </a:solidFill>
                <a:latin typeface="Nimbus Sans"/>
                <a:ea typeface="Nimbus Sans"/>
                <a:cs typeface="Nimbus Sans"/>
              </a:rPr>
              <a:t>3 INCONCLUSIVE</a:t>
            </a:r>
          </a:p>
        </p:txBody>
      </p:sp>
      <p:sp>
        <p:nvSpPr>
          <p:cNvPr id="12" name="f136">
            <a:extLst xmlns:a="http://schemas.openxmlformats.org/drawingml/2006/main">
              <a:ext uri="{FF2B5EF4-FFF2-40B4-BE49-F238E27FC236}">
                <a16:creationId xmlns:a16="http://schemas.microsoft.com/office/drawing/2014/main" id="{03BBD4A6-8016-4A88-89D5-192D5AC828F7}"/>
              </a:ext>
            </a:extLst>
          </p:cNvPr>
          <p:cNvSpPr>
            <a:spLocks xmlns:a="http://schemas.openxmlformats.org/drawingml/2006/main" noGrp="1"/>
          </p:cNvSpPr>
          <p:nvPr/>
        </p:nvSpPr>
        <p:spPr>
          <a:xfrm xmlns:a="http://schemas.openxmlformats.org/drawingml/2006/main">
            <a:off x="1066800" y="7981950"/>
            <a:ext cx="13106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Catture NRF e UDM ottenute con componenti ScasDK adattati.</a:t>
            </a:r>
          </a:p>
        </p:txBody>
      </p:sp>
    </p:spTree>
    <p:extLst>
      <p:ext uri="{BB962C8B-B14F-4D97-AF65-F5344CB8AC3E}">
        <p14:creationId xmlns:p14="http://schemas.microsoft.com/office/powerpoint/2010/main" val="1565531261"/>
      </p:ext>
    </p:extLst>
  </p:cSld>
</p:sld>
</file>

<file path=ppt/slides/slide7.xml><?xml version="1.0" encoding="utf-8"?>
<p:sld xmlns:p="http://schemas.openxmlformats.org/presentationml/2006/main">
  <p:cSld>
    <p:bg>
      <p:bgPr>
        <a:solidFill xmlns:a="http://schemas.openxmlformats.org/drawingml/2006/main">
          <a:srgbClr val="F3F6F9"/>
        </a:solidFill>
      </p:bgPr>
    </p:bg>
    <p:spTree>
      <p:nvGrpSpPr>
        <p:cNvPr id="1" name=""/>
        <p:cNvGrpSpPr/>
        <p:nvPr/>
      </p:nvGrpSpPr>
      <p:grpSpPr>
        <a:xfrm xmlns:a="http://schemas.openxmlformats.org/drawingml/2006/main"/>
      </p:grpSpPr>
      <p:sp>
        <p:nvSpPr>
          <p:cNvPr id="48" name="f137">
            <a:extLst xmlns:a="http://schemas.openxmlformats.org/drawingml/2006/main">
              <a:ext uri="{FF2B5EF4-FFF2-40B4-BE49-F238E27FC236}">
                <a16:creationId xmlns:a16="http://schemas.microsoft.com/office/drawing/2014/main" id="{0BFF894E-6DA6-44F4-A5C7-4914B16A081D}"/>
              </a:ext>
            </a:extLst>
          </p:cNvPr>
          <p:cNvSpPr>
            <a:spLocks xmlns:a="http://schemas.openxmlformats.org/drawingml/2006/main" noGrp="1"/>
          </p:cNvSpPr>
          <p:nvPr/>
        </p:nvSpPr>
        <p:spPr>
          <a:xfrm xmlns:a="http://schemas.openxmlformats.org/drawingml/2006/main">
            <a:off x="1066800" y="666750"/>
            <a:ext cx="1095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0">
                <a:solidFill>
                  <a:srgbClr val="4264D0"/>
                </a:solidFill>
                <a:latin typeface="Nimbus Sans"/>
                <a:ea typeface="Nimbus Sans"/>
                <a:cs typeface="Nimbus Sans"/>
              </a:defRPr>
            </a:defPPr>
            <a:lvl1pPr algn="l">
              <a:defRPr sz="1500" b="0">
                <a:solidFill>
                  <a:srgbClr val="4264D0"/>
                </a:solidFill>
                <a:latin typeface="Nimbus Sans"/>
                <a:ea typeface="Nimbus Sans"/>
                <a:cs typeface="Nimbus Sans"/>
              </a:defRPr>
            </a:lvl1pPr>
            <a:lvl2pPr algn="l">
              <a:defRPr sz="1500" b="0">
                <a:solidFill>
                  <a:srgbClr val="4264D0"/>
                </a:solidFill>
                <a:latin typeface="Nimbus Sans"/>
                <a:ea typeface="Nimbus Sans"/>
                <a:cs typeface="Nimbus Sans"/>
              </a:defRPr>
            </a:lvl2pPr>
            <a:lvl3pPr algn="l">
              <a:defRPr sz="1500" b="0">
                <a:solidFill>
                  <a:srgbClr val="4264D0"/>
                </a:solidFill>
                <a:latin typeface="Nimbus Sans"/>
                <a:ea typeface="Nimbus Sans"/>
                <a:cs typeface="Nimbus Sans"/>
              </a:defRPr>
            </a:lvl3pPr>
            <a:lvl4pPr algn="l">
              <a:defRPr sz="1500" b="0">
                <a:solidFill>
                  <a:srgbClr val="4264D0"/>
                </a:solidFill>
                <a:latin typeface="Nimbus Sans"/>
                <a:ea typeface="Nimbus Sans"/>
                <a:cs typeface="Nimbus Sans"/>
              </a:defRPr>
            </a:lvl4pPr>
            <a:lvl5pPr algn="l">
              <a:defRPr sz="1500" b="0">
                <a:solidFill>
                  <a:srgbClr val="4264D0"/>
                </a:solidFill>
                <a:latin typeface="Nimbus Sans"/>
                <a:ea typeface="Nimbus Sans"/>
                <a:cs typeface="Nimbus Sans"/>
              </a:defRPr>
            </a:lvl5pPr>
            <a:lvl6pPr algn="l">
              <a:defRPr sz="1500" b="0">
                <a:solidFill>
                  <a:srgbClr val="4264D0"/>
                </a:solidFill>
                <a:latin typeface="Nimbus Sans"/>
                <a:ea typeface="Nimbus Sans"/>
                <a:cs typeface="Nimbus Sans"/>
              </a:defRPr>
            </a:lvl6pPr>
            <a:lvl7pPr algn="l">
              <a:defRPr sz="1500" b="0">
                <a:solidFill>
                  <a:srgbClr val="4264D0"/>
                </a:solidFill>
                <a:latin typeface="Nimbus Sans"/>
                <a:ea typeface="Nimbus Sans"/>
                <a:cs typeface="Nimbus Sans"/>
              </a:defRPr>
            </a:lvl7pPr>
            <a:lvl8pPr algn="l">
              <a:defRPr sz="1500" b="0">
                <a:solidFill>
                  <a:srgbClr val="4264D0"/>
                </a:solidFill>
                <a:latin typeface="Nimbus Sans"/>
                <a:ea typeface="Nimbus Sans"/>
                <a:cs typeface="Nimbus Sans"/>
              </a:defRPr>
            </a:lvl8pPr>
            <a:lvl9pPr algn="l">
              <a:defRPr sz="1500" b="0">
                <a:solidFill>
                  <a:srgbClr val="4264D0"/>
                </a:solidFill>
                <a:latin typeface="Nimbus Sans"/>
                <a:ea typeface="Nimbus Sans"/>
                <a:cs typeface="Nimbus Sans"/>
              </a:defRPr>
            </a:lvl9pPr>
          </a:lstStyle>
          <a:p xmlns:a="http://schemas.openxmlformats.org/drawingml/2006/main">
            <a:pPr algn="l">
              <a:defRPr sz="1500" b="0">
                <a:solidFill>
                  <a:srgbClr val="4264D0"/>
                </a:solidFill>
                <a:latin typeface="Nimbus Sans"/>
                <a:ea typeface="Nimbus Sans"/>
                <a:cs typeface="Nimbus Sans"/>
              </a:defRPr>
            </a:pPr>
            <a:r>
              <a:rPr sz="1500" b="0">
                <a:solidFill>
                  <a:srgbClr val="4264D0"/>
                </a:solidFill>
                <a:latin typeface="Nimbus Sans"/>
                <a:ea typeface="Nimbus Sans"/>
                <a:cs typeface="Nimbus Sans"/>
              </a:rPr>
              <a:t>VALUTAZIONE</a:t>
            </a:r>
          </a:p>
        </p:txBody>
      </p:sp>
      <p:sp>
        <p:nvSpPr>
          <p:cNvPr id="2" name="f138">
            <a:extLst xmlns:a="http://schemas.openxmlformats.org/drawingml/2006/main">
              <a:ext uri="{FF2B5EF4-FFF2-40B4-BE49-F238E27FC236}">
                <a16:creationId xmlns:a16="http://schemas.microsoft.com/office/drawing/2014/main" id="{80DE5AAF-E7EC-4F0E-B2AA-E8EEAF931470}"/>
              </a:ext>
            </a:extLst>
          </p:cNvPr>
          <p:cNvSpPr>
            <a:spLocks xmlns:a="http://schemas.openxmlformats.org/drawingml/2006/main" noGrp="1"/>
          </p:cNvSpPr>
          <p:nvPr/>
        </p:nvSpPr>
        <p:spPr>
          <a:xfrm xmlns:a="http://schemas.openxmlformats.org/drawingml/2006/main">
            <a:off x="12858750" y="666750"/>
            <a:ext cx="1314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350" b="0">
                <a:solidFill>
                  <a:srgbClr val="52627B"/>
                </a:solidFill>
                <a:latin typeface="Nimbus Sans"/>
                <a:ea typeface="Nimbus Sans"/>
                <a:cs typeface="Nimbus Sans"/>
              </a:defRPr>
            </a:defPPr>
            <a:lvl1pPr algn="r">
              <a:defRPr sz="1350" b="0">
                <a:solidFill>
                  <a:srgbClr val="52627B"/>
                </a:solidFill>
                <a:latin typeface="Nimbus Sans"/>
                <a:ea typeface="Nimbus Sans"/>
                <a:cs typeface="Nimbus Sans"/>
              </a:defRPr>
            </a:lvl1pPr>
            <a:lvl2pPr algn="r">
              <a:defRPr sz="1350" b="0">
                <a:solidFill>
                  <a:srgbClr val="52627B"/>
                </a:solidFill>
                <a:latin typeface="Nimbus Sans"/>
                <a:ea typeface="Nimbus Sans"/>
                <a:cs typeface="Nimbus Sans"/>
              </a:defRPr>
            </a:lvl2pPr>
            <a:lvl3pPr algn="r">
              <a:defRPr sz="1350" b="0">
                <a:solidFill>
                  <a:srgbClr val="52627B"/>
                </a:solidFill>
                <a:latin typeface="Nimbus Sans"/>
                <a:ea typeface="Nimbus Sans"/>
                <a:cs typeface="Nimbus Sans"/>
              </a:defRPr>
            </a:lvl3pPr>
            <a:lvl4pPr algn="r">
              <a:defRPr sz="1350" b="0">
                <a:solidFill>
                  <a:srgbClr val="52627B"/>
                </a:solidFill>
                <a:latin typeface="Nimbus Sans"/>
                <a:ea typeface="Nimbus Sans"/>
                <a:cs typeface="Nimbus Sans"/>
              </a:defRPr>
            </a:lvl4pPr>
            <a:lvl5pPr algn="r">
              <a:defRPr sz="1350" b="0">
                <a:solidFill>
                  <a:srgbClr val="52627B"/>
                </a:solidFill>
                <a:latin typeface="Nimbus Sans"/>
                <a:ea typeface="Nimbus Sans"/>
                <a:cs typeface="Nimbus Sans"/>
              </a:defRPr>
            </a:lvl5pPr>
            <a:lvl6pPr algn="r">
              <a:defRPr sz="1350" b="0">
                <a:solidFill>
                  <a:srgbClr val="52627B"/>
                </a:solidFill>
                <a:latin typeface="Nimbus Sans"/>
                <a:ea typeface="Nimbus Sans"/>
                <a:cs typeface="Nimbus Sans"/>
              </a:defRPr>
            </a:lvl6pPr>
            <a:lvl7pPr algn="r">
              <a:defRPr sz="1350" b="0">
                <a:solidFill>
                  <a:srgbClr val="52627B"/>
                </a:solidFill>
                <a:latin typeface="Nimbus Sans"/>
                <a:ea typeface="Nimbus Sans"/>
                <a:cs typeface="Nimbus Sans"/>
              </a:defRPr>
            </a:lvl7pPr>
            <a:lvl8pPr algn="r">
              <a:defRPr sz="1350" b="0">
                <a:solidFill>
                  <a:srgbClr val="52627B"/>
                </a:solidFill>
                <a:latin typeface="Nimbus Sans"/>
                <a:ea typeface="Nimbus Sans"/>
                <a:cs typeface="Nimbus Sans"/>
              </a:defRPr>
            </a:lvl8pPr>
            <a:lvl9pPr algn="r">
              <a:defRPr sz="1350" b="0">
                <a:solidFill>
                  <a:srgbClr val="52627B"/>
                </a:solidFill>
                <a:latin typeface="Nimbus Sans"/>
                <a:ea typeface="Nimbus Sans"/>
                <a:cs typeface="Nimbus Sans"/>
              </a:defRPr>
            </a:lvl9pPr>
          </a:lstStyle>
          <a:p xmlns:a="http://schemas.openxmlformats.org/drawingml/2006/main">
            <a:pPr algn="r">
              <a:defRPr sz="1350" b="0">
                <a:solidFill>
                  <a:srgbClr val="52627B"/>
                </a:solidFill>
                <a:latin typeface="Nimbus Sans"/>
                <a:ea typeface="Nimbus Sans"/>
                <a:cs typeface="Nimbus Sans"/>
              </a:defRPr>
            </a:pPr>
            <a:r>
              <a:rPr sz="1350" b="0">
                <a:solidFill>
                  <a:srgbClr val="52627B"/>
                </a:solidFill>
                <a:latin typeface="Nimbus Sans"/>
                <a:ea typeface="Nimbus Sans"/>
                <a:cs typeface="Nimbus Sans"/>
              </a:rPr>
              <a:t>07 / 07</a:t>
            </a:r>
          </a:p>
        </p:txBody>
      </p:sp>
      <p:sp>
        <p:nvSpPr>
          <p:cNvPr id="3" name="f139">
            <a:extLst xmlns:a="http://schemas.openxmlformats.org/drawingml/2006/main">
              <a:ext uri="{FF2B5EF4-FFF2-40B4-BE49-F238E27FC236}">
                <a16:creationId xmlns:a16="http://schemas.microsoft.com/office/drawing/2014/main" id="{3E9F7C39-C0BF-4F56-8725-211F13A39B2D}"/>
              </a:ext>
            </a:extLst>
          </p:cNvPr>
          <p:cNvSpPr>
            <a:spLocks xmlns:a="http://schemas.openxmlformats.org/drawingml/2006/main" noGrp="1"/>
          </p:cNvSpPr>
          <p:nvPr/>
        </p:nvSpPr>
        <p:spPr>
          <a:xfrm xmlns:a="http://schemas.openxmlformats.org/drawingml/2006/main">
            <a:off x="1066800" y="1200150"/>
            <a:ext cx="1310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4050" b="1">
                <a:solidFill>
                  <a:srgbClr val="182536"/>
                </a:solidFill>
                <a:latin typeface="Nimbus Sans"/>
                <a:ea typeface="Nimbus Sans"/>
                <a:cs typeface="Nimbus Sans"/>
              </a:defRPr>
            </a:defPPr>
            <a:lvl1pPr algn="l">
              <a:defRPr sz="4050" b="1">
                <a:solidFill>
                  <a:srgbClr val="182536"/>
                </a:solidFill>
                <a:latin typeface="Nimbus Sans"/>
                <a:ea typeface="Nimbus Sans"/>
                <a:cs typeface="Nimbus Sans"/>
              </a:defRPr>
            </a:lvl1pPr>
            <a:lvl2pPr algn="l">
              <a:defRPr sz="4050" b="1">
                <a:solidFill>
                  <a:srgbClr val="182536"/>
                </a:solidFill>
                <a:latin typeface="Nimbus Sans"/>
                <a:ea typeface="Nimbus Sans"/>
                <a:cs typeface="Nimbus Sans"/>
              </a:defRPr>
            </a:lvl2pPr>
            <a:lvl3pPr algn="l">
              <a:defRPr sz="4050" b="1">
                <a:solidFill>
                  <a:srgbClr val="182536"/>
                </a:solidFill>
                <a:latin typeface="Nimbus Sans"/>
                <a:ea typeface="Nimbus Sans"/>
                <a:cs typeface="Nimbus Sans"/>
              </a:defRPr>
            </a:lvl3pPr>
            <a:lvl4pPr algn="l">
              <a:defRPr sz="4050" b="1">
                <a:solidFill>
                  <a:srgbClr val="182536"/>
                </a:solidFill>
                <a:latin typeface="Nimbus Sans"/>
                <a:ea typeface="Nimbus Sans"/>
                <a:cs typeface="Nimbus Sans"/>
              </a:defRPr>
            </a:lvl4pPr>
            <a:lvl5pPr algn="l">
              <a:defRPr sz="4050" b="1">
                <a:solidFill>
                  <a:srgbClr val="182536"/>
                </a:solidFill>
                <a:latin typeface="Nimbus Sans"/>
                <a:ea typeface="Nimbus Sans"/>
                <a:cs typeface="Nimbus Sans"/>
              </a:defRPr>
            </a:lvl5pPr>
            <a:lvl6pPr algn="l">
              <a:defRPr sz="4050" b="1">
                <a:solidFill>
                  <a:srgbClr val="182536"/>
                </a:solidFill>
                <a:latin typeface="Nimbus Sans"/>
                <a:ea typeface="Nimbus Sans"/>
                <a:cs typeface="Nimbus Sans"/>
              </a:defRPr>
            </a:lvl6pPr>
            <a:lvl7pPr algn="l">
              <a:defRPr sz="4050" b="1">
                <a:solidFill>
                  <a:srgbClr val="182536"/>
                </a:solidFill>
                <a:latin typeface="Nimbus Sans"/>
                <a:ea typeface="Nimbus Sans"/>
                <a:cs typeface="Nimbus Sans"/>
              </a:defRPr>
            </a:lvl7pPr>
            <a:lvl8pPr algn="l">
              <a:defRPr sz="4050" b="1">
                <a:solidFill>
                  <a:srgbClr val="182536"/>
                </a:solidFill>
                <a:latin typeface="Nimbus Sans"/>
                <a:ea typeface="Nimbus Sans"/>
                <a:cs typeface="Nimbus Sans"/>
              </a:defRPr>
            </a:lvl8pPr>
            <a:lvl9pPr algn="l">
              <a:defRPr sz="4050" b="1">
                <a:solidFill>
                  <a:srgbClr val="182536"/>
                </a:solidFill>
                <a:latin typeface="Nimbus Sans"/>
                <a:ea typeface="Nimbus Sans"/>
                <a:cs typeface="Nimbus Sans"/>
              </a:defRPr>
            </a:lvl9pPr>
          </a:lstStyle>
          <a:p xmlns:a="http://schemas.openxmlformats.org/drawingml/2006/main">
            <a:pPr algn="l">
              <a:defRPr sz="4050" b="1">
                <a:solidFill>
                  <a:srgbClr val="182536"/>
                </a:solidFill>
                <a:latin typeface="Nimbus Sans"/>
                <a:ea typeface="Nimbus Sans"/>
                <a:cs typeface="Nimbus Sans"/>
              </a:defRPr>
            </a:pPr>
            <a:r>
              <a:rPr sz="4050" b="1">
                <a:solidFill>
                  <a:srgbClr val="182536"/>
                </a:solidFill>
                <a:latin typeface="Nimbus Sans"/>
                <a:ea typeface="Nimbus Sans"/>
                <a:cs typeface="Nimbus Sans"/>
              </a:rPr>
              <a:t>Mutation testing</a:t>
            </a:r>
          </a:p>
        </p:txBody>
      </p:sp>
      <p:sp>
        <p:nvSpPr>
          <p:cNvPr id="4" name="f140">
            <a:extLst xmlns:a="http://schemas.openxmlformats.org/drawingml/2006/main">
              <a:ext uri="{FF2B5EF4-FFF2-40B4-BE49-F238E27FC236}">
                <a16:creationId xmlns:a16="http://schemas.microsoft.com/office/drawing/2014/main" id="{D45B8FFC-B2C8-4B70-AA56-474360F9053E}"/>
              </a:ext>
            </a:extLst>
          </p:cNvPr>
          <p:cNvSpPr>
            <a:spLocks xmlns:a="http://schemas.openxmlformats.org/drawingml/2006/main" noGrp="1"/>
          </p:cNvSpPr>
          <p:nvPr/>
        </p:nvSpPr>
        <p:spPr>
          <a:xfrm xmlns:a="http://schemas.openxmlformats.org/drawingml/2006/main">
            <a:off x="1066800" y="2000250"/>
            <a:ext cx="131064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025" b="0">
                <a:solidFill>
                  <a:srgbClr val="52627B"/>
                </a:solidFill>
                <a:latin typeface="Nimbus Sans"/>
                <a:ea typeface="Nimbus Sans"/>
                <a:cs typeface="Nimbus Sans"/>
              </a:defRPr>
            </a:defPPr>
            <a:lvl1pPr algn="l">
              <a:defRPr sz="2025" b="0">
                <a:solidFill>
                  <a:srgbClr val="52627B"/>
                </a:solidFill>
                <a:latin typeface="Nimbus Sans"/>
                <a:ea typeface="Nimbus Sans"/>
                <a:cs typeface="Nimbus Sans"/>
              </a:defRPr>
            </a:lvl1pPr>
            <a:lvl2pPr algn="l">
              <a:defRPr sz="2025" b="0">
                <a:solidFill>
                  <a:srgbClr val="52627B"/>
                </a:solidFill>
                <a:latin typeface="Nimbus Sans"/>
                <a:ea typeface="Nimbus Sans"/>
                <a:cs typeface="Nimbus Sans"/>
              </a:defRPr>
            </a:lvl2pPr>
            <a:lvl3pPr algn="l">
              <a:defRPr sz="2025" b="0">
                <a:solidFill>
                  <a:srgbClr val="52627B"/>
                </a:solidFill>
                <a:latin typeface="Nimbus Sans"/>
                <a:ea typeface="Nimbus Sans"/>
                <a:cs typeface="Nimbus Sans"/>
              </a:defRPr>
            </a:lvl3pPr>
            <a:lvl4pPr algn="l">
              <a:defRPr sz="2025" b="0">
                <a:solidFill>
                  <a:srgbClr val="52627B"/>
                </a:solidFill>
                <a:latin typeface="Nimbus Sans"/>
                <a:ea typeface="Nimbus Sans"/>
                <a:cs typeface="Nimbus Sans"/>
              </a:defRPr>
            </a:lvl4pPr>
            <a:lvl5pPr algn="l">
              <a:defRPr sz="2025" b="0">
                <a:solidFill>
                  <a:srgbClr val="52627B"/>
                </a:solidFill>
                <a:latin typeface="Nimbus Sans"/>
                <a:ea typeface="Nimbus Sans"/>
                <a:cs typeface="Nimbus Sans"/>
              </a:defRPr>
            </a:lvl5pPr>
            <a:lvl6pPr algn="l">
              <a:defRPr sz="2025" b="0">
                <a:solidFill>
                  <a:srgbClr val="52627B"/>
                </a:solidFill>
                <a:latin typeface="Nimbus Sans"/>
                <a:ea typeface="Nimbus Sans"/>
                <a:cs typeface="Nimbus Sans"/>
              </a:defRPr>
            </a:lvl6pPr>
            <a:lvl7pPr algn="l">
              <a:defRPr sz="2025" b="0">
                <a:solidFill>
                  <a:srgbClr val="52627B"/>
                </a:solidFill>
                <a:latin typeface="Nimbus Sans"/>
                <a:ea typeface="Nimbus Sans"/>
                <a:cs typeface="Nimbus Sans"/>
              </a:defRPr>
            </a:lvl7pPr>
            <a:lvl8pPr algn="l">
              <a:defRPr sz="2025" b="0">
                <a:solidFill>
                  <a:srgbClr val="52627B"/>
                </a:solidFill>
                <a:latin typeface="Nimbus Sans"/>
                <a:ea typeface="Nimbus Sans"/>
                <a:cs typeface="Nimbus Sans"/>
              </a:defRPr>
            </a:lvl8pPr>
            <a:lvl9pPr algn="l">
              <a:defRPr sz="2025" b="0">
                <a:solidFill>
                  <a:srgbClr val="52627B"/>
                </a:solidFill>
                <a:latin typeface="Nimbus Sans"/>
                <a:ea typeface="Nimbus Sans"/>
                <a:cs typeface="Nimbus Sans"/>
              </a:defRPr>
            </a:lvl9pPr>
          </a:lstStyle>
          <a:p xmlns:a="http://schemas.openxmlformats.org/drawingml/2006/main">
            <a:pPr algn="l">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Stesse regole e stesso sistema, su evidenze modificate in modo controllato.</a:t>
            </a:r>
          </a:p>
        </p:txBody>
      </p:sp>
      <p:sp>
        <p:nvSpPr>
          <p:cNvPr id="5" name="f141">
            <a:extLst xmlns:a="http://schemas.openxmlformats.org/drawingml/2006/main">
              <a:ext uri="{FF2B5EF4-FFF2-40B4-BE49-F238E27FC236}">
                <a16:creationId xmlns:a16="http://schemas.microsoft.com/office/drawing/2014/main" id="{B2620659-0669-4A56-99B2-EC44BEB1CDD3}"/>
              </a:ext>
            </a:extLst>
          </p:cNvPr>
          <p:cNvSpPr>
            <a:spLocks xmlns:a="http://schemas.openxmlformats.org/drawingml/2006/main" noGrp="1"/>
          </p:cNvSpPr>
          <p:nvPr/>
        </p:nvSpPr>
        <p:spPr>
          <a:xfrm xmlns:a="http://schemas.openxmlformats.org/drawingml/2006/main">
            <a:off x="3048000" y="2952750"/>
            <a:ext cx="2305050" cy="6096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17145">
            <a:solidFill>
              <a:srgbClr val="D9E3EF"/>
            </a:solidFill>
            <a:prstDash val="solid"/>
          </a:ln>
        </p:spPr>
      </p:sp>
      <p:sp>
        <p:nvSpPr>
          <p:cNvPr id="6" name="f142">
            <a:extLst xmlns:a="http://schemas.openxmlformats.org/drawingml/2006/main">
              <a:ext uri="{FF2B5EF4-FFF2-40B4-BE49-F238E27FC236}">
                <a16:creationId xmlns:a16="http://schemas.microsoft.com/office/drawing/2014/main" id="{BDE1E652-4342-4032-A607-0572A9ACB1C6}"/>
              </a:ext>
            </a:extLst>
          </p:cNvPr>
          <p:cNvSpPr>
            <a:spLocks xmlns:a="http://schemas.openxmlformats.org/drawingml/2006/main" noGrp="1"/>
          </p:cNvSpPr>
          <p:nvPr/>
        </p:nvSpPr>
        <p:spPr>
          <a:xfrm xmlns:a="http://schemas.openxmlformats.org/drawingml/2006/main">
            <a:off x="3200400" y="3124200"/>
            <a:ext cx="2000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100" b="1">
                <a:solidFill>
                  <a:srgbClr val="182536"/>
                </a:solidFill>
                <a:latin typeface="Nimbus Sans"/>
                <a:ea typeface="Nimbus Sans"/>
                <a:cs typeface="Nimbus Sans"/>
              </a:defRPr>
            </a:defPPr>
            <a:lvl1pPr algn="ctr">
              <a:defRPr sz="2100" b="1">
                <a:solidFill>
                  <a:srgbClr val="182536"/>
                </a:solidFill>
                <a:latin typeface="Nimbus Sans"/>
                <a:ea typeface="Nimbus Sans"/>
                <a:cs typeface="Nimbus Sans"/>
              </a:defRPr>
            </a:lvl1pPr>
            <a:lvl2pPr algn="ctr">
              <a:defRPr sz="2100" b="1">
                <a:solidFill>
                  <a:srgbClr val="182536"/>
                </a:solidFill>
                <a:latin typeface="Nimbus Sans"/>
                <a:ea typeface="Nimbus Sans"/>
                <a:cs typeface="Nimbus Sans"/>
              </a:defRPr>
            </a:lvl2pPr>
            <a:lvl3pPr algn="ctr">
              <a:defRPr sz="2100" b="1">
                <a:solidFill>
                  <a:srgbClr val="182536"/>
                </a:solidFill>
                <a:latin typeface="Nimbus Sans"/>
                <a:ea typeface="Nimbus Sans"/>
                <a:cs typeface="Nimbus Sans"/>
              </a:defRPr>
            </a:lvl3pPr>
            <a:lvl4pPr algn="ctr">
              <a:defRPr sz="2100" b="1">
                <a:solidFill>
                  <a:srgbClr val="182536"/>
                </a:solidFill>
                <a:latin typeface="Nimbus Sans"/>
                <a:ea typeface="Nimbus Sans"/>
                <a:cs typeface="Nimbus Sans"/>
              </a:defRPr>
            </a:lvl4pPr>
            <a:lvl5pPr algn="ctr">
              <a:defRPr sz="2100" b="1">
                <a:solidFill>
                  <a:srgbClr val="182536"/>
                </a:solidFill>
                <a:latin typeface="Nimbus Sans"/>
                <a:ea typeface="Nimbus Sans"/>
                <a:cs typeface="Nimbus Sans"/>
              </a:defRPr>
            </a:lvl5pPr>
            <a:lvl6pPr algn="ctr">
              <a:defRPr sz="2100" b="1">
                <a:solidFill>
                  <a:srgbClr val="182536"/>
                </a:solidFill>
                <a:latin typeface="Nimbus Sans"/>
                <a:ea typeface="Nimbus Sans"/>
                <a:cs typeface="Nimbus Sans"/>
              </a:defRPr>
            </a:lvl6pPr>
            <a:lvl7pPr algn="ctr">
              <a:defRPr sz="2100" b="1">
                <a:solidFill>
                  <a:srgbClr val="182536"/>
                </a:solidFill>
                <a:latin typeface="Nimbus Sans"/>
                <a:ea typeface="Nimbus Sans"/>
                <a:cs typeface="Nimbus Sans"/>
              </a:defRPr>
            </a:lvl7pPr>
            <a:lvl8pPr algn="ctr">
              <a:defRPr sz="2100" b="1">
                <a:solidFill>
                  <a:srgbClr val="182536"/>
                </a:solidFill>
                <a:latin typeface="Nimbus Sans"/>
                <a:ea typeface="Nimbus Sans"/>
                <a:cs typeface="Nimbus Sans"/>
              </a:defRPr>
            </a:lvl8pPr>
            <a:lvl9pPr algn="ctr">
              <a:defRPr sz="2100" b="1">
                <a:solidFill>
                  <a:srgbClr val="182536"/>
                </a:solidFill>
                <a:latin typeface="Nimbus Sans"/>
                <a:ea typeface="Nimbus Sans"/>
                <a:cs typeface="Nimbus Sans"/>
              </a:defRPr>
            </a:lvl9pPr>
          </a:lstStyle>
          <a:p xmlns:a="http://schemas.openxmlformats.org/drawingml/2006/main">
            <a:pPr algn="ctr">
              <a:defRPr sz="2100" b="1">
                <a:solidFill>
                  <a:srgbClr val="182536"/>
                </a:solidFill>
                <a:latin typeface="Nimbus Sans"/>
                <a:ea typeface="Nimbus Sans"/>
                <a:cs typeface="Nimbus Sans"/>
              </a:defRPr>
            </a:pPr>
            <a:r>
              <a:rPr sz="2100" b="1">
                <a:solidFill>
                  <a:srgbClr val="182536"/>
                </a:solidFill>
                <a:latin typeface="Nimbus Sans"/>
                <a:ea typeface="Nimbus Sans"/>
                <a:cs typeface="Nimbus Sans"/>
              </a:rPr>
              <a:t>PCAP originale</a:t>
            </a:r>
          </a:p>
        </p:txBody>
      </p:sp>
      <p:sp>
        <p:nvSpPr>
          <p:cNvPr id="7" name="f143">
            <a:extLst xmlns:a="http://schemas.openxmlformats.org/drawingml/2006/main">
              <a:ext uri="{FF2B5EF4-FFF2-40B4-BE49-F238E27FC236}">
                <a16:creationId xmlns:a16="http://schemas.microsoft.com/office/drawing/2014/main" id="{B096E19A-9EB6-45E4-BDDA-F9B7142A2150}"/>
              </a:ext>
            </a:extLst>
          </p:cNvPr>
          <p:cNvSpPr>
            <a:spLocks xmlns:a="http://schemas.openxmlformats.org/drawingml/2006/main" noGrp="1"/>
          </p:cNvSpPr>
          <p:nvPr/>
        </p:nvSpPr>
        <p:spPr>
          <a:xfrm xmlns:a="http://schemas.openxmlformats.org/drawingml/2006/main">
            <a:off x="4105275" y="3695700"/>
            <a:ext cx="171450" cy="361950"/>
          </a:xfrm>
          <a:prstGeom xmlns:a="http://schemas.openxmlformats.org/drawingml/2006/main" prst="downArrow">
            <a:avLst/>
          </a:prstGeom>
          <a:solidFill xmlns:a="http://schemas.openxmlformats.org/drawingml/2006/main">
            <a:srgbClr val="4264D0"/>
          </a:solidFill>
          <a:ln xmlns:a="http://schemas.openxmlformats.org/drawingml/2006/main" w="0">
            <a:noFill/>
            <a:prstDash val="solid"/>
          </a:ln>
        </p:spPr>
      </p:sp>
      <p:sp>
        <p:nvSpPr>
          <p:cNvPr id="8" name="f144">
            <a:extLst xmlns:a="http://schemas.openxmlformats.org/drawingml/2006/main">
              <a:ext uri="{FF2B5EF4-FFF2-40B4-BE49-F238E27FC236}">
                <a16:creationId xmlns:a16="http://schemas.microsoft.com/office/drawing/2014/main" id="{5F6C8E00-1B83-442C-A898-C5F531BA24A6}"/>
              </a:ext>
            </a:extLst>
          </p:cNvPr>
          <p:cNvSpPr>
            <a:spLocks xmlns:a="http://schemas.openxmlformats.org/drawingml/2006/main" noGrp="1"/>
          </p:cNvSpPr>
          <p:nvPr/>
        </p:nvSpPr>
        <p:spPr>
          <a:xfrm xmlns:a="http://schemas.openxmlformats.org/drawingml/2006/main">
            <a:off x="2724150" y="4200525"/>
            <a:ext cx="3009900" cy="952500"/>
          </a:xfrm>
          <a:prstGeom xmlns:a="http://schemas.openxmlformats.org/drawingml/2006/main" prst="roundRect">
            <a:avLst>
              <a:gd name="adj" fmla="val 16000"/>
            </a:avLst>
          </a:prstGeom>
          <a:solidFill xmlns:a="http://schemas.openxmlformats.org/drawingml/2006/main">
            <a:srgbClr val="EEF8F3"/>
          </a:solidFill>
          <a:ln xmlns:a="http://schemas.openxmlformats.org/drawingml/2006/main" w="17145">
            <a:solidFill>
              <a:srgbClr val="C4DFD3"/>
            </a:solidFill>
            <a:prstDash val="solid"/>
          </a:ln>
        </p:spPr>
      </p:sp>
      <p:sp>
        <p:nvSpPr>
          <p:cNvPr id="9" name="f145">
            <a:extLst xmlns:a="http://schemas.openxmlformats.org/drawingml/2006/main">
              <a:ext uri="{FF2B5EF4-FFF2-40B4-BE49-F238E27FC236}">
                <a16:creationId xmlns:a16="http://schemas.microsoft.com/office/drawing/2014/main" id="{11823D53-DA00-4063-9360-D064C6EDEF6A}"/>
              </a:ext>
            </a:extLst>
          </p:cNvPr>
          <p:cNvSpPr>
            <a:spLocks xmlns:a="http://schemas.openxmlformats.org/drawingml/2006/main" noGrp="1"/>
          </p:cNvSpPr>
          <p:nvPr/>
        </p:nvSpPr>
        <p:spPr>
          <a:xfrm xmlns:a="http://schemas.openxmlformats.org/drawingml/2006/main">
            <a:off x="2876550" y="4352925"/>
            <a:ext cx="2705100"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278766"/>
                </a:solidFill>
                <a:latin typeface="Nimbus Sans"/>
                <a:ea typeface="Nimbus Sans"/>
                <a:cs typeface="Nimbus Sans"/>
              </a:defRPr>
            </a:defPPr>
            <a:lvl1pPr algn="ctr">
              <a:defRPr sz="2250" b="1">
                <a:solidFill>
                  <a:srgbClr val="278766"/>
                </a:solidFill>
                <a:latin typeface="Nimbus Sans"/>
                <a:ea typeface="Nimbus Sans"/>
                <a:cs typeface="Nimbus Sans"/>
              </a:defRPr>
            </a:lvl1pPr>
            <a:lvl2pPr algn="ctr">
              <a:defRPr sz="2250" b="1">
                <a:solidFill>
                  <a:srgbClr val="278766"/>
                </a:solidFill>
                <a:latin typeface="Nimbus Sans"/>
                <a:ea typeface="Nimbus Sans"/>
                <a:cs typeface="Nimbus Sans"/>
              </a:defRPr>
            </a:lvl2pPr>
            <a:lvl3pPr algn="ctr">
              <a:defRPr sz="2250" b="1">
                <a:solidFill>
                  <a:srgbClr val="278766"/>
                </a:solidFill>
                <a:latin typeface="Nimbus Sans"/>
                <a:ea typeface="Nimbus Sans"/>
                <a:cs typeface="Nimbus Sans"/>
              </a:defRPr>
            </a:lvl3pPr>
            <a:lvl4pPr algn="ctr">
              <a:defRPr sz="2250" b="1">
                <a:solidFill>
                  <a:srgbClr val="278766"/>
                </a:solidFill>
                <a:latin typeface="Nimbus Sans"/>
                <a:ea typeface="Nimbus Sans"/>
                <a:cs typeface="Nimbus Sans"/>
              </a:defRPr>
            </a:lvl4pPr>
            <a:lvl5pPr algn="ctr">
              <a:defRPr sz="2250" b="1">
                <a:solidFill>
                  <a:srgbClr val="278766"/>
                </a:solidFill>
                <a:latin typeface="Nimbus Sans"/>
                <a:ea typeface="Nimbus Sans"/>
                <a:cs typeface="Nimbus Sans"/>
              </a:defRPr>
            </a:lvl5pPr>
            <a:lvl6pPr algn="ctr">
              <a:defRPr sz="2250" b="1">
                <a:solidFill>
                  <a:srgbClr val="278766"/>
                </a:solidFill>
                <a:latin typeface="Nimbus Sans"/>
                <a:ea typeface="Nimbus Sans"/>
                <a:cs typeface="Nimbus Sans"/>
              </a:defRPr>
            </a:lvl6pPr>
            <a:lvl7pPr algn="ctr">
              <a:defRPr sz="2250" b="1">
                <a:solidFill>
                  <a:srgbClr val="278766"/>
                </a:solidFill>
                <a:latin typeface="Nimbus Sans"/>
                <a:ea typeface="Nimbus Sans"/>
                <a:cs typeface="Nimbus Sans"/>
              </a:defRPr>
            </a:lvl7pPr>
            <a:lvl8pPr algn="ctr">
              <a:defRPr sz="2250" b="1">
                <a:solidFill>
                  <a:srgbClr val="278766"/>
                </a:solidFill>
                <a:latin typeface="Nimbus Sans"/>
                <a:ea typeface="Nimbus Sans"/>
                <a:cs typeface="Nimbus Sans"/>
              </a:defRPr>
            </a:lvl8pPr>
            <a:lvl9pPr algn="ctr">
              <a:defRPr sz="2250" b="1">
                <a:solidFill>
                  <a:srgbClr val="278766"/>
                </a:solidFill>
                <a:latin typeface="Nimbus Sans"/>
                <a:ea typeface="Nimbus Sans"/>
                <a:cs typeface="Nimbus Sans"/>
              </a:defRPr>
            </a:lvl9pPr>
          </a:lstStyle>
          <a:p xmlns:a="http://schemas.openxmlformats.org/drawingml/2006/main">
            <a:pPr algn="ctr">
              <a:defRPr sz="2250" b="1">
                <a:solidFill>
                  <a:srgbClr val="278766"/>
                </a:solidFill>
                <a:latin typeface="Nimbus Sans"/>
                <a:ea typeface="Nimbus Sans"/>
                <a:cs typeface="Nimbus Sans"/>
              </a:defRPr>
            </a:pPr>
            <a:r>
              <a:rPr sz="2250" b="1">
                <a:solidFill>
                  <a:srgbClr val="278766"/>
                </a:solidFill>
                <a:latin typeface="Nimbus Sans"/>
                <a:ea typeface="Nimbus Sans"/>
                <a:cs typeface="Nimbus Sans"/>
              </a:rPr>
              <a:t>Pipeline di</a:t>
            </a:r>
          </a:p>
          <a:p xmlns:a="http://schemas.openxmlformats.org/drawingml/2006/main">
            <a:pPr algn="ctr">
              <a:defRPr sz="2250" b="1">
                <a:solidFill>
                  <a:srgbClr val="278766"/>
                </a:solidFill>
                <a:latin typeface="Nimbus Sans"/>
                <a:ea typeface="Nimbus Sans"/>
                <a:cs typeface="Nimbus Sans"/>
              </a:defRPr>
            </a:pPr>
            <a:r>
              <a:rPr sz="2250" b="1">
                <a:solidFill>
                  <a:srgbClr val="278766"/>
                </a:solidFill>
                <a:latin typeface="Nimbus Sans"/>
                <a:ea typeface="Nimbus Sans"/>
                <a:cs typeface="Nimbus Sans"/>
              </a:rPr>
              <a:t>verifica</a:t>
            </a:r>
          </a:p>
        </p:txBody>
      </p:sp>
      <p:sp>
        <p:nvSpPr>
          <p:cNvPr id="10" name="f146">
            <a:extLst xmlns:a="http://schemas.openxmlformats.org/drawingml/2006/main">
              <a:ext uri="{FF2B5EF4-FFF2-40B4-BE49-F238E27FC236}">
                <a16:creationId xmlns:a16="http://schemas.microsoft.com/office/drawing/2014/main" id="{4655F80B-98F7-4067-9727-4EB0DC7181F4}"/>
              </a:ext>
            </a:extLst>
          </p:cNvPr>
          <p:cNvSpPr>
            <a:spLocks xmlns:a="http://schemas.openxmlformats.org/drawingml/2006/main" noGrp="1"/>
          </p:cNvSpPr>
          <p:nvPr/>
        </p:nvSpPr>
        <p:spPr>
          <a:xfrm xmlns:a="http://schemas.openxmlformats.org/drawingml/2006/main">
            <a:off x="1066800" y="4295775"/>
            <a:ext cx="1304925" cy="762000"/>
          </a:xfrm>
          <a:prstGeom xmlns:a="http://schemas.openxmlformats.org/drawingml/2006/main" prst="roundRect">
            <a:avLst>
              <a:gd name="adj" fmla="val 20000"/>
            </a:avLst>
          </a:prstGeom>
          <a:solidFill xmlns:a="http://schemas.openxmlformats.org/drawingml/2006/main">
            <a:srgbClr val="F0F4FF"/>
          </a:solidFill>
          <a:ln xmlns:a="http://schemas.openxmlformats.org/drawingml/2006/main" w="17145">
            <a:solidFill>
              <a:srgbClr val="D9E3EF"/>
            </a:solidFill>
            <a:prstDash val="solid"/>
          </a:ln>
        </p:spPr>
      </p:sp>
      <p:sp>
        <p:nvSpPr>
          <p:cNvPr id="11" name="f147">
            <a:extLst xmlns:a="http://schemas.openxmlformats.org/drawingml/2006/main">
              <a:ext uri="{FF2B5EF4-FFF2-40B4-BE49-F238E27FC236}">
                <a16:creationId xmlns:a16="http://schemas.microsoft.com/office/drawing/2014/main" id="{6FB1EC1E-A584-41D3-B824-67BC9D79B2CA}"/>
              </a:ext>
            </a:extLst>
          </p:cNvPr>
          <p:cNvSpPr>
            <a:spLocks xmlns:a="http://schemas.openxmlformats.org/drawingml/2006/main" noGrp="1"/>
          </p:cNvSpPr>
          <p:nvPr/>
        </p:nvSpPr>
        <p:spPr>
          <a:xfrm xmlns:a="http://schemas.openxmlformats.org/drawingml/2006/main">
            <a:off x="1219200" y="4533900"/>
            <a:ext cx="10001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550" b="1">
                <a:solidFill>
                  <a:srgbClr val="4264D0"/>
                </a:solidFill>
                <a:latin typeface="Nimbus Sans"/>
                <a:ea typeface="Nimbus Sans"/>
                <a:cs typeface="Nimbus Sans"/>
              </a:defRPr>
            </a:defPPr>
            <a:lvl1pPr algn="ctr">
              <a:defRPr sz="2550" b="1">
                <a:solidFill>
                  <a:srgbClr val="4264D0"/>
                </a:solidFill>
                <a:latin typeface="Nimbus Sans"/>
                <a:ea typeface="Nimbus Sans"/>
                <a:cs typeface="Nimbus Sans"/>
              </a:defRPr>
            </a:lvl1pPr>
            <a:lvl2pPr algn="ctr">
              <a:defRPr sz="2550" b="1">
                <a:solidFill>
                  <a:srgbClr val="4264D0"/>
                </a:solidFill>
                <a:latin typeface="Nimbus Sans"/>
                <a:ea typeface="Nimbus Sans"/>
                <a:cs typeface="Nimbus Sans"/>
              </a:defRPr>
            </a:lvl2pPr>
            <a:lvl3pPr algn="ctr">
              <a:defRPr sz="2550" b="1">
                <a:solidFill>
                  <a:srgbClr val="4264D0"/>
                </a:solidFill>
                <a:latin typeface="Nimbus Sans"/>
                <a:ea typeface="Nimbus Sans"/>
                <a:cs typeface="Nimbus Sans"/>
              </a:defRPr>
            </a:lvl3pPr>
            <a:lvl4pPr algn="ctr">
              <a:defRPr sz="2550" b="1">
                <a:solidFill>
                  <a:srgbClr val="4264D0"/>
                </a:solidFill>
                <a:latin typeface="Nimbus Sans"/>
                <a:ea typeface="Nimbus Sans"/>
                <a:cs typeface="Nimbus Sans"/>
              </a:defRPr>
            </a:lvl4pPr>
            <a:lvl5pPr algn="ctr">
              <a:defRPr sz="2550" b="1">
                <a:solidFill>
                  <a:srgbClr val="4264D0"/>
                </a:solidFill>
                <a:latin typeface="Nimbus Sans"/>
                <a:ea typeface="Nimbus Sans"/>
                <a:cs typeface="Nimbus Sans"/>
              </a:defRPr>
            </a:lvl5pPr>
            <a:lvl6pPr algn="ctr">
              <a:defRPr sz="2550" b="1">
                <a:solidFill>
                  <a:srgbClr val="4264D0"/>
                </a:solidFill>
                <a:latin typeface="Nimbus Sans"/>
                <a:ea typeface="Nimbus Sans"/>
                <a:cs typeface="Nimbus Sans"/>
              </a:defRPr>
            </a:lvl6pPr>
            <a:lvl7pPr algn="ctr">
              <a:defRPr sz="2550" b="1">
                <a:solidFill>
                  <a:srgbClr val="4264D0"/>
                </a:solidFill>
                <a:latin typeface="Nimbus Sans"/>
                <a:ea typeface="Nimbus Sans"/>
                <a:cs typeface="Nimbus Sans"/>
              </a:defRPr>
            </a:lvl7pPr>
            <a:lvl8pPr algn="ctr">
              <a:defRPr sz="2550" b="1">
                <a:solidFill>
                  <a:srgbClr val="4264D0"/>
                </a:solidFill>
                <a:latin typeface="Nimbus Sans"/>
                <a:ea typeface="Nimbus Sans"/>
                <a:cs typeface="Nimbus Sans"/>
              </a:defRPr>
            </a:lvl8pPr>
            <a:lvl9pPr algn="ctr">
              <a:defRPr sz="2550" b="1">
                <a:solidFill>
                  <a:srgbClr val="4264D0"/>
                </a:solidFill>
                <a:latin typeface="Nimbus Sans"/>
                <a:ea typeface="Nimbus Sans"/>
                <a:cs typeface="Nimbus Sans"/>
              </a:defRPr>
            </a:lvl9pPr>
          </a:lstStyle>
          <a:p xmlns:a="http://schemas.openxmlformats.org/drawingml/2006/main">
            <a:pPr algn="ctr">
              <a:defRPr sz="2550" b="1">
                <a:solidFill>
                  <a:srgbClr val="4264D0"/>
                </a:solidFill>
                <a:latin typeface="Nimbus Sans"/>
                <a:ea typeface="Nimbus Sans"/>
                <a:cs typeface="Nimbus Sans"/>
              </a:defRPr>
            </a:pPr>
            <a:r>
              <a:rPr sz="2550" b="1">
                <a:solidFill>
                  <a:srgbClr val="4264D0"/>
                </a:solidFill>
                <a:latin typeface="Nimbus Sans"/>
                <a:ea typeface="Nimbus Sans"/>
                <a:cs typeface="Nimbus Sans"/>
              </a:rPr>
              <a:t>DSL</a:t>
            </a:r>
          </a:p>
        </p:txBody>
      </p:sp>
      <p:sp>
        <p:nvSpPr>
          <p:cNvPr id="12" name="f148">
            <a:extLst xmlns:a="http://schemas.openxmlformats.org/drawingml/2006/main">
              <a:ext uri="{FF2B5EF4-FFF2-40B4-BE49-F238E27FC236}">
                <a16:creationId xmlns:a16="http://schemas.microsoft.com/office/drawing/2014/main" id="{100DD985-BD62-4A2A-84D9-BA7CA3E99BD3}"/>
              </a:ext>
            </a:extLst>
          </p:cNvPr>
          <p:cNvSpPr>
            <a:spLocks xmlns:a="http://schemas.openxmlformats.org/drawingml/2006/main" noGrp="1"/>
          </p:cNvSpPr>
          <p:nvPr/>
        </p:nvSpPr>
        <p:spPr>
          <a:xfrm xmlns:a="http://schemas.openxmlformats.org/drawingml/2006/main">
            <a:off x="2466975" y="4572000"/>
            <a:ext cx="171450" cy="190500"/>
          </a:xfrm>
          <a:prstGeom xmlns:a="http://schemas.openxmlformats.org/drawingml/2006/main" prst="rightArrow">
            <a:avLst/>
          </a:prstGeom>
          <a:solidFill xmlns:a="http://schemas.openxmlformats.org/drawingml/2006/main">
            <a:srgbClr val="4264D0"/>
          </a:solidFill>
          <a:ln xmlns:a="http://schemas.openxmlformats.org/drawingml/2006/main" w="0">
            <a:noFill/>
            <a:prstDash val="solid"/>
          </a:ln>
        </p:spPr>
      </p:sp>
      <p:sp>
        <p:nvSpPr>
          <p:cNvPr id="13" name="f149">
            <a:extLst xmlns:a="http://schemas.openxmlformats.org/drawingml/2006/main">
              <a:ext uri="{FF2B5EF4-FFF2-40B4-BE49-F238E27FC236}">
                <a16:creationId xmlns:a16="http://schemas.microsoft.com/office/drawing/2014/main" id="{8862B0F5-506B-4C9B-ACB1-614610847E9E}"/>
              </a:ext>
            </a:extLst>
          </p:cNvPr>
          <p:cNvSpPr>
            <a:spLocks xmlns:a="http://schemas.openxmlformats.org/drawingml/2006/main" noGrp="1"/>
          </p:cNvSpPr>
          <p:nvPr/>
        </p:nvSpPr>
        <p:spPr>
          <a:xfrm xmlns:a="http://schemas.openxmlformats.org/drawingml/2006/main">
            <a:off x="4229100" y="5238750"/>
            <a:ext cx="95" cy="3524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14" name="f150">
            <a:extLst xmlns:a="http://schemas.openxmlformats.org/drawingml/2006/main">
              <a:ext uri="{FF2B5EF4-FFF2-40B4-BE49-F238E27FC236}">
                <a16:creationId xmlns:a16="http://schemas.microsoft.com/office/drawing/2014/main" id="{D000B245-7622-4F15-A227-81F593BB3DCC}"/>
              </a:ext>
            </a:extLst>
          </p:cNvPr>
          <p:cNvSpPr>
            <a:spLocks xmlns:a="http://schemas.openxmlformats.org/drawingml/2006/main" noGrp="1"/>
          </p:cNvSpPr>
          <p:nvPr/>
        </p:nvSpPr>
        <p:spPr>
          <a:xfrm xmlns:a="http://schemas.openxmlformats.org/drawingml/2006/main">
            <a:off x="2667000" y="5591175"/>
            <a:ext cx="15621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15" name="f151">
            <a:extLst xmlns:a="http://schemas.openxmlformats.org/drawingml/2006/main">
              <a:ext uri="{FF2B5EF4-FFF2-40B4-BE49-F238E27FC236}">
                <a16:creationId xmlns:a16="http://schemas.microsoft.com/office/drawing/2014/main" id="{AF3EFC0D-89F8-4C1D-831D-D3A957FB4576}"/>
              </a:ext>
            </a:extLst>
          </p:cNvPr>
          <p:cNvSpPr>
            <a:spLocks xmlns:a="http://schemas.openxmlformats.org/drawingml/2006/main" noGrp="1"/>
          </p:cNvSpPr>
          <p:nvPr/>
        </p:nvSpPr>
        <p:spPr>
          <a:xfrm xmlns:a="http://schemas.openxmlformats.org/drawingml/2006/main">
            <a:off x="2667000" y="5591175"/>
            <a:ext cx="95" cy="4000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16" name="f152">
            <a:extLst xmlns:a="http://schemas.openxmlformats.org/drawingml/2006/main">
              <a:ext uri="{FF2B5EF4-FFF2-40B4-BE49-F238E27FC236}">
                <a16:creationId xmlns:a16="http://schemas.microsoft.com/office/drawing/2014/main" id="{8E9B749F-FDF1-4F84-B4F8-464113AD8B39}"/>
              </a:ext>
            </a:extLst>
          </p:cNvPr>
          <p:cNvSpPr>
            <a:spLocks xmlns:a="http://schemas.openxmlformats.org/drawingml/2006/main" noGrp="1"/>
          </p:cNvSpPr>
          <p:nvPr/>
        </p:nvSpPr>
        <p:spPr>
          <a:xfrm xmlns:a="http://schemas.openxmlformats.org/drawingml/2006/main">
            <a:off x="2581275" y="5991225"/>
            <a:ext cx="171450" cy="180975"/>
          </a:xfrm>
          <a:prstGeom xmlns:a="http://schemas.openxmlformats.org/drawingml/2006/main" prst="downArrow">
            <a:avLst/>
          </a:prstGeom>
          <a:solidFill xmlns:a="http://schemas.openxmlformats.org/drawingml/2006/main">
            <a:srgbClr val="4264D0"/>
          </a:solidFill>
          <a:ln xmlns:a="http://schemas.openxmlformats.org/drawingml/2006/main" w="0">
            <a:noFill/>
            <a:prstDash val="solid"/>
          </a:ln>
        </p:spPr>
      </p:sp>
      <p:sp>
        <p:nvSpPr>
          <p:cNvPr id="17" name="f153">
            <a:extLst xmlns:a="http://schemas.openxmlformats.org/drawingml/2006/main">
              <a:ext uri="{FF2B5EF4-FFF2-40B4-BE49-F238E27FC236}">
                <a16:creationId xmlns:a16="http://schemas.microsoft.com/office/drawing/2014/main" id="{4B8454FB-C090-492D-89D8-CC5CD873672A}"/>
              </a:ext>
            </a:extLst>
          </p:cNvPr>
          <p:cNvSpPr>
            <a:spLocks xmlns:a="http://schemas.openxmlformats.org/drawingml/2006/main" noGrp="1"/>
          </p:cNvSpPr>
          <p:nvPr/>
        </p:nvSpPr>
        <p:spPr>
          <a:xfrm xmlns:a="http://schemas.openxmlformats.org/drawingml/2006/main">
            <a:off x="4229100" y="5591175"/>
            <a:ext cx="11049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18" name="f154">
            <a:extLst xmlns:a="http://schemas.openxmlformats.org/drawingml/2006/main">
              <a:ext uri="{FF2B5EF4-FFF2-40B4-BE49-F238E27FC236}">
                <a16:creationId xmlns:a16="http://schemas.microsoft.com/office/drawing/2014/main" id="{9CC780BA-4C06-4240-A284-478E70D7A8A6}"/>
              </a:ext>
            </a:extLst>
          </p:cNvPr>
          <p:cNvSpPr>
            <a:spLocks xmlns:a="http://schemas.openxmlformats.org/drawingml/2006/main" noGrp="1"/>
          </p:cNvSpPr>
          <p:nvPr/>
        </p:nvSpPr>
        <p:spPr>
          <a:xfrm xmlns:a="http://schemas.openxmlformats.org/drawingml/2006/main">
            <a:off x="5334000" y="5591175"/>
            <a:ext cx="95" cy="4000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19" name="f155">
            <a:extLst xmlns:a="http://schemas.openxmlformats.org/drawingml/2006/main">
              <a:ext uri="{FF2B5EF4-FFF2-40B4-BE49-F238E27FC236}">
                <a16:creationId xmlns:a16="http://schemas.microsoft.com/office/drawing/2014/main" id="{B3907F2D-77F2-495A-989C-91F9B12D56D1}"/>
              </a:ext>
            </a:extLst>
          </p:cNvPr>
          <p:cNvSpPr>
            <a:spLocks xmlns:a="http://schemas.openxmlformats.org/drawingml/2006/main" noGrp="1"/>
          </p:cNvSpPr>
          <p:nvPr/>
        </p:nvSpPr>
        <p:spPr>
          <a:xfrm xmlns:a="http://schemas.openxmlformats.org/drawingml/2006/main">
            <a:off x="5248275" y="5991225"/>
            <a:ext cx="171450" cy="180975"/>
          </a:xfrm>
          <a:prstGeom xmlns:a="http://schemas.openxmlformats.org/drawingml/2006/main" prst="downArrow">
            <a:avLst/>
          </a:prstGeom>
          <a:solidFill xmlns:a="http://schemas.openxmlformats.org/drawingml/2006/main">
            <a:srgbClr val="4264D0"/>
          </a:solidFill>
          <a:ln xmlns:a="http://schemas.openxmlformats.org/drawingml/2006/main" w="0">
            <a:noFill/>
            <a:prstDash val="solid"/>
          </a:ln>
        </p:spPr>
      </p:sp>
      <p:sp>
        <p:nvSpPr>
          <p:cNvPr id="20" name="f156">
            <a:extLst xmlns:a="http://schemas.openxmlformats.org/drawingml/2006/main">
              <a:ext uri="{FF2B5EF4-FFF2-40B4-BE49-F238E27FC236}">
                <a16:creationId xmlns:a16="http://schemas.microsoft.com/office/drawing/2014/main" id="{EE780FAA-9504-4C07-8C4E-FE10A2D616E3}"/>
              </a:ext>
            </a:extLst>
          </p:cNvPr>
          <p:cNvSpPr>
            <a:spLocks xmlns:a="http://schemas.openxmlformats.org/drawingml/2006/main" noGrp="1"/>
          </p:cNvSpPr>
          <p:nvPr/>
        </p:nvSpPr>
        <p:spPr>
          <a:xfrm xmlns:a="http://schemas.openxmlformats.org/drawingml/2006/main">
            <a:off x="1562100" y="6257925"/>
            <a:ext cx="2209800" cy="6096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17145">
            <a:solidFill>
              <a:srgbClr val="D9E3EF"/>
            </a:solidFill>
            <a:prstDash val="solid"/>
          </a:ln>
        </p:spPr>
      </p:sp>
      <p:sp>
        <p:nvSpPr>
          <p:cNvPr id="21" name="f157">
            <a:extLst xmlns:a="http://schemas.openxmlformats.org/drawingml/2006/main">
              <a:ext uri="{FF2B5EF4-FFF2-40B4-BE49-F238E27FC236}">
                <a16:creationId xmlns:a16="http://schemas.microsoft.com/office/drawing/2014/main" id="{9A10E35B-D1FF-4F69-BE5C-8DD20351EA74}"/>
              </a:ext>
            </a:extLst>
          </p:cNvPr>
          <p:cNvSpPr>
            <a:spLocks xmlns:a="http://schemas.openxmlformats.org/drawingml/2006/main" noGrp="1"/>
          </p:cNvSpPr>
          <p:nvPr/>
        </p:nvSpPr>
        <p:spPr>
          <a:xfrm xmlns:a="http://schemas.openxmlformats.org/drawingml/2006/main">
            <a:off x="1714500" y="6448425"/>
            <a:ext cx="190500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182536"/>
                </a:solidFill>
                <a:latin typeface="Nimbus Sans"/>
                <a:ea typeface="Nimbus Sans"/>
                <a:cs typeface="Nimbus Sans"/>
              </a:defRPr>
            </a:defPPr>
            <a:lvl1pPr algn="ctr">
              <a:defRPr sz="1875" b="1">
                <a:solidFill>
                  <a:srgbClr val="182536"/>
                </a:solidFill>
                <a:latin typeface="Nimbus Sans"/>
                <a:ea typeface="Nimbus Sans"/>
                <a:cs typeface="Nimbus Sans"/>
              </a:defRPr>
            </a:lvl1pPr>
            <a:lvl2pPr algn="ctr">
              <a:defRPr sz="1875" b="1">
                <a:solidFill>
                  <a:srgbClr val="182536"/>
                </a:solidFill>
                <a:latin typeface="Nimbus Sans"/>
                <a:ea typeface="Nimbus Sans"/>
                <a:cs typeface="Nimbus Sans"/>
              </a:defRPr>
            </a:lvl2pPr>
            <a:lvl3pPr algn="ctr">
              <a:defRPr sz="1875" b="1">
                <a:solidFill>
                  <a:srgbClr val="182536"/>
                </a:solidFill>
                <a:latin typeface="Nimbus Sans"/>
                <a:ea typeface="Nimbus Sans"/>
                <a:cs typeface="Nimbus Sans"/>
              </a:defRPr>
            </a:lvl3pPr>
            <a:lvl4pPr algn="ctr">
              <a:defRPr sz="1875" b="1">
                <a:solidFill>
                  <a:srgbClr val="182536"/>
                </a:solidFill>
                <a:latin typeface="Nimbus Sans"/>
                <a:ea typeface="Nimbus Sans"/>
                <a:cs typeface="Nimbus Sans"/>
              </a:defRPr>
            </a:lvl4pPr>
            <a:lvl5pPr algn="ctr">
              <a:defRPr sz="1875" b="1">
                <a:solidFill>
                  <a:srgbClr val="182536"/>
                </a:solidFill>
                <a:latin typeface="Nimbus Sans"/>
                <a:ea typeface="Nimbus Sans"/>
                <a:cs typeface="Nimbus Sans"/>
              </a:defRPr>
            </a:lvl5pPr>
            <a:lvl6pPr algn="ctr">
              <a:defRPr sz="1875" b="1">
                <a:solidFill>
                  <a:srgbClr val="182536"/>
                </a:solidFill>
                <a:latin typeface="Nimbus Sans"/>
                <a:ea typeface="Nimbus Sans"/>
                <a:cs typeface="Nimbus Sans"/>
              </a:defRPr>
            </a:lvl6pPr>
            <a:lvl7pPr algn="ctr">
              <a:defRPr sz="1875" b="1">
                <a:solidFill>
                  <a:srgbClr val="182536"/>
                </a:solidFill>
                <a:latin typeface="Nimbus Sans"/>
                <a:ea typeface="Nimbus Sans"/>
                <a:cs typeface="Nimbus Sans"/>
              </a:defRPr>
            </a:lvl7pPr>
            <a:lvl8pPr algn="ctr">
              <a:defRPr sz="1875" b="1">
                <a:solidFill>
                  <a:srgbClr val="182536"/>
                </a:solidFill>
                <a:latin typeface="Nimbus Sans"/>
                <a:ea typeface="Nimbus Sans"/>
                <a:cs typeface="Nimbus Sans"/>
              </a:defRPr>
            </a:lvl8pPr>
            <a:lvl9pPr algn="ctr">
              <a:defRPr sz="1875" b="1">
                <a:solidFill>
                  <a:srgbClr val="182536"/>
                </a:solidFill>
                <a:latin typeface="Nimbus Sans"/>
                <a:ea typeface="Nimbus Sans"/>
                <a:cs typeface="Nimbus Sans"/>
              </a:defRPr>
            </a:lvl9pPr>
          </a:lstStyle>
          <a:p xmlns:a="http://schemas.openxmlformats.org/drawingml/2006/main">
            <a:pPr algn="ctr">
              <a:defRPr sz="1875" b="1">
                <a:solidFill>
                  <a:srgbClr val="182536"/>
                </a:solidFill>
                <a:latin typeface="Nimbus Sans"/>
                <a:ea typeface="Nimbus Sans"/>
                <a:cs typeface="Nimbus Sans"/>
              </a:defRPr>
            </a:pPr>
            <a:r>
              <a:rPr sz="1875" b="1">
                <a:solidFill>
                  <a:srgbClr val="182536"/>
                </a:solidFill>
                <a:latin typeface="Nimbus Sans"/>
                <a:ea typeface="Nimbus Sans"/>
                <a:cs typeface="Nimbus Sans"/>
              </a:rPr>
              <a:t>Report baseline</a:t>
            </a:r>
          </a:p>
        </p:txBody>
      </p:sp>
      <p:sp>
        <p:nvSpPr>
          <p:cNvPr id="22" name="f158">
            <a:extLst xmlns:a="http://schemas.openxmlformats.org/drawingml/2006/main">
              <a:ext uri="{FF2B5EF4-FFF2-40B4-BE49-F238E27FC236}">
                <a16:creationId xmlns:a16="http://schemas.microsoft.com/office/drawing/2014/main" id="{3E047A60-0C4E-4504-93DF-3A115F23E675}"/>
              </a:ext>
            </a:extLst>
          </p:cNvPr>
          <p:cNvSpPr>
            <a:spLocks xmlns:a="http://schemas.openxmlformats.org/drawingml/2006/main" noGrp="1"/>
          </p:cNvSpPr>
          <p:nvPr/>
        </p:nvSpPr>
        <p:spPr>
          <a:xfrm xmlns:a="http://schemas.openxmlformats.org/drawingml/2006/main">
            <a:off x="4229100" y="6257925"/>
            <a:ext cx="2209800" cy="6096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17145">
            <a:solidFill>
              <a:srgbClr val="D9E3EF"/>
            </a:solidFill>
            <a:prstDash val="solid"/>
          </a:ln>
        </p:spPr>
      </p:sp>
      <p:sp>
        <p:nvSpPr>
          <p:cNvPr id="23" name="f159">
            <a:extLst xmlns:a="http://schemas.openxmlformats.org/drawingml/2006/main">
              <a:ext uri="{FF2B5EF4-FFF2-40B4-BE49-F238E27FC236}">
                <a16:creationId xmlns:a16="http://schemas.microsoft.com/office/drawing/2014/main" id="{DE93A31F-D9AE-4EA6-86E5-91A0D89F9EEC}"/>
              </a:ext>
            </a:extLst>
          </p:cNvPr>
          <p:cNvSpPr>
            <a:spLocks xmlns:a="http://schemas.openxmlformats.org/drawingml/2006/main" noGrp="1"/>
          </p:cNvSpPr>
          <p:nvPr/>
        </p:nvSpPr>
        <p:spPr>
          <a:xfrm xmlns:a="http://schemas.openxmlformats.org/drawingml/2006/main">
            <a:off x="4381500" y="6448425"/>
            <a:ext cx="190500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75" b="1">
                <a:solidFill>
                  <a:srgbClr val="182536"/>
                </a:solidFill>
                <a:latin typeface="Nimbus Sans"/>
                <a:ea typeface="Nimbus Sans"/>
                <a:cs typeface="Nimbus Sans"/>
              </a:defRPr>
            </a:defPPr>
            <a:lvl1pPr algn="ctr">
              <a:defRPr sz="1875" b="1">
                <a:solidFill>
                  <a:srgbClr val="182536"/>
                </a:solidFill>
                <a:latin typeface="Nimbus Sans"/>
                <a:ea typeface="Nimbus Sans"/>
                <a:cs typeface="Nimbus Sans"/>
              </a:defRPr>
            </a:lvl1pPr>
            <a:lvl2pPr algn="ctr">
              <a:defRPr sz="1875" b="1">
                <a:solidFill>
                  <a:srgbClr val="182536"/>
                </a:solidFill>
                <a:latin typeface="Nimbus Sans"/>
                <a:ea typeface="Nimbus Sans"/>
                <a:cs typeface="Nimbus Sans"/>
              </a:defRPr>
            </a:lvl2pPr>
            <a:lvl3pPr algn="ctr">
              <a:defRPr sz="1875" b="1">
                <a:solidFill>
                  <a:srgbClr val="182536"/>
                </a:solidFill>
                <a:latin typeface="Nimbus Sans"/>
                <a:ea typeface="Nimbus Sans"/>
                <a:cs typeface="Nimbus Sans"/>
              </a:defRPr>
            </a:lvl3pPr>
            <a:lvl4pPr algn="ctr">
              <a:defRPr sz="1875" b="1">
                <a:solidFill>
                  <a:srgbClr val="182536"/>
                </a:solidFill>
                <a:latin typeface="Nimbus Sans"/>
                <a:ea typeface="Nimbus Sans"/>
                <a:cs typeface="Nimbus Sans"/>
              </a:defRPr>
            </a:lvl4pPr>
            <a:lvl5pPr algn="ctr">
              <a:defRPr sz="1875" b="1">
                <a:solidFill>
                  <a:srgbClr val="182536"/>
                </a:solidFill>
                <a:latin typeface="Nimbus Sans"/>
                <a:ea typeface="Nimbus Sans"/>
                <a:cs typeface="Nimbus Sans"/>
              </a:defRPr>
            </a:lvl5pPr>
            <a:lvl6pPr algn="ctr">
              <a:defRPr sz="1875" b="1">
                <a:solidFill>
                  <a:srgbClr val="182536"/>
                </a:solidFill>
                <a:latin typeface="Nimbus Sans"/>
                <a:ea typeface="Nimbus Sans"/>
                <a:cs typeface="Nimbus Sans"/>
              </a:defRPr>
            </a:lvl6pPr>
            <a:lvl7pPr algn="ctr">
              <a:defRPr sz="1875" b="1">
                <a:solidFill>
                  <a:srgbClr val="182536"/>
                </a:solidFill>
                <a:latin typeface="Nimbus Sans"/>
                <a:ea typeface="Nimbus Sans"/>
                <a:cs typeface="Nimbus Sans"/>
              </a:defRPr>
            </a:lvl7pPr>
            <a:lvl8pPr algn="ctr">
              <a:defRPr sz="1875" b="1">
                <a:solidFill>
                  <a:srgbClr val="182536"/>
                </a:solidFill>
                <a:latin typeface="Nimbus Sans"/>
                <a:ea typeface="Nimbus Sans"/>
                <a:cs typeface="Nimbus Sans"/>
              </a:defRPr>
            </a:lvl8pPr>
            <a:lvl9pPr algn="ctr">
              <a:defRPr sz="1875" b="1">
                <a:solidFill>
                  <a:srgbClr val="182536"/>
                </a:solidFill>
                <a:latin typeface="Nimbus Sans"/>
                <a:ea typeface="Nimbus Sans"/>
                <a:cs typeface="Nimbus Sans"/>
              </a:defRPr>
            </a:lvl9pPr>
          </a:lstStyle>
          <a:p xmlns:a="http://schemas.openxmlformats.org/drawingml/2006/main">
            <a:pPr algn="ctr">
              <a:defRPr sz="1875" b="1">
                <a:solidFill>
                  <a:srgbClr val="182536"/>
                </a:solidFill>
                <a:latin typeface="Nimbus Sans"/>
                <a:ea typeface="Nimbus Sans"/>
                <a:cs typeface="Nimbus Sans"/>
              </a:defRPr>
            </a:pPr>
            <a:r>
              <a:rPr sz="1875" b="1">
                <a:solidFill>
                  <a:srgbClr val="182536"/>
                </a:solidFill>
                <a:latin typeface="Nimbus Sans"/>
                <a:ea typeface="Nimbus Sans"/>
                <a:cs typeface="Nimbus Sans"/>
              </a:rPr>
              <a:t>Report mutato</a:t>
            </a:r>
          </a:p>
        </p:txBody>
      </p:sp>
      <p:sp>
        <p:nvSpPr>
          <p:cNvPr id="24" name="f160">
            <a:extLst xmlns:a="http://schemas.openxmlformats.org/drawingml/2006/main">
              <a:ext uri="{FF2B5EF4-FFF2-40B4-BE49-F238E27FC236}">
                <a16:creationId xmlns:a16="http://schemas.microsoft.com/office/drawing/2014/main" id="{4F235AC4-C86A-4529-9042-7C57C9D81EAD}"/>
              </a:ext>
            </a:extLst>
          </p:cNvPr>
          <p:cNvSpPr>
            <a:spLocks xmlns:a="http://schemas.openxmlformats.org/drawingml/2006/main" noGrp="1"/>
          </p:cNvSpPr>
          <p:nvPr/>
        </p:nvSpPr>
        <p:spPr>
          <a:xfrm xmlns:a="http://schemas.openxmlformats.org/drawingml/2006/main">
            <a:off x="6191250" y="4686300"/>
            <a:ext cx="1714500" cy="847725"/>
          </a:xfrm>
          <a:prstGeom xmlns:a="http://schemas.openxmlformats.org/drawingml/2006/main" prst="roundRect">
            <a:avLst>
              <a:gd name="adj" fmla="val 17978"/>
            </a:avLst>
          </a:prstGeom>
          <a:solidFill xmlns:a="http://schemas.openxmlformats.org/drawingml/2006/main">
            <a:srgbClr val="FFF7E9"/>
          </a:solidFill>
          <a:ln xmlns:a="http://schemas.openxmlformats.org/drawingml/2006/main" w="17145">
            <a:solidFill>
              <a:srgbClr val="E8D6B6"/>
            </a:solidFill>
            <a:prstDash val="solid"/>
          </a:ln>
        </p:spPr>
      </p:sp>
      <p:sp>
        <p:nvSpPr>
          <p:cNvPr id="25" name="f161">
            <a:extLst xmlns:a="http://schemas.openxmlformats.org/drawingml/2006/main">
              <a:ext uri="{FF2B5EF4-FFF2-40B4-BE49-F238E27FC236}">
                <a16:creationId xmlns:a16="http://schemas.microsoft.com/office/drawing/2014/main" id="{187BD063-F1F8-4A2E-B154-95270FBE9E53}"/>
              </a:ext>
            </a:extLst>
          </p:cNvPr>
          <p:cNvSpPr>
            <a:spLocks xmlns:a="http://schemas.openxmlformats.org/drawingml/2006/main" noGrp="1"/>
          </p:cNvSpPr>
          <p:nvPr/>
        </p:nvSpPr>
        <p:spPr>
          <a:xfrm xmlns:a="http://schemas.openxmlformats.org/drawingml/2006/main">
            <a:off x="6305550" y="4819650"/>
            <a:ext cx="14859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025" b="1">
                <a:solidFill>
                  <a:srgbClr val="9D7139"/>
                </a:solidFill>
                <a:latin typeface="Nimbus Sans"/>
                <a:ea typeface="Nimbus Sans"/>
                <a:cs typeface="Nimbus Sans"/>
              </a:defRPr>
            </a:defPPr>
            <a:lvl1pPr algn="ctr">
              <a:defRPr sz="2025" b="1">
                <a:solidFill>
                  <a:srgbClr val="9D7139"/>
                </a:solidFill>
                <a:latin typeface="Nimbus Sans"/>
                <a:ea typeface="Nimbus Sans"/>
                <a:cs typeface="Nimbus Sans"/>
              </a:defRPr>
            </a:lvl1pPr>
            <a:lvl2pPr algn="ctr">
              <a:defRPr sz="2025" b="1">
                <a:solidFill>
                  <a:srgbClr val="9D7139"/>
                </a:solidFill>
                <a:latin typeface="Nimbus Sans"/>
                <a:ea typeface="Nimbus Sans"/>
                <a:cs typeface="Nimbus Sans"/>
              </a:defRPr>
            </a:lvl2pPr>
            <a:lvl3pPr algn="ctr">
              <a:defRPr sz="2025" b="1">
                <a:solidFill>
                  <a:srgbClr val="9D7139"/>
                </a:solidFill>
                <a:latin typeface="Nimbus Sans"/>
                <a:ea typeface="Nimbus Sans"/>
                <a:cs typeface="Nimbus Sans"/>
              </a:defRPr>
            </a:lvl3pPr>
            <a:lvl4pPr algn="ctr">
              <a:defRPr sz="2025" b="1">
                <a:solidFill>
                  <a:srgbClr val="9D7139"/>
                </a:solidFill>
                <a:latin typeface="Nimbus Sans"/>
                <a:ea typeface="Nimbus Sans"/>
                <a:cs typeface="Nimbus Sans"/>
              </a:defRPr>
            </a:lvl4pPr>
            <a:lvl5pPr algn="ctr">
              <a:defRPr sz="2025" b="1">
                <a:solidFill>
                  <a:srgbClr val="9D7139"/>
                </a:solidFill>
                <a:latin typeface="Nimbus Sans"/>
                <a:ea typeface="Nimbus Sans"/>
                <a:cs typeface="Nimbus Sans"/>
              </a:defRPr>
            </a:lvl5pPr>
            <a:lvl6pPr algn="ctr">
              <a:defRPr sz="2025" b="1">
                <a:solidFill>
                  <a:srgbClr val="9D7139"/>
                </a:solidFill>
                <a:latin typeface="Nimbus Sans"/>
                <a:ea typeface="Nimbus Sans"/>
                <a:cs typeface="Nimbus Sans"/>
              </a:defRPr>
            </a:lvl6pPr>
            <a:lvl7pPr algn="ctr">
              <a:defRPr sz="2025" b="1">
                <a:solidFill>
                  <a:srgbClr val="9D7139"/>
                </a:solidFill>
                <a:latin typeface="Nimbus Sans"/>
                <a:ea typeface="Nimbus Sans"/>
                <a:cs typeface="Nimbus Sans"/>
              </a:defRPr>
            </a:lvl7pPr>
            <a:lvl8pPr algn="ctr">
              <a:defRPr sz="2025" b="1">
                <a:solidFill>
                  <a:srgbClr val="9D7139"/>
                </a:solidFill>
                <a:latin typeface="Nimbus Sans"/>
                <a:ea typeface="Nimbus Sans"/>
                <a:cs typeface="Nimbus Sans"/>
              </a:defRPr>
            </a:lvl8pPr>
            <a:lvl9pPr algn="ctr">
              <a:defRPr sz="2025" b="1">
                <a:solidFill>
                  <a:srgbClr val="9D7139"/>
                </a:solidFill>
                <a:latin typeface="Nimbus Sans"/>
                <a:ea typeface="Nimbus Sans"/>
                <a:cs typeface="Nimbus Sans"/>
              </a:defRPr>
            </a:lvl9pPr>
          </a:lstStyle>
          <a:p xmlns:a="http://schemas.openxmlformats.org/drawingml/2006/main">
            <a:pPr algn="ctr">
              <a:defRPr sz="2025" b="1">
                <a:solidFill>
                  <a:srgbClr val="9D7139"/>
                </a:solidFill>
                <a:latin typeface="Nimbus Sans"/>
                <a:ea typeface="Nimbus Sans"/>
                <a:cs typeface="Nimbus Sans"/>
              </a:defRPr>
            </a:pPr>
            <a:r>
              <a:rPr sz="2025" b="1">
                <a:solidFill>
                  <a:srgbClr val="9D7139"/>
                </a:solidFill>
                <a:latin typeface="Nimbus Sans"/>
                <a:ea typeface="Nimbus Sans"/>
                <a:cs typeface="Nimbus Sans"/>
              </a:rPr>
              <a:t>Mutatore</a:t>
            </a:r>
          </a:p>
          <a:p xmlns:a="http://schemas.openxmlformats.org/drawingml/2006/main">
            <a:pPr algn="ctr">
              <a:defRPr sz="2025" b="1">
                <a:solidFill>
                  <a:srgbClr val="9D7139"/>
                </a:solidFill>
                <a:latin typeface="Nimbus Sans"/>
                <a:ea typeface="Nimbus Sans"/>
                <a:cs typeface="Nimbus Sans"/>
              </a:defRPr>
            </a:pPr>
            <a:r>
              <a:rPr sz="2025" b="1">
                <a:solidFill>
                  <a:srgbClr val="9D7139"/>
                </a:solidFill>
                <a:latin typeface="Nimbus Sans"/>
                <a:ea typeface="Nimbus Sans"/>
                <a:cs typeface="Nimbus Sans"/>
              </a:rPr>
              <a:t>separato</a:t>
            </a:r>
          </a:p>
        </p:txBody>
      </p:sp>
      <p:sp>
        <p:nvSpPr>
          <p:cNvPr id="26" name="f162">
            <a:extLst xmlns:a="http://schemas.openxmlformats.org/drawingml/2006/main">
              <a:ext uri="{FF2B5EF4-FFF2-40B4-BE49-F238E27FC236}">
                <a16:creationId xmlns:a16="http://schemas.microsoft.com/office/drawing/2014/main" id="{15E720C5-8252-4709-863A-ECF361921C84}"/>
              </a:ext>
            </a:extLst>
          </p:cNvPr>
          <p:cNvSpPr>
            <a:spLocks xmlns:a="http://schemas.openxmlformats.org/drawingml/2006/main" noGrp="1"/>
          </p:cNvSpPr>
          <p:nvPr/>
        </p:nvSpPr>
        <p:spPr>
          <a:xfrm xmlns:a="http://schemas.openxmlformats.org/drawingml/2006/main">
            <a:off x="6191250" y="3248025"/>
            <a:ext cx="1714500" cy="6096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17145">
            <a:solidFill>
              <a:srgbClr val="D9E3EF"/>
            </a:solidFill>
            <a:prstDash val="solid"/>
          </a:ln>
        </p:spPr>
      </p:sp>
      <p:sp>
        <p:nvSpPr>
          <p:cNvPr id="27" name="f163">
            <a:extLst xmlns:a="http://schemas.openxmlformats.org/drawingml/2006/main">
              <a:ext uri="{FF2B5EF4-FFF2-40B4-BE49-F238E27FC236}">
                <a16:creationId xmlns:a16="http://schemas.microsoft.com/office/drawing/2014/main" id="{E2911A98-EB9A-4C35-8631-9B5999AFAC91}"/>
              </a:ext>
            </a:extLst>
          </p:cNvPr>
          <p:cNvSpPr>
            <a:spLocks xmlns:a="http://schemas.openxmlformats.org/drawingml/2006/main" noGrp="1"/>
          </p:cNvSpPr>
          <p:nvPr/>
        </p:nvSpPr>
        <p:spPr>
          <a:xfrm xmlns:a="http://schemas.openxmlformats.org/drawingml/2006/main">
            <a:off x="6315075" y="3438525"/>
            <a:ext cx="14668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182536"/>
                </a:solidFill>
                <a:latin typeface="Nimbus Sans"/>
                <a:ea typeface="Nimbus Sans"/>
                <a:cs typeface="Nimbus Sans"/>
              </a:defRPr>
            </a:defPPr>
            <a:lvl1pPr algn="ctr">
              <a:defRPr sz="1800" b="1">
                <a:solidFill>
                  <a:srgbClr val="182536"/>
                </a:solidFill>
                <a:latin typeface="Nimbus Sans"/>
                <a:ea typeface="Nimbus Sans"/>
                <a:cs typeface="Nimbus Sans"/>
              </a:defRPr>
            </a:lvl1pPr>
            <a:lvl2pPr algn="ctr">
              <a:defRPr sz="1800" b="1">
                <a:solidFill>
                  <a:srgbClr val="182536"/>
                </a:solidFill>
                <a:latin typeface="Nimbus Sans"/>
                <a:ea typeface="Nimbus Sans"/>
                <a:cs typeface="Nimbus Sans"/>
              </a:defRPr>
            </a:lvl2pPr>
            <a:lvl3pPr algn="ctr">
              <a:defRPr sz="1800" b="1">
                <a:solidFill>
                  <a:srgbClr val="182536"/>
                </a:solidFill>
                <a:latin typeface="Nimbus Sans"/>
                <a:ea typeface="Nimbus Sans"/>
                <a:cs typeface="Nimbus Sans"/>
              </a:defRPr>
            </a:lvl3pPr>
            <a:lvl4pPr algn="ctr">
              <a:defRPr sz="1800" b="1">
                <a:solidFill>
                  <a:srgbClr val="182536"/>
                </a:solidFill>
                <a:latin typeface="Nimbus Sans"/>
                <a:ea typeface="Nimbus Sans"/>
                <a:cs typeface="Nimbus Sans"/>
              </a:defRPr>
            </a:lvl4pPr>
            <a:lvl5pPr algn="ctr">
              <a:defRPr sz="1800" b="1">
                <a:solidFill>
                  <a:srgbClr val="182536"/>
                </a:solidFill>
                <a:latin typeface="Nimbus Sans"/>
                <a:ea typeface="Nimbus Sans"/>
                <a:cs typeface="Nimbus Sans"/>
              </a:defRPr>
            </a:lvl5pPr>
            <a:lvl6pPr algn="ctr">
              <a:defRPr sz="1800" b="1">
                <a:solidFill>
                  <a:srgbClr val="182536"/>
                </a:solidFill>
                <a:latin typeface="Nimbus Sans"/>
                <a:ea typeface="Nimbus Sans"/>
                <a:cs typeface="Nimbus Sans"/>
              </a:defRPr>
            </a:lvl6pPr>
            <a:lvl7pPr algn="ctr">
              <a:defRPr sz="1800" b="1">
                <a:solidFill>
                  <a:srgbClr val="182536"/>
                </a:solidFill>
                <a:latin typeface="Nimbus Sans"/>
                <a:ea typeface="Nimbus Sans"/>
                <a:cs typeface="Nimbus Sans"/>
              </a:defRPr>
            </a:lvl7pPr>
            <a:lvl8pPr algn="ctr">
              <a:defRPr sz="1800" b="1">
                <a:solidFill>
                  <a:srgbClr val="182536"/>
                </a:solidFill>
                <a:latin typeface="Nimbus Sans"/>
                <a:ea typeface="Nimbus Sans"/>
                <a:cs typeface="Nimbus Sans"/>
              </a:defRPr>
            </a:lvl8pPr>
            <a:lvl9pPr algn="ctr">
              <a:defRPr sz="1800" b="1">
                <a:solidFill>
                  <a:srgbClr val="182536"/>
                </a:solidFill>
                <a:latin typeface="Nimbus Sans"/>
                <a:ea typeface="Nimbus Sans"/>
                <a:cs typeface="Nimbus Sans"/>
              </a:defRPr>
            </a:lvl9pPr>
          </a:lstStyle>
          <a:p xmlns:a="http://schemas.openxmlformats.org/drawingml/2006/main">
            <a:pPr algn="ctr">
              <a:defRPr sz="1800" b="1">
                <a:solidFill>
                  <a:srgbClr val="182536"/>
                </a:solidFill>
                <a:latin typeface="Nimbus Sans"/>
                <a:ea typeface="Nimbus Sans"/>
                <a:cs typeface="Nimbus Sans"/>
              </a:defRPr>
            </a:pPr>
            <a:r>
              <a:rPr sz="1800" b="1">
                <a:solidFill>
                  <a:srgbClr val="182536"/>
                </a:solidFill>
                <a:latin typeface="Nimbus Sans"/>
                <a:ea typeface="Nimbus Sans"/>
                <a:cs typeface="Nimbus Sans"/>
              </a:rPr>
              <a:t>PCAP mutata</a:t>
            </a:r>
          </a:p>
        </p:txBody>
      </p:sp>
      <p:sp>
        <p:nvSpPr>
          <p:cNvPr id="28" name="f164">
            <a:extLst xmlns:a="http://schemas.openxmlformats.org/drawingml/2006/main">
              <a:ext uri="{FF2B5EF4-FFF2-40B4-BE49-F238E27FC236}">
                <a16:creationId xmlns:a16="http://schemas.microsoft.com/office/drawing/2014/main" id="{C4BDE601-5A2A-41EA-9E79-10589DD37027}"/>
              </a:ext>
            </a:extLst>
          </p:cNvPr>
          <p:cNvSpPr>
            <a:spLocks xmlns:a="http://schemas.openxmlformats.org/drawingml/2006/main" noGrp="1"/>
          </p:cNvSpPr>
          <p:nvPr/>
        </p:nvSpPr>
        <p:spPr>
          <a:xfrm xmlns:a="http://schemas.openxmlformats.org/drawingml/2006/main">
            <a:off x="7048500" y="4095750"/>
            <a:ext cx="95" cy="476250"/>
          </a:xfrm>
          <a:prstGeom xmlns:a="http://schemas.openxmlformats.org/drawingml/2006/main" prst="line">
            <a:avLst/>
          </a:prstGeom>
          <a:noFill xmlns:a="http://schemas.openxmlformats.org/drawingml/2006/main"/>
          <a:ln xmlns:a="http://schemas.openxmlformats.org/drawingml/2006/main" w="28575">
            <a:solidFill>
              <a:srgbClr val="9D7139"/>
            </a:solidFill>
            <a:prstDash val="solid"/>
          </a:ln>
        </p:spPr>
      </p:sp>
      <p:sp>
        <p:nvSpPr>
          <p:cNvPr id="29" name="f165">
            <a:extLst xmlns:a="http://schemas.openxmlformats.org/drawingml/2006/main">
              <a:ext uri="{FF2B5EF4-FFF2-40B4-BE49-F238E27FC236}">
                <a16:creationId xmlns:a16="http://schemas.microsoft.com/office/drawing/2014/main" id="{61F6A17C-E3CC-43AB-ABDA-7B0AD658CB80}"/>
              </a:ext>
            </a:extLst>
          </p:cNvPr>
          <p:cNvSpPr>
            <a:spLocks xmlns:a="http://schemas.openxmlformats.org/drawingml/2006/main" noGrp="1"/>
          </p:cNvSpPr>
          <p:nvPr/>
        </p:nvSpPr>
        <p:spPr>
          <a:xfrm xmlns:a="http://schemas.openxmlformats.org/drawingml/2006/main">
            <a:off x="6962775" y="3905250"/>
            <a:ext cx="171450" cy="190500"/>
          </a:xfrm>
          <a:prstGeom xmlns:a="http://schemas.openxmlformats.org/drawingml/2006/main" prst="upArrow">
            <a:avLst/>
          </a:prstGeom>
          <a:solidFill xmlns:a="http://schemas.openxmlformats.org/drawingml/2006/main">
            <a:srgbClr val="9D7139"/>
          </a:solidFill>
          <a:ln xmlns:a="http://schemas.openxmlformats.org/drawingml/2006/main" w="0">
            <a:noFill/>
            <a:prstDash val="solid"/>
          </a:ln>
        </p:spPr>
      </p:sp>
      <p:sp>
        <p:nvSpPr>
          <p:cNvPr id="30" name="f166">
            <a:extLst xmlns:a="http://schemas.openxmlformats.org/drawingml/2006/main">
              <a:ext uri="{FF2B5EF4-FFF2-40B4-BE49-F238E27FC236}">
                <a16:creationId xmlns:a16="http://schemas.microsoft.com/office/drawing/2014/main" id="{7F7B286E-A4CA-4054-9C82-AAC1729519AF}"/>
              </a:ext>
            </a:extLst>
          </p:cNvPr>
          <p:cNvSpPr>
            <a:spLocks xmlns:a="http://schemas.openxmlformats.org/drawingml/2006/main" noGrp="1"/>
          </p:cNvSpPr>
          <p:nvPr/>
        </p:nvSpPr>
        <p:spPr>
          <a:xfrm xmlns:a="http://schemas.openxmlformats.org/drawingml/2006/main">
            <a:off x="5924550" y="3552825"/>
            <a:ext cx="26670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1" name="f167">
            <a:extLst xmlns:a="http://schemas.openxmlformats.org/drawingml/2006/main">
              <a:ext uri="{FF2B5EF4-FFF2-40B4-BE49-F238E27FC236}">
                <a16:creationId xmlns:a16="http://schemas.microsoft.com/office/drawing/2014/main" id="{ABA1541C-4668-47EF-B659-16AFF5B954A9}"/>
              </a:ext>
            </a:extLst>
          </p:cNvPr>
          <p:cNvSpPr>
            <a:spLocks xmlns:a="http://schemas.openxmlformats.org/drawingml/2006/main" noGrp="1"/>
          </p:cNvSpPr>
          <p:nvPr/>
        </p:nvSpPr>
        <p:spPr>
          <a:xfrm xmlns:a="http://schemas.openxmlformats.org/drawingml/2006/main">
            <a:off x="5924550" y="3552825"/>
            <a:ext cx="95" cy="11144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2" name="f168">
            <a:extLst xmlns:a="http://schemas.openxmlformats.org/drawingml/2006/main">
              <a:ext uri="{FF2B5EF4-FFF2-40B4-BE49-F238E27FC236}">
                <a16:creationId xmlns:a16="http://schemas.microsoft.com/office/drawing/2014/main" id="{7204FBD1-DB40-41A5-A8CC-CDFC1CC64AE4}"/>
              </a:ext>
            </a:extLst>
          </p:cNvPr>
          <p:cNvSpPr>
            <a:spLocks xmlns:a="http://schemas.openxmlformats.org/drawingml/2006/main" noGrp="1"/>
          </p:cNvSpPr>
          <p:nvPr/>
        </p:nvSpPr>
        <p:spPr>
          <a:xfrm xmlns:a="http://schemas.openxmlformats.org/drawingml/2006/main">
            <a:off x="5800725" y="4581525"/>
            <a:ext cx="171450" cy="171450"/>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33" name="f169">
            <a:extLst xmlns:a="http://schemas.openxmlformats.org/drawingml/2006/main">
              <a:ext uri="{FF2B5EF4-FFF2-40B4-BE49-F238E27FC236}">
                <a16:creationId xmlns:a16="http://schemas.microsoft.com/office/drawing/2014/main" id="{5906FF3B-62F0-4769-AD53-B05CCB6ADF0C}"/>
              </a:ext>
            </a:extLst>
          </p:cNvPr>
          <p:cNvSpPr>
            <a:spLocks xmlns:a="http://schemas.openxmlformats.org/drawingml/2006/main" noGrp="1"/>
          </p:cNvSpPr>
          <p:nvPr/>
        </p:nvSpPr>
        <p:spPr>
          <a:xfrm xmlns:a="http://schemas.openxmlformats.org/drawingml/2006/main">
            <a:off x="5353050" y="3257550"/>
            <a:ext cx="32385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4" name="f170">
            <a:extLst xmlns:a="http://schemas.openxmlformats.org/drawingml/2006/main">
              <a:ext uri="{FF2B5EF4-FFF2-40B4-BE49-F238E27FC236}">
                <a16:creationId xmlns:a16="http://schemas.microsoft.com/office/drawing/2014/main" id="{0EBD5E17-A8F7-4156-88A8-21482BA4534C}"/>
              </a:ext>
            </a:extLst>
          </p:cNvPr>
          <p:cNvSpPr>
            <a:spLocks xmlns:a="http://schemas.openxmlformats.org/drawingml/2006/main" noGrp="1"/>
          </p:cNvSpPr>
          <p:nvPr/>
        </p:nvSpPr>
        <p:spPr>
          <a:xfrm xmlns:a="http://schemas.openxmlformats.org/drawingml/2006/main">
            <a:off x="5676900" y="2857500"/>
            <a:ext cx="95" cy="400050"/>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5" name="f171">
            <a:extLst xmlns:a="http://schemas.openxmlformats.org/drawingml/2006/main">
              <a:ext uri="{FF2B5EF4-FFF2-40B4-BE49-F238E27FC236}">
                <a16:creationId xmlns:a16="http://schemas.microsoft.com/office/drawing/2014/main" id="{6E5DDEF2-A9CA-47D1-AEE6-E8438750846E}"/>
              </a:ext>
            </a:extLst>
          </p:cNvPr>
          <p:cNvSpPr>
            <a:spLocks xmlns:a="http://schemas.openxmlformats.org/drawingml/2006/main" noGrp="1"/>
          </p:cNvSpPr>
          <p:nvPr/>
        </p:nvSpPr>
        <p:spPr>
          <a:xfrm xmlns:a="http://schemas.openxmlformats.org/drawingml/2006/main">
            <a:off x="5676900" y="2857500"/>
            <a:ext cx="2457450" cy="9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6" name="f172">
            <a:extLst xmlns:a="http://schemas.openxmlformats.org/drawingml/2006/main">
              <a:ext uri="{FF2B5EF4-FFF2-40B4-BE49-F238E27FC236}">
                <a16:creationId xmlns:a16="http://schemas.microsoft.com/office/drawing/2014/main" id="{28FC4E59-BEA4-4183-A6A1-7CE3EF5C8185}"/>
              </a:ext>
            </a:extLst>
          </p:cNvPr>
          <p:cNvSpPr>
            <a:spLocks xmlns:a="http://schemas.openxmlformats.org/drawingml/2006/main" noGrp="1"/>
          </p:cNvSpPr>
          <p:nvPr/>
        </p:nvSpPr>
        <p:spPr>
          <a:xfrm xmlns:a="http://schemas.openxmlformats.org/drawingml/2006/main">
            <a:off x="8134350" y="2857500"/>
            <a:ext cx="95" cy="2257425"/>
          </a:xfrm>
          <a:prstGeom xmlns:a="http://schemas.openxmlformats.org/drawingml/2006/main" prst="line">
            <a:avLst/>
          </a:prstGeom>
          <a:noFill xmlns:a="http://schemas.openxmlformats.org/drawingml/2006/main"/>
          <a:ln xmlns:a="http://schemas.openxmlformats.org/drawingml/2006/main" w="28575">
            <a:solidFill>
              <a:srgbClr val="4264D0"/>
            </a:solidFill>
            <a:prstDash val="solid"/>
          </a:ln>
        </p:spPr>
      </p:sp>
      <p:sp>
        <p:nvSpPr>
          <p:cNvPr id="37" name="f173">
            <a:extLst xmlns:a="http://schemas.openxmlformats.org/drawingml/2006/main">
              <a:ext uri="{FF2B5EF4-FFF2-40B4-BE49-F238E27FC236}">
                <a16:creationId xmlns:a16="http://schemas.microsoft.com/office/drawing/2014/main" id="{15AA3905-D9F2-4417-9875-843F95C97A87}"/>
              </a:ext>
            </a:extLst>
          </p:cNvPr>
          <p:cNvSpPr>
            <a:spLocks xmlns:a="http://schemas.openxmlformats.org/drawingml/2006/main" noGrp="1"/>
          </p:cNvSpPr>
          <p:nvPr/>
        </p:nvSpPr>
        <p:spPr>
          <a:xfrm xmlns:a="http://schemas.openxmlformats.org/drawingml/2006/main">
            <a:off x="7962900" y="5029200"/>
            <a:ext cx="171450" cy="171450"/>
          </a:xfrm>
          <a:prstGeom xmlns:a="http://schemas.openxmlformats.org/drawingml/2006/main" prst="leftArrow">
            <a:avLst/>
          </a:prstGeom>
          <a:solidFill xmlns:a="http://schemas.openxmlformats.org/drawingml/2006/main">
            <a:srgbClr val="4264D0"/>
          </a:solidFill>
          <a:ln xmlns:a="http://schemas.openxmlformats.org/drawingml/2006/main" w="0">
            <a:noFill/>
            <a:prstDash val="solid"/>
          </a:ln>
        </p:spPr>
      </p:sp>
      <p:sp>
        <p:nvSpPr>
          <p:cNvPr id="38" name="f174">
            <a:extLst xmlns:a="http://schemas.openxmlformats.org/drawingml/2006/main">
              <a:ext uri="{FF2B5EF4-FFF2-40B4-BE49-F238E27FC236}">
                <a16:creationId xmlns:a16="http://schemas.microsoft.com/office/drawing/2014/main" id="{A94F8EFF-7BD9-4D46-9AF2-D593BA748C93}"/>
              </a:ext>
            </a:extLst>
          </p:cNvPr>
          <p:cNvSpPr>
            <a:spLocks xmlns:a="http://schemas.openxmlformats.org/drawingml/2006/main" noGrp="1"/>
          </p:cNvSpPr>
          <p:nvPr/>
        </p:nvSpPr>
        <p:spPr>
          <a:xfrm xmlns:a="http://schemas.openxmlformats.org/drawingml/2006/main">
            <a:off x="2667000" y="6867525"/>
            <a:ext cx="95" cy="495300"/>
          </a:xfrm>
          <a:prstGeom xmlns:a="http://schemas.openxmlformats.org/drawingml/2006/main" prst="line">
            <a:avLst/>
          </a:prstGeom>
          <a:noFill xmlns:a="http://schemas.openxmlformats.org/drawingml/2006/main"/>
          <a:ln xmlns:a="http://schemas.openxmlformats.org/drawingml/2006/main" w="28575">
            <a:solidFill>
              <a:srgbClr val="9D7139"/>
            </a:solidFill>
            <a:prstDash val="solid"/>
          </a:ln>
        </p:spPr>
      </p:sp>
      <p:sp>
        <p:nvSpPr>
          <p:cNvPr id="39" name="f175">
            <a:extLst xmlns:a="http://schemas.openxmlformats.org/drawingml/2006/main">
              <a:ext uri="{FF2B5EF4-FFF2-40B4-BE49-F238E27FC236}">
                <a16:creationId xmlns:a16="http://schemas.microsoft.com/office/drawing/2014/main" id="{E0B0DAE8-E2F1-48D4-9BA1-2B5F72270B63}"/>
              </a:ext>
            </a:extLst>
          </p:cNvPr>
          <p:cNvSpPr>
            <a:spLocks xmlns:a="http://schemas.openxmlformats.org/drawingml/2006/main" noGrp="1"/>
          </p:cNvSpPr>
          <p:nvPr/>
        </p:nvSpPr>
        <p:spPr>
          <a:xfrm xmlns:a="http://schemas.openxmlformats.org/drawingml/2006/main">
            <a:off x="2667000" y="7362825"/>
            <a:ext cx="4381500" cy="95"/>
          </a:xfrm>
          <a:prstGeom xmlns:a="http://schemas.openxmlformats.org/drawingml/2006/main" prst="line">
            <a:avLst/>
          </a:prstGeom>
          <a:noFill xmlns:a="http://schemas.openxmlformats.org/drawingml/2006/main"/>
          <a:ln xmlns:a="http://schemas.openxmlformats.org/drawingml/2006/main" w="28575">
            <a:solidFill>
              <a:srgbClr val="9D7139"/>
            </a:solidFill>
            <a:prstDash val="solid"/>
          </a:ln>
        </p:spPr>
      </p:sp>
      <p:sp>
        <p:nvSpPr>
          <p:cNvPr id="40" name="f176">
            <a:extLst xmlns:a="http://schemas.openxmlformats.org/drawingml/2006/main">
              <a:ext uri="{FF2B5EF4-FFF2-40B4-BE49-F238E27FC236}">
                <a16:creationId xmlns:a16="http://schemas.microsoft.com/office/drawing/2014/main" id="{96689F2D-B6C5-4624-92DB-391EC0F4C4BA}"/>
              </a:ext>
            </a:extLst>
          </p:cNvPr>
          <p:cNvSpPr>
            <a:spLocks xmlns:a="http://schemas.openxmlformats.org/drawingml/2006/main" noGrp="1"/>
          </p:cNvSpPr>
          <p:nvPr/>
        </p:nvSpPr>
        <p:spPr>
          <a:xfrm xmlns:a="http://schemas.openxmlformats.org/drawingml/2006/main">
            <a:off x="7048500" y="5724525"/>
            <a:ext cx="95" cy="1638300"/>
          </a:xfrm>
          <a:prstGeom xmlns:a="http://schemas.openxmlformats.org/drawingml/2006/main" prst="line">
            <a:avLst/>
          </a:prstGeom>
          <a:noFill xmlns:a="http://schemas.openxmlformats.org/drawingml/2006/main"/>
          <a:ln xmlns:a="http://schemas.openxmlformats.org/drawingml/2006/main" w="28575">
            <a:solidFill>
              <a:srgbClr val="9D7139"/>
            </a:solidFill>
            <a:prstDash val="solid"/>
          </a:ln>
        </p:spPr>
      </p:sp>
      <p:sp>
        <p:nvSpPr>
          <p:cNvPr id="41" name="f177">
            <a:extLst xmlns:a="http://schemas.openxmlformats.org/drawingml/2006/main">
              <a:ext uri="{FF2B5EF4-FFF2-40B4-BE49-F238E27FC236}">
                <a16:creationId xmlns:a16="http://schemas.microsoft.com/office/drawing/2014/main" id="{79260DC8-7305-49FE-B299-43F2610A42EE}"/>
              </a:ext>
            </a:extLst>
          </p:cNvPr>
          <p:cNvSpPr>
            <a:spLocks xmlns:a="http://schemas.openxmlformats.org/drawingml/2006/main" noGrp="1"/>
          </p:cNvSpPr>
          <p:nvPr/>
        </p:nvSpPr>
        <p:spPr>
          <a:xfrm xmlns:a="http://schemas.openxmlformats.org/drawingml/2006/main">
            <a:off x="6962775" y="5553075"/>
            <a:ext cx="171450" cy="171450"/>
          </a:xfrm>
          <a:prstGeom xmlns:a="http://schemas.openxmlformats.org/drawingml/2006/main" prst="upArrow">
            <a:avLst/>
          </a:prstGeom>
          <a:solidFill xmlns:a="http://schemas.openxmlformats.org/drawingml/2006/main">
            <a:srgbClr val="9D7139"/>
          </a:solidFill>
          <a:ln xmlns:a="http://schemas.openxmlformats.org/drawingml/2006/main" w="0">
            <a:noFill/>
            <a:prstDash val="solid"/>
          </a:ln>
        </p:spPr>
      </p:sp>
      <p:sp>
        <p:nvSpPr>
          <p:cNvPr id="42" name="f178">
            <a:extLst xmlns:a="http://schemas.openxmlformats.org/drawingml/2006/main">
              <a:ext uri="{FF2B5EF4-FFF2-40B4-BE49-F238E27FC236}">
                <a16:creationId xmlns:a16="http://schemas.microsoft.com/office/drawing/2014/main" id="{44859F57-C46D-4C71-9959-1B9393A2FA0C}"/>
              </a:ext>
            </a:extLst>
          </p:cNvPr>
          <p:cNvSpPr>
            <a:spLocks xmlns:a="http://schemas.openxmlformats.org/drawingml/2006/main" noGrp="1"/>
          </p:cNvSpPr>
          <p:nvPr/>
        </p:nvSpPr>
        <p:spPr>
          <a:xfrm xmlns:a="http://schemas.openxmlformats.org/drawingml/2006/main">
            <a:off x="3876675" y="7029450"/>
            <a:ext cx="27146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725" b="0">
                <a:solidFill>
                  <a:srgbClr val="9D7139"/>
                </a:solidFill>
                <a:latin typeface="Nimbus Sans"/>
                <a:ea typeface="Nimbus Sans"/>
                <a:cs typeface="Nimbus Sans"/>
              </a:defRPr>
            </a:defPPr>
            <a:lvl1pPr algn="l">
              <a:defRPr sz="1725" b="0">
                <a:solidFill>
                  <a:srgbClr val="9D7139"/>
                </a:solidFill>
                <a:latin typeface="Nimbus Sans"/>
                <a:ea typeface="Nimbus Sans"/>
                <a:cs typeface="Nimbus Sans"/>
              </a:defRPr>
            </a:lvl1pPr>
            <a:lvl2pPr algn="l">
              <a:defRPr sz="1725" b="0">
                <a:solidFill>
                  <a:srgbClr val="9D7139"/>
                </a:solidFill>
                <a:latin typeface="Nimbus Sans"/>
                <a:ea typeface="Nimbus Sans"/>
                <a:cs typeface="Nimbus Sans"/>
              </a:defRPr>
            </a:lvl2pPr>
            <a:lvl3pPr algn="l">
              <a:defRPr sz="1725" b="0">
                <a:solidFill>
                  <a:srgbClr val="9D7139"/>
                </a:solidFill>
                <a:latin typeface="Nimbus Sans"/>
                <a:ea typeface="Nimbus Sans"/>
                <a:cs typeface="Nimbus Sans"/>
              </a:defRPr>
            </a:lvl3pPr>
            <a:lvl4pPr algn="l">
              <a:defRPr sz="1725" b="0">
                <a:solidFill>
                  <a:srgbClr val="9D7139"/>
                </a:solidFill>
                <a:latin typeface="Nimbus Sans"/>
                <a:ea typeface="Nimbus Sans"/>
                <a:cs typeface="Nimbus Sans"/>
              </a:defRPr>
            </a:lvl4pPr>
            <a:lvl5pPr algn="l">
              <a:defRPr sz="1725" b="0">
                <a:solidFill>
                  <a:srgbClr val="9D7139"/>
                </a:solidFill>
                <a:latin typeface="Nimbus Sans"/>
                <a:ea typeface="Nimbus Sans"/>
                <a:cs typeface="Nimbus Sans"/>
              </a:defRPr>
            </a:lvl5pPr>
            <a:lvl6pPr algn="l">
              <a:defRPr sz="1725" b="0">
                <a:solidFill>
                  <a:srgbClr val="9D7139"/>
                </a:solidFill>
                <a:latin typeface="Nimbus Sans"/>
                <a:ea typeface="Nimbus Sans"/>
                <a:cs typeface="Nimbus Sans"/>
              </a:defRPr>
            </a:lvl6pPr>
            <a:lvl7pPr algn="l">
              <a:defRPr sz="1725" b="0">
                <a:solidFill>
                  <a:srgbClr val="9D7139"/>
                </a:solidFill>
                <a:latin typeface="Nimbus Sans"/>
                <a:ea typeface="Nimbus Sans"/>
                <a:cs typeface="Nimbus Sans"/>
              </a:defRPr>
            </a:lvl7pPr>
            <a:lvl8pPr algn="l">
              <a:defRPr sz="1725" b="0">
                <a:solidFill>
                  <a:srgbClr val="9D7139"/>
                </a:solidFill>
                <a:latin typeface="Nimbus Sans"/>
                <a:ea typeface="Nimbus Sans"/>
                <a:cs typeface="Nimbus Sans"/>
              </a:defRPr>
            </a:lvl8pPr>
            <a:lvl9pPr algn="l">
              <a:defRPr sz="1725" b="0">
                <a:solidFill>
                  <a:srgbClr val="9D7139"/>
                </a:solidFill>
                <a:latin typeface="Nimbus Sans"/>
                <a:ea typeface="Nimbus Sans"/>
                <a:cs typeface="Nimbus Sans"/>
              </a:defRPr>
            </a:lvl9pPr>
          </a:lstStyle>
          <a:p xmlns:a="http://schemas.openxmlformats.org/drawingml/2006/main">
            <a:pPr algn="l">
              <a:defRPr sz="1725" b="0">
                <a:solidFill>
                  <a:srgbClr val="9D7139"/>
                </a:solidFill>
                <a:latin typeface="Nimbus Sans"/>
                <a:ea typeface="Nimbus Sans"/>
                <a:cs typeface="Nimbus Sans"/>
              </a:defRPr>
            </a:pPr>
            <a:r>
              <a:rPr sz="1725" b="0">
                <a:solidFill>
                  <a:srgbClr val="9D7139"/>
                </a:solidFill>
                <a:latin typeface="Nimbus Sans"/>
                <a:ea typeface="Nimbus Sans"/>
                <a:cs typeface="Nimbus Sans"/>
              </a:rPr>
              <a:t>evidenze del baseline</a:t>
            </a:r>
          </a:p>
        </p:txBody>
      </p:sp>
      <p:sp>
        <p:nvSpPr>
          <p:cNvPr id="43" name="f179">
            <a:extLst xmlns:a="http://schemas.openxmlformats.org/drawingml/2006/main">
              <a:ext uri="{FF2B5EF4-FFF2-40B4-BE49-F238E27FC236}">
                <a16:creationId xmlns:a16="http://schemas.microsoft.com/office/drawing/2014/main" id="{FDD82DAA-C7EF-4C71-9BCC-36602D38E170}"/>
              </a:ext>
            </a:extLst>
          </p:cNvPr>
          <p:cNvSpPr>
            <a:spLocks xmlns:a="http://schemas.openxmlformats.org/drawingml/2006/main" noGrp="1"/>
          </p:cNvSpPr>
          <p:nvPr/>
        </p:nvSpPr>
        <p:spPr>
          <a:xfrm xmlns:a="http://schemas.openxmlformats.org/drawingml/2006/main">
            <a:off x="1562100" y="7686675"/>
            <a:ext cx="638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025" b="0">
                <a:solidFill>
                  <a:srgbClr val="52627B"/>
                </a:solidFill>
                <a:latin typeface="Nimbus Sans"/>
                <a:ea typeface="Nimbus Sans"/>
                <a:cs typeface="Nimbus Sans"/>
              </a:defRPr>
            </a:defPPr>
            <a:lvl1pPr algn="ctr">
              <a:defRPr sz="2025" b="0">
                <a:solidFill>
                  <a:srgbClr val="52627B"/>
                </a:solidFill>
                <a:latin typeface="Nimbus Sans"/>
                <a:ea typeface="Nimbus Sans"/>
                <a:cs typeface="Nimbus Sans"/>
              </a:defRPr>
            </a:lvl1pPr>
            <a:lvl2pPr algn="ctr">
              <a:defRPr sz="2025" b="0">
                <a:solidFill>
                  <a:srgbClr val="52627B"/>
                </a:solidFill>
                <a:latin typeface="Nimbus Sans"/>
                <a:ea typeface="Nimbus Sans"/>
                <a:cs typeface="Nimbus Sans"/>
              </a:defRPr>
            </a:lvl2pPr>
            <a:lvl3pPr algn="ctr">
              <a:defRPr sz="2025" b="0">
                <a:solidFill>
                  <a:srgbClr val="52627B"/>
                </a:solidFill>
                <a:latin typeface="Nimbus Sans"/>
                <a:ea typeface="Nimbus Sans"/>
                <a:cs typeface="Nimbus Sans"/>
              </a:defRPr>
            </a:lvl3pPr>
            <a:lvl4pPr algn="ctr">
              <a:defRPr sz="2025" b="0">
                <a:solidFill>
                  <a:srgbClr val="52627B"/>
                </a:solidFill>
                <a:latin typeface="Nimbus Sans"/>
                <a:ea typeface="Nimbus Sans"/>
                <a:cs typeface="Nimbus Sans"/>
              </a:defRPr>
            </a:lvl4pPr>
            <a:lvl5pPr algn="ctr">
              <a:defRPr sz="2025" b="0">
                <a:solidFill>
                  <a:srgbClr val="52627B"/>
                </a:solidFill>
                <a:latin typeface="Nimbus Sans"/>
                <a:ea typeface="Nimbus Sans"/>
                <a:cs typeface="Nimbus Sans"/>
              </a:defRPr>
            </a:lvl5pPr>
            <a:lvl6pPr algn="ctr">
              <a:defRPr sz="2025" b="0">
                <a:solidFill>
                  <a:srgbClr val="52627B"/>
                </a:solidFill>
                <a:latin typeface="Nimbus Sans"/>
                <a:ea typeface="Nimbus Sans"/>
                <a:cs typeface="Nimbus Sans"/>
              </a:defRPr>
            </a:lvl6pPr>
            <a:lvl7pPr algn="ctr">
              <a:defRPr sz="2025" b="0">
                <a:solidFill>
                  <a:srgbClr val="52627B"/>
                </a:solidFill>
                <a:latin typeface="Nimbus Sans"/>
                <a:ea typeface="Nimbus Sans"/>
                <a:cs typeface="Nimbus Sans"/>
              </a:defRPr>
            </a:lvl7pPr>
            <a:lvl8pPr algn="ctr">
              <a:defRPr sz="2025" b="0">
                <a:solidFill>
                  <a:srgbClr val="52627B"/>
                </a:solidFill>
                <a:latin typeface="Nimbus Sans"/>
                <a:ea typeface="Nimbus Sans"/>
                <a:cs typeface="Nimbus Sans"/>
              </a:defRPr>
            </a:lvl8pPr>
            <a:lvl9pPr algn="ctr">
              <a:defRPr sz="2025" b="0">
                <a:solidFill>
                  <a:srgbClr val="52627B"/>
                </a:solidFill>
                <a:latin typeface="Nimbus Sans"/>
                <a:ea typeface="Nimbus Sans"/>
                <a:cs typeface="Nimbus Sans"/>
              </a:defRPr>
            </a:lvl9pPr>
          </a:lstStyle>
          <a:p xmlns:a="http://schemas.openxmlformats.org/drawingml/2006/main">
            <a:pPr algn="ctr">
              <a:defRPr sz="2025" b="0">
                <a:solidFill>
                  <a:srgbClr val="52627B"/>
                </a:solidFill>
                <a:latin typeface="Nimbus Sans"/>
                <a:ea typeface="Nimbus Sans"/>
                <a:cs typeface="Nimbus Sans"/>
              </a:defRPr>
            </a:pPr>
            <a:r>
              <a:rPr sz="2025" b="0">
                <a:solidFill>
                  <a:srgbClr val="52627B"/>
                </a:solidFill>
                <a:latin typeface="Nimbus Sans"/>
                <a:ea typeface="Nimbus Sans"/>
                <a:cs typeface="Nimbus Sans"/>
              </a:rPr>
              <a:t>Stessa DSL, stessa pipeline</a:t>
            </a:r>
          </a:p>
        </p:txBody>
      </p:sp>
      <p:graphicFrame>
        <p:nvGraphicFramePr>
          <p:cNvPr id="44" name="">
            <a:extLst xmlns:a="http://schemas.openxmlformats.org/drawingml/2006/main">
              <a:ext uri="{FF2B5EF4-FFF2-40B4-BE49-F238E27FC236}">
                <a16:creationId xmlns:a16="http://schemas.microsoft.com/office/drawing/2014/main" id="{C6E0E5F4-61D9-4E54-9DCA-24A182E2EC5D}"/>
              </a:ext>
            </a:extLst>
          </p:cNvPr>
          <p:cNvGraphicFramePr/>
          <p:nvPr/>
        </p:nvGraphicFramePr>
        <p:xfrm>
          <a:off xmlns:a="http://schemas.openxmlformats.org/drawingml/2006/main" x="8953500" y="3105150"/>
          <a:ext xmlns:a="http://schemas.openxmlformats.org/drawingml/2006/main" cx="5219700" cy="2990850"/>
        </p:xfrm>
        <a:graphic xmlns:a="http://schemas.openxmlformats.org/drawingml/2006/main">
          <a:graphicData uri="http://schemas.openxmlformats.org/drawingml/2006/table">
            <a:tbl>
              <a:tblPr firstRow="0" bandRow="0"/>
              <a:tblGrid>
                <a:gridCol w="2324100"/>
                <a:gridCol w="1447800"/>
                <a:gridCol w="1447800"/>
              </a:tblGrid>
              <a:tr h="476250">
                <a:tc>
                  <a:txBody>
                    <a:bodyPr wrap="none">
                      <a:noAutofit/>
                    </a:bodyPr>
                    <a:lstStyle/>
                    <a:p>
                      <a:pPr algn="l"/>
                      <a:r>
                        <a:rPr sz="1725" b="1">
                          <a:solidFill>
                            <a:srgbClr val="182536"/>
                          </a:solidFill>
                          <a:latin typeface="Nimbus Sans"/>
                          <a:ea typeface="Nimbus Sans"/>
                          <a:cs typeface="Nimbus Sans"/>
                        </a:rPr>
                        <a:t>Mutazione</a:t>
                      </a:r>
                    </a:p>
                  </a:txBody>
                  <a:tcPr marL="171450" marR="171450" marT="76200" marB="76200" anchor="ctr">
                    <a:lnL w="14288">
                      <a:solidFill>
                        <a:srgbClr val="D9E3EF"/>
                      </a:solidFill>
                      <a:prstDash val="solid"/>
                    </a:lnL>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725" b="1">
                          <a:solidFill>
                            <a:srgbClr val="182536"/>
                          </a:solidFill>
                          <a:latin typeface="Nimbus Sans"/>
                          <a:ea typeface="Nimbus Sans"/>
                          <a:cs typeface="Nimbus Sans"/>
                        </a:rPr>
                        <a:t>Originale</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c>
                  <a:txBody>
                    <a:bodyPr wrap="none">
                      <a:noAutofit/>
                    </a:bodyPr>
                    <a:lstStyle/>
                    <a:p>
                      <a:pPr algn="ctr"/>
                      <a:r>
                        <a:rPr sz="1725" b="1">
                          <a:solidFill>
                            <a:srgbClr val="182536"/>
                          </a:solidFill>
                          <a:latin typeface="Nimbus Sans"/>
                          <a:ea typeface="Nimbus Sans"/>
                          <a:cs typeface="Nimbus Sans"/>
                        </a:rPr>
                        <a:t>Mutato</a:t>
                      </a:r>
                    </a:p>
                  </a:txBody>
                  <a:tcPr marL="171450" marR="171450" marT="76200" marB="76200" anchor="ctr">
                    <a:lnR w="14288">
                      <a:solidFill>
                        <a:srgbClr val="D9E3EF"/>
                      </a:solidFill>
                      <a:prstDash val="solid"/>
                    </a:lnR>
                    <a:lnT w="14288">
                      <a:solidFill>
                        <a:srgbClr val="D9E3EF"/>
                      </a:solidFill>
                      <a:prstDash val="solid"/>
                    </a:lnT>
                    <a:lnB w="14288">
                      <a:solidFill>
                        <a:srgbClr val="D9E3EF"/>
                      </a:solidFill>
                      <a:prstDash val="solid"/>
                    </a:lnB>
                    <a:solidFill>
                      <a:srgbClr val="F0F4FF"/>
                    </a:solidFill>
                  </a:tcPr>
                </a:tc>
              </a:tr>
              <a:tr h="838200">
                <a:tc>
                  <a:txBody>
                    <a:bodyPr wrap="none">
                      <a:noAutofit/>
                    </a:bodyPr>
                    <a:lstStyle/>
                    <a:p>
                      <a:pPr algn="l"/>
                      <a:r>
                        <a:rPr sz="1725" b="0">
                          <a:solidFill>
                            <a:srgbClr val="182536"/>
                          </a:solidFill>
                          <a:latin typeface="Nimbus Sans"/>
                          <a:ea typeface="Nimbus Sans"/>
                          <a:cs typeface="Nimbus Sans"/>
                        </a:rPr>
                        <a:t>NRF: HTTP</a:t>
                      </a:r>
                    </a:p>
                    <a:p>
                      <a:pPr algn="l"/>
                      <a:r>
                        <a:rPr sz="1725" b="0">
                          <a:solidFill>
                            <a:srgbClr val="182536"/>
                          </a:solidFill>
                          <a:latin typeface="Nimbus Sans"/>
                          <a:ea typeface="Nimbus Sans"/>
                          <a:cs typeface="Nimbus Sans"/>
                        </a:rPr>
                        <a:t>200 → 403</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38200">
                <a:tc>
                  <a:txBody>
                    <a:bodyPr wrap="none">
                      <a:noAutofit/>
                    </a:bodyPr>
                    <a:lstStyle/>
                    <a:p>
                      <a:pPr algn="l"/>
                      <a:r>
                        <a:rPr sz="1725" b="0">
                          <a:solidFill>
                            <a:srgbClr val="182536"/>
                          </a:solidFill>
                          <a:latin typeface="Nimbus Sans"/>
                          <a:ea typeface="Nimbus Sans"/>
                          <a:cs typeface="Nimbus Sans"/>
                        </a:rPr>
                        <a:t>UDM SUCI:</a:t>
                      </a:r>
                    </a:p>
                    <a:p>
                      <a:pPr algn="l"/>
                      <a:r>
                        <a:rPr sz="1725" b="0">
                          <a:solidFill>
                            <a:srgbClr val="182536"/>
                          </a:solidFill>
                          <a:latin typeface="Nimbus Sans"/>
                          <a:ea typeface="Nimbus Sans"/>
                          <a:cs typeface="Nimbus Sans"/>
                        </a:rPr>
                        <a:t>SUPI alterato</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r h="838200">
                <a:tc>
                  <a:txBody>
                    <a:bodyPr wrap="none">
                      <a:noAutofit/>
                    </a:bodyPr>
                    <a:lstStyle/>
                    <a:p>
                      <a:pPr algn="l"/>
                      <a:r>
                        <a:rPr sz="1725" b="0">
                          <a:solidFill>
                            <a:srgbClr val="182536"/>
                          </a:solidFill>
                          <a:latin typeface="Nimbus Sans"/>
                          <a:ea typeface="Nimbus Sans"/>
                          <a:cs typeface="Nimbus Sans"/>
                        </a:rPr>
                        <a:t>UPF: F-TEID</a:t>
                      </a:r>
                    </a:p>
                    <a:p>
                      <a:pPr algn="l"/>
                      <a:r>
                        <a:rPr sz="1725" b="0">
                          <a:solidFill>
                            <a:srgbClr val="182536"/>
                          </a:solidFill>
                          <a:latin typeface="Nimbus Sans"/>
                          <a:ea typeface="Nimbus Sans"/>
                          <a:cs typeface="Nimbus Sans"/>
                        </a:rPr>
                        <a:t>duplicato</a:t>
                      </a:r>
                    </a:p>
                  </a:txBody>
                  <a:tcPr marL="171450" marR="171450" marT="76200" marB="76200" anchor="ctr">
                    <a:lnL w="14288">
                      <a:solidFill>
                        <a:srgbClr val="D9E3EF"/>
                      </a:solidFill>
                      <a:prstDash val="solid"/>
                    </a:lnL>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278766"/>
                          </a:solidFill>
                          <a:latin typeface="Nimbus Sans"/>
                          <a:ea typeface="Nimbus Sans"/>
                          <a:cs typeface="Nimbus Sans"/>
                        </a:rPr>
                        <a:t>PASS</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c>
                  <a:txBody>
                    <a:bodyPr wrap="none">
                      <a:noAutofit/>
                    </a:bodyPr>
                    <a:lstStyle/>
                    <a:p>
                      <a:pPr algn="ctr"/>
                      <a:r>
                        <a:rPr sz="1725" b="1">
                          <a:solidFill>
                            <a:srgbClr val="B64B56"/>
                          </a:solidFill>
                          <a:latin typeface="Nimbus Sans"/>
                          <a:ea typeface="Nimbus Sans"/>
                          <a:cs typeface="Nimbus Sans"/>
                        </a:rPr>
                        <a:t>FAIL</a:t>
                      </a:r>
                    </a:p>
                  </a:txBody>
                  <a:tcPr marL="171450" marR="171450" marT="76200" marB="76200" anchor="ctr">
                    <a:lnR w="14288">
                      <a:solidFill>
                        <a:srgbClr val="D9E3EF"/>
                      </a:solidFill>
                      <a:prstDash val="solid"/>
                    </a:lnR>
                    <a:lnB w="14288">
                      <a:solidFill>
                        <a:srgbClr val="D9E3EF"/>
                      </a:solidFill>
                      <a:prstDash val="solid"/>
                    </a:lnB>
                    <a:solidFill>
                      <a:srgbClr val="FFFFFF"/>
                    </a:solidFill>
                  </a:tcPr>
                </a:tc>
              </a:tr>
            </a:tbl>
          </a:graphicData>
        </a:graphic>
      </p:graphicFrame>
      <p:sp>
        <p:nvSpPr>
          <p:cNvPr id="45" name="f181">
            <a:extLst xmlns:a="http://schemas.openxmlformats.org/drawingml/2006/main">
              <a:ext uri="{FF2B5EF4-FFF2-40B4-BE49-F238E27FC236}">
                <a16:creationId xmlns:a16="http://schemas.microsoft.com/office/drawing/2014/main" id="{F25C6270-C124-4F41-AD94-D64C6A5120C9}"/>
              </a:ext>
            </a:extLst>
          </p:cNvPr>
          <p:cNvSpPr>
            <a:spLocks xmlns:a="http://schemas.openxmlformats.org/drawingml/2006/main" noGrp="1"/>
          </p:cNvSpPr>
          <p:nvPr/>
        </p:nvSpPr>
        <p:spPr>
          <a:xfrm xmlns:a="http://schemas.openxmlformats.org/drawingml/2006/main">
            <a:off x="9048750" y="6438900"/>
            <a:ext cx="49339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6150" b="1">
                <a:solidFill>
                  <a:srgbClr val="4264D0"/>
                </a:solidFill>
                <a:latin typeface="Nimbus Sans"/>
                <a:ea typeface="Nimbus Sans"/>
                <a:cs typeface="Nimbus Sans"/>
              </a:defRPr>
            </a:defPPr>
            <a:lvl1pPr algn="ctr">
              <a:defRPr sz="6150" b="1">
                <a:solidFill>
                  <a:srgbClr val="4264D0"/>
                </a:solidFill>
                <a:latin typeface="Nimbus Sans"/>
                <a:ea typeface="Nimbus Sans"/>
                <a:cs typeface="Nimbus Sans"/>
              </a:defRPr>
            </a:lvl1pPr>
            <a:lvl2pPr algn="ctr">
              <a:defRPr sz="6150" b="1">
                <a:solidFill>
                  <a:srgbClr val="4264D0"/>
                </a:solidFill>
                <a:latin typeface="Nimbus Sans"/>
                <a:ea typeface="Nimbus Sans"/>
                <a:cs typeface="Nimbus Sans"/>
              </a:defRPr>
            </a:lvl2pPr>
            <a:lvl3pPr algn="ctr">
              <a:defRPr sz="6150" b="1">
                <a:solidFill>
                  <a:srgbClr val="4264D0"/>
                </a:solidFill>
                <a:latin typeface="Nimbus Sans"/>
                <a:ea typeface="Nimbus Sans"/>
                <a:cs typeface="Nimbus Sans"/>
              </a:defRPr>
            </a:lvl3pPr>
            <a:lvl4pPr algn="ctr">
              <a:defRPr sz="6150" b="1">
                <a:solidFill>
                  <a:srgbClr val="4264D0"/>
                </a:solidFill>
                <a:latin typeface="Nimbus Sans"/>
                <a:ea typeface="Nimbus Sans"/>
                <a:cs typeface="Nimbus Sans"/>
              </a:defRPr>
            </a:lvl4pPr>
            <a:lvl5pPr algn="ctr">
              <a:defRPr sz="6150" b="1">
                <a:solidFill>
                  <a:srgbClr val="4264D0"/>
                </a:solidFill>
                <a:latin typeface="Nimbus Sans"/>
                <a:ea typeface="Nimbus Sans"/>
                <a:cs typeface="Nimbus Sans"/>
              </a:defRPr>
            </a:lvl5pPr>
            <a:lvl6pPr algn="ctr">
              <a:defRPr sz="6150" b="1">
                <a:solidFill>
                  <a:srgbClr val="4264D0"/>
                </a:solidFill>
                <a:latin typeface="Nimbus Sans"/>
                <a:ea typeface="Nimbus Sans"/>
                <a:cs typeface="Nimbus Sans"/>
              </a:defRPr>
            </a:lvl6pPr>
            <a:lvl7pPr algn="ctr">
              <a:defRPr sz="6150" b="1">
                <a:solidFill>
                  <a:srgbClr val="4264D0"/>
                </a:solidFill>
                <a:latin typeface="Nimbus Sans"/>
                <a:ea typeface="Nimbus Sans"/>
                <a:cs typeface="Nimbus Sans"/>
              </a:defRPr>
            </a:lvl7pPr>
            <a:lvl8pPr algn="ctr">
              <a:defRPr sz="6150" b="1">
                <a:solidFill>
                  <a:srgbClr val="4264D0"/>
                </a:solidFill>
                <a:latin typeface="Nimbus Sans"/>
                <a:ea typeface="Nimbus Sans"/>
                <a:cs typeface="Nimbus Sans"/>
              </a:defRPr>
            </a:lvl8pPr>
            <a:lvl9pPr algn="ctr">
              <a:defRPr sz="6150" b="1">
                <a:solidFill>
                  <a:srgbClr val="4264D0"/>
                </a:solidFill>
                <a:latin typeface="Nimbus Sans"/>
                <a:ea typeface="Nimbus Sans"/>
                <a:cs typeface="Nimbus Sans"/>
              </a:defRPr>
            </a:lvl9pPr>
          </a:lstStyle>
          <a:p xmlns:a="http://schemas.openxmlformats.org/drawingml/2006/main">
            <a:pPr algn="ctr">
              <a:defRPr sz="6150" b="1">
                <a:solidFill>
                  <a:srgbClr val="4264D0"/>
                </a:solidFill>
                <a:latin typeface="Nimbus Sans"/>
                <a:ea typeface="Nimbus Sans"/>
                <a:cs typeface="Nimbus Sans"/>
              </a:defRPr>
            </a:pPr>
            <a:r>
              <a:rPr sz="6150" b="1">
                <a:solidFill>
                  <a:srgbClr val="4264D0"/>
                </a:solidFill>
                <a:latin typeface="Nimbus Sans"/>
                <a:ea typeface="Nimbus Sans"/>
                <a:cs typeface="Nimbus Sans"/>
              </a:rPr>
              <a:t>13/13</a:t>
            </a:r>
          </a:p>
        </p:txBody>
      </p:sp>
      <p:sp>
        <p:nvSpPr>
          <p:cNvPr id="46" name="f182">
            <a:extLst xmlns:a="http://schemas.openxmlformats.org/drawingml/2006/main">
              <a:ext uri="{FF2B5EF4-FFF2-40B4-BE49-F238E27FC236}">
                <a16:creationId xmlns:a16="http://schemas.microsoft.com/office/drawing/2014/main" id="{5D4994E4-7344-40FC-8544-AC49A7FCA771}"/>
              </a:ext>
            </a:extLst>
          </p:cNvPr>
          <p:cNvSpPr>
            <a:spLocks xmlns:a="http://schemas.openxmlformats.org/drawingml/2006/main" noGrp="1"/>
          </p:cNvSpPr>
          <p:nvPr/>
        </p:nvSpPr>
        <p:spPr>
          <a:xfrm xmlns:a="http://schemas.openxmlformats.org/drawingml/2006/main">
            <a:off x="9048750" y="7467600"/>
            <a:ext cx="4933950"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250" b="1">
                <a:solidFill>
                  <a:srgbClr val="182536"/>
                </a:solidFill>
                <a:latin typeface="Nimbus Sans"/>
                <a:ea typeface="Nimbus Sans"/>
                <a:cs typeface="Nimbus Sans"/>
              </a:defRPr>
            </a:defPPr>
            <a:lvl1pPr algn="ctr">
              <a:defRPr sz="2250" b="1">
                <a:solidFill>
                  <a:srgbClr val="182536"/>
                </a:solidFill>
                <a:latin typeface="Nimbus Sans"/>
                <a:ea typeface="Nimbus Sans"/>
                <a:cs typeface="Nimbus Sans"/>
              </a:defRPr>
            </a:lvl1pPr>
            <a:lvl2pPr algn="ctr">
              <a:defRPr sz="2250" b="1">
                <a:solidFill>
                  <a:srgbClr val="182536"/>
                </a:solidFill>
                <a:latin typeface="Nimbus Sans"/>
                <a:ea typeface="Nimbus Sans"/>
                <a:cs typeface="Nimbus Sans"/>
              </a:defRPr>
            </a:lvl2pPr>
            <a:lvl3pPr algn="ctr">
              <a:defRPr sz="2250" b="1">
                <a:solidFill>
                  <a:srgbClr val="182536"/>
                </a:solidFill>
                <a:latin typeface="Nimbus Sans"/>
                <a:ea typeface="Nimbus Sans"/>
                <a:cs typeface="Nimbus Sans"/>
              </a:defRPr>
            </a:lvl3pPr>
            <a:lvl4pPr algn="ctr">
              <a:defRPr sz="2250" b="1">
                <a:solidFill>
                  <a:srgbClr val="182536"/>
                </a:solidFill>
                <a:latin typeface="Nimbus Sans"/>
                <a:ea typeface="Nimbus Sans"/>
                <a:cs typeface="Nimbus Sans"/>
              </a:defRPr>
            </a:lvl4pPr>
            <a:lvl5pPr algn="ctr">
              <a:defRPr sz="2250" b="1">
                <a:solidFill>
                  <a:srgbClr val="182536"/>
                </a:solidFill>
                <a:latin typeface="Nimbus Sans"/>
                <a:ea typeface="Nimbus Sans"/>
                <a:cs typeface="Nimbus Sans"/>
              </a:defRPr>
            </a:lvl5pPr>
            <a:lvl6pPr algn="ctr">
              <a:defRPr sz="2250" b="1">
                <a:solidFill>
                  <a:srgbClr val="182536"/>
                </a:solidFill>
                <a:latin typeface="Nimbus Sans"/>
                <a:ea typeface="Nimbus Sans"/>
                <a:cs typeface="Nimbus Sans"/>
              </a:defRPr>
            </a:lvl6pPr>
            <a:lvl7pPr algn="ctr">
              <a:defRPr sz="2250" b="1">
                <a:solidFill>
                  <a:srgbClr val="182536"/>
                </a:solidFill>
                <a:latin typeface="Nimbus Sans"/>
                <a:ea typeface="Nimbus Sans"/>
                <a:cs typeface="Nimbus Sans"/>
              </a:defRPr>
            </a:lvl7pPr>
            <a:lvl8pPr algn="ctr">
              <a:defRPr sz="2250" b="1">
                <a:solidFill>
                  <a:srgbClr val="182536"/>
                </a:solidFill>
                <a:latin typeface="Nimbus Sans"/>
                <a:ea typeface="Nimbus Sans"/>
                <a:cs typeface="Nimbus Sans"/>
              </a:defRPr>
            </a:lvl8pPr>
            <a:lvl9pPr algn="ctr">
              <a:defRPr sz="2250" b="1">
                <a:solidFill>
                  <a:srgbClr val="182536"/>
                </a:solidFill>
                <a:latin typeface="Nimbus Sans"/>
                <a:ea typeface="Nimbus Sans"/>
                <a:cs typeface="Nimbus Sans"/>
              </a:defRPr>
            </a:lvl9pPr>
          </a:lstStyle>
          <a:p xmlns:a="http://schemas.openxmlformats.org/drawingml/2006/main">
            <a:pPr algn="ctr">
              <a:defRPr sz="2250" b="1">
                <a:solidFill>
                  <a:srgbClr val="182536"/>
                </a:solidFill>
                <a:latin typeface="Nimbus Sans"/>
                <a:ea typeface="Nimbus Sans"/>
                <a:cs typeface="Nimbus Sans"/>
              </a:defRPr>
            </a:pPr>
            <a:r>
              <a:rPr sz="2250" b="1">
                <a:solidFill>
                  <a:srgbClr val="182536"/>
                </a:solidFill>
                <a:latin typeface="Nimbus Sans"/>
                <a:ea typeface="Nimbus Sans"/>
                <a:cs typeface="Nimbus Sans"/>
              </a:rPr>
              <a:t>scenari completati</a:t>
            </a:r>
          </a:p>
          <a:p xmlns:a="http://schemas.openxmlformats.org/drawingml/2006/main">
            <a:pPr algn="ctr">
              <a:defRPr sz="2250" b="1">
                <a:solidFill>
                  <a:srgbClr val="182536"/>
                </a:solidFill>
                <a:latin typeface="Nimbus Sans"/>
                <a:ea typeface="Nimbus Sans"/>
                <a:cs typeface="Nimbus Sans"/>
              </a:defRPr>
            </a:pPr>
            <a:r>
              <a:rPr sz="2250" b="1">
                <a:solidFill>
                  <a:srgbClr val="182536"/>
                </a:solidFill>
                <a:latin typeface="Nimbus Sans"/>
                <a:ea typeface="Nimbus Sans"/>
                <a:cs typeface="Nimbus Sans"/>
              </a:rPr>
              <a:t>con verdetto atteso</a:t>
            </a:r>
          </a:p>
        </p:txBody>
      </p:sp>
      <p:sp>
        <p:nvSpPr>
          <p:cNvPr id="47" name="f183">
            <a:extLst xmlns:a="http://schemas.openxmlformats.org/drawingml/2006/main">
              <a:ext uri="{FF2B5EF4-FFF2-40B4-BE49-F238E27FC236}">
                <a16:creationId xmlns:a16="http://schemas.microsoft.com/office/drawing/2014/main" id="{21245A7C-C3D6-412A-A615-78F4254C7FDB}"/>
              </a:ext>
            </a:extLst>
          </p:cNvPr>
          <p:cNvSpPr>
            <a:spLocks xmlns:a="http://schemas.openxmlformats.org/drawingml/2006/main" noGrp="1"/>
          </p:cNvSpPr>
          <p:nvPr/>
        </p:nvSpPr>
        <p:spPr>
          <a:xfrm xmlns:a="http://schemas.openxmlformats.org/drawingml/2006/main">
            <a:off x="1066800" y="8258175"/>
            <a:ext cx="13106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75" b="0">
                <a:solidFill>
                  <a:srgbClr val="52627B"/>
                </a:solidFill>
                <a:latin typeface="Nimbus Sans"/>
                <a:ea typeface="Nimbus Sans"/>
                <a:cs typeface="Nimbus Sans"/>
              </a:defRPr>
            </a:defPPr>
            <a:lvl1pPr algn="l">
              <a:defRPr sz="1575" b="0">
                <a:solidFill>
                  <a:srgbClr val="52627B"/>
                </a:solidFill>
                <a:latin typeface="Nimbus Sans"/>
                <a:ea typeface="Nimbus Sans"/>
                <a:cs typeface="Nimbus Sans"/>
              </a:defRPr>
            </a:lvl1pPr>
            <a:lvl2pPr algn="l">
              <a:defRPr sz="1575" b="0">
                <a:solidFill>
                  <a:srgbClr val="52627B"/>
                </a:solidFill>
                <a:latin typeface="Nimbus Sans"/>
                <a:ea typeface="Nimbus Sans"/>
                <a:cs typeface="Nimbus Sans"/>
              </a:defRPr>
            </a:lvl2pPr>
            <a:lvl3pPr algn="l">
              <a:defRPr sz="1575" b="0">
                <a:solidFill>
                  <a:srgbClr val="52627B"/>
                </a:solidFill>
                <a:latin typeface="Nimbus Sans"/>
                <a:ea typeface="Nimbus Sans"/>
                <a:cs typeface="Nimbus Sans"/>
              </a:defRPr>
            </a:lvl3pPr>
            <a:lvl4pPr algn="l">
              <a:defRPr sz="1575" b="0">
                <a:solidFill>
                  <a:srgbClr val="52627B"/>
                </a:solidFill>
                <a:latin typeface="Nimbus Sans"/>
                <a:ea typeface="Nimbus Sans"/>
                <a:cs typeface="Nimbus Sans"/>
              </a:defRPr>
            </a:lvl4pPr>
            <a:lvl5pPr algn="l">
              <a:defRPr sz="1575" b="0">
                <a:solidFill>
                  <a:srgbClr val="52627B"/>
                </a:solidFill>
                <a:latin typeface="Nimbus Sans"/>
                <a:ea typeface="Nimbus Sans"/>
                <a:cs typeface="Nimbus Sans"/>
              </a:defRPr>
            </a:lvl5pPr>
            <a:lvl6pPr algn="l">
              <a:defRPr sz="1575" b="0">
                <a:solidFill>
                  <a:srgbClr val="52627B"/>
                </a:solidFill>
                <a:latin typeface="Nimbus Sans"/>
                <a:ea typeface="Nimbus Sans"/>
                <a:cs typeface="Nimbus Sans"/>
              </a:defRPr>
            </a:lvl6pPr>
            <a:lvl7pPr algn="l">
              <a:defRPr sz="1575" b="0">
                <a:solidFill>
                  <a:srgbClr val="52627B"/>
                </a:solidFill>
                <a:latin typeface="Nimbus Sans"/>
                <a:ea typeface="Nimbus Sans"/>
                <a:cs typeface="Nimbus Sans"/>
              </a:defRPr>
            </a:lvl7pPr>
            <a:lvl8pPr algn="l">
              <a:defRPr sz="1575" b="0">
                <a:solidFill>
                  <a:srgbClr val="52627B"/>
                </a:solidFill>
                <a:latin typeface="Nimbus Sans"/>
                <a:ea typeface="Nimbus Sans"/>
                <a:cs typeface="Nimbus Sans"/>
              </a:defRPr>
            </a:lvl8pPr>
            <a:lvl9pPr algn="l">
              <a:defRPr sz="1575" b="0">
                <a:solidFill>
                  <a:srgbClr val="52627B"/>
                </a:solidFill>
                <a:latin typeface="Nimbus Sans"/>
                <a:ea typeface="Nimbus Sans"/>
                <a:cs typeface="Nimbus Sans"/>
              </a:defRPr>
            </a:lvl9pPr>
          </a:lstStyle>
          <a:p xmlns:a="http://schemas.openxmlformats.org/drawingml/2006/main">
            <a:pPr algn="l">
              <a:defRPr sz="1575" b="0">
                <a:solidFill>
                  <a:srgbClr val="52627B"/>
                </a:solidFill>
                <a:latin typeface="Nimbus Sans"/>
                <a:ea typeface="Nimbus Sans"/>
                <a:cs typeface="Nimbus Sans"/>
              </a:defRPr>
            </a:pPr>
            <a:r>
              <a:rPr sz="1575" b="0">
                <a:solidFill>
                  <a:srgbClr val="52627B"/>
                </a:solidFill>
                <a:latin typeface="Nimbus Sans"/>
                <a:ea typeface="Nimbus Sans"/>
                <a:cs typeface="Nimbus Sans"/>
              </a:rPr>
              <a:t>15 previsti. Due casi AMF Case B temporali/combinati non completati per limiti del mutatore.</a:t>
            </a:r>
          </a:p>
        </p:txBody>
      </p:sp>
    </p:spTree>
    <p:extLst>
      <p:ext uri="{BB962C8B-B14F-4D97-AF65-F5344CB8AC3E}">
        <p14:creationId xmlns:p14="http://schemas.microsoft.com/office/powerpoint/2010/main" val="63052268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2026-10-28T15:15:53.4330000Z</dcterms:created>
  <dcterms:modified xsi:type="dcterms:W3CDTF">2026-10-28T15:15:53.4330000Z</dcterms:modified>
</coreProperties>
</file>