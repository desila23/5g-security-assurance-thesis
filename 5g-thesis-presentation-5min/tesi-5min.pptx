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52ad7a13929440d7" /><Relationship Type="http://schemas.openxmlformats.org/officeDocument/2006/relationships/extended-properties" Target="/docProps/app.xml" Id="R8aa3adab777a4001" /><Relationship Type="http://schemas.openxmlformats.org/officeDocument/2006/relationships/officeDocument" Target="/ppt/presentation.xml" Id="R399605f3c82341ce" /></Relationships>
</file>

<file path=ppt/presentation.xml><?xml version="1.0" encoding="utf-8"?>
<p:presentation xmlns:p="http://schemas.openxmlformats.org/presentationml/2006/main">
  <p:sldMasterIdLst>
    <p:sldMasterId xmlns:r="http://schemas.openxmlformats.org/officeDocument/2006/relationships" id="2147483648" r:id="Rc56f7fb4dba74dd5"/>
  </p:sldMasterIdLst>
  <p:notesMasterIdLst>
    <p:notesMasterId xmlns:r="http://schemas.openxmlformats.org/officeDocument/2006/relationships" r:id="Rebb6f6ce41b447b5"/>
  </p:notesMasterIdLst>
  <p:sldIdLst>
    <p:sldId xmlns:r="http://schemas.openxmlformats.org/officeDocument/2006/relationships" id="256" r:id="R37192b4a2f1e4f4b"/>
    <p:sldId xmlns:r="http://schemas.openxmlformats.org/officeDocument/2006/relationships" id="257" r:id="R6223a6c64adb4d4c"/>
    <p:sldId xmlns:r="http://schemas.openxmlformats.org/officeDocument/2006/relationships" id="258" r:id="Rc19902b8bdb94c77"/>
    <p:sldId xmlns:r="http://schemas.openxmlformats.org/officeDocument/2006/relationships" id="259" r:id="R703caea42f694568"/>
    <p:sldId xmlns:r="http://schemas.openxmlformats.org/officeDocument/2006/relationships" id="260" r:id="R1cf1b942a7174eac"/>
    <p:sldId xmlns:r="http://schemas.openxmlformats.org/officeDocument/2006/relationships" id="261" r:id="Raaa62677b16c4482"/>
  </p:sldIdLst>
  <p:sldSz cx="15240000" cy="85725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78615a8100654fb5" /><Relationship Type="http://schemas.openxmlformats.org/officeDocument/2006/relationships/slideMaster" Target="/ppt/slideMasters/slideMaster1.xml" Id="Rc56f7fb4dba74dd5" /><Relationship Type="http://schemas.openxmlformats.org/officeDocument/2006/relationships/notesMaster" Target="/ppt/notesMasters/notesMaster1.xml" Id="Rebb6f6ce41b447b5" /><Relationship Type="http://schemas.openxmlformats.org/officeDocument/2006/relationships/presProps" Target="/ppt/presProps.xml" Id="R3254cf5964f54767" /><Relationship Type="http://schemas.openxmlformats.org/officeDocument/2006/relationships/tableStyles" Target="/ppt/tableStyles.xml" Id="Rc364601c926e401a" /><Relationship Type="http://schemas.openxmlformats.org/officeDocument/2006/relationships/slide" Target="/ppt/slides/slide1.xml" Id="R37192b4a2f1e4f4b" /><Relationship Type="http://schemas.openxmlformats.org/officeDocument/2006/relationships/slide" Target="/ppt/slides/slide2.xml" Id="R6223a6c64adb4d4c" /><Relationship Type="http://schemas.openxmlformats.org/officeDocument/2006/relationships/slide" Target="/ppt/slides/slide3.xml" Id="Rc19902b8bdb94c77" /><Relationship Type="http://schemas.openxmlformats.org/officeDocument/2006/relationships/slide" Target="/ppt/slides/slide4.xml" Id="R703caea42f694568" /><Relationship Type="http://schemas.openxmlformats.org/officeDocument/2006/relationships/slide" Target="/ppt/slides/slide5.xml" Id="R1cf1b942a7174eac" /><Relationship Type="http://schemas.openxmlformats.org/officeDocument/2006/relationships/slide" Target="/ppt/slides/slide6.xml" Id="Raaa62677b16c4482"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614f128348dc4b42"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33eb81214a2e4b42" /><Relationship Type="http://schemas.openxmlformats.org/officeDocument/2006/relationships/notesMaster" Target="/ppt/notesMasters/notesMaster1.xml" Id="R780df18d791940e8" /></Relationships>
</file>

<file path=ppt/notesSlides/_rels/notesSlide2.xml.rels>&#65279;<?xml version="1.0" encoding="utf-8"?><Relationships xmlns="http://schemas.openxmlformats.org/package/2006/relationships"><Relationship Type="http://schemas.openxmlformats.org/officeDocument/2006/relationships/slide" Target="/ppt/slides/slide2.xml" Id="R957802d320114ede" /><Relationship Type="http://schemas.openxmlformats.org/officeDocument/2006/relationships/notesMaster" Target="/ppt/notesMasters/notesMaster1.xml" Id="R7ff6f03ad2fc4114" /></Relationships>
</file>

<file path=ppt/notesSlides/_rels/notesSlide3.xml.rels>&#65279;<?xml version="1.0" encoding="utf-8"?><Relationships xmlns="http://schemas.openxmlformats.org/package/2006/relationships"><Relationship Type="http://schemas.openxmlformats.org/officeDocument/2006/relationships/slide" Target="/ppt/slides/slide3.xml" Id="Rd33dfd9eb16648d9" /><Relationship Type="http://schemas.openxmlformats.org/officeDocument/2006/relationships/notesMaster" Target="/ppt/notesMasters/notesMaster1.xml" Id="R3cc23a5ed9394937" /></Relationships>
</file>

<file path=ppt/notesSlides/_rels/notesSlide4.xml.rels>&#65279;<?xml version="1.0" encoding="utf-8"?><Relationships xmlns="http://schemas.openxmlformats.org/package/2006/relationships"><Relationship Type="http://schemas.openxmlformats.org/officeDocument/2006/relationships/slide" Target="/ppt/slides/slide4.xml" Id="R169cfed440544944" /><Relationship Type="http://schemas.openxmlformats.org/officeDocument/2006/relationships/notesMaster" Target="/ppt/notesMasters/notesMaster1.xml" Id="Rb89df3c224e74579" /></Relationships>
</file>

<file path=ppt/notesSlides/_rels/notesSlide5.xml.rels>&#65279;<?xml version="1.0" encoding="utf-8"?><Relationships xmlns="http://schemas.openxmlformats.org/package/2006/relationships"><Relationship Type="http://schemas.openxmlformats.org/officeDocument/2006/relationships/slide" Target="/ppt/slides/slide5.xml" Id="R5d1864d5fc1c4d38" /><Relationship Type="http://schemas.openxmlformats.org/officeDocument/2006/relationships/notesMaster" Target="/ppt/notesMasters/notesMaster1.xml" Id="Ra7ff75f941094ed2" /></Relationships>
</file>

<file path=ppt/notesSlides/_rels/notesSlide6.xml.rels>&#65279;<?xml version="1.0" encoding="utf-8"?><Relationships xmlns="http://schemas.openxmlformats.org/package/2006/relationships"><Relationship Type="http://schemas.openxmlformats.org/officeDocument/2006/relationships/slide" Target="/ppt/slides/slide6.xml" Id="Reb71bf0558634617" /><Relationship Type="http://schemas.openxmlformats.org/officeDocument/2006/relationships/notesMaster" Target="/ppt/notesMasters/notesMaster1.xml" Id="Rd5040120841046f1"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Buongiorno. Il lavoro riguarda un linguaggio per descrivere i criteri di verifica dei test SCAS e un sistema che li applica alle catture di rete.</a:t>
            </a:r>
          </a:p>
          <a:p xmlns:a="http://schemas.openxmlformats.org/drawingml/2006/main">
            <a:r>
              <a:t/>
            </a:r>
          </a:p>
          <a:p xmlns:a="http://schemas.openxmlformats.org/drawingml/2006/main">
            <a:r>
              <a:t>Tempo indicativo: 10 secondi.</a:t>
            </a:r>
          </a:p>
          <a:p xmlns:a="http://schemas.openxmlformats.org/drawingml/2006/main">
            <a:r>
              <a:t/>
            </a:r>
          </a:p>
          <a:p xmlns:a="http://schemas.openxmlformats.org/drawingml/2006/main">
            <a:r>
              <a:t>Fonti:</a:t>
            </a:r>
          </a:p>
          <a:p xmlns:a="http://schemas.openxmlformats.org/drawingml/2006/main">
            <a:r>
              <a:t>https://github.com/desila23/5g-security-assurance-thesis/blob/gh-pages/5g-thesis-presentation/slides/01-titolo.html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La Security Assurance serve a verificare che un sistema rispetti effettivamente i requisiti di sicurezza. Definire un requisito non significa che il software lo implementi correttamente. Bisogna quindi confrontare il comportamento previsto con quello reale. Nel 5G le funzionalità sono realizzate da componenti software chiamate Network Functions. Il 3GPP ha definito le Security Assurance Specifications, o SCAS, che descrivono i requisiti e le procedure per verificarne la sicurezza.</a:t>
            </a:r>
          </a:p>
          <a:p xmlns:a="http://schemas.openxmlformats.org/drawingml/2006/main">
            <a:r>
              <a:t/>
            </a:r>
          </a:p>
          <a:p xmlns:a="http://schemas.openxmlformats.org/drawingml/2006/main">
            <a:r>
              <a:t>Tempo indicativo: 42 secondi.</a:t>
            </a:r>
          </a:p>
          <a:p xmlns:a="http://schemas.openxmlformats.org/drawingml/2006/main">
            <a:r>
              <a:t/>
            </a:r>
          </a:p>
          <a:p xmlns:a="http://schemas.openxmlformats.org/drawingml/2006/main">
            <a:r>
              <a:t>Fonti:</a:t>
            </a:r>
          </a:p>
          <a:p xmlns:a="http://schemas.openxmlformats.org/drawingml/2006/main">
            <a:r>
              <a:t>https://www.etsi.org/deliver/etsi_ts/133500_133599/133518/18.00.00_60/ts_133518v180000p.pdf</a:t>
            </a:r>
          </a:p>
          <a:p xmlns:a="http://schemas.openxmlformats.org/drawingml/2006/main">
            <a:r>
              <a:t>https://github.com/desila23/5g-security-assurance-thesis/blob/TESI-LATEX/capitoli/02_capitolo.tex</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Le specifiche SCAS sono scritte in linguaggio naturale, quindi il mio sistema non può interpretarle direttamente. Per automatizzare la verifica del risultato occorre rappresentare i criteri in una forma strutturata. Il Python qui è soltanto un esempio illustrativo di verifica scritta a mano, non codice del progetto. [Primo clic] Dall’analisi di diversi test ho identificato due operazioni comuni: selezionare i messaggi rilevanti e verificare che soddisfino certe condizioni. Nel caso NRF selezioniamo richiesta di discovery e risposta associata, poi controlliamo lo stato HTTP 403. Il requisito è qui sintetizzato, non citato letteralmente. [Secondo clic] Ho quindi progettato un DSL con costrutti riutilizzabili. SEQUENCE descrive la selezione e REQUIRE esprime il criterio. Questa è la sintassi reale del progetto. Le regole vengono scritte usando i costrutti del linguaggio: non ho realizzato una traduzione automatica NLP dalle specifiche.</a:t>
            </a:r>
          </a:p>
          <a:p xmlns:a="http://schemas.openxmlformats.org/drawingml/2006/main">
            <a:r>
              <a:t/>
            </a:r>
          </a:p>
          <a:p xmlns:a="http://schemas.openxmlformats.org/drawingml/2006/main">
            <a:r>
              <a:t>Tempo indicativo: 70 secondi.</a:t>
            </a:r>
          </a:p>
          <a:p xmlns:a="http://schemas.openxmlformats.org/drawingml/2006/main">
            <a:r>
              <a:t/>
            </a:r>
          </a:p>
          <a:p xmlns:a="http://schemas.openxmlformats.org/drawingml/2006/main">
            <a:r>
              <a:t>Fonti:</a:t>
            </a:r>
          </a:p>
          <a:p xmlns:a="http://schemas.openxmlformats.org/drawingml/2006/main">
            <a:r>
              <a:t>https://www.etsi.org/deliver/etsi_ts/133500_133599/133512/17.03.00_60/ts_133512v170300p.pdf (p. 9, ritaglio originale)</a:t>
            </a:r>
          </a:p>
          <a:p xmlns:a="http://schemas.openxmlformats.org/drawingml/2006/main">
            <a:r>
              <a:t>https://www.etsi.org/deliver/etsi_ts/133500_133599/133518/18.00.00_60/ts_133518v180000p.pdf (p. 8, ritaglio originale)</a:t>
            </a:r>
          </a:p>
          <a:p xmlns:a="http://schemas.openxmlformats.org/drawingml/2006/main">
            <a:r>
              <a:t>https://github.com/desila23/5g-security-assurance-thesis/blob/main/dsl/nrf_sequence_test.dsl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Il secondo contributo è il sistema che interpreta le regole del DSL ed esegue la verifica. Parte da un file PCAP, cioè una cattura dei messaggi scambiati in rete durante il test, comprese le richieste e le risposte che ci interessano. Il sistema legge queste evidenze, non esegue il test. Estrae e normalizza i messaggi, seleziona quelli richiesti e applica le verifiche statiche o temporali, queste ultime tramite MonPoly. Il DSL guida sia la selezione sia la verifica. Infine genera un report con il verdetto e le evidenze che lo motivano.</a:t>
            </a:r>
          </a:p>
          <a:p xmlns:a="http://schemas.openxmlformats.org/drawingml/2006/main">
            <a:r>
              <a:t/>
            </a:r>
          </a:p>
          <a:p xmlns:a="http://schemas.openxmlformats.org/drawingml/2006/main">
            <a:r>
              <a:t>Tempo indicativo: 53 secondi.</a:t>
            </a:r>
          </a:p>
          <a:p xmlns:a="http://schemas.openxmlformats.org/drawingml/2006/main">
            <a:r>
              <a:t/>
            </a:r>
          </a:p>
          <a:p xmlns:a="http://schemas.openxmlformats.org/drawingml/2006/main">
            <a:r>
              <a:t>Fonti:</a:t>
            </a:r>
          </a:p>
          <a:p xmlns:a="http://schemas.openxmlformats.org/drawingml/2006/main">
            <a:r>
              <a:t>https://github.com/desila23/5g-security-assurance-thesis/blob/TESI-LATEX/capitoli/05_capitolo.tex</a:t>
            </a:r>
          </a:p>
          <a:p xmlns:a="http://schemas.openxmlformats.org/drawingml/2006/main">
            <a:r>
              <a:t>https://github.com/desila23/5g-security-assurance-thesis/blob/main/dsl/nrf_sequence_test.dsl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Ho valutato il sistema su 16 catture provenienti da test eseguiti su due implementazioni open source 5G, Open5GS e free5GC. Le evidenze sono state prodotte da strumenti di test separati dal verificatore. Per NRF e UDM sono stati adattati componenti di ScasDK, mentre non attribuisco tutte le catture allo stesso strumento. Ho ottenuto 12 PASS, un FAIL e tre INCONCLUSIVE: risultati coerenti con le rispettive evidenze. Il FAIL NRF segnala HTTP 200 dove il criterio richiede 403. Gli INCONCLUSIVE indicano evidenze insufficienti. I raggruppamenti in tabella corrispondono a dieci catture Open5GS e sei free5GC.</a:t>
            </a:r>
          </a:p>
          <a:p xmlns:a="http://schemas.openxmlformats.org/drawingml/2006/main">
            <a:r>
              <a:t/>
            </a:r>
          </a:p>
          <a:p xmlns:a="http://schemas.openxmlformats.org/drawingml/2006/main">
            <a:r>
              <a:t>Tempo indicativo: 50 secondi.</a:t>
            </a:r>
          </a:p>
          <a:p xmlns:a="http://schemas.openxmlformats.org/drawingml/2006/main">
            <a:r>
              <a:t/>
            </a:r>
          </a:p>
          <a:p xmlns:a="http://schemas.openxmlformats.org/drawingml/2006/main">
            <a:r>
              <a:t>Fonti:</a:t>
            </a:r>
          </a:p>
          <a:p xmlns:a="http://schemas.openxmlformats.org/drawingml/2006/main">
            <a:r>
              <a:t>https://github.com/desila23/5g-security-assurance-thesis/blob/TESI-LATEX/capitoli/06_capitolo.tex</a:t>
            </a:r>
          </a:p>
          <a:p xmlns:a="http://schemas.openxmlformats.org/drawingml/2006/main">
            <a:r>
              <a:t>https://github.com/desila23/5g-security-assurance-thesis/blob/gh-pages/5g-thesis-presentation/slides/18-baseline.html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I risultati baseline da soli non bastano a valutare la sensibilità del sistema, anche perché alcuni casi sono stati usati durante lo sviluppo. Ho quindi applicato modifiche controllate alle catture con un mutatore separato. Il mutatore usa la PCAP originale e i riferimenti alle evidenze contenuti nel report baseline per individuare i dati da alterare. La PCAP mutata viene analizzata dallo stesso sistema, con la stessa DSL. Il confronto dei verdetti deve corrispondere alla modifica introdotta: per esempio, il caso NRF passa da FAIL a PASS sostituendo HTTP 200 con 403. Nei 13 scenari completati ho ottenuto tutti i verdetti attesi. Dei 15 previsti, due scenari AMF Case B temporali e combinati non sono stati completati per limiti del mutatore. Uno sviluppo futuro è renderlo meno dipendente dalla forma specifica della regola DSL.</a:t>
            </a:r>
          </a:p>
          <a:p xmlns:a="http://schemas.openxmlformats.org/drawingml/2006/main">
            <a:r>
              <a:t/>
            </a:r>
          </a:p>
          <a:p xmlns:a="http://schemas.openxmlformats.org/drawingml/2006/main">
            <a:r>
              <a:t>Tempo indicativo: 60 secondi.</a:t>
            </a:r>
          </a:p>
          <a:p xmlns:a="http://schemas.openxmlformats.org/drawingml/2006/main">
            <a:r>
              <a:t/>
            </a:r>
          </a:p>
          <a:p xmlns:a="http://schemas.openxmlformats.org/drawingml/2006/main">
            <a:r>
              <a:t>Fonti:</a:t>
            </a:r>
          </a:p>
          <a:p xmlns:a="http://schemas.openxmlformats.org/drawingml/2006/main">
            <a:r>
              <a:t>https://github.com/desila23/5g-security-assurance-thesis/blob/TESI-LATEX/capitoli/06_capitolo.tex</a:t>
            </a:r>
          </a:p>
          <a:p xmlns:a="http://schemas.openxmlformats.org/drawingml/2006/main">
            <a:r>
              <a:t>https://github.com/desila23/5g-security-assurance-thesis/blob/main/mutation_testing/mutate_nrf_status.py</a:t>
            </a:r>
          </a:p>
          <a:p xmlns:a="http://schemas.openxmlformats.org/drawingml/2006/main">
            <a:r>
              <a:t>https://github.com/desila23/5g-security-assurance-thesis/blob/main/mutation_testing/mutate_udm_supi.py</a:t>
            </a:r>
          </a:p>
          <a:p xmlns:a="http://schemas.openxmlformats.org/drawingml/2006/main">
            <a:r>
              <a:t>https://github.com/desila23/5g-security-assurance-thesis/blob/main/mutation_testing/fail/mutate_pfcp_fteid.py</a:t>
            </a:r>
          </a:p>
          <a:p xmlns:a="http://schemas.openxmlformats.org/drawingml/2006/main">
            <a:r>
              <a:t>https://github.com/desila23/5g-security-assurance-thesis/blob/gh-pages/5g-thesis-presentation/slides/19-mutazioni.html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1a200c39d4554df5"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49ccc3eb20f44fc0"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5a6c80973e954ec4"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2637a3faf8cd4973"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22624837f7b841ec"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b4258b595c2b46d1"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BE412BCE-E3D0-42C5-8BA6-869570B82EEA}"/>
              </a:ext>
            </a:extLst>
          </p:cNvPr>
          <p:cNvSpPr>
            <a:spLocks xmlns:a="http://schemas.openxmlformats.org/drawingml/2006/main" noGrp="1"/>
          </p:cNvSpPr>
          <p:nvPr>
            <p:ph type="title" idx="0"/>
          </p:nvPr>
        </p:nvSpPr>
        <p:spPr>
          <a:xfrm xmlns:a="http://schemas.openxmlformats.org/drawingml/2006/main">
            <a:off x="1524000" y="3238500"/>
            <a:ext cx="12192000" cy="123825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6000" b="1">
                <a:solidFill>
                  <a:schemeClr val="tx1"/>
                </a:solidFill>
                <a:latin typeface="+mj-lt"/>
                <a:ea typeface="+mj-lt"/>
                <a:cs typeface="+mj-lt"/>
              </a:defRPr>
            </a:defPPr>
            <a:lvl1pPr marL="0" indent="0" algn="ctr">
              <a:lnSpc>
                <a:spcPct val="110000"/>
              </a:lnSpc>
              <a:spcBef>
                <a:spcPts val="0"/>
              </a:spcBef>
              <a:spcAft>
                <a:spcPts val="0"/>
              </a:spcAft>
              <a:buNone/>
              <a:defRPr sz="6000" b="1">
                <a:solidFill>
                  <a:schemeClr val="tx1"/>
                </a:solidFill>
                <a:latin typeface="+mj-lt"/>
                <a:ea typeface="+mj-lt"/>
                <a:cs typeface="+mj-lt"/>
              </a:defRPr>
            </a:lvl1pPr>
            <a:lvl2pPr marL="0" indent="0" algn="ctr">
              <a:lnSpc>
                <a:spcPct val="110000"/>
              </a:lnSpc>
              <a:spcBef>
                <a:spcPts val="0"/>
              </a:spcBef>
              <a:spcAft>
                <a:spcPts val="0"/>
              </a:spcAft>
              <a:buNone/>
              <a:defRPr sz="6000" b="1">
                <a:solidFill>
                  <a:schemeClr val="tx1"/>
                </a:solidFill>
                <a:latin typeface="+mj-lt"/>
                <a:ea typeface="+mj-lt"/>
                <a:cs typeface="+mj-lt"/>
              </a:defRPr>
            </a:lvl2pPr>
            <a:lvl3pPr marL="0" indent="0" algn="ctr">
              <a:lnSpc>
                <a:spcPct val="110000"/>
              </a:lnSpc>
              <a:spcBef>
                <a:spcPts val="0"/>
              </a:spcBef>
              <a:spcAft>
                <a:spcPts val="0"/>
              </a:spcAft>
              <a:buNone/>
              <a:defRPr sz="6000" b="1">
                <a:solidFill>
                  <a:schemeClr val="tx1"/>
                </a:solidFill>
                <a:latin typeface="+mj-lt"/>
                <a:ea typeface="+mj-lt"/>
                <a:cs typeface="+mj-lt"/>
              </a:defRPr>
            </a:lvl3pPr>
            <a:lvl4pPr marL="0" indent="0" algn="ctr">
              <a:lnSpc>
                <a:spcPct val="110000"/>
              </a:lnSpc>
              <a:spcBef>
                <a:spcPts val="0"/>
              </a:spcBef>
              <a:spcAft>
                <a:spcPts val="0"/>
              </a:spcAft>
              <a:buNone/>
              <a:defRPr sz="6000" b="1">
                <a:solidFill>
                  <a:schemeClr val="tx1"/>
                </a:solidFill>
                <a:latin typeface="+mj-lt"/>
                <a:ea typeface="+mj-lt"/>
                <a:cs typeface="+mj-lt"/>
              </a:defRPr>
            </a:lvl4pPr>
            <a:lvl5pPr marL="0" indent="0" algn="ctr">
              <a:lnSpc>
                <a:spcPct val="110000"/>
              </a:lnSpc>
              <a:spcBef>
                <a:spcPts val="0"/>
              </a:spcBef>
              <a:spcAft>
                <a:spcPts val="0"/>
              </a:spcAft>
              <a:buNone/>
              <a:defRPr sz="6000" b="1">
                <a:solidFill>
                  <a:schemeClr val="tx1"/>
                </a:solidFill>
                <a:latin typeface="+mj-lt"/>
                <a:ea typeface="+mj-lt"/>
                <a:cs typeface="+mj-lt"/>
              </a:defRPr>
            </a:lvl5pPr>
            <a:lvl6pPr marL="0" indent="0" algn="ctr">
              <a:lnSpc>
                <a:spcPct val="110000"/>
              </a:lnSpc>
              <a:spcBef>
                <a:spcPts val="0"/>
              </a:spcBef>
              <a:spcAft>
                <a:spcPts val="0"/>
              </a:spcAft>
              <a:buNone/>
              <a:defRPr sz="6000" b="1">
                <a:solidFill>
                  <a:schemeClr val="tx1"/>
                </a:solidFill>
                <a:latin typeface="+mj-lt"/>
                <a:ea typeface="+mj-lt"/>
                <a:cs typeface="+mj-lt"/>
              </a:defRPr>
            </a:lvl6pPr>
            <a:lvl7pPr marL="0" indent="0" algn="ctr">
              <a:lnSpc>
                <a:spcPct val="110000"/>
              </a:lnSpc>
              <a:spcBef>
                <a:spcPts val="0"/>
              </a:spcBef>
              <a:spcAft>
                <a:spcPts val="0"/>
              </a:spcAft>
              <a:buNone/>
              <a:defRPr sz="6000" b="1">
                <a:solidFill>
                  <a:schemeClr val="tx1"/>
                </a:solidFill>
                <a:latin typeface="+mj-lt"/>
                <a:ea typeface="+mj-lt"/>
                <a:cs typeface="+mj-lt"/>
              </a:defRPr>
            </a:lvl7pPr>
            <a:lvl8pPr marL="0" indent="0" algn="ctr">
              <a:lnSpc>
                <a:spcPct val="110000"/>
              </a:lnSpc>
              <a:spcBef>
                <a:spcPts val="0"/>
              </a:spcBef>
              <a:spcAft>
                <a:spcPts val="0"/>
              </a:spcAft>
              <a:buNone/>
              <a:defRPr sz="6000" b="1">
                <a:solidFill>
                  <a:schemeClr val="tx1"/>
                </a:solidFill>
                <a:latin typeface="+mj-lt"/>
                <a:ea typeface="+mj-lt"/>
                <a:cs typeface="+mj-lt"/>
              </a:defRPr>
            </a:lvl8pPr>
            <a:lvl9pPr marL="0" indent="0" algn="ctr">
              <a:lnSpc>
                <a:spcPct val="110000"/>
              </a:lnSpc>
              <a:spcBef>
                <a:spcPts val="0"/>
              </a:spcBef>
              <a:spcAft>
                <a:spcPts val="0"/>
              </a:spcAft>
              <a:buNone/>
              <a:defRPr sz="60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911CF37F-0991-4EBB-83F4-2F03051A4F85}"/>
              </a:ext>
            </a:extLst>
          </p:cNvPr>
          <p:cNvSpPr>
            <a:spLocks xmlns:a="http://schemas.openxmlformats.org/drawingml/2006/main" noGrp="1"/>
          </p:cNvSpPr>
          <p:nvPr>
            <p:ph type="subTitle" idx="1"/>
          </p:nvPr>
        </p:nvSpPr>
        <p:spPr>
          <a:xfrm xmlns:a="http://schemas.openxmlformats.org/drawingml/2006/main">
            <a:off x="2286000" y="4714875"/>
            <a:ext cx="10668000" cy="9525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625" b="0">
                <a:solidFill>
                  <a:schemeClr val="tx1"/>
                </a:solidFill>
                <a:latin typeface="+mn-lt"/>
                <a:ea typeface="+mn-lt"/>
                <a:cs typeface="+mn-lt"/>
              </a:defRPr>
            </a:defPPr>
            <a:lvl1pPr marL="0" indent="0" algn="ctr">
              <a:lnSpc>
                <a:spcPct val="110000"/>
              </a:lnSpc>
              <a:spcBef>
                <a:spcPts val="0"/>
              </a:spcBef>
              <a:spcAft>
                <a:spcPts val="0"/>
              </a:spcAft>
              <a:buNone/>
              <a:defRPr sz="2625" b="0">
                <a:solidFill>
                  <a:schemeClr val="tx1"/>
                </a:solidFill>
                <a:latin typeface="+mn-lt"/>
                <a:ea typeface="+mn-lt"/>
                <a:cs typeface="+mn-lt"/>
              </a:defRPr>
            </a:lvl1pPr>
            <a:lvl2pPr marL="0" indent="0" algn="ctr">
              <a:lnSpc>
                <a:spcPct val="110000"/>
              </a:lnSpc>
              <a:spcBef>
                <a:spcPts val="0"/>
              </a:spcBef>
              <a:spcAft>
                <a:spcPts val="0"/>
              </a:spcAft>
              <a:buNone/>
              <a:defRPr sz="2625" b="0">
                <a:solidFill>
                  <a:schemeClr val="tx1"/>
                </a:solidFill>
                <a:latin typeface="+mn-lt"/>
                <a:ea typeface="+mn-lt"/>
                <a:cs typeface="+mn-lt"/>
              </a:defRPr>
            </a:lvl2pPr>
            <a:lvl3pPr marL="0" indent="0" algn="ctr">
              <a:lnSpc>
                <a:spcPct val="110000"/>
              </a:lnSpc>
              <a:spcBef>
                <a:spcPts val="0"/>
              </a:spcBef>
              <a:spcAft>
                <a:spcPts val="0"/>
              </a:spcAft>
              <a:buNone/>
              <a:defRPr sz="2625" b="0">
                <a:solidFill>
                  <a:schemeClr val="tx1"/>
                </a:solidFill>
                <a:latin typeface="+mn-lt"/>
                <a:ea typeface="+mn-lt"/>
                <a:cs typeface="+mn-lt"/>
              </a:defRPr>
            </a:lvl3pPr>
            <a:lvl4pPr marL="0" indent="0" algn="ctr">
              <a:lnSpc>
                <a:spcPct val="110000"/>
              </a:lnSpc>
              <a:spcBef>
                <a:spcPts val="0"/>
              </a:spcBef>
              <a:spcAft>
                <a:spcPts val="0"/>
              </a:spcAft>
              <a:buNone/>
              <a:defRPr sz="2625" b="0">
                <a:solidFill>
                  <a:schemeClr val="tx1"/>
                </a:solidFill>
                <a:latin typeface="+mn-lt"/>
                <a:ea typeface="+mn-lt"/>
                <a:cs typeface="+mn-lt"/>
              </a:defRPr>
            </a:lvl4pPr>
            <a:lvl5pPr marL="0" indent="0" algn="ctr">
              <a:lnSpc>
                <a:spcPct val="110000"/>
              </a:lnSpc>
              <a:spcBef>
                <a:spcPts val="0"/>
              </a:spcBef>
              <a:spcAft>
                <a:spcPts val="0"/>
              </a:spcAft>
              <a:buNone/>
              <a:defRPr sz="2625" b="0">
                <a:solidFill>
                  <a:schemeClr val="tx1"/>
                </a:solidFill>
                <a:latin typeface="+mn-lt"/>
                <a:ea typeface="+mn-lt"/>
                <a:cs typeface="+mn-lt"/>
              </a:defRPr>
            </a:lvl5pPr>
            <a:lvl6pPr marL="0" indent="0" algn="ctr">
              <a:lnSpc>
                <a:spcPct val="110000"/>
              </a:lnSpc>
              <a:spcBef>
                <a:spcPts val="0"/>
              </a:spcBef>
              <a:spcAft>
                <a:spcPts val="0"/>
              </a:spcAft>
              <a:buNone/>
              <a:defRPr sz="2625" b="0">
                <a:solidFill>
                  <a:schemeClr val="tx1"/>
                </a:solidFill>
                <a:latin typeface="+mn-lt"/>
                <a:ea typeface="+mn-lt"/>
                <a:cs typeface="+mn-lt"/>
              </a:defRPr>
            </a:lvl6pPr>
            <a:lvl7pPr marL="0" indent="0" algn="ctr">
              <a:lnSpc>
                <a:spcPct val="110000"/>
              </a:lnSpc>
              <a:spcBef>
                <a:spcPts val="0"/>
              </a:spcBef>
              <a:spcAft>
                <a:spcPts val="0"/>
              </a:spcAft>
              <a:buNone/>
              <a:defRPr sz="2625" b="0">
                <a:solidFill>
                  <a:schemeClr val="tx1"/>
                </a:solidFill>
                <a:latin typeface="+mn-lt"/>
                <a:ea typeface="+mn-lt"/>
                <a:cs typeface="+mn-lt"/>
              </a:defRPr>
            </a:lvl7pPr>
            <a:lvl8pPr marL="0" indent="0" algn="ctr">
              <a:lnSpc>
                <a:spcPct val="110000"/>
              </a:lnSpc>
              <a:spcBef>
                <a:spcPts val="0"/>
              </a:spcBef>
              <a:spcAft>
                <a:spcPts val="0"/>
              </a:spcAft>
              <a:buNone/>
              <a:defRPr sz="2625" b="0">
                <a:solidFill>
                  <a:schemeClr val="tx1"/>
                </a:solidFill>
                <a:latin typeface="+mn-lt"/>
                <a:ea typeface="+mn-lt"/>
                <a:cs typeface="+mn-lt"/>
              </a:defRPr>
            </a:lvl8pPr>
            <a:lvl9pPr marL="0" indent="0" algn="ctr">
              <a:lnSpc>
                <a:spcPct val="110000"/>
              </a:lnSpc>
              <a:spcBef>
                <a:spcPts val="0"/>
              </a:spcBef>
              <a:spcAft>
                <a:spcPts val="0"/>
              </a:spcAft>
              <a:buNone/>
              <a:defRPr sz="2625"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7EDF999D-AB98-413A-AC09-40652A3D35CE}"/>
              </a:ext>
            </a:extLst>
          </p:cNvPr>
          <p:cNvSpPr>
            <a:spLocks xmlns:a="http://schemas.openxmlformats.org/drawingml/2006/main" noGrp="1"/>
          </p:cNvSpPr>
          <p:nvPr>
            <p:ph type="title" idx="0"/>
          </p:nvPr>
        </p:nvSpPr>
        <p:spPr>
          <a:xfrm xmlns:a="http://schemas.openxmlformats.org/drawingml/2006/main">
            <a:off x="1524000" y="3571875"/>
            <a:ext cx="12192000" cy="142875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5250" b="1">
                <a:solidFill>
                  <a:schemeClr val="tx1"/>
                </a:solidFill>
                <a:latin typeface="+mj-lt"/>
                <a:ea typeface="+mj-lt"/>
                <a:cs typeface="+mj-lt"/>
              </a:defRPr>
            </a:defPPr>
            <a:lvl1pPr marL="0" indent="0" algn="ctr">
              <a:lnSpc>
                <a:spcPct val="110000"/>
              </a:lnSpc>
              <a:spcBef>
                <a:spcPts val="0"/>
              </a:spcBef>
              <a:spcAft>
                <a:spcPts val="0"/>
              </a:spcAft>
              <a:buNone/>
              <a:defRPr sz="5250" b="1">
                <a:solidFill>
                  <a:schemeClr val="tx1"/>
                </a:solidFill>
                <a:latin typeface="+mj-lt"/>
                <a:ea typeface="+mj-lt"/>
                <a:cs typeface="+mj-lt"/>
              </a:defRPr>
            </a:lvl1pPr>
            <a:lvl2pPr marL="0" indent="0" algn="ctr">
              <a:lnSpc>
                <a:spcPct val="110000"/>
              </a:lnSpc>
              <a:spcBef>
                <a:spcPts val="0"/>
              </a:spcBef>
              <a:spcAft>
                <a:spcPts val="0"/>
              </a:spcAft>
              <a:buNone/>
              <a:defRPr sz="5250" b="1">
                <a:solidFill>
                  <a:schemeClr val="tx1"/>
                </a:solidFill>
                <a:latin typeface="+mj-lt"/>
                <a:ea typeface="+mj-lt"/>
                <a:cs typeface="+mj-lt"/>
              </a:defRPr>
            </a:lvl2pPr>
            <a:lvl3pPr marL="0" indent="0" algn="ctr">
              <a:lnSpc>
                <a:spcPct val="110000"/>
              </a:lnSpc>
              <a:spcBef>
                <a:spcPts val="0"/>
              </a:spcBef>
              <a:spcAft>
                <a:spcPts val="0"/>
              </a:spcAft>
              <a:buNone/>
              <a:defRPr sz="5250" b="1">
                <a:solidFill>
                  <a:schemeClr val="tx1"/>
                </a:solidFill>
                <a:latin typeface="+mj-lt"/>
                <a:ea typeface="+mj-lt"/>
                <a:cs typeface="+mj-lt"/>
              </a:defRPr>
            </a:lvl3pPr>
            <a:lvl4pPr marL="0" indent="0" algn="ctr">
              <a:lnSpc>
                <a:spcPct val="110000"/>
              </a:lnSpc>
              <a:spcBef>
                <a:spcPts val="0"/>
              </a:spcBef>
              <a:spcAft>
                <a:spcPts val="0"/>
              </a:spcAft>
              <a:buNone/>
              <a:defRPr sz="5250" b="1">
                <a:solidFill>
                  <a:schemeClr val="tx1"/>
                </a:solidFill>
                <a:latin typeface="+mj-lt"/>
                <a:ea typeface="+mj-lt"/>
                <a:cs typeface="+mj-lt"/>
              </a:defRPr>
            </a:lvl4pPr>
            <a:lvl5pPr marL="0" indent="0" algn="ctr">
              <a:lnSpc>
                <a:spcPct val="110000"/>
              </a:lnSpc>
              <a:spcBef>
                <a:spcPts val="0"/>
              </a:spcBef>
              <a:spcAft>
                <a:spcPts val="0"/>
              </a:spcAft>
              <a:buNone/>
              <a:defRPr sz="5250" b="1">
                <a:solidFill>
                  <a:schemeClr val="tx1"/>
                </a:solidFill>
                <a:latin typeface="+mj-lt"/>
                <a:ea typeface="+mj-lt"/>
                <a:cs typeface="+mj-lt"/>
              </a:defRPr>
            </a:lvl5pPr>
            <a:lvl6pPr marL="0" indent="0" algn="ctr">
              <a:lnSpc>
                <a:spcPct val="110000"/>
              </a:lnSpc>
              <a:spcBef>
                <a:spcPts val="0"/>
              </a:spcBef>
              <a:spcAft>
                <a:spcPts val="0"/>
              </a:spcAft>
              <a:buNone/>
              <a:defRPr sz="5250" b="1">
                <a:solidFill>
                  <a:schemeClr val="tx1"/>
                </a:solidFill>
                <a:latin typeface="+mj-lt"/>
                <a:ea typeface="+mj-lt"/>
                <a:cs typeface="+mj-lt"/>
              </a:defRPr>
            </a:lvl6pPr>
            <a:lvl7pPr marL="0" indent="0" algn="ctr">
              <a:lnSpc>
                <a:spcPct val="110000"/>
              </a:lnSpc>
              <a:spcBef>
                <a:spcPts val="0"/>
              </a:spcBef>
              <a:spcAft>
                <a:spcPts val="0"/>
              </a:spcAft>
              <a:buNone/>
              <a:defRPr sz="5250" b="1">
                <a:solidFill>
                  <a:schemeClr val="tx1"/>
                </a:solidFill>
                <a:latin typeface="+mj-lt"/>
                <a:ea typeface="+mj-lt"/>
                <a:cs typeface="+mj-lt"/>
              </a:defRPr>
            </a:lvl7pPr>
            <a:lvl8pPr marL="0" indent="0" algn="ctr">
              <a:lnSpc>
                <a:spcPct val="110000"/>
              </a:lnSpc>
              <a:spcBef>
                <a:spcPts val="0"/>
              </a:spcBef>
              <a:spcAft>
                <a:spcPts val="0"/>
              </a:spcAft>
              <a:buNone/>
              <a:defRPr sz="5250" b="1">
                <a:solidFill>
                  <a:schemeClr val="tx1"/>
                </a:solidFill>
                <a:latin typeface="+mj-lt"/>
                <a:ea typeface="+mj-lt"/>
                <a:cs typeface="+mj-lt"/>
              </a:defRPr>
            </a:lvl8pPr>
            <a:lvl9pPr marL="0" indent="0" algn="ctr">
              <a:lnSpc>
                <a:spcPct val="110000"/>
              </a:lnSpc>
              <a:spcBef>
                <a:spcPts val="0"/>
              </a:spcBef>
              <a:spcAft>
                <a:spcPts val="0"/>
              </a:spcAft>
              <a:buNone/>
              <a:defRPr sz="525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112F23B2-6E4B-448B-82D4-0C6E22ABC700}"/>
              </a:ext>
            </a:extLst>
          </p:cNvPr>
          <p:cNvSpPr>
            <a:spLocks xmlns:a="http://schemas.openxmlformats.org/drawingml/2006/main" noGrp="1"/>
          </p:cNvSpPr>
          <p:nvPr>
            <p:ph type="title" idx="0"/>
          </p:nvPr>
        </p:nvSpPr>
        <p:spPr>
          <a:xfrm xmlns:a="http://schemas.openxmlformats.org/drawingml/2006/main">
            <a:off x="857250" y="666750"/>
            <a:ext cx="13525500" cy="104775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4125" b="1">
                <a:solidFill>
                  <a:schemeClr val="tx1"/>
                </a:solidFill>
                <a:latin typeface="+mj-lt"/>
                <a:ea typeface="+mj-lt"/>
                <a:cs typeface="+mj-lt"/>
              </a:defRPr>
            </a:defPPr>
            <a:lvl1pPr marL="0" indent="0" algn="l">
              <a:lnSpc>
                <a:spcPct val="110000"/>
              </a:lnSpc>
              <a:spcBef>
                <a:spcPts val="0"/>
              </a:spcBef>
              <a:spcAft>
                <a:spcPts val="0"/>
              </a:spcAft>
              <a:buNone/>
              <a:defRPr sz="4125" b="1">
                <a:solidFill>
                  <a:schemeClr val="tx1"/>
                </a:solidFill>
                <a:latin typeface="+mj-lt"/>
                <a:ea typeface="+mj-lt"/>
                <a:cs typeface="+mj-lt"/>
              </a:defRPr>
            </a:lvl1pPr>
            <a:lvl2pPr marL="0" indent="0" algn="l">
              <a:lnSpc>
                <a:spcPct val="110000"/>
              </a:lnSpc>
              <a:spcBef>
                <a:spcPts val="0"/>
              </a:spcBef>
              <a:spcAft>
                <a:spcPts val="0"/>
              </a:spcAft>
              <a:buNone/>
              <a:defRPr sz="4125" b="1">
                <a:solidFill>
                  <a:schemeClr val="tx1"/>
                </a:solidFill>
                <a:latin typeface="+mj-lt"/>
                <a:ea typeface="+mj-lt"/>
                <a:cs typeface="+mj-lt"/>
              </a:defRPr>
            </a:lvl2pPr>
            <a:lvl3pPr marL="0" indent="0" algn="l">
              <a:lnSpc>
                <a:spcPct val="110000"/>
              </a:lnSpc>
              <a:spcBef>
                <a:spcPts val="0"/>
              </a:spcBef>
              <a:spcAft>
                <a:spcPts val="0"/>
              </a:spcAft>
              <a:buNone/>
              <a:defRPr sz="4125" b="1">
                <a:solidFill>
                  <a:schemeClr val="tx1"/>
                </a:solidFill>
                <a:latin typeface="+mj-lt"/>
                <a:ea typeface="+mj-lt"/>
                <a:cs typeface="+mj-lt"/>
              </a:defRPr>
            </a:lvl3pPr>
            <a:lvl4pPr marL="0" indent="0" algn="l">
              <a:lnSpc>
                <a:spcPct val="110000"/>
              </a:lnSpc>
              <a:spcBef>
                <a:spcPts val="0"/>
              </a:spcBef>
              <a:spcAft>
                <a:spcPts val="0"/>
              </a:spcAft>
              <a:buNone/>
              <a:defRPr sz="4125" b="1">
                <a:solidFill>
                  <a:schemeClr val="tx1"/>
                </a:solidFill>
                <a:latin typeface="+mj-lt"/>
                <a:ea typeface="+mj-lt"/>
                <a:cs typeface="+mj-lt"/>
              </a:defRPr>
            </a:lvl4pPr>
            <a:lvl5pPr marL="0" indent="0" algn="l">
              <a:lnSpc>
                <a:spcPct val="110000"/>
              </a:lnSpc>
              <a:spcBef>
                <a:spcPts val="0"/>
              </a:spcBef>
              <a:spcAft>
                <a:spcPts val="0"/>
              </a:spcAft>
              <a:buNone/>
              <a:defRPr sz="4125" b="1">
                <a:solidFill>
                  <a:schemeClr val="tx1"/>
                </a:solidFill>
                <a:latin typeface="+mj-lt"/>
                <a:ea typeface="+mj-lt"/>
                <a:cs typeface="+mj-lt"/>
              </a:defRPr>
            </a:lvl5pPr>
            <a:lvl6pPr marL="0" indent="0" algn="l">
              <a:lnSpc>
                <a:spcPct val="110000"/>
              </a:lnSpc>
              <a:spcBef>
                <a:spcPts val="0"/>
              </a:spcBef>
              <a:spcAft>
                <a:spcPts val="0"/>
              </a:spcAft>
              <a:buNone/>
              <a:defRPr sz="4125" b="1">
                <a:solidFill>
                  <a:schemeClr val="tx1"/>
                </a:solidFill>
                <a:latin typeface="+mj-lt"/>
                <a:ea typeface="+mj-lt"/>
                <a:cs typeface="+mj-lt"/>
              </a:defRPr>
            </a:lvl6pPr>
            <a:lvl7pPr marL="0" indent="0" algn="l">
              <a:lnSpc>
                <a:spcPct val="110000"/>
              </a:lnSpc>
              <a:spcBef>
                <a:spcPts val="0"/>
              </a:spcBef>
              <a:spcAft>
                <a:spcPts val="0"/>
              </a:spcAft>
              <a:buNone/>
              <a:defRPr sz="4125" b="1">
                <a:solidFill>
                  <a:schemeClr val="tx1"/>
                </a:solidFill>
                <a:latin typeface="+mj-lt"/>
                <a:ea typeface="+mj-lt"/>
                <a:cs typeface="+mj-lt"/>
              </a:defRPr>
            </a:lvl7pPr>
            <a:lvl8pPr marL="0" indent="0" algn="l">
              <a:lnSpc>
                <a:spcPct val="110000"/>
              </a:lnSpc>
              <a:spcBef>
                <a:spcPts val="0"/>
              </a:spcBef>
              <a:spcAft>
                <a:spcPts val="0"/>
              </a:spcAft>
              <a:buNone/>
              <a:defRPr sz="4125" b="1">
                <a:solidFill>
                  <a:schemeClr val="tx1"/>
                </a:solidFill>
                <a:latin typeface="+mj-lt"/>
                <a:ea typeface="+mj-lt"/>
                <a:cs typeface="+mj-lt"/>
              </a:defRPr>
            </a:lvl8pPr>
            <a:lvl9pPr marL="0" indent="0" algn="l">
              <a:lnSpc>
                <a:spcPct val="110000"/>
              </a:lnSpc>
              <a:spcBef>
                <a:spcPts val="0"/>
              </a:spcBef>
              <a:spcAft>
                <a:spcPts val="0"/>
              </a:spcAft>
              <a:buNone/>
              <a:defRPr sz="4125"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613AE9D0-60ED-4B4B-934C-72C777A6F6F2}"/>
              </a:ext>
            </a:extLst>
          </p:cNvPr>
          <p:cNvSpPr>
            <a:spLocks xmlns:a="http://schemas.openxmlformats.org/drawingml/2006/main" noGrp="1"/>
          </p:cNvSpPr>
          <p:nvPr>
            <p:ph type="body" idx="1"/>
          </p:nvPr>
        </p:nvSpPr>
        <p:spPr>
          <a:xfrm xmlns:a="http://schemas.openxmlformats.org/drawingml/2006/main">
            <a:off x="857250" y="2381250"/>
            <a:ext cx="13525500" cy="5334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813" b="0">
                <a:solidFill>
                  <a:schemeClr val="tx1"/>
                </a:solidFill>
                <a:latin typeface="+mn-lt"/>
                <a:ea typeface="+mn-lt"/>
                <a:cs typeface="+mn-lt"/>
              </a:defRPr>
            </a:defPPr>
            <a:lvl1pPr marL="285750" indent="-285750" algn="l">
              <a:lnSpc>
                <a:spcPct val="110000"/>
              </a:lnSpc>
              <a:spcBef>
                <a:spcPts val="0"/>
              </a:spcBef>
              <a:spcAft>
                <a:spcPts val="1500"/>
              </a:spcAft>
              <a:buChar char="•"/>
              <a:defRPr sz="2813" b="0">
                <a:solidFill>
                  <a:schemeClr val="tx1"/>
                </a:solidFill>
                <a:latin typeface="+mn-lt"/>
                <a:ea typeface="+mn-lt"/>
                <a:cs typeface="+mn-lt"/>
              </a:defRPr>
            </a:lvl1pPr>
            <a:lvl2pPr marL="666750" indent="-285750" algn="l">
              <a:lnSpc>
                <a:spcPct val="110000"/>
              </a:lnSpc>
              <a:spcBef>
                <a:spcPts val="0"/>
              </a:spcBef>
              <a:spcAft>
                <a:spcPts val="1500"/>
              </a:spcAft>
              <a:buChar char="•"/>
              <a:defRPr sz="2813" b="0">
                <a:solidFill>
                  <a:schemeClr val="tx1"/>
                </a:solidFill>
                <a:latin typeface="+mn-lt"/>
                <a:ea typeface="+mn-lt"/>
                <a:cs typeface="+mn-lt"/>
              </a:defRPr>
            </a:lvl2pPr>
            <a:lvl3pPr marL="1047750" indent="-285750" algn="l">
              <a:lnSpc>
                <a:spcPct val="110000"/>
              </a:lnSpc>
              <a:spcBef>
                <a:spcPts val="0"/>
              </a:spcBef>
              <a:spcAft>
                <a:spcPts val="1500"/>
              </a:spcAft>
              <a:buChar char="•"/>
              <a:defRPr sz="2813" b="0">
                <a:solidFill>
                  <a:schemeClr val="tx1"/>
                </a:solidFill>
                <a:latin typeface="+mn-lt"/>
                <a:ea typeface="+mn-lt"/>
                <a:cs typeface="+mn-lt"/>
              </a:defRPr>
            </a:lvl3pPr>
            <a:lvl4pPr marL="1428750" indent="-285750" algn="l">
              <a:lnSpc>
                <a:spcPct val="110000"/>
              </a:lnSpc>
              <a:spcBef>
                <a:spcPts val="0"/>
              </a:spcBef>
              <a:spcAft>
                <a:spcPts val="1500"/>
              </a:spcAft>
              <a:buChar char="•"/>
              <a:defRPr sz="2813" b="0">
                <a:solidFill>
                  <a:schemeClr val="tx1"/>
                </a:solidFill>
                <a:latin typeface="+mn-lt"/>
                <a:ea typeface="+mn-lt"/>
                <a:cs typeface="+mn-lt"/>
              </a:defRPr>
            </a:lvl4pPr>
            <a:lvl5pPr marL="1809750" indent="-285750" algn="l">
              <a:lnSpc>
                <a:spcPct val="110000"/>
              </a:lnSpc>
              <a:spcBef>
                <a:spcPts val="0"/>
              </a:spcBef>
              <a:spcAft>
                <a:spcPts val="1500"/>
              </a:spcAft>
              <a:buChar char="•"/>
              <a:defRPr sz="2813" b="0">
                <a:solidFill>
                  <a:schemeClr val="tx1"/>
                </a:solidFill>
                <a:latin typeface="+mn-lt"/>
                <a:ea typeface="+mn-lt"/>
                <a:cs typeface="+mn-lt"/>
              </a:defRPr>
            </a:lvl5pPr>
            <a:lvl6pPr marL="2190750" indent="-285750" algn="l">
              <a:lnSpc>
                <a:spcPct val="110000"/>
              </a:lnSpc>
              <a:spcBef>
                <a:spcPts val="0"/>
              </a:spcBef>
              <a:spcAft>
                <a:spcPts val="1500"/>
              </a:spcAft>
              <a:buChar char="•"/>
              <a:defRPr sz="2813" b="0">
                <a:solidFill>
                  <a:schemeClr val="tx1"/>
                </a:solidFill>
                <a:latin typeface="+mn-lt"/>
                <a:ea typeface="+mn-lt"/>
                <a:cs typeface="+mn-lt"/>
              </a:defRPr>
            </a:lvl6pPr>
            <a:lvl7pPr marL="2571750" indent="-285750" algn="l">
              <a:lnSpc>
                <a:spcPct val="110000"/>
              </a:lnSpc>
              <a:spcBef>
                <a:spcPts val="0"/>
              </a:spcBef>
              <a:spcAft>
                <a:spcPts val="1500"/>
              </a:spcAft>
              <a:buChar char="•"/>
              <a:defRPr sz="2813" b="0">
                <a:solidFill>
                  <a:schemeClr val="tx1"/>
                </a:solidFill>
                <a:latin typeface="+mn-lt"/>
                <a:ea typeface="+mn-lt"/>
                <a:cs typeface="+mn-lt"/>
              </a:defRPr>
            </a:lvl7pPr>
            <a:lvl8pPr marL="2952750" indent="-285750" algn="l">
              <a:lnSpc>
                <a:spcPct val="110000"/>
              </a:lnSpc>
              <a:spcBef>
                <a:spcPts val="0"/>
              </a:spcBef>
              <a:spcAft>
                <a:spcPts val="1500"/>
              </a:spcAft>
              <a:buChar char="•"/>
              <a:defRPr sz="2813" b="0">
                <a:solidFill>
                  <a:schemeClr val="tx1"/>
                </a:solidFill>
                <a:latin typeface="+mn-lt"/>
                <a:ea typeface="+mn-lt"/>
                <a:cs typeface="+mn-lt"/>
              </a:defRPr>
            </a:lvl8pPr>
            <a:lvl9pPr marL="3333750" indent="-285750" algn="l">
              <a:lnSpc>
                <a:spcPct val="110000"/>
              </a:lnSpc>
              <a:spcBef>
                <a:spcPts val="0"/>
              </a:spcBef>
              <a:spcAft>
                <a:spcPts val="1500"/>
              </a:spcAft>
              <a:buChar char="•"/>
              <a:defRPr sz="2813"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1BE46470-4B99-4DD3-B08C-596F4763BF4F}"/>
              </a:ext>
            </a:extLst>
          </p:cNvPr>
          <p:cNvSpPr>
            <a:spLocks xmlns:a="http://schemas.openxmlformats.org/drawingml/2006/main" noGrp="1"/>
          </p:cNvSpPr>
          <p:nvPr>
            <p:ph type="title" idx="0"/>
          </p:nvPr>
        </p:nvSpPr>
        <p:spPr>
          <a:xfrm xmlns:a="http://schemas.openxmlformats.org/drawingml/2006/main">
            <a:off x="857250" y="666750"/>
            <a:ext cx="13525500" cy="104775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4125" b="1">
                <a:solidFill>
                  <a:schemeClr val="tx1"/>
                </a:solidFill>
                <a:latin typeface="+mj-lt"/>
                <a:ea typeface="+mj-lt"/>
                <a:cs typeface="+mj-lt"/>
              </a:defRPr>
            </a:defPPr>
            <a:lvl1pPr marL="0" indent="0" algn="l">
              <a:lnSpc>
                <a:spcPct val="110000"/>
              </a:lnSpc>
              <a:spcBef>
                <a:spcPts val="0"/>
              </a:spcBef>
              <a:spcAft>
                <a:spcPts val="0"/>
              </a:spcAft>
              <a:buNone/>
              <a:defRPr sz="4125" b="1">
                <a:solidFill>
                  <a:schemeClr val="tx1"/>
                </a:solidFill>
                <a:latin typeface="+mj-lt"/>
                <a:ea typeface="+mj-lt"/>
                <a:cs typeface="+mj-lt"/>
              </a:defRPr>
            </a:lvl1pPr>
            <a:lvl2pPr marL="0" indent="0" algn="l">
              <a:lnSpc>
                <a:spcPct val="110000"/>
              </a:lnSpc>
              <a:spcBef>
                <a:spcPts val="0"/>
              </a:spcBef>
              <a:spcAft>
                <a:spcPts val="0"/>
              </a:spcAft>
              <a:buNone/>
              <a:defRPr sz="4125" b="1">
                <a:solidFill>
                  <a:schemeClr val="tx1"/>
                </a:solidFill>
                <a:latin typeface="+mj-lt"/>
                <a:ea typeface="+mj-lt"/>
                <a:cs typeface="+mj-lt"/>
              </a:defRPr>
            </a:lvl2pPr>
            <a:lvl3pPr marL="0" indent="0" algn="l">
              <a:lnSpc>
                <a:spcPct val="110000"/>
              </a:lnSpc>
              <a:spcBef>
                <a:spcPts val="0"/>
              </a:spcBef>
              <a:spcAft>
                <a:spcPts val="0"/>
              </a:spcAft>
              <a:buNone/>
              <a:defRPr sz="4125" b="1">
                <a:solidFill>
                  <a:schemeClr val="tx1"/>
                </a:solidFill>
                <a:latin typeface="+mj-lt"/>
                <a:ea typeface="+mj-lt"/>
                <a:cs typeface="+mj-lt"/>
              </a:defRPr>
            </a:lvl3pPr>
            <a:lvl4pPr marL="0" indent="0" algn="l">
              <a:lnSpc>
                <a:spcPct val="110000"/>
              </a:lnSpc>
              <a:spcBef>
                <a:spcPts val="0"/>
              </a:spcBef>
              <a:spcAft>
                <a:spcPts val="0"/>
              </a:spcAft>
              <a:buNone/>
              <a:defRPr sz="4125" b="1">
                <a:solidFill>
                  <a:schemeClr val="tx1"/>
                </a:solidFill>
                <a:latin typeface="+mj-lt"/>
                <a:ea typeface="+mj-lt"/>
                <a:cs typeface="+mj-lt"/>
              </a:defRPr>
            </a:lvl4pPr>
            <a:lvl5pPr marL="0" indent="0" algn="l">
              <a:lnSpc>
                <a:spcPct val="110000"/>
              </a:lnSpc>
              <a:spcBef>
                <a:spcPts val="0"/>
              </a:spcBef>
              <a:spcAft>
                <a:spcPts val="0"/>
              </a:spcAft>
              <a:buNone/>
              <a:defRPr sz="4125" b="1">
                <a:solidFill>
                  <a:schemeClr val="tx1"/>
                </a:solidFill>
                <a:latin typeface="+mj-lt"/>
                <a:ea typeface="+mj-lt"/>
                <a:cs typeface="+mj-lt"/>
              </a:defRPr>
            </a:lvl5pPr>
            <a:lvl6pPr marL="0" indent="0" algn="l">
              <a:lnSpc>
                <a:spcPct val="110000"/>
              </a:lnSpc>
              <a:spcBef>
                <a:spcPts val="0"/>
              </a:spcBef>
              <a:spcAft>
                <a:spcPts val="0"/>
              </a:spcAft>
              <a:buNone/>
              <a:defRPr sz="4125" b="1">
                <a:solidFill>
                  <a:schemeClr val="tx1"/>
                </a:solidFill>
                <a:latin typeface="+mj-lt"/>
                <a:ea typeface="+mj-lt"/>
                <a:cs typeface="+mj-lt"/>
              </a:defRPr>
            </a:lvl6pPr>
            <a:lvl7pPr marL="0" indent="0" algn="l">
              <a:lnSpc>
                <a:spcPct val="110000"/>
              </a:lnSpc>
              <a:spcBef>
                <a:spcPts val="0"/>
              </a:spcBef>
              <a:spcAft>
                <a:spcPts val="0"/>
              </a:spcAft>
              <a:buNone/>
              <a:defRPr sz="4125" b="1">
                <a:solidFill>
                  <a:schemeClr val="tx1"/>
                </a:solidFill>
                <a:latin typeface="+mj-lt"/>
                <a:ea typeface="+mj-lt"/>
                <a:cs typeface="+mj-lt"/>
              </a:defRPr>
            </a:lvl7pPr>
            <a:lvl8pPr marL="0" indent="0" algn="l">
              <a:lnSpc>
                <a:spcPct val="110000"/>
              </a:lnSpc>
              <a:spcBef>
                <a:spcPts val="0"/>
              </a:spcBef>
              <a:spcAft>
                <a:spcPts val="0"/>
              </a:spcAft>
              <a:buNone/>
              <a:defRPr sz="4125" b="1">
                <a:solidFill>
                  <a:schemeClr val="tx1"/>
                </a:solidFill>
                <a:latin typeface="+mj-lt"/>
                <a:ea typeface="+mj-lt"/>
                <a:cs typeface="+mj-lt"/>
              </a:defRPr>
            </a:lvl8pPr>
            <a:lvl9pPr marL="0" indent="0" algn="l">
              <a:lnSpc>
                <a:spcPct val="110000"/>
              </a:lnSpc>
              <a:spcBef>
                <a:spcPts val="0"/>
              </a:spcBef>
              <a:spcAft>
                <a:spcPts val="0"/>
              </a:spcAft>
              <a:buNone/>
              <a:defRPr sz="4125"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062A8D78-D1E5-42B3-9189-40538C073F04}"/>
              </a:ext>
            </a:extLst>
          </p:cNvPr>
          <p:cNvSpPr>
            <a:spLocks xmlns:a="http://schemas.openxmlformats.org/drawingml/2006/main" noGrp="1"/>
          </p:cNvSpPr>
          <p:nvPr>
            <p:ph type="body" idx="1"/>
          </p:nvPr>
        </p:nvSpPr>
        <p:spPr>
          <a:xfrm xmlns:a="http://schemas.openxmlformats.org/drawingml/2006/main">
            <a:off x="857250" y="2381250"/>
            <a:ext cx="6286500" cy="5334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625" b="0">
                <a:solidFill>
                  <a:schemeClr val="tx1"/>
                </a:solidFill>
                <a:latin typeface="+mn-lt"/>
                <a:ea typeface="+mn-lt"/>
                <a:cs typeface="+mn-lt"/>
              </a:defRPr>
            </a:defPPr>
            <a:lvl1pPr marL="285750" indent="-285750" algn="l">
              <a:lnSpc>
                <a:spcPct val="110000"/>
              </a:lnSpc>
              <a:spcBef>
                <a:spcPts val="0"/>
              </a:spcBef>
              <a:spcAft>
                <a:spcPts val="1500"/>
              </a:spcAft>
              <a:buChar char="•"/>
              <a:defRPr sz="2625" b="0">
                <a:solidFill>
                  <a:schemeClr val="tx1"/>
                </a:solidFill>
                <a:latin typeface="+mn-lt"/>
                <a:ea typeface="+mn-lt"/>
                <a:cs typeface="+mn-lt"/>
              </a:defRPr>
            </a:lvl1pPr>
            <a:lvl2pPr marL="666750" indent="-285750" algn="l">
              <a:lnSpc>
                <a:spcPct val="110000"/>
              </a:lnSpc>
              <a:spcBef>
                <a:spcPts val="0"/>
              </a:spcBef>
              <a:spcAft>
                <a:spcPts val="1500"/>
              </a:spcAft>
              <a:buChar char="•"/>
              <a:defRPr sz="2625" b="0">
                <a:solidFill>
                  <a:schemeClr val="tx1"/>
                </a:solidFill>
                <a:latin typeface="+mn-lt"/>
                <a:ea typeface="+mn-lt"/>
                <a:cs typeface="+mn-lt"/>
              </a:defRPr>
            </a:lvl2pPr>
            <a:lvl3pPr marL="1047750" indent="-285750" algn="l">
              <a:lnSpc>
                <a:spcPct val="110000"/>
              </a:lnSpc>
              <a:spcBef>
                <a:spcPts val="0"/>
              </a:spcBef>
              <a:spcAft>
                <a:spcPts val="1500"/>
              </a:spcAft>
              <a:buChar char="•"/>
              <a:defRPr sz="2625" b="0">
                <a:solidFill>
                  <a:schemeClr val="tx1"/>
                </a:solidFill>
                <a:latin typeface="+mn-lt"/>
                <a:ea typeface="+mn-lt"/>
                <a:cs typeface="+mn-lt"/>
              </a:defRPr>
            </a:lvl3pPr>
            <a:lvl4pPr marL="1428750" indent="-285750" algn="l">
              <a:lnSpc>
                <a:spcPct val="110000"/>
              </a:lnSpc>
              <a:spcBef>
                <a:spcPts val="0"/>
              </a:spcBef>
              <a:spcAft>
                <a:spcPts val="1500"/>
              </a:spcAft>
              <a:buChar char="•"/>
              <a:defRPr sz="2625" b="0">
                <a:solidFill>
                  <a:schemeClr val="tx1"/>
                </a:solidFill>
                <a:latin typeface="+mn-lt"/>
                <a:ea typeface="+mn-lt"/>
                <a:cs typeface="+mn-lt"/>
              </a:defRPr>
            </a:lvl4pPr>
            <a:lvl5pPr marL="1809750" indent="-285750" algn="l">
              <a:lnSpc>
                <a:spcPct val="110000"/>
              </a:lnSpc>
              <a:spcBef>
                <a:spcPts val="0"/>
              </a:spcBef>
              <a:spcAft>
                <a:spcPts val="1500"/>
              </a:spcAft>
              <a:buChar char="•"/>
              <a:defRPr sz="2625" b="0">
                <a:solidFill>
                  <a:schemeClr val="tx1"/>
                </a:solidFill>
                <a:latin typeface="+mn-lt"/>
                <a:ea typeface="+mn-lt"/>
                <a:cs typeface="+mn-lt"/>
              </a:defRPr>
            </a:lvl5pPr>
            <a:lvl6pPr marL="2190750" indent="-285750" algn="l">
              <a:lnSpc>
                <a:spcPct val="110000"/>
              </a:lnSpc>
              <a:spcBef>
                <a:spcPts val="0"/>
              </a:spcBef>
              <a:spcAft>
                <a:spcPts val="1500"/>
              </a:spcAft>
              <a:buChar char="•"/>
              <a:defRPr sz="2625" b="0">
                <a:solidFill>
                  <a:schemeClr val="tx1"/>
                </a:solidFill>
                <a:latin typeface="+mn-lt"/>
                <a:ea typeface="+mn-lt"/>
                <a:cs typeface="+mn-lt"/>
              </a:defRPr>
            </a:lvl6pPr>
            <a:lvl7pPr marL="2571750" indent="-285750" algn="l">
              <a:lnSpc>
                <a:spcPct val="110000"/>
              </a:lnSpc>
              <a:spcBef>
                <a:spcPts val="0"/>
              </a:spcBef>
              <a:spcAft>
                <a:spcPts val="1500"/>
              </a:spcAft>
              <a:buChar char="•"/>
              <a:defRPr sz="2625" b="0">
                <a:solidFill>
                  <a:schemeClr val="tx1"/>
                </a:solidFill>
                <a:latin typeface="+mn-lt"/>
                <a:ea typeface="+mn-lt"/>
                <a:cs typeface="+mn-lt"/>
              </a:defRPr>
            </a:lvl7pPr>
            <a:lvl8pPr marL="2952750" indent="-285750" algn="l">
              <a:lnSpc>
                <a:spcPct val="110000"/>
              </a:lnSpc>
              <a:spcBef>
                <a:spcPts val="0"/>
              </a:spcBef>
              <a:spcAft>
                <a:spcPts val="1500"/>
              </a:spcAft>
              <a:buChar char="•"/>
              <a:defRPr sz="2625" b="0">
                <a:solidFill>
                  <a:schemeClr val="tx1"/>
                </a:solidFill>
                <a:latin typeface="+mn-lt"/>
                <a:ea typeface="+mn-lt"/>
                <a:cs typeface="+mn-lt"/>
              </a:defRPr>
            </a:lvl8pPr>
            <a:lvl9pPr marL="3333750" indent="-285750" algn="l">
              <a:lnSpc>
                <a:spcPct val="110000"/>
              </a:lnSpc>
              <a:spcBef>
                <a:spcPts val="0"/>
              </a:spcBef>
              <a:spcAft>
                <a:spcPts val="1500"/>
              </a:spcAft>
              <a:buChar char="•"/>
              <a:defRPr sz="2625"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4896CEFA-5A59-4C62-91D1-87B041183CA9}"/>
              </a:ext>
            </a:extLst>
          </p:cNvPr>
          <p:cNvSpPr>
            <a:spLocks xmlns:a="http://schemas.openxmlformats.org/drawingml/2006/main" noGrp="1"/>
          </p:cNvSpPr>
          <p:nvPr>
            <p:ph type="body" idx="2"/>
          </p:nvPr>
        </p:nvSpPr>
        <p:spPr>
          <a:xfrm xmlns:a="http://schemas.openxmlformats.org/drawingml/2006/main">
            <a:off x="8096250" y="2381250"/>
            <a:ext cx="6286500" cy="5334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625" b="0">
                <a:solidFill>
                  <a:schemeClr val="tx1"/>
                </a:solidFill>
                <a:latin typeface="+mn-lt"/>
                <a:ea typeface="+mn-lt"/>
                <a:cs typeface="+mn-lt"/>
              </a:defRPr>
            </a:defPPr>
            <a:lvl1pPr marL="285750" indent="-285750" algn="l">
              <a:lnSpc>
                <a:spcPct val="110000"/>
              </a:lnSpc>
              <a:spcBef>
                <a:spcPts val="0"/>
              </a:spcBef>
              <a:spcAft>
                <a:spcPts val="1500"/>
              </a:spcAft>
              <a:buChar char="•"/>
              <a:defRPr sz="2625" b="0">
                <a:solidFill>
                  <a:schemeClr val="tx1"/>
                </a:solidFill>
                <a:latin typeface="+mn-lt"/>
                <a:ea typeface="+mn-lt"/>
                <a:cs typeface="+mn-lt"/>
              </a:defRPr>
            </a:lvl1pPr>
            <a:lvl2pPr marL="666750" indent="-285750" algn="l">
              <a:lnSpc>
                <a:spcPct val="110000"/>
              </a:lnSpc>
              <a:spcBef>
                <a:spcPts val="0"/>
              </a:spcBef>
              <a:spcAft>
                <a:spcPts val="1500"/>
              </a:spcAft>
              <a:buChar char="•"/>
              <a:defRPr sz="2625" b="0">
                <a:solidFill>
                  <a:schemeClr val="tx1"/>
                </a:solidFill>
                <a:latin typeface="+mn-lt"/>
                <a:ea typeface="+mn-lt"/>
                <a:cs typeface="+mn-lt"/>
              </a:defRPr>
            </a:lvl2pPr>
            <a:lvl3pPr marL="1047750" indent="-285750" algn="l">
              <a:lnSpc>
                <a:spcPct val="110000"/>
              </a:lnSpc>
              <a:spcBef>
                <a:spcPts val="0"/>
              </a:spcBef>
              <a:spcAft>
                <a:spcPts val="1500"/>
              </a:spcAft>
              <a:buChar char="•"/>
              <a:defRPr sz="2625" b="0">
                <a:solidFill>
                  <a:schemeClr val="tx1"/>
                </a:solidFill>
                <a:latin typeface="+mn-lt"/>
                <a:ea typeface="+mn-lt"/>
                <a:cs typeface="+mn-lt"/>
              </a:defRPr>
            </a:lvl3pPr>
            <a:lvl4pPr marL="1428750" indent="-285750" algn="l">
              <a:lnSpc>
                <a:spcPct val="110000"/>
              </a:lnSpc>
              <a:spcBef>
                <a:spcPts val="0"/>
              </a:spcBef>
              <a:spcAft>
                <a:spcPts val="1500"/>
              </a:spcAft>
              <a:buChar char="•"/>
              <a:defRPr sz="2625" b="0">
                <a:solidFill>
                  <a:schemeClr val="tx1"/>
                </a:solidFill>
                <a:latin typeface="+mn-lt"/>
                <a:ea typeface="+mn-lt"/>
                <a:cs typeface="+mn-lt"/>
              </a:defRPr>
            </a:lvl4pPr>
            <a:lvl5pPr marL="1809750" indent="-285750" algn="l">
              <a:lnSpc>
                <a:spcPct val="110000"/>
              </a:lnSpc>
              <a:spcBef>
                <a:spcPts val="0"/>
              </a:spcBef>
              <a:spcAft>
                <a:spcPts val="1500"/>
              </a:spcAft>
              <a:buChar char="•"/>
              <a:defRPr sz="2625" b="0">
                <a:solidFill>
                  <a:schemeClr val="tx1"/>
                </a:solidFill>
                <a:latin typeface="+mn-lt"/>
                <a:ea typeface="+mn-lt"/>
                <a:cs typeface="+mn-lt"/>
              </a:defRPr>
            </a:lvl5pPr>
            <a:lvl6pPr marL="2190750" indent="-285750" algn="l">
              <a:lnSpc>
                <a:spcPct val="110000"/>
              </a:lnSpc>
              <a:spcBef>
                <a:spcPts val="0"/>
              </a:spcBef>
              <a:spcAft>
                <a:spcPts val="1500"/>
              </a:spcAft>
              <a:buChar char="•"/>
              <a:defRPr sz="2625" b="0">
                <a:solidFill>
                  <a:schemeClr val="tx1"/>
                </a:solidFill>
                <a:latin typeface="+mn-lt"/>
                <a:ea typeface="+mn-lt"/>
                <a:cs typeface="+mn-lt"/>
              </a:defRPr>
            </a:lvl6pPr>
            <a:lvl7pPr marL="2571750" indent="-285750" algn="l">
              <a:lnSpc>
                <a:spcPct val="110000"/>
              </a:lnSpc>
              <a:spcBef>
                <a:spcPts val="0"/>
              </a:spcBef>
              <a:spcAft>
                <a:spcPts val="1500"/>
              </a:spcAft>
              <a:buChar char="•"/>
              <a:defRPr sz="2625" b="0">
                <a:solidFill>
                  <a:schemeClr val="tx1"/>
                </a:solidFill>
                <a:latin typeface="+mn-lt"/>
                <a:ea typeface="+mn-lt"/>
                <a:cs typeface="+mn-lt"/>
              </a:defRPr>
            </a:lvl7pPr>
            <a:lvl8pPr marL="2952750" indent="-285750" algn="l">
              <a:lnSpc>
                <a:spcPct val="110000"/>
              </a:lnSpc>
              <a:spcBef>
                <a:spcPts val="0"/>
              </a:spcBef>
              <a:spcAft>
                <a:spcPts val="1500"/>
              </a:spcAft>
              <a:buChar char="•"/>
              <a:defRPr sz="2625" b="0">
                <a:solidFill>
                  <a:schemeClr val="tx1"/>
                </a:solidFill>
                <a:latin typeface="+mn-lt"/>
                <a:ea typeface="+mn-lt"/>
                <a:cs typeface="+mn-lt"/>
              </a:defRPr>
            </a:lvl8pPr>
            <a:lvl9pPr marL="3333750" indent="-285750" algn="l">
              <a:lnSpc>
                <a:spcPct val="110000"/>
              </a:lnSpc>
              <a:spcBef>
                <a:spcPts val="0"/>
              </a:spcBef>
              <a:spcAft>
                <a:spcPts val="1500"/>
              </a:spcAft>
              <a:buChar char="•"/>
              <a:defRPr sz="2625"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A1C52816-66DB-44CF-95F3-C582EEB36BAB}"/>
              </a:ext>
            </a:extLst>
          </p:cNvPr>
          <p:cNvSpPr>
            <a:spLocks xmlns:a="http://schemas.openxmlformats.org/drawingml/2006/main" noGrp="1"/>
          </p:cNvSpPr>
          <p:nvPr>
            <p:ph type="title" idx="0"/>
          </p:nvPr>
        </p:nvSpPr>
        <p:spPr>
          <a:xfrm xmlns:a="http://schemas.openxmlformats.org/drawingml/2006/main">
            <a:off x="857250" y="666750"/>
            <a:ext cx="13525500" cy="104775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4125" b="1">
                <a:solidFill>
                  <a:schemeClr val="tx1"/>
                </a:solidFill>
                <a:latin typeface="+mj-lt"/>
                <a:ea typeface="+mj-lt"/>
                <a:cs typeface="+mj-lt"/>
              </a:defRPr>
            </a:defPPr>
            <a:lvl1pPr marL="0" indent="0" algn="l">
              <a:lnSpc>
                <a:spcPct val="110000"/>
              </a:lnSpc>
              <a:spcBef>
                <a:spcPts val="0"/>
              </a:spcBef>
              <a:spcAft>
                <a:spcPts val="0"/>
              </a:spcAft>
              <a:buNone/>
              <a:defRPr sz="4125" b="1">
                <a:solidFill>
                  <a:schemeClr val="tx1"/>
                </a:solidFill>
                <a:latin typeface="+mj-lt"/>
                <a:ea typeface="+mj-lt"/>
                <a:cs typeface="+mj-lt"/>
              </a:defRPr>
            </a:lvl1pPr>
            <a:lvl2pPr marL="0" indent="0" algn="l">
              <a:lnSpc>
                <a:spcPct val="110000"/>
              </a:lnSpc>
              <a:spcBef>
                <a:spcPts val="0"/>
              </a:spcBef>
              <a:spcAft>
                <a:spcPts val="0"/>
              </a:spcAft>
              <a:buNone/>
              <a:defRPr sz="4125" b="1">
                <a:solidFill>
                  <a:schemeClr val="tx1"/>
                </a:solidFill>
                <a:latin typeface="+mj-lt"/>
                <a:ea typeface="+mj-lt"/>
                <a:cs typeface="+mj-lt"/>
              </a:defRPr>
            </a:lvl2pPr>
            <a:lvl3pPr marL="0" indent="0" algn="l">
              <a:lnSpc>
                <a:spcPct val="110000"/>
              </a:lnSpc>
              <a:spcBef>
                <a:spcPts val="0"/>
              </a:spcBef>
              <a:spcAft>
                <a:spcPts val="0"/>
              </a:spcAft>
              <a:buNone/>
              <a:defRPr sz="4125" b="1">
                <a:solidFill>
                  <a:schemeClr val="tx1"/>
                </a:solidFill>
                <a:latin typeface="+mj-lt"/>
                <a:ea typeface="+mj-lt"/>
                <a:cs typeface="+mj-lt"/>
              </a:defRPr>
            </a:lvl3pPr>
            <a:lvl4pPr marL="0" indent="0" algn="l">
              <a:lnSpc>
                <a:spcPct val="110000"/>
              </a:lnSpc>
              <a:spcBef>
                <a:spcPts val="0"/>
              </a:spcBef>
              <a:spcAft>
                <a:spcPts val="0"/>
              </a:spcAft>
              <a:buNone/>
              <a:defRPr sz="4125" b="1">
                <a:solidFill>
                  <a:schemeClr val="tx1"/>
                </a:solidFill>
                <a:latin typeface="+mj-lt"/>
                <a:ea typeface="+mj-lt"/>
                <a:cs typeface="+mj-lt"/>
              </a:defRPr>
            </a:lvl4pPr>
            <a:lvl5pPr marL="0" indent="0" algn="l">
              <a:lnSpc>
                <a:spcPct val="110000"/>
              </a:lnSpc>
              <a:spcBef>
                <a:spcPts val="0"/>
              </a:spcBef>
              <a:spcAft>
                <a:spcPts val="0"/>
              </a:spcAft>
              <a:buNone/>
              <a:defRPr sz="4125" b="1">
                <a:solidFill>
                  <a:schemeClr val="tx1"/>
                </a:solidFill>
                <a:latin typeface="+mj-lt"/>
                <a:ea typeface="+mj-lt"/>
                <a:cs typeface="+mj-lt"/>
              </a:defRPr>
            </a:lvl5pPr>
            <a:lvl6pPr marL="0" indent="0" algn="l">
              <a:lnSpc>
                <a:spcPct val="110000"/>
              </a:lnSpc>
              <a:spcBef>
                <a:spcPts val="0"/>
              </a:spcBef>
              <a:spcAft>
                <a:spcPts val="0"/>
              </a:spcAft>
              <a:buNone/>
              <a:defRPr sz="4125" b="1">
                <a:solidFill>
                  <a:schemeClr val="tx1"/>
                </a:solidFill>
                <a:latin typeface="+mj-lt"/>
                <a:ea typeface="+mj-lt"/>
                <a:cs typeface="+mj-lt"/>
              </a:defRPr>
            </a:lvl6pPr>
            <a:lvl7pPr marL="0" indent="0" algn="l">
              <a:lnSpc>
                <a:spcPct val="110000"/>
              </a:lnSpc>
              <a:spcBef>
                <a:spcPts val="0"/>
              </a:spcBef>
              <a:spcAft>
                <a:spcPts val="0"/>
              </a:spcAft>
              <a:buNone/>
              <a:defRPr sz="4125" b="1">
                <a:solidFill>
                  <a:schemeClr val="tx1"/>
                </a:solidFill>
                <a:latin typeface="+mj-lt"/>
                <a:ea typeface="+mj-lt"/>
                <a:cs typeface="+mj-lt"/>
              </a:defRPr>
            </a:lvl7pPr>
            <a:lvl8pPr marL="0" indent="0" algn="l">
              <a:lnSpc>
                <a:spcPct val="110000"/>
              </a:lnSpc>
              <a:spcBef>
                <a:spcPts val="0"/>
              </a:spcBef>
              <a:spcAft>
                <a:spcPts val="0"/>
              </a:spcAft>
              <a:buNone/>
              <a:defRPr sz="4125" b="1">
                <a:solidFill>
                  <a:schemeClr val="tx1"/>
                </a:solidFill>
                <a:latin typeface="+mj-lt"/>
                <a:ea typeface="+mj-lt"/>
                <a:cs typeface="+mj-lt"/>
              </a:defRPr>
            </a:lvl8pPr>
            <a:lvl9pPr marL="0" indent="0" algn="l">
              <a:lnSpc>
                <a:spcPct val="110000"/>
              </a:lnSpc>
              <a:spcBef>
                <a:spcPts val="0"/>
              </a:spcBef>
              <a:spcAft>
                <a:spcPts val="0"/>
              </a:spcAft>
              <a:buNone/>
              <a:defRPr sz="4125"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20C5851B-BC83-45E9-ACD9-C428E13BBAF0}"/>
              </a:ext>
            </a:extLst>
          </p:cNvPr>
          <p:cNvSpPr>
            <a:spLocks xmlns:a="http://schemas.openxmlformats.org/drawingml/2006/main" noGrp="1"/>
          </p:cNvSpPr>
          <p:nvPr>
            <p:ph type="body" idx="1"/>
          </p:nvPr>
        </p:nvSpPr>
        <p:spPr>
          <a:xfrm xmlns:a="http://schemas.openxmlformats.org/drawingml/2006/main">
            <a:off x="857250" y="2381250"/>
            <a:ext cx="6286500" cy="5334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813" b="0">
                <a:solidFill>
                  <a:schemeClr val="tx1"/>
                </a:solidFill>
                <a:latin typeface="+mn-lt"/>
                <a:ea typeface="+mn-lt"/>
                <a:cs typeface="+mn-lt"/>
              </a:defRPr>
            </a:defPPr>
            <a:lvl1pPr marL="285750" indent="-285750" algn="l">
              <a:lnSpc>
                <a:spcPct val="110000"/>
              </a:lnSpc>
              <a:spcBef>
                <a:spcPts val="0"/>
              </a:spcBef>
              <a:spcAft>
                <a:spcPts val="1500"/>
              </a:spcAft>
              <a:buChar char="•"/>
              <a:defRPr sz="2813" b="0">
                <a:solidFill>
                  <a:schemeClr val="tx1"/>
                </a:solidFill>
                <a:latin typeface="+mn-lt"/>
                <a:ea typeface="+mn-lt"/>
                <a:cs typeface="+mn-lt"/>
              </a:defRPr>
            </a:lvl1pPr>
            <a:lvl2pPr marL="666750" indent="-285750" algn="l">
              <a:lnSpc>
                <a:spcPct val="110000"/>
              </a:lnSpc>
              <a:spcBef>
                <a:spcPts val="0"/>
              </a:spcBef>
              <a:spcAft>
                <a:spcPts val="1500"/>
              </a:spcAft>
              <a:buChar char="•"/>
              <a:defRPr sz="2813" b="0">
                <a:solidFill>
                  <a:schemeClr val="tx1"/>
                </a:solidFill>
                <a:latin typeface="+mn-lt"/>
                <a:ea typeface="+mn-lt"/>
                <a:cs typeface="+mn-lt"/>
              </a:defRPr>
            </a:lvl2pPr>
            <a:lvl3pPr marL="1047750" indent="-285750" algn="l">
              <a:lnSpc>
                <a:spcPct val="110000"/>
              </a:lnSpc>
              <a:spcBef>
                <a:spcPts val="0"/>
              </a:spcBef>
              <a:spcAft>
                <a:spcPts val="1500"/>
              </a:spcAft>
              <a:buChar char="•"/>
              <a:defRPr sz="2813" b="0">
                <a:solidFill>
                  <a:schemeClr val="tx1"/>
                </a:solidFill>
                <a:latin typeface="+mn-lt"/>
                <a:ea typeface="+mn-lt"/>
                <a:cs typeface="+mn-lt"/>
              </a:defRPr>
            </a:lvl3pPr>
            <a:lvl4pPr marL="1428750" indent="-285750" algn="l">
              <a:lnSpc>
                <a:spcPct val="110000"/>
              </a:lnSpc>
              <a:spcBef>
                <a:spcPts val="0"/>
              </a:spcBef>
              <a:spcAft>
                <a:spcPts val="1500"/>
              </a:spcAft>
              <a:buChar char="•"/>
              <a:defRPr sz="2813" b="0">
                <a:solidFill>
                  <a:schemeClr val="tx1"/>
                </a:solidFill>
                <a:latin typeface="+mn-lt"/>
                <a:ea typeface="+mn-lt"/>
                <a:cs typeface="+mn-lt"/>
              </a:defRPr>
            </a:lvl4pPr>
            <a:lvl5pPr marL="1809750" indent="-285750" algn="l">
              <a:lnSpc>
                <a:spcPct val="110000"/>
              </a:lnSpc>
              <a:spcBef>
                <a:spcPts val="0"/>
              </a:spcBef>
              <a:spcAft>
                <a:spcPts val="1500"/>
              </a:spcAft>
              <a:buChar char="•"/>
              <a:defRPr sz="2813" b="0">
                <a:solidFill>
                  <a:schemeClr val="tx1"/>
                </a:solidFill>
                <a:latin typeface="+mn-lt"/>
                <a:ea typeface="+mn-lt"/>
                <a:cs typeface="+mn-lt"/>
              </a:defRPr>
            </a:lvl5pPr>
            <a:lvl6pPr marL="2190750" indent="-285750" algn="l">
              <a:lnSpc>
                <a:spcPct val="110000"/>
              </a:lnSpc>
              <a:spcBef>
                <a:spcPts val="0"/>
              </a:spcBef>
              <a:spcAft>
                <a:spcPts val="1500"/>
              </a:spcAft>
              <a:buChar char="•"/>
              <a:defRPr sz="2813" b="0">
                <a:solidFill>
                  <a:schemeClr val="tx1"/>
                </a:solidFill>
                <a:latin typeface="+mn-lt"/>
                <a:ea typeface="+mn-lt"/>
                <a:cs typeface="+mn-lt"/>
              </a:defRPr>
            </a:lvl6pPr>
            <a:lvl7pPr marL="2571750" indent="-285750" algn="l">
              <a:lnSpc>
                <a:spcPct val="110000"/>
              </a:lnSpc>
              <a:spcBef>
                <a:spcPts val="0"/>
              </a:spcBef>
              <a:spcAft>
                <a:spcPts val="1500"/>
              </a:spcAft>
              <a:buChar char="•"/>
              <a:defRPr sz="2813" b="0">
                <a:solidFill>
                  <a:schemeClr val="tx1"/>
                </a:solidFill>
                <a:latin typeface="+mn-lt"/>
                <a:ea typeface="+mn-lt"/>
                <a:cs typeface="+mn-lt"/>
              </a:defRPr>
            </a:lvl7pPr>
            <a:lvl8pPr marL="2952750" indent="-285750" algn="l">
              <a:lnSpc>
                <a:spcPct val="110000"/>
              </a:lnSpc>
              <a:spcBef>
                <a:spcPts val="0"/>
              </a:spcBef>
              <a:spcAft>
                <a:spcPts val="1500"/>
              </a:spcAft>
              <a:buChar char="•"/>
              <a:defRPr sz="2813" b="0">
                <a:solidFill>
                  <a:schemeClr val="tx1"/>
                </a:solidFill>
                <a:latin typeface="+mn-lt"/>
                <a:ea typeface="+mn-lt"/>
                <a:cs typeface="+mn-lt"/>
              </a:defRPr>
            </a:lvl8pPr>
            <a:lvl9pPr marL="3333750" indent="-285750" algn="l">
              <a:lnSpc>
                <a:spcPct val="110000"/>
              </a:lnSpc>
              <a:spcBef>
                <a:spcPts val="0"/>
              </a:spcBef>
              <a:spcAft>
                <a:spcPts val="1500"/>
              </a:spcAft>
              <a:buChar char="•"/>
              <a:defRPr sz="2813"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fda8fb812e5c48fa" /><Relationship Type="http://schemas.openxmlformats.org/officeDocument/2006/relationships/slideLayout" Target="/ppt/slideLayouts/slideLayout1.xml" Id="Rb392af40a847486f" /><Relationship Type="http://schemas.openxmlformats.org/officeDocument/2006/relationships/slideLayout" Target="/ppt/slideLayouts/slideLayout2.xml" Id="R846dda9781a24ebc" /><Relationship Type="http://schemas.openxmlformats.org/officeDocument/2006/relationships/slideLayout" Target="/ppt/slideLayouts/slideLayout3.xml" Id="R20f04b4c53304697" /><Relationship Type="http://schemas.openxmlformats.org/officeDocument/2006/relationships/slideLayout" Target="/ppt/slideLayouts/slideLayout4.xml" Id="R4615875b5963498f" /><Relationship Type="http://schemas.openxmlformats.org/officeDocument/2006/relationships/slideLayout" Target="/ppt/slideLayouts/slideLayout5.xml" Id="R550dd074ac7f49b0" /><Relationship Type="http://schemas.openxmlformats.org/officeDocument/2006/relationships/slideLayout" Target="/ppt/slideLayouts/slideLayout6.xml" Id="Rc6e119692a654ced"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b392af40a847486f"/>
    <p:sldLayoutId xmlns:r="http://schemas.openxmlformats.org/officeDocument/2006/relationships" id="2147483650" r:id="R846dda9781a24ebc"/>
    <p:sldLayoutId xmlns:r="http://schemas.openxmlformats.org/officeDocument/2006/relationships" id="2147483651" r:id="R20f04b4c53304697"/>
    <p:sldLayoutId xmlns:r="http://schemas.openxmlformats.org/officeDocument/2006/relationships" id="2147483652" r:id="R4615875b5963498f"/>
    <p:sldLayoutId xmlns:r="http://schemas.openxmlformats.org/officeDocument/2006/relationships" id="2147483653" r:id="R550dd074ac7f49b0"/>
    <p:sldLayoutId xmlns:r="http://schemas.openxmlformats.org/officeDocument/2006/relationships" id="2147483654" r:id="Rc6e119692a654ced"/>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77d9031037c34c8c" /><Relationship Type="http://schemas.openxmlformats.org/officeDocument/2006/relationships/image" Target="/ppt/media/image.png" Id="R1b935fc32b134395" /><Relationship Type="http://schemas.openxmlformats.org/officeDocument/2006/relationships/notesSlide" Target="/ppt/notesSlides/notesSlide1.xml" Id="R3b7faac28fc44737"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62c8391d942a4b1b" /><Relationship Type="http://schemas.openxmlformats.org/officeDocument/2006/relationships/notesSlide" Target="/ppt/notesSlides/notesSlide2.xml" Id="R62deb98e9f1f44ff"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23966403fb474b51" /><Relationship Type="http://schemas.openxmlformats.org/officeDocument/2006/relationships/notesSlide" Target="/ppt/notesSlides/notesSlide3.xml" Id="R0ce7c1e6de9c4468"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0fb89dc2a18944fe" /><Relationship Type="http://schemas.openxmlformats.org/officeDocument/2006/relationships/notesSlide" Target="/ppt/notesSlides/notesSlide4.xml" Id="R7edaef0a30624fdd"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4d71982a9c2b4fc5" /><Relationship Type="http://schemas.openxmlformats.org/officeDocument/2006/relationships/notesSlide" Target="/ppt/notesSlides/notesSlide5.xml" Id="Ra2f4cae2a99f45a1"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a6a9091c8e50434c" /><Relationship Type="http://schemas.openxmlformats.org/officeDocument/2006/relationships/notesSlide" Target="/ppt/notesSlides/notesSlide6.xml" Id="R3688a7f017d1476f" /></Relationships>
</file>

<file path=ppt/slides/slide1.xml><?xml version="1.0" encoding="utf-8"?>
<p:sld xmlns:p="http://schemas.openxmlformats.org/presentationml/2006/main">
  <p:cSld>
    <p:bg>
      <p:bgPr>
        <a:solidFill xmlns:a="http://schemas.openxmlformats.org/drawingml/2006/main">
          <a:srgbClr val="F3F6F9"/>
        </a:solidFill>
      </p:bgPr>
    </p:bg>
    <p:spTree>
      <p:nvGrpSpPr>
        <p:cNvPr id="1" name=""/>
        <p:cNvGrpSpPr/>
        <p:nvPr/>
      </p:nvGrpSpPr>
      <p:grpSpPr>
        <a:xfrm xmlns:a="http://schemas.openxmlformats.org/drawingml/2006/main"/>
      </p:grpSpPr>
      <p:pic>
        <p:nvPicPr>
          <p:cNvPr id="21" name="">
            <a:extLst xmlns:a="http://schemas.openxmlformats.org/drawingml/2006/main">
              <a:ext uri="{FF2B5EF4-FFF2-40B4-BE49-F238E27FC236}">
                <a16:creationId xmlns:a16="http://schemas.microsoft.com/office/drawing/2014/main" id="{913B4D85-1CA2-4BBC-8422-51328BB2C79A}"/>
              </a:ext>
            </a:extLst>
          </p:cNvPr>
          <p:cNvPicPr>
            <a:picLocks xmlns:a="http://schemas.openxmlformats.org/drawingml/2006/main" noChangeAspect="1"/>
          </p:cNvPicPr>
          <p:nvPr/>
        </p:nvPicPr>
        <p:blipFill>
          <a:blip xmlns:r="http://schemas.openxmlformats.org/officeDocument/2006/relationships" xmlns:a="http://schemas.openxmlformats.org/drawingml/2006/main" r:embed="R1b935fc32b134395"/>
          <a:stretch xmlns:a="http://schemas.openxmlformats.org/drawingml/2006/main"/>
        </p:blipFill>
        <p:spPr>
          <a:xfrm xmlns:a="http://schemas.openxmlformats.org/drawingml/2006/main">
            <a:off x="0" y="0"/>
            <a:ext cx="15240000" cy="8572500"/>
          </a:xfrm>
          <a:prstGeom xmlns:a="http://schemas.openxmlformats.org/drawingml/2006/main" prst="rect">
            <a:avLst/>
          </a:prstGeom>
        </p:spPr>
      </p:pic>
      <p:sp>
        <p:nvSpPr>
          <p:cNvPr id="2" name="f2">
            <a:extLst xmlns:a="http://schemas.openxmlformats.org/drawingml/2006/main">
              <a:ext uri="{FF2B5EF4-FFF2-40B4-BE49-F238E27FC236}">
                <a16:creationId xmlns:a16="http://schemas.microsoft.com/office/drawing/2014/main" id="{01D30139-D4A3-450E-AF6C-CCF2DDD506EF}"/>
              </a:ext>
            </a:extLst>
          </p:cNvPr>
          <p:cNvSpPr>
            <a:spLocks xmlns:a="http://schemas.openxmlformats.org/drawingml/2006/main" noGrp="1"/>
          </p:cNvSpPr>
          <p:nvPr/>
        </p:nvSpPr>
        <p:spPr>
          <a:xfrm xmlns:a="http://schemas.openxmlformats.org/drawingml/2006/main">
            <a:off x="1066800" y="1786795"/>
            <a:ext cx="3445669" cy="34718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2025" b="0">
                <a:solidFill>
                  <a:srgbClr val="4264D0"/>
                </a:solidFill>
                <a:latin typeface="Nimbus Sans"/>
                <a:ea typeface="Nimbus Sans"/>
                <a:cs typeface="Nimbus Sans"/>
              </a:defRPr>
            </a:defPPr>
            <a:lvl1pPr algn="l">
              <a:defRPr sz="2025" b="0">
                <a:solidFill>
                  <a:srgbClr val="4264D0"/>
                </a:solidFill>
                <a:latin typeface="Nimbus Sans"/>
                <a:ea typeface="Nimbus Sans"/>
                <a:cs typeface="Nimbus Sans"/>
              </a:defRPr>
            </a:lvl1pPr>
            <a:lvl2pPr algn="l">
              <a:defRPr sz="2025" b="0">
                <a:solidFill>
                  <a:srgbClr val="4264D0"/>
                </a:solidFill>
                <a:latin typeface="Nimbus Sans"/>
                <a:ea typeface="Nimbus Sans"/>
                <a:cs typeface="Nimbus Sans"/>
              </a:defRPr>
            </a:lvl2pPr>
            <a:lvl3pPr algn="l">
              <a:defRPr sz="2025" b="0">
                <a:solidFill>
                  <a:srgbClr val="4264D0"/>
                </a:solidFill>
                <a:latin typeface="Nimbus Sans"/>
                <a:ea typeface="Nimbus Sans"/>
                <a:cs typeface="Nimbus Sans"/>
              </a:defRPr>
            </a:lvl3pPr>
            <a:lvl4pPr algn="l">
              <a:defRPr sz="2025" b="0">
                <a:solidFill>
                  <a:srgbClr val="4264D0"/>
                </a:solidFill>
                <a:latin typeface="Nimbus Sans"/>
                <a:ea typeface="Nimbus Sans"/>
                <a:cs typeface="Nimbus Sans"/>
              </a:defRPr>
            </a:lvl4pPr>
            <a:lvl5pPr algn="l">
              <a:defRPr sz="2025" b="0">
                <a:solidFill>
                  <a:srgbClr val="4264D0"/>
                </a:solidFill>
                <a:latin typeface="Nimbus Sans"/>
                <a:ea typeface="Nimbus Sans"/>
                <a:cs typeface="Nimbus Sans"/>
              </a:defRPr>
            </a:lvl5pPr>
            <a:lvl6pPr algn="l">
              <a:defRPr sz="2025" b="0">
                <a:solidFill>
                  <a:srgbClr val="4264D0"/>
                </a:solidFill>
                <a:latin typeface="Nimbus Sans"/>
                <a:ea typeface="Nimbus Sans"/>
                <a:cs typeface="Nimbus Sans"/>
              </a:defRPr>
            </a:lvl6pPr>
            <a:lvl7pPr algn="l">
              <a:defRPr sz="2025" b="0">
                <a:solidFill>
                  <a:srgbClr val="4264D0"/>
                </a:solidFill>
                <a:latin typeface="Nimbus Sans"/>
                <a:ea typeface="Nimbus Sans"/>
                <a:cs typeface="Nimbus Sans"/>
              </a:defRPr>
            </a:lvl7pPr>
            <a:lvl8pPr algn="l">
              <a:defRPr sz="2025" b="0">
                <a:solidFill>
                  <a:srgbClr val="4264D0"/>
                </a:solidFill>
                <a:latin typeface="Nimbus Sans"/>
                <a:ea typeface="Nimbus Sans"/>
                <a:cs typeface="Nimbus Sans"/>
              </a:defRPr>
            </a:lvl8pPr>
            <a:lvl9pPr algn="l">
              <a:defRPr sz="2025" b="0">
                <a:solidFill>
                  <a:srgbClr val="4264D0"/>
                </a:solidFill>
                <a:latin typeface="Nimbus Sans"/>
                <a:ea typeface="Nimbus Sans"/>
                <a:cs typeface="Nimbus Sans"/>
              </a:defRPr>
            </a:lvl9pPr>
          </a:lstStyle>
          <a:p xmlns:a="http://schemas.openxmlformats.org/drawingml/2006/main">
            <a:pPr algn="l">
              <a:defRPr sz="2025" b="0">
                <a:solidFill>
                  <a:srgbClr val="4264D0"/>
                </a:solidFill>
                <a:latin typeface="Nimbus Sans"/>
                <a:ea typeface="Nimbus Sans"/>
                <a:cs typeface="Nimbus Sans"/>
              </a:defRPr>
            </a:pPr>
            <a:r>
              <a:rPr sz="2025" b="0">
                <a:solidFill>
                  <a:srgbClr val="4264D0"/>
                </a:solidFill>
                <a:latin typeface="Nimbus Sans"/>
                <a:ea typeface="Nimbus Sans"/>
                <a:cs typeface="Nimbus Sans"/>
              </a:rPr>
              <a:t>Corso di laurea in Informatica</a:t>
            </a:r>
          </a:p>
        </p:txBody>
      </p:sp>
      <p:sp>
        <p:nvSpPr>
          <p:cNvPr id="3" name="f3">
            <a:extLst xmlns:a="http://schemas.openxmlformats.org/drawingml/2006/main">
              <a:ext uri="{FF2B5EF4-FFF2-40B4-BE49-F238E27FC236}">
                <a16:creationId xmlns:a16="http://schemas.microsoft.com/office/drawing/2014/main" id="{71B9E4F6-23EA-4B28-B99A-23D8D0F0978A}"/>
              </a:ext>
            </a:extLst>
          </p:cNvPr>
          <p:cNvSpPr>
            <a:spLocks xmlns:a="http://schemas.openxmlformats.org/drawingml/2006/main" noGrp="1"/>
          </p:cNvSpPr>
          <p:nvPr/>
        </p:nvSpPr>
        <p:spPr>
          <a:xfrm xmlns:a="http://schemas.openxmlformats.org/drawingml/2006/main">
            <a:off x="1066800" y="2590895"/>
            <a:ext cx="7093297" cy="68151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3975" b="1">
                <a:solidFill>
                  <a:srgbClr val="1C2A40"/>
                </a:solidFill>
                <a:latin typeface="Nimbus Sans"/>
                <a:ea typeface="Nimbus Sans"/>
                <a:cs typeface="Nimbus Sans"/>
              </a:defRPr>
            </a:defPPr>
            <a:lvl1pPr algn="l">
              <a:defRPr sz="3975" b="1">
                <a:solidFill>
                  <a:srgbClr val="1C2A40"/>
                </a:solidFill>
                <a:latin typeface="Nimbus Sans"/>
                <a:ea typeface="Nimbus Sans"/>
                <a:cs typeface="Nimbus Sans"/>
              </a:defRPr>
            </a:lvl1pPr>
            <a:lvl2pPr algn="l">
              <a:defRPr sz="3975" b="1">
                <a:solidFill>
                  <a:srgbClr val="1C2A40"/>
                </a:solidFill>
                <a:latin typeface="Nimbus Sans"/>
                <a:ea typeface="Nimbus Sans"/>
                <a:cs typeface="Nimbus Sans"/>
              </a:defRPr>
            </a:lvl2pPr>
            <a:lvl3pPr algn="l">
              <a:defRPr sz="3975" b="1">
                <a:solidFill>
                  <a:srgbClr val="1C2A40"/>
                </a:solidFill>
                <a:latin typeface="Nimbus Sans"/>
                <a:ea typeface="Nimbus Sans"/>
                <a:cs typeface="Nimbus Sans"/>
              </a:defRPr>
            </a:lvl3pPr>
            <a:lvl4pPr algn="l">
              <a:defRPr sz="3975" b="1">
                <a:solidFill>
                  <a:srgbClr val="1C2A40"/>
                </a:solidFill>
                <a:latin typeface="Nimbus Sans"/>
                <a:ea typeface="Nimbus Sans"/>
                <a:cs typeface="Nimbus Sans"/>
              </a:defRPr>
            </a:lvl4pPr>
            <a:lvl5pPr algn="l">
              <a:defRPr sz="3975" b="1">
                <a:solidFill>
                  <a:srgbClr val="1C2A40"/>
                </a:solidFill>
                <a:latin typeface="Nimbus Sans"/>
                <a:ea typeface="Nimbus Sans"/>
                <a:cs typeface="Nimbus Sans"/>
              </a:defRPr>
            </a:lvl5pPr>
            <a:lvl6pPr algn="l">
              <a:defRPr sz="3975" b="1">
                <a:solidFill>
                  <a:srgbClr val="1C2A40"/>
                </a:solidFill>
                <a:latin typeface="Nimbus Sans"/>
                <a:ea typeface="Nimbus Sans"/>
                <a:cs typeface="Nimbus Sans"/>
              </a:defRPr>
            </a:lvl6pPr>
            <a:lvl7pPr algn="l">
              <a:defRPr sz="3975" b="1">
                <a:solidFill>
                  <a:srgbClr val="1C2A40"/>
                </a:solidFill>
                <a:latin typeface="Nimbus Sans"/>
                <a:ea typeface="Nimbus Sans"/>
                <a:cs typeface="Nimbus Sans"/>
              </a:defRPr>
            </a:lvl7pPr>
            <a:lvl8pPr algn="l">
              <a:defRPr sz="3975" b="1">
                <a:solidFill>
                  <a:srgbClr val="1C2A40"/>
                </a:solidFill>
                <a:latin typeface="Nimbus Sans"/>
                <a:ea typeface="Nimbus Sans"/>
                <a:cs typeface="Nimbus Sans"/>
              </a:defRPr>
            </a:lvl8pPr>
            <a:lvl9pPr algn="l">
              <a:defRPr sz="3975" b="1">
                <a:solidFill>
                  <a:srgbClr val="1C2A40"/>
                </a:solidFill>
                <a:latin typeface="Nimbus Sans"/>
                <a:ea typeface="Nimbus Sans"/>
                <a:cs typeface="Nimbus Sans"/>
              </a:defRPr>
            </a:lvl9pPr>
          </a:lstStyle>
          <a:p xmlns:a="http://schemas.openxmlformats.org/drawingml/2006/main">
            <a:pPr algn="l">
              <a:defRPr sz="3975" b="1">
                <a:solidFill>
                  <a:srgbClr val="1C2A40"/>
                </a:solidFill>
                <a:latin typeface="Nimbus Sans"/>
                <a:ea typeface="Nimbus Sans"/>
                <a:cs typeface="Nimbus Sans"/>
              </a:defRPr>
            </a:pPr>
            <a:r>
              <a:rPr sz="3975" b="1">
                <a:solidFill>
                  <a:srgbClr val="1C2A40"/>
                </a:solidFill>
                <a:latin typeface="Nimbus Sans"/>
                <a:ea typeface="Nimbus Sans"/>
                <a:cs typeface="Nimbus Sans"/>
              </a:rPr>
              <a:t>A Domain-Specific Language</a:t>
            </a:r>
          </a:p>
        </p:txBody>
      </p:sp>
      <p:sp>
        <p:nvSpPr>
          <p:cNvPr id="4" name="f4">
            <a:extLst xmlns:a="http://schemas.openxmlformats.org/drawingml/2006/main">
              <a:ext uri="{FF2B5EF4-FFF2-40B4-BE49-F238E27FC236}">
                <a16:creationId xmlns:a16="http://schemas.microsoft.com/office/drawing/2014/main" id="{A03794B0-5125-4A2E-BC43-C3B69260DE7B}"/>
              </a:ext>
            </a:extLst>
          </p:cNvPr>
          <p:cNvSpPr>
            <a:spLocks xmlns:a="http://schemas.openxmlformats.org/drawingml/2006/main" noGrp="1"/>
          </p:cNvSpPr>
          <p:nvPr/>
        </p:nvSpPr>
        <p:spPr>
          <a:xfrm xmlns:a="http://schemas.openxmlformats.org/drawingml/2006/main">
            <a:off x="1066800" y="3171920"/>
            <a:ext cx="5631954" cy="68151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3975" b="1">
                <a:solidFill>
                  <a:srgbClr val="1C2A40"/>
                </a:solidFill>
                <a:latin typeface="Nimbus Sans"/>
                <a:ea typeface="Nimbus Sans"/>
                <a:cs typeface="Nimbus Sans"/>
              </a:defRPr>
            </a:defPPr>
            <a:lvl1pPr algn="l">
              <a:defRPr sz="3975" b="1">
                <a:solidFill>
                  <a:srgbClr val="1C2A40"/>
                </a:solidFill>
                <a:latin typeface="Nimbus Sans"/>
                <a:ea typeface="Nimbus Sans"/>
                <a:cs typeface="Nimbus Sans"/>
              </a:defRPr>
            </a:lvl1pPr>
            <a:lvl2pPr algn="l">
              <a:defRPr sz="3975" b="1">
                <a:solidFill>
                  <a:srgbClr val="1C2A40"/>
                </a:solidFill>
                <a:latin typeface="Nimbus Sans"/>
                <a:ea typeface="Nimbus Sans"/>
                <a:cs typeface="Nimbus Sans"/>
              </a:defRPr>
            </a:lvl2pPr>
            <a:lvl3pPr algn="l">
              <a:defRPr sz="3975" b="1">
                <a:solidFill>
                  <a:srgbClr val="1C2A40"/>
                </a:solidFill>
                <a:latin typeface="Nimbus Sans"/>
                <a:ea typeface="Nimbus Sans"/>
                <a:cs typeface="Nimbus Sans"/>
              </a:defRPr>
            </a:lvl3pPr>
            <a:lvl4pPr algn="l">
              <a:defRPr sz="3975" b="1">
                <a:solidFill>
                  <a:srgbClr val="1C2A40"/>
                </a:solidFill>
                <a:latin typeface="Nimbus Sans"/>
                <a:ea typeface="Nimbus Sans"/>
                <a:cs typeface="Nimbus Sans"/>
              </a:defRPr>
            </a:lvl4pPr>
            <a:lvl5pPr algn="l">
              <a:defRPr sz="3975" b="1">
                <a:solidFill>
                  <a:srgbClr val="1C2A40"/>
                </a:solidFill>
                <a:latin typeface="Nimbus Sans"/>
                <a:ea typeface="Nimbus Sans"/>
                <a:cs typeface="Nimbus Sans"/>
              </a:defRPr>
            </a:lvl5pPr>
            <a:lvl6pPr algn="l">
              <a:defRPr sz="3975" b="1">
                <a:solidFill>
                  <a:srgbClr val="1C2A40"/>
                </a:solidFill>
                <a:latin typeface="Nimbus Sans"/>
                <a:ea typeface="Nimbus Sans"/>
                <a:cs typeface="Nimbus Sans"/>
              </a:defRPr>
            </a:lvl6pPr>
            <a:lvl7pPr algn="l">
              <a:defRPr sz="3975" b="1">
                <a:solidFill>
                  <a:srgbClr val="1C2A40"/>
                </a:solidFill>
                <a:latin typeface="Nimbus Sans"/>
                <a:ea typeface="Nimbus Sans"/>
                <a:cs typeface="Nimbus Sans"/>
              </a:defRPr>
            </a:lvl7pPr>
            <a:lvl8pPr algn="l">
              <a:defRPr sz="3975" b="1">
                <a:solidFill>
                  <a:srgbClr val="1C2A40"/>
                </a:solidFill>
                <a:latin typeface="Nimbus Sans"/>
                <a:ea typeface="Nimbus Sans"/>
                <a:cs typeface="Nimbus Sans"/>
              </a:defRPr>
            </a:lvl8pPr>
            <a:lvl9pPr algn="l">
              <a:defRPr sz="3975" b="1">
                <a:solidFill>
                  <a:srgbClr val="1C2A40"/>
                </a:solidFill>
                <a:latin typeface="Nimbus Sans"/>
                <a:ea typeface="Nimbus Sans"/>
                <a:cs typeface="Nimbus Sans"/>
              </a:defRPr>
            </a:lvl9pPr>
          </a:lstStyle>
          <a:p xmlns:a="http://schemas.openxmlformats.org/drawingml/2006/main">
            <a:pPr algn="l">
              <a:defRPr sz="3975" b="1">
                <a:solidFill>
                  <a:srgbClr val="1C2A40"/>
                </a:solidFill>
                <a:latin typeface="Nimbus Sans"/>
                <a:ea typeface="Nimbus Sans"/>
                <a:cs typeface="Nimbus Sans"/>
              </a:defRPr>
            </a:pPr>
            <a:r>
              <a:rPr sz="3975" b="1">
                <a:solidFill>
                  <a:srgbClr val="1C2A40"/>
                </a:solidFill>
                <a:latin typeface="Nimbus Sans"/>
                <a:ea typeface="Nimbus Sans"/>
                <a:cs typeface="Nimbus Sans"/>
              </a:rPr>
              <a:t>for Security Assurance</a:t>
            </a:r>
          </a:p>
        </p:txBody>
      </p:sp>
      <p:sp>
        <p:nvSpPr>
          <p:cNvPr id="5" name="f5">
            <a:extLst xmlns:a="http://schemas.openxmlformats.org/drawingml/2006/main">
              <a:ext uri="{FF2B5EF4-FFF2-40B4-BE49-F238E27FC236}">
                <a16:creationId xmlns:a16="http://schemas.microsoft.com/office/drawing/2014/main" id="{29F3D3D8-9BBF-4F61-AE90-FD20A19CC263}"/>
              </a:ext>
            </a:extLst>
          </p:cNvPr>
          <p:cNvSpPr>
            <a:spLocks xmlns:a="http://schemas.openxmlformats.org/drawingml/2006/main" noGrp="1"/>
          </p:cNvSpPr>
          <p:nvPr/>
        </p:nvSpPr>
        <p:spPr>
          <a:xfrm xmlns:a="http://schemas.openxmlformats.org/drawingml/2006/main">
            <a:off x="1066800" y="3752945"/>
            <a:ext cx="4328517" cy="68151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3975" b="1">
                <a:solidFill>
                  <a:srgbClr val="1C2A40"/>
                </a:solidFill>
                <a:latin typeface="Nimbus Sans"/>
                <a:ea typeface="Nimbus Sans"/>
                <a:cs typeface="Nimbus Sans"/>
              </a:defRPr>
            </a:defPPr>
            <a:lvl1pPr algn="l">
              <a:defRPr sz="3975" b="1">
                <a:solidFill>
                  <a:srgbClr val="1C2A40"/>
                </a:solidFill>
                <a:latin typeface="Nimbus Sans"/>
                <a:ea typeface="Nimbus Sans"/>
                <a:cs typeface="Nimbus Sans"/>
              </a:defRPr>
            </a:lvl1pPr>
            <a:lvl2pPr algn="l">
              <a:defRPr sz="3975" b="1">
                <a:solidFill>
                  <a:srgbClr val="1C2A40"/>
                </a:solidFill>
                <a:latin typeface="Nimbus Sans"/>
                <a:ea typeface="Nimbus Sans"/>
                <a:cs typeface="Nimbus Sans"/>
              </a:defRPr>
            </a:lvl2pPr>
            <a:lvl3pPr algn="l">
              <a:defRPr sz="3975" b="1">
                <a:solidFill>
                  <a:srgbClr val="1C2A40"/>
                </a:solidFill>
                <a:latin typeface="Nimbus Sans"/>
                <a:ea typeface="Nimbus Sans"/>
                <a:cs typeface="Nimbus Sans"/>
              </a:defRPr>
            </a:lvl3pPr>
            <a:lvl4pPr algn="l">
              <a:defRPr sz="3975" b="1">
                <a:solidFill>
                  <a:srgbClr val="1C2A40"/>
                </a:solidFill>
                <a:latin typeface="Nimbus Sans"/>
                <a:ea typeface="Nimbus Sans"/>
                <a:cs typeface="Nimbus Sans"/>
              </a:defRPr>
            </a:lvl4pPr>
            <a:lvl5pPr algn="l">
              <a:defRPr sz="3975" b="1">
                <a:solidFill>
                  <a:srgbClr val="1C2A40"/>
                </a:solidFill>
                <a:latin typeface="Nimbus Sans"/>
                <a:ea typeface="Nimbus Sans"/>
                <a:cs typeface="Nimbus Sans"/>
              </a:defRPr>
            </a:lvl5pPr>
            <a:lvl6pPr algn="l">
              <a:defRPr sz="3975" b="1">
                <a:solidFill>
                  <a:srgbClr val="1C2A40"/>
                </a:solidFill>
                <a:latin typeface="Nimbus Sans"/>
                <a:ea typeface="Nimbus Sans"/>
                <a:cs typeface="Nimbus Sans"/>
              </a:defRPr>
            </a:lvl6pPr>
            <a:lvl7pPr algn="l">
              <a:defRPr sz="3975" b="1">
                <a:solidFill>
                  <a:srgbClr val="1C2A40"/>
                </a:solidFill>
                <a:latin typeface="Nimbus Sans"/>
                <a:ea typeface="Nimbus Sans"/>
                <a:cs typeface="Nimbus Sans"/>
              </a:defRPr>
            </a:lvl7pPr>
            <a:lvl8pPr algn="l">
              <a:defRPr sz="3975" b="1">
                <a:solidFill>
                  <a:srgbClr val="1C2A40"/>
                </a:solidFill>
                <a:latin typeface="Nimbus Sans"/>
                <a:ea typeface="Nimbus Sans"/>
                <a:cs typeface="Nimbus Sans"/>
              </a:defRPr>
            </a:lvl8pPr>
            <a:lvl9pPr algn="l">
              <a:defRPr sz="3975" b="1">
                <a:solidFill>
                  <a:srgbClr val="1C2A40"/>
                </a:solidFill>
                <a:latin typeface="Nimbus Sans"/>
                <a:ea typeface="Nimbus Sans"/>
                <a:cs typeface="Nimbus Sans"/>
              </a:defRPr>
            </a:lvl9pPr>
          </a:lstStyle>
          <a:p xmlns:a="http://schemas.openxmlformats.org/drawingml/2006/main">
            <a:pPr algn="l">
              <a:defRPr sz="3975" b="1">
                <a:solidFill>
                  <a:srgbClr val="1C2A40"/>
                </a:solidFill>
                <a:latin typeface="Nimbus Sans"/>
                <a:ea typeface="Nimbus Sans"/>
                <a:cs typeface="Nimbus Sans"/>
              </a:defRPr>
            </a:pPr>
            <a:r>
              <a:rPr sz="3975" b="1">
                <a:solidFill>
                  <a:srgbClr val="1C2A40"/>
                </a:solidFill>
                <a:latin typeface="Nimbus Sans"/>
                <a:ea typeface="Nimbus Sans"/>
                <a:cs typeface="Nimbus Sans"/>
              </a:rPr>
              <a:t>of 5G SCAS Tests</a:t>
            </a:r>
          </a:p>
        </p:txBody>
      </p:sp>
      <p:sp>
        <p:nvSpPr>
          <p:cNvPr id="6" name="f6">
            <a:extLst xmlns:a="http://schemas.openxmlformats.org/drawingml/2006/main">
              <a:ext uri="{FF2B5EF4-FFF2-40B4-BE49-F238E27FC236}">
                <a16:creationId xmlns:a16="http://schemas.microsoft.com/office/drawing/2014/main" id="{B9EB4D07-8F9C-47C3-B443-52293CC98128}"/>
              </a:ext>
            </a:extLst>
          </p:cNvPr>
          <p:cNvSpPr>
            <a:spLocks xmlns:a="http://schemas.openxmlformats.org/drawingml/2006/main" noGrp="1"/>
          </p:cNvSpPr>
          <p:nvPr/>
        </p:nvSpPr>
        <p:spPr>
          <a:xfrm xmlns:a="http://schemas.openxmlformats.org/drawingml/2006/main">
            <a:off x="1066800" y="4333970"/>
            <a:ext cx="7332911" cy="68151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3975" b="1">
                <a:solidFill>
                  <a:srgbClr val="1C2A40"/>
                </a:solidFill>
                <a:latin typeface="Nimbus Sans"/>
                <a:ea typeface="Nimbus Sans"/>
                <a:cs typeface="Nimbus Sans"/>
              </a:defRPr>
            </a:defPPr>
            <a:lvl1pPr algn="l">
              <a:defRPr sz="3975" b="1">
                <a:solidFill>
                  <a:srgbClr val="1C2A40"/>
                </a:solidFill>
                <a:latin typeface="Nimbus Sans"/>
                <a:ea typeface="Nimbus Sans"/>
                <a:cs typeface="Nimbus Sans"/>
              </a:defRPr>
            </a:lvl1pPr>
            <a:lvl2pPr algn="l">
              <a:defRPr sz="3975" b="1">
                <a:solidFill>
                  <a:srgbClr val="1C2A40"/>
                </a:solidFill>
                <a:latin typeface="Nimbus Sans"/>
                <a:ea typeface="Nimbus Sans"/>
                <a:cs typeface="Nimbus Sans"/>
              </a:defRPr>
            </a:lvl2pPr>
            <a:lvl3pPr algn="l">
              <a:defRPr sz="3975" b="1">
                <a:solidFill>
                  <a:srgbClr val="1C2A40"/>
                </a:solidFill>
                <a:latin typeface="Nimbus Sans"/>
                <a:ea typeface="Nimbus Sans"/>
                <a:cs typeface="Nimbus Sans"/>
              </a:defRPr>
            </a:lvl3pPr>
            <a:lvl4pPr algn="l">
              <a:defRPr sz="3975" b="1">
                <a:solidFill>
                  <a:srgbClr val="1C2A40"/>
                </a:solidFill>
                <a:latin typeface="Nimbus Sans"/>
                <a:ea typeface="Nimbus Sans"/>
                <a:cs typeface="Nimbus Sans"/>
              </a:defRPr>
            </a:lvl4pPr>
            <a:lvl5pPr algn="l">
              <a:defRPr sz="3975" b="1">
                <a:solidFill>
                  <a:srgbClr val="1C2A40"/>
                </a:solidFill>
                <a:latin typeface="Nimbus Sans"/>
                <a:ea typeface="Nimbus Sans"/>
                <a:cs typeface="Nimbus Sans"/>
              </a:defRPr>
            </a:lvl5pPr>
            <a:lvl6pPr algn="l">
              <a:defRPr sz="3975" b="1">
                <a:solidFill>
                  <a:srgbClr val="1C2A40"/>
                </a:solidFill>
                <a:latin typeface="Nimbus Sans"/>
                <a:ea typeface="Nimbus Sans"/>
                <a:cs typeface="Nimbus Sans"/>
              </a:defRPr>
            </a:lvl6pPr>
            <a:lvl7pPr algn="l">
              <a:defRPr sz="3975" b="1">
                <a:solidFill>
                  <a:srgbClr val="1C2A40"/>
                </a:solidFill>
                <a:latin typeface="Nimbus Sans"/>
                <a:ea typeface="Nimbus Sans"/>
                <a:cs typeface="Nimbus Sans"/>
              </a:defRPr>
            </a:lvl7pPr>
            <a:lvl8pPr algn="l">
              <a:defRPr sz="3975" b="1">
                <a:solidFill>
                  <a:srgbClr val="1C2A40"/>
                </a:solidFill>
                <a:latin typeface="Nimbus Sans"/>
                <a:ea typeface="Nimbus Sans"/>
                <a:cs typeface="Nimbus Sans"/>
              </a:defRPr>
            </a:lvl8pPr>
            <a:lvl9pPr algn="l">
              <a:defRPr sz="3975" b="1">
                <a:solidFill>
                  <a:srgbClr val="1C2A40"/>
                </a:solidFill>
                <a:latin typeface="Nimbus Sans"/>
                <a:ea typeface="Nimbus Sans"/>
                <a:cs typeface="Nimbus Sans"/>
              </a:defRPr>
            </a:lvl9pPr>
          </a:lstStyle>
          <a:p xmlns:a="http://schemas.openxmlformats.org/drawingml/2006/main">
            <a:pPr algn="l">
              <a:defRPr sz="3975" b="1">
                <a:solidFill>
                  <a:srgbClr val="1C2A40"/>
                </a:solidFill>
                <a:latin typeface="Nimbus Sans"/>
                <a:ea typeface="Nimbus Sans"/>
                <a:cs typeface="Nimbus Sans"/>
              </a:defRPr>
            </a:pPr>
            <a:r>
              <a:rPr sz="3975" b="1">
                <a:solidFill>
                  <a:srgbClr val="1C2A40"/>
                </a:solidFill>
                <a:latin typeface="Nimbus Sans"/>
                <a:ea typeface="Nimbus Sans"/>
                <a:cs typeface="Nimbus Sans"/>
              </a:rPr>
              <a:t>from Network Traffic Captures</a:t>
            </a:r>
          </a:p>
        </p:txBody>
      </p:sp>
      <p:sp>
        <p:nvSpPr>
          <p:cNvPr id="7" name="f7">
            <a:extLst xmlns:a="http://schemas.openxmlformats.org/drawingml/2006/main">
              <a:ext uri="{FF2B5EF4-FFF2-40B4-BE49-F238E27FC236}">
                <a16:creationId xmlns:a16="http://schemas.microsoft.com/office/drawing/2014/main" id="{BAA01CE2-BF7B-4270-9426-279854C05F5C}"/>
              </a:ext>
            </a:extLst>
          </p:cNvPr>
          <p:cNvSpPr>
            <a:spLocks xmlns:a="http://schemas.openxmlformats.org/drawingml/2006/main" noGrp="1"/>
          </p:cNvSpPr>
          <p:nvPr/>
        </p:nvSpPr>
        <p:spPr>
          <a:xfrm xmlns:a="http://schemas.openxmlformats.org/drawingml/2006/main">
            <a:off x="1066800" y="6083999"/>
            <a:ext cx="1094333" cy="28289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1650" b="0">
                <a:solidFill>
                  <a:srgbClr val="65758B"/>
                </a:solidFill>
                <a:latin typeface="Nimbus Sans"/>
                <a:ea typeface="Nimbus Sans"/>
                <a:cs typeface="Nimbus Sans"/>
              </a:defRPr>
            </a:defPPr>
            <a:lvl1pPr algn="l">
              <a:defRPr sz="1650" b="0">
                <a:solidFill>
                  <a:srgbClr val="65758B"/>
                </a:solidFill>
                <a:latin typeface="Nimbus Sans"/>
                <a:ea typeface="Nimbus Sans"/>
                <a:cs typeface="Nimbus Sans"/>
              </a:defRPr>
            </a:lvl1pPr>
            <a:lvl2pPr algn="l">
              <a:defRPr sz="1650" b="0">
                <a:solidFill>
                  <a:srgbClr val="65758B"/>
                </a:solidFill>
                <a:latin typeface="Nimbus Sans"/>
                <a:ea typeface="Nimbus Sans"/>
                <a:cs typeface="Nimbus Sans"/>
              </a:defRPr>
            </a:lvl2pPr>
            <a:lvl3pPr algn="l">
              <a:defRPr sz="1650" b="0">
                <a:solidFill>
                  <a:srgbClr val="65758B"/>
                </a:solidFill>
                <a:latin typeface="Nimbus Sans"/>
                <a:ea typeface="Nimbus Sans"/>
                <a:cs typeface="Nimbus Sans"/>
              </a:defRPr>
            </a:lvl3pPr>
            <a:lvl4pPr algn="l">
              <a:defRPr sz="1650" b="0">
                <a:solidFill>
                  <a:srgbClr val="65758B"/>
                </a:solidFill>
                <a:latin typeface="Nimbus Sans"/>
                <a:ea typeface="Nimbus Sans"/>
                <a:cs typeface="Nimbus Sans"/>
              </a:defRPr>
            </a:lvl4pPr>
            <a:lvl5pPr algn="l">
              <a:defRPr sz="1650" b="0">
                <a:solidFill>
                  <a:srgbClr val="65758B"/>
                </a:solidFill>
                <a:latin typeface="Nimbus Sans"/>
                <a:ea typeface="Nimbus Sans"/>
                <a:cs typeface="Nimbus Sans"/>
              </a:defRPr>
            </a:lvl5pPr>
            <a:lvl6pPr algn="l">
              <a:defRPr sz="1650" b="0">
                <a:solidFill>
                  <a:srgbClr val="65758B"/>
                </a:solidFill>
                <a:latin typeface="Nimbus Sans"/>
                <a:ea typeface="Nimbus Sans"/>
                <a:cs typeface="Nimbus Sans"/>
              </a:defRPr>
            </a:lvl6pPr>
            <a:lvl7pPr algn="l">
              <a:defRPr sz="1650" b="0">
                <a:solidFill>
                  <a:srgbClr val="65758B"/>
                </a:solidFill>
                <a:latin typeface="Nimbus Sans"/>
                <a:ea typeface="Nimbus Sans"/>
                <a:cs typeface="Nimbus Sans"/>
              </a:defRPr>
            </a:lvl7pPr>
            <a:lvl8pPr algn="l">
              <a:defRPr sz="1650" b="0">
                <a:solidFill>
                  <a:srgbClr val="65758B"/>
                </a:solidFill>
                <a:latin typeface="Nimbus Sans"/>
                <a:ea typeface="Nimbus Sans"/>
                <a:cs typeface="Nimbus Sans"/>
              </a:defRPr>
            </a:lvl8pPr>
            <a:lvl9pPr algn="l">
              <a:defRPr sz="1650" b="0">
                <a:solidFill>
                  <a:srgbClr val="65758B"/>
                </a:solidFill>
                <a:latin typeface="Nimbus Sans"/>
                <a:ea typeface="Nimbus Sans"/>
                <a:cs typeface="Nimbus Sans"/>
              </a:defRPr>
            </a:lvl9pPr>
          </a:lstStyle>
          <a:p xmlns:a="http://schemas.openxmlformats.org/drawingml/2006/main">
            <a:pPr algn="l">
              <a:defRPr sz="1650" b="0">
                <a:solidFill>
                  <a:srgbClr val="65758B"/>
                </a:solidFill>
                <a:latin typeface="Nimbus Sans"/>
                <a:ea typeface="Nimbus Sans"/>
                <a:cs typeface="Nimbus Sans"/>
              </a:defRPr>
            </a:pPr>
            <a:r>
              <a:rPr sz="1650" b="0">
                <a:solidFill>
                  <a:srgbClr val="65758B"/>
                </a:solidFill>
                <a:latin typeface="Nimbus Sans"/>
                <a:ea typeface="Nimbus Sans"/>
                <a:cs typeface="Nimbus Sans"/>
              </a:rPr>
              <a:t>Laureando</a:t>
            </a:r>
          </a:p>
        </p:txBody>
      </p:sp>
      <p:sp>
        <p:nvSpPr>
          <p:cNvPr id="8" name="f8">
            <a:extLst xmlns:a="http://schemas.openxmlformats.org/drawingml/2006/main">
              <a:ext uri="{FF2B5EF4-FFF2-40B4-BE49-F238E27FC236}">
                <a16:creationId xmlns:a16="http://schemas.microsoft.com/office/drawing/2014/main" id="{B10A086E-7A54-47A7-898F-29BA2D5795D2}"/>
              </a:ext>
            </a:extLst>
          </p:cNvPr>
          <p:cNvSpPr>
            <a:spLocks xmlns:a="http://schemas.openxmlformats.org/drawingml/2006/main" noGrp="1"/>
          </p:cNvSpPr>
          <p:nvPr/>
        </p:nvSpPr>
        <p:spPr>
          <a:xfrm xmlns:a="http://schemas.openxmlformats.org/drawingml/2006/main">
            <a:off x="1066800" y="6411278"/>
            <a:ext cx="2657921" cy="38576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2250" b="1">
                <a:solidFill>
                  <a:srgbClr val="1C2A40"/>
                </a:solidFill>
                <a:latin typeface="Nimbus Sans"/>
                <a:ea typeface="Nimbus Sans"/>
                <a:cs typeface="Nimbus Sans"/>
              </a:defRPr>
            </a:defPPr>
            <a:lvl1pPr algn="l">
              <a:defRPr sz="2250" b="1">
                <a:solidFill>
                  <a:srgbClr val="1C2A40"/>
                </a:solidFill>
                <a:latin typeface="Nimbus Sans"/>
                <a:ea typeface="Nimbus Sans"/>
                <a:cs typeface="Nimbus Sans"/>
              </a:defRPr>
            </a:lvl1pPr>
            <a:lvl2pPr algn="l">
              <a:defRPr sz="2250" b="1">
                <a:solidFill>
                  <a:srgbClr val="1C2A40"/>
                </a:solidFill>
                <a:latin typeface="Nimbus Sans"/>
                <a:ea typeface="Nimbus Sans"/>
                <a:cs typeface="Nimbus Sans"/>
              </a:defRPr>
            </a:lvl2pPr>
            <a:lvl3pPr algn="l">
              <a:defRPr sz="2250" b="1">
                <a:solidFill>
                  <a:srgbClr val="1C2A40"/>
                </a:solidFill>
                <a:latin typeface="Nimbus Sans"/>
                <a:ea typeface="Nimbus Sans"/>
                <a:cs typeface="Nimbus Sans"/>
              </a:defRPr>
            </a:lvl3pPr>
            <a:lvl4pPr algn="l">
              <a:defRPr sz="2250" b="1">
                <a:solidFill>
                  <a:srgbClr val="1C2A40"/>
                </a:solidFill>
                <a:latin typeface="Nimbus Sans"/>
                <a:ea typeface="Nimbus Sans"/>
                <a:cs typeface="Nimbus Sans"/>
              </a:defRPr>
            </a:lvl4pPr>
            <a:lvl5pPr algn="l">
              <a:defRPr sz="2250" b="1">
                <a:solidFill>
                  <a:srgbClr val="1C2A40"/>
                </a:solidFill>
                <a:latin typeface="Nimbus Sans"/>
                <a:ea typeface="Nimbus Sans"/>
                <a:cs typeface="Nimbus Sans"/>
              </a:defRPr>
            </a:lvl5pPr>
            <a:lvl6pPr algn="l">
              <a:defRPr sz="2250" b="1">
                <a:solidFill>
                  <a:srgbClr val="1C2A40"/>
                </a:solidFill>
                <a:latin typeface="Nimbus Sans"/>
                <a:ea typeface="Nimbus Sans"/>
                <a:cs typeface="Nimbus Sans"/>
              </a:defRPr>
            </a:lvl6pPr>
            <a:lvl7pPr algn="l">
              <a:defRPr sz="2250" b="1">
                <a:solidFill>
                  <a:srgbClr val="1C2A40"/>
                </a:solidFill>
                <a:latin typeface="Nimbus Sans"/>
                <a:ea typeface="Nimbus Sans"/>
                <a:cs typeface="Nimbus Sans"/>
              </a:defRPr>
            </a:lvl7pPr>
            <a:lvl8pPr algn="l">
              <a:defRPr sz="2250" b="1">
                <a:solidFill>
                  <a:srgbClr val="1C2A40"/>
                </a:solidFill>
                <a:latin typeface="Nimbus Sans"/>
                <a:ea typeface="Nimbus Sans"/>
                <a:cs typeface="Nimbus Sans"/>
              </a:defRPr>
            </a:lvl8pPr>
            <a:lvl9pPr algn="l">
              <a:defRPr sz="2250" b="1">
                <a:solidFill>
                  <a:srgbClr val="1C2A40"/>
                </a:solidFill>
                <a:latin typeface="Nimbus Sans"/>
                <a:ea typeface="Nimbus Sans"/>
                <a:cs typeface="Nimbus Sans"/>
              </a:defRPr>
            </a:lvl9pPr>
          </a:lstStyle>
          <a:p xmlns:a="http://schemas.openxmlformats.org/drawingml/2006/main">
            <a:pPr algn="l">
              <a:defRPr sz="2250" b="1">
                <a:solidFill>
                  <a:srgbClr val="1C2A40"/>
                </a:solidFill>
                <a:latin typeface="Nimbus Sans"/>
                <a:ea typeface="Nimbus Sans"/>
                <a:cs typeface="Nimbus Sans"/>
              </a:defRPr>
            </a:pPr>
            <a:r>
              <a:rPr sz="2250" b="1">
                <a:solidFill>
                  <a:srgbClr val="1C2A40"/>
                </a:solidFill>
                <a:latin typeface="Nimbus Sans"/>
                <a:ea typeface="Nimbus Sans"/>
                <a:cs typeface="Nimbus Sans"/>
              </a:rPr>
              <a:t>Samuele De Santis</a:t>
            </a:r>
          </a:p>
        </p:txBody>
      </p:sp>
      <p:sp>
        <p:nvSpPr>
          <p:cNvPr id="9" name="f9">
            <a:extLst xmlns:a="http://schemas.openxmlformats.org/drawingml/2006/main">
              <a:ext uri="{FF2B5EF4-FFF2-40B4-BE49-F238E27FC236}">
                <a16:creationId xmlns:a16="http://schemas.microsoft.com/office/drawing/2014/main" id="{F4CCD352-B196-447C-B59D-1EB1E103150D}"/>
              </a:ext>
            </a:extLst>
          </p:cNvPr>
          <p:cNvSpPr>
            <a:spLocks xmlns:a="http://schemas.openxmlformats.org/drawingml/2006/main" noGrp="1"/>
          </p:cNvSpPr>
          <p:nvPr/>
        </p:nvSpPr>
        <p:spPr>
          <a:xfrm xmlns:a="http://schemas.openxmlformats.org/drawingml/2006/main">
            <a:off x="1066800" y="7022306"/>
            <a:ext cx="3413224" cy="3214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1875" b="0">
                <a:solidFill>
                  <a:srgbClr val="1C2A40"/>
                </a:solidFill>
                <a:latin typeface="Nimbus Sans"/>
                <a:ea typeface="Nimbus Sans"/>
                <a:cs typeface="Nimbus Sans"/>
              </a:defRPr>
            </a:defPPr>
            <a:lvl1pPr algn="l">
              <a:defRPr sz="1875" b="0">
                <a:solidFill>
                  <a:srgbClr val="1C2A40"/>
                </a:solidFill>
                <a:latin typeface="Nimbus Sans"/>
                <a:ea typeface="Nimbus Sans"/>
                <a:cs typeface="Nimbus Sans"/>
              </a:defRPr>
            </a:lvl1pPr>
            <a:lvl2pPr algn="l">
              <a:defRPr sz="1875" b="0">
                <a:solidFill>
                  <a:srgbClr val="1C2A40"/>
                </a:solidFill>
                <a:latin typeface="Nimbus Sans"/>
                <a:ea typeface="Nimbus Sans"/>
                <a:cs typeface="Nimbus Sans"/>
              </a:defRPr>
            </a:lvl2pPr>
            <a:lvl3pPr algn="l">
              <a:defRPr sz="1875" b="0">
                <a:solidFill>
                  <a:srgbClr val="1C2A40"/>
                </a:solidFill>
                <a:latin typeface="Nimbus Sans"/>
                <a:ea typeface="Nimbus Sans"/>
                <a:cs typeface="Nimbus Sans"/>
              </a:defRPr>
            </a:lvl3pPr>
            <a:lvl4pPr algn="l">
              <a:defRPr sz="1875" b="0">
                <a:solidFill>
                  <a:srgbClr val="1C2A40"/>
                </a:solidFill>
                <a:latin typeface="Nimbus Sans"/>
                <a:ea typeface="Nimbus Sans"/>
                <a:cs typeface="Nimbus Sans"/>
              </a:defRPr>
            </a:lvl4pPr>
            <a:lvl5pPr algn="l">
              <a:defRPr sz="1875" b="0">
                <a:solidFill>
                  <a:srgbClr val="1C2A40"/>
                </a:solidFill>
                <a:latin typeface="Nimbus Sans"/>
                <a:ea typeface="Nimbus Sans"/>
                <a:cs typeface="Nimbus Sans"/>
              </a:defRPr>
            </a:lvl5pPr>
            <a:lvl6pPr algn="l">
              <a:defRPr sz="1875" b="0">
                <a:solidFill>
                  <a:srgbClr val="1C2A40"/>
                </a:solidFill>
                <a:latin typeface="Nimbus Sans"/>
                <a:ea typeface="Nimbus Sans"/>
                <a:cs typeface="Nimbus Sans"/>
              </a:defRPr>
            </a:lvl6pPr>
            <a:lvl7pPr algn="l">
              <a:defRPr sz="1875" b="0">
                <a:solidFill>
                  <a:srgbClr val="1C2A40"/>
                </a:solidFill>
                <a:latin typeface="Nimbus Sans"/>
                <a:ea typeface="Nimbus Sans"/>
                <a:cs typeface="Nimbus Sans"/>
              </a:defRPr>
            </a:lvl7pPr>
            <a:lvl8pPr algn="l">
              <a:defRPr sz="1875" b="0">
                <a:solidFill>
                  <a:srgbClr val="1C2A40"/>
                </a:solidFill>
                <a:latin typeface="Nimbus Sans"/>
                <a:ea typeface="Nimbus Sans"/>
                <a:cs typeface="Nimbus Sans"/>
              </a:defRPr>
            </a:lvl8pPr>
            <a:lvl9pPr algn="l">
              <a:defRPr sz="1875" b="0">
                <a:solidFill>
                  <a:srgbClr val="1C2A40"/>
                </a:solidFill>
                <a:latin typeface="Nimbus Sans"/>
                <a:ea typeface="Nimbus Sans"/>
                <a:cs typeface="Nimbus Sans"/>
              </a:defRPr>
            </a:lvl9pPr>
          </a:lstStyle>
          <a:p xmlns:a="http://schemas.openxmlformats.org/drawingml/2006/main">
            <a:pPr algn="l">
              <a:defRPr sz="1875" b="0">
                <a:solidFill>
                  <a:srgbClr val="1C2A40"/>
                </a:solidFill>
                <a:latin typeface="Nimbus Sans"/>
                <a:ea typeface="Nimbus Sans"/>
                <a:cs typeface="Nimbus Sans"/>
              </a:defRPr>
            </a:pPr>
            <a:r>
              <a:rPr sz="1875" b="0">
                <a:solidFill>
                  <a:srgbClr val="1C2A40"/>
                </a:solidFill>
                <a:latin typeface="Nimbus Sans"/>
                <a:ea typeface="Nimbus Sans"/>
                <a:cs typeface="Nimbus Sans"/>
              </a:rPr>
              <a:t>Relatrice: Prof.ssa Paola Vocca</a:t>
            </a:r>
          </a:p>
        </p:txBody>
      </p:sp>
      <p:sp>
        <p:nvSpPr>
          <p:cNvPr id="10" name="f10">
            <a:extLst xmlns:a="http://schemas.openxmlformats.org/drawingml/2006/main">
              <a:ext uri="{FF2B5EF4-FFF2-40B4-BE49-F238E27FC236}">
                <a16:creationId xmlns:a16="http://schemas.microsoft.com/office/drawing/2014/main" id="{19FC48A5-5349-4C14-95E7-6737949F6E16}"/>
              </a:ext>
            </a:extLst>
          </p:cNvPr>
          <p:cNvSpPr>
            <a:spLocks xmlns:a="http://schemas.openxmlformats.org/drawingml/2006/main" noGrp="1"/>
          </p:cNvSpPr>
          <p:nvPr/>
        </p:nvSpPr>
        <p:spPr>
          <a:xfrm xmlns:a="http://schemas.openxmlformats.org/drawingml/2006/main">
            <a:off x="1066800" y="7403306"/>
            <a:ext cx="3965079" cy="3214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1875" b="0">
                <a:solidFill>
                  <a:srgbClr val="1C2A40"/>
                </a:solidFill>
                <a:latin typeface="Nimbus Sans"/>
                <a:ea typeface="Nimbus Sans"/>
                <a:cs typeface="Nimbus Sans"/>
              </a:defRPr>
            </a:defPPr>
            <a:lvl1pPr algn="l">
              <a:defRPr sz="1875" b="0">
                <a:solidFill>
                  <a:srgbClr val="1C2A40"/>
                </a:solidFill>
                <a:latin typeface="Nimbus Sans"/>
                <a:ea typeface="Nimbus Sans"/>
                <a:cs typeface="Nimbus Sans"/>
              </a:defRPr>
            </a:lvl1pPr>
            <a:lvl2pPr algn="l">
              <a:defRPr sz="1875" b="0">
                <a:solidFill>
                  <a:srgbClr val="1C2A40"/>
                </a:solidFill>
                <a:latin typeface="Nimbus Sans"/>
                <a:ea typeface="Nimbus Sans"/>
                <a:cs typeface="Nimbus Sans"/>
              </a:defRPr>
            </a:lvl2pPr>
            <a:lvl3pPr algn="l">
              <a:defRPr sz="1875" b="0">
                <a:solidFill>
                  <a:srgbClr val="1C2A40"/>
                </a:solidFill>
                <a:latin typeface="Nimbus Sans"/>
                <a:ea typeface="Nimbus Sans"/>
                <a:cs typeface="Nimbus Sans"/>
              </a:defRPr>
            </a:lvl3pPr>
            <a:lvl4pPr algn="l">
              <a:defRPr sz="1875" b="0">
                <a:solidFill>
                  <a:srgbClr val="1C2A40"/>
                </a:solidFill>
                <a:latin typeface="Nimbus Sans"/>
                <a:ea typeface="Nimbus Sans"/>
                <a:cs typeface="Nimbus Sans"/>
              </a:defRPr>
            </a:lvl4pPr>
            <a:lvl5pPr algn="l">
              <a:defRPr sz="1875" b="0">
                <a:solidFill>
                  <a:srgbClr val="1C2A40"/>
                </a:solidFill>
                <a:latin typeface="Nimbus Sans"/>
                <a:ea typeface="Nimbus Sans"/>
                <a:cs typeface="Nimbus Sans"/>
              </a:defRPr>
            </a:lvl5pPr>
            <a:lvl6pPr algn="l">
              <a:defRPr sz="1875" b="0">
                <a:solidFill>
                  <a:srgbClr val="1C2A40"/>
                </a:solidFill>
                <a:latin typeface="Nimbus Sans"/>
                <a:ea typeface="Nimbus Sans"/>
                <a:cs typeface="Nimbus Sans"/>
              </a:defRPr>
            </a:lvl6pPr>
            <a:lvl7pPr algn="l">
              <a:defRPr sz="1875" b="0">
                <a:solidFill>
                  <a:srgbClr val="1C2A40"/>
                </a:solidFill>
                <a:latin typeface="Nimbus Sans"/>
                <a:ea typeface="Nimbus Sans"/>
                <a:cs typeface="Nimbus Sans"/>
              </a:defRPr>
            </a:lvl7pPr>
            <a:lvl8pPr algn="l">
              <a:defRPr sz="1875" b="0">
                <a:solidFill>
                  <a:srgbClr val="1C2A40"/>
                </a:solidFill>
                <a:latin typeface="Nimbus Sans"/>
                <a:ea typeface="Nimbus Sans"/>
                <a:cs typeface="Nimbus Sans"/>
              </a:defRPr>
            </a:lvl8pPr>
            <a:lvl9pPr algn="l">
              <a:defRPr sz="1875" b="0">
                <a:solidFill>
                  <a:srgbClr val="1C2A40"/>
                </a:solidFill>
                <a:latin typeface="Nimbus Sans"/>
                <a:ea typeface="Nimbus Sans"/>
                <a:cs typeface="Nimbus Sans"/>
              </a:defRPr>
            </a:lvl9pPr>
          </a:lstStyle>
          <a:p xmlns:a="http://schemas.openxmlformats.org/drawingml/2006/main">
            <a:pPr algn="l">
              <a:defRPr sz="1875" b="0">
                <a:solidFill>
                  <a:srgbClr val="1C2A40"/>
                </a:solidFill>
                <a:latin typeface="Nimbus Sans"/>
                <a:ea typeface="Nimbus Sans"/>
                <a:cs typeface="Nimbus Sans"/>
              </a:defRPr>
            </a:pPr>
            <a:r>
              <a:rPr sz="1875" b="0">
                <a:solidFill>
                  <a:srgbClr val="1C2A40"/>
                </a:solidFill>
                <a:latin typeface="Nimbus Sans"/>
                <a:ea typeface="Nimbus Sans"/>
                <a:cs typeface="Nimbus Sans"/>
              </a:rPr>
              <a:t>Correlatore: Dott. Francesco Mancini</a:t>
            </a:r>
          </a:p>
        </p:txBody>
      </p:sp>
      <p:sp>
        <p:nvSpPr>
          <p:cNvPr id="11" name="f11">
            <a:extLst xmlns:a="http://schemas.openxmlformats.org/drawingml/2006/main">
              <a:ext uri="{FF2B5EF4-FFF2-40B4-BE49-F238E27FC236}">
                <a16:creationId xmlns:a16="http://schemas.microsoft.com/office/drawing/2014/main" id="{563213A8-378D-4A96-803E-A96178865655}"/>
              </a:ext>
            </a:extLst>
          </p:cNvPr>
          <p:cNvSpPr>
            <a:spLocks xmlns:a="http://schemas.openxmlformats.org/drawingml/2006/main" noGrp="1"/>
          </p:cNvSpPr>
          <p:nvPr/>
        </p:nvSpPr>
        <p:spPr>
          <a:xfrm xmlns:a="http://schemas.openxmlformats.org/drawingml/2006/main">
            <a:off x="1066800" y="7877937"/>
            <a:ext cx="3061990" cy="30861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1800" b="0">
                <a:solidFill>
                  <a:srgbClr val="65758B"/>
                </a:solidFill>
                <a:latin typeface="Nimbus Sans"/>
                <a:ea typeface="Nimbus Sans"/>
                <a:cs typeface="Nimbus Sans"/>
              </a:defRPr>
            </a:defPPr>
            <a:lvl1pPr algn="l">
              <a:defRPr sz="1800" b="0">
                <a:solidFill>
                  <a:srgbClr val="65758B"/>
                </a:solidFill>
                <a:latin typeface="Nimbus Sans"/>
                <a:ea typeface="Nimbus Sans"/>
                <a:cs typeface="Nimbus Sans"/>
              </a:defRPr>
            </a:lvl1pPr>
            <a:lvl2pPr algn="l">
              <a:defRPr sz="1800" b="0">
                <a:solidFill>
                  <a:srgbClr val="65758B"/>
                </a:solidFill>
                <a:latin typeface="Nimbus Sans"/>
                <a:ea typeface="Nimbus Sans"/>
                <a:cs typeface="Nimbus Sans"/>
              </a:defRPr>
            </a:lvl2pPr>
            <a:lvl3pPr algn="l">
              <a:defRPr sz="1800" b="0">
                <a:solidFill>
                  <a:srgbClr val="65758B"/>
                </a:solidFill>
                <a:latin typeface="Nimbus Sans"/>
                <a:ea typeface="Nimbus Sans"/>
                <a:cs typeface="Nimbus Sans"/>
              </a:defRPr>
            </a:lvl3pPr>
            <a:lvl4pPr algn="l">
              <a:defRPr sz="1800" b="0">
                <a:solidFill>
                  <a:srgbClr val="65758B"/>
                </a:solidFill>
                <a:latin typeface="Nimbus Sans"/>
                <a:ea typeface="Nimbus Sans"/>
                <a:cs typeface="Nimbus Sans"/>
              </a:defRPr>
            </a:lvl4pPr>
            <a:lvl5pPr algn="l">
              <a:defRPr sz="1800" b="0">
                <a:solidFill>
                  <a:srgbClr val="65758B"/>
                </a:solidFill>
                <a:latin typeface="Nimbus Sans"/>
                <a:ea typeface="Nimbus Sans"/>
                <a:cs typeface="Nimbus Sans"/>
              </a:defRPr>
            </a:lvl5pPr>
            <a:lvl6pPr algn="l">
              <a:defRPr sz="1800" b="0">
                <a:solidFill>
                  <a:srgbClr val="65758B"/>
                </a:solidFill>
                <a:latin typeface="Nimbus Sans"/>
                <a:ea typeface="Nimbus Sans"/>
                <a:cs typeface="Nimbus Sans"/>
              </a:defRPr>
            </a:lvl6pPr>
            <a:lvl7pPr algn="l">
              <a:defRPr sz="1800" b="0">
                <a:solidFill>
                  <a:srgbClr val="65758B"/>
                </a:solidFill>
                <a:latin typeface="Nimbus Sans"/>
                <a:ea typeface="Nimbus Sans"/>
                <a:cs typeface="Nimbus Sans"/>
              </a:defRPr>
            </a:lvl7pPr>
            <a:lvl8pPr algn="l">
              <a:defRPr sz="1800" b="0">
                <a:solidFill>
                  <a:srgbClr val="65758B"/>
                </a:solidFill>
                <a:latin typeface="Nimbus Sans"/>
                <a:ea typeface="Nimbus Sans"/>
                <a:cs typeface="Nimbus Sans"/>
              </a:defRPr>
            </a:lvl8pPr>
            <a:lvl9pPr algn="l">
              <a:defRPr sz="1800" b="0">
                <a:solidFill>
                  <a:srgbClr val="65758B"/>
                </a:solidFill>
                <a:latin typeface="Nimbus Sans"/>
                <a:ea typeface="Nimbus Sans"/>
                <a:cs typeface="Nimbus Sans"/>
              </a:defRPr>
            </a:lvl9pPr>
          </a:lstStyle>
          <a:p xmlns:a="http://schemas.openxmlformats.org/drawingml/2006/main">
            <a:pPr algn="l">
              <a:defRPr sz="1800" b="0">
                <a:solidFill>
                  <a:srgbClr val="65758B"/>
                </a:solidFill>
                <a:latin typeface="Nimbus Sans"/>
                <a:ea typeface="Nimbus Sans"/>
                <a:cs typeface="Nimbus Sans"/>
              </a:defRPr>
            </a:pPr>
            <a:r>
              <a:rPr sz="1800" b="0">
                <a:solidFill>
                  <a:srgbClr val="65758B"/>
                </a:solidFill>
                <a:latin typeface="Nimbus Sans"/>
                <a:ea typeface="Nimbus Sans"/>
                <a:cs typeface="Nimbus Sans"/>
              </a:rPr>
              <a:t>Anno accademico 2025/2026</a:t>
            </a:r>
          </a:p>
        </p:txBody>
      </p:sp>
      <p:sp>
        <p:nvSpPr>
          <p:cNvPr id="12" name="f12">
            <a:extLst xmlns:a="http://schemas.openxmlformats.org/drawingml/2006/main">
              <a:ext uri="{FF2B5EF4-FFF2-40B4-BE49-F238E27FC236}">
                <a16:creationId xmlns:a16="http://schemas.microsoft.com/office/drawing/2014/main" id="{D69C9BAE-B349-48BB-8E57-18F61A9C214F}"/>
              </a:ext>
            </a:extLst>
          </p:cNvPr>
          <p:cNvSpPr>
            <a:spLocks xmlns:a="http://schemas.openxmlformats.org/drawingml/2006/main" noGrp="1"/>
          </p:cNvSpPr>
          <p:nvPr/>
        </p:nvSpPr>
        <p:spPr>
          <a:xfrm xmlns:a="http://schemas.openxmlformats.org/drawingml/2006/main">
            <a:off x="12672864" y="3079147"/>
            <a:ext cx="905173" cy="39862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2325" b="1">
                <a:solidFill>
                  <a:srgbClr val="1C2A40"/>
                </a:solidFill>
                <a:latin typeface="Nimbus Sans"/>
                <a:ea typeface="Nimbus Sans"/>
                <a:cs typeface="Nimbus Sans"/>
              </a:defRPr>
            </a:defPPr>
            <a:lvl1pPr algn="l">
              <a:defRPr sz="2325" b="1">
                <a:solidFill>
                  <a:srgbClr val="1C2A40"/>
                </a:solidFill>
                <a:latin typeface="Nimbus Sans"/>
                <a:ea typeface="Nimbus Sans"/>
                <a:cs typeface="Nimbus Sans"/>
              </a:defRPr>
            </a:lvl1pPr>
            <a:lvl2pPr algn="l">
              <a:defRPr sz="2325" b="1">
                <a:solidFill>
                  <a:srgbClr val="1C2A40"/>
                </a:solidFill>
                <a:latin typeface="Nimbus Sans"/>
                <a:ea typeface="Nimbus Sans"/>
                <a:cs typeface="Nimbus Sans"/>
              </a:defRPr>
            </a:lvl2pPr>
            <a:lvl3pPr algn="l">
              <a:defRPr sz="2325" b="1">
                <a:solidFill>
                  <a:srgbClr val="1C2A40"/>
                </a:solidFill>
                <a:latin typeface="Nimbus Sans"/>
                <a:ea typeface="Nimbus Sans"/>
                <a:cs typeface="Nimbus Sans"/>
              </a:defRPr>
            </a:lvl3pPr>
            <a:lvl4pPr algn="l">
              <a:defRPr sz="2325" b="1">
                <a:solidFill>
                  <a:srgbClr val="1C2A40"/>
                </a:solidFill>
                <a:latin typeface="Nimbus Sans"/>
                <a:ea typeface="Nimbus Sans"/>
                <a:cs typeface="Nimbus Sans"/>
              </a:defRPr>
            </a:lvl4pPr>
            <a:lvl5pPr algn="l">
              <a:defRPr sz="2325" b="1">
                <a:solidFill>
                  <a:srgbClr val="1C2A40"/>
                </a:solidFill>
                <a:latin typeface="Nimbus Sans"/>
                <a:ea typeface="Nimbus Sans"/>
                <a:cs typeface="Nimbus Sans"/>
              </a:defRPr>
            </a:lvl5pPr>
            <a:lvl6pPr algn="l">
              <a:defRPr sz="2325" b="1">
                <a:solidFill>
                  <a:srgbClr val="1C2A40"/>
                </a:solidFill>
                <a:latin typeface="Nimbus Sans"/>
                <a:ea typeface="Nimbus Sans"/>
                <a:cs typeface="Nimbus Sans"/>
              </a:defRPr>
            </a:lvl6pPr>
            <a:lvl7pPr algn="l">
              <a:defRPr sz="2325" b="1">
                <a:solidFill>
                  <a:srgbClr val="1C2A40"/>
                </a:solidFill>
                <a:latin typeface="Nimbus Sans"/>
                <a:ea typeface="Nimbus Sans"/>
                <a:cs typeface="Nimbus Sans"/>
              </a:defRPr>
            </a:lvl7pPr>
            <a:lvl8pPr algn="l">
              <a:defRPr sz="2325" b="1">
                <a:solidFill>
                  <a:srgbClr val="1C2A40"/>
                </a:solidFill>
                <a:latin typeface="Nimbus Sans"/>
                <a:ea typeface="Nimbus Sans"/>
                <a:cs typeface="Nimbus Sans"/>
              </a:defRPr>
            </a:lvl8pPr>
            <a:lvl9pPr algn="l">
              <a:defRPr sz="2325" b="1">
                <a:solidFill>
                  <a:srgbClr val="1C2A40"/>
                </a:solidFill>
                <a:latin typeface="Nimbus Sans"/>
                <a:ea typeface="Nimbus Sans"/>
                <a:cs typeface="Nimbus Sans"/>
              </a:defRPr>
            </a:lvl9pPr>
          </a:lstStyle>
          <a:p xmlns:a="http://schemas.openxmlformats.org/drawingml/2006/main">
            <a:pPr algn="l">
              <a:defRPr sz="2325" b="1">
                <a:solidFill>
                  <a:srgbClr val="1C2A40"/>
                </a:solidFill>
                <a:latin typeface="Nimbus Sans"/>
                <a:ea typeface="Nimbus Sans"/>
                <a:cs typeface="Nimbus Sans"/>
              </a:defRPr>
            </a:pPr>
            <a:r>
              <a:rPr sz="2325" b="1">
                <a:solidFill>
                  <a:srgbClr val="1C2A40"/>
                </a:solidFill>
                <a:latin typeface="Nimbus Sans"/>
                <a:ea typeface="Nimbus Sans"/>
                <a:cs typeface="Nimbus Sans"/>
              </a:rPr>
              <a:t>PCAP</a:t>
            </a:r>
          </a:p>
        </p:txBody>
      </p:sp>
      <p:sp>
        <p:nvSpPr>
          <p:cNvPr id="13" name="f13">
            <a:extLst xmlns:a="http://schemas.openxmlformats.org/drawingml/2006/main">
              <a:ext uri="{FF2B5EF4-FFF2-40B4-BE49-F238E27FC236}">
                <a16:creationId xmlns:a16="http://schemas.microsoft.com/office/drawing/2014/main" id="{AA39C2D3-7313-4EEF-AAD7-EA4DC7F2B468}"/>
              </a:ext>
            </a:extLst>
          </p:cNvPr>
          <p:cNvSpPr>
            <a:spLocks xmlns:a="http://schemas.openxmlformats.org/drawingml/2006/main" noGrp="1"/>
          </p:cNvSpPr>
          <p:nvPr/>
        </p:nvSpPr>
        <p:spPr>
          <a:xfrm xmlns:a="http://schemas.openxmlformats.org/drawingml/2006/main">
            <a:off x="12411075" y="3475768"/>
            <a:ext cx="1428750" cy="29575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1725" b="0">
                <a:solidFill>
                  <a:srgbClr val="65758B"/>
                </a:solidFill>
                <a:latin typeface="Nimbus Sans"/>
                <a:ea typeface="Nimbus Sans"/>
                <a:cs typeface="Nimbus Sans"/>
              </a:defRPr>
            </a:defPPr>
            <a:lvl1pPr algn="l">
              <a:defRPr sz="1725" b="0">
                <a:solidFill>
                  <a:srgbClr val="65758B"/>
                </a:solidFill>
                <a:latin typeface="Nimbus Sans"/>
                <a:ea typeface="Nimbus Sans"/>
                <a:cs typeface="Nimbus Sans"/>
              </a:defRPr>
            </a:lvl1pPr>
            <a:lvl2pPr algn="l">
              <a:defRPr sz="1725" b="0">
                <a:solidFill>
                  <a:srgbClr val="65758B"/>
                </a:solidFill>
                <a:latin typeface="Nimbus Sans"/>
                <a:ea typeface="Nimbus Sans"/>
                <a:cs typeface="Nimbus Sans"/>
              </a:defRPr>
            </a:lvl2pPr>
            <a:lvl3pPr algn="l">
              <a:defRPr sz="1725" b="0">
                <a:solidFill>
                  <a:srgbClr val="65758B"/>
                </a:solidFill>
                <a:latin typeface="Nimbus Sans"/>
                <a:ea typeface="Nimbus Sans"/>
                <a:cs typeface="Nimbus Sans"/>
              </a:defRPr>
            </a:lvl3pPr>
            <a:lvl4pPr algn="l">
              <a:defRPr sz="1725" b="0">
                <a:solidFill>
                  <a:srgbClr val="65758B"/>
                </a:solidFill>
                <a:latin typeface="Nimbus Sans"/>
                <a:ea typeface="Nimbus Sans"/>
                <a:cs typeface="Nimbus Sans"/>
              </a:defRPr>
            </a:lvl4pPr>
            <a:lvl5pPr algn="l">
              <a:defRPr sz="1725" b="0">
                <a:solidFill>
                  <a:srgbClr val="65758B"/>
                </a:solidFill>
                <a:latin typeface="Nimbus Sans"/>
                <a:ea typeface="Nimbus Sans"/>
                <a:cs typeface="Nimbus Sans"/>
              </a:defRPr>
            </a:lvl5pPr>
            <a:lvl6pPr algn="l">
              <a:defRPr sz="1725" b="0">
                <a:solidFill>
                  <a:srgbClr val="65758B"/>
                </a:solidFill>
                <a:latin typeface="Nimbus Sans"/>
                <a:ea typeface="Nimbus Sans"/>
                <a:cs typeface="Nimbus Sans"/>
              </a:defRPr>
            </a:lvl6pPr>
            <a:lvl7pPr algn="l">
              <a:defRPr sz="1725" b="0">
                <a:solidFill>
                  <a:srgbClr val="65758B"/>
                </a:solidFill>
                <a:latin typeface="Nimbus Sans"/>
                <a:ea typeface="Nimbus Sans"/>
                <a:cs typeface="Nimbus Sans"/>
              </a:defRPr>
            </a:lvl7pPr>
            <a:lvl8pPr algn="l">
              <a:defRPr sz="1725" b="0">
                <a:solidFill>
                  <a:srgbClr val="65758B"/>
                </a:solidFill>
                <a:latin typeface="Nimbus Sans"/>
                <a:ea typeface="Nimbus Sans"/>
                <a:cs typeface="Nimbus Sans"/>
              </a:defRPr>
            </a:lvl8pPr>
            <a:lvl9pPr algn="l">
              <a:defRPr sz="1725" b="0">
                <a:solidFill>
                  <a:srgbClr val="65758B"/>
                </a:solidFill>
                <a:latin typeface="Nimbus Sans"/>
                <a:ea typeface="Nimbus Sans"/>
                <a:cs typeface="Nimbus Sans"/>
              </a:defRPr>
            </a:lvl9pPr>
          </a:lstStyle>
          <a:p xmlns:a="http://schemas.openxmlformats.org/drawingml/2006/main">
            <a:pPr algn="l">
              <a:defRPr sz="1725" b="0">
                <a:solidFill>
                  <a:srgbClr val="65758B"/>
                </a:solidFill>
                <a:latin typeface="Nimbus Sans"/>
                <a:ea typeface="Nimbus Sans"/>
                <a:cs typeface="Nimbus Sans"/>
              </a:defRPr>
            </a:pPr>
            <a:r>
              <a:rPr sz="1725" b="0">
                <a:solidFill>
                  <a:srgbClr val="65758B"/>
                </a:solidFill>
                <a:latin typeface="Nimbus Sans"/>
                <a:ea typeface="Nimbus Sans"/>
                <a:cs typeface="Nimbus Sans"/>
              </a:rPr>
              <a:t>cattura di rete</a:t>
            </a:r>
          </a:p>
        </p:txBody>
      </p:sp>
      <p:sp>
        <p:nvSpPr>
          <p:cNvPr id="14" name="f14">
            <a:extLst xmlns:a="http://schemas.openxmlformats.org/drawingml/2006/main">
              <a:ext uri="{FF2B5EF4-FFF2-40B4-BE49-F238E27FC236}">
                <a16:creationId xmlns:a16="http://schemas.microsoft.com/office/drawing/2014/main" id="{09D0E330-1367-46BE-A7A4-9B9F9C8423B6}"/>
              </a:ext>
            </a:extLst>
          </p:cNvPr>
          <p:cNvSpPr>
            <a:spLocks xmlns:a="http://schemas.openxmlformats.org/drawingml/2006/main" noGrp="1"/>
          </p:cNvSpPr>
          <p:nvPr/>
        </p:nvSpPr>
        <p:spPr>
          <a:xfrm xmlns:a="http://schemas.openxmlformats.org/drawingml/2006/main">
            <a:off x="10534724" y="3079147"/>
            <a:ext cx="685651" cy="39862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2325" b="1">
                <a:solidFill>
                  <a:srgbClr val="4264D0"/>
                </a:solidFill>
                <a:latin typeface="Nimbus Sans"/>
                <a:ea typeface="Nimbus Sans"/>
                <a:cs typeface="Nimbus Sans"/>
              </a:defRPr>
            </a:defPPr>
            <a:lvl1pPr algn="l">
              <a:defRPr sz="2325" b="1">
                <a:solidFill>
                  <a:srgbClr val="4264D0"/>
                </a:solidFill>
                <a:latin typeface="Nimbus Sans"/>
                <a:ea typeface="Nimbus Sans"/>
                <a:cs typeface="Nimbus Sans"/>
              </a:defRPr>
            </a:lvl1pPr>
            <a:lvl2pPr algn="l">
              <a:defRPr sz="2325" b="1">
                <a:solidFill>
                  <a:srgbClr val="4264D0"/>
                </a:solidFill>
                <a:latin typeface="Nimbus Sans"/>
                <a:ea typeface="Nimbus Sans"/>
                <a:cs typeface="Nimbus Sans"/>
              </a:defRPr>
            </a:lvl2pPr>
            <a:lvl3pPr algn="l">
              <a:defRPr sz="2325" b="1">
                <a:solidFill>
                  <a:srgbClr val="4264D0"/>
                </a:solidFill>
                <a:latin typeface="Nimbus Sans"/>
                <a:ea typeface="Nimbus Sans"/>
                <a:cs typeface="Nimbus Sans"/>
              </a:defRPr>
            </a:lvl3pPr>
            <a:lvl4pPr algn="l">
              <a:defRPr sz="2325" b="1">
                <a:solidFill>
                  <a:srgbClr val="4264D0"/>
                </a:solidFill>
                <a:latin typeface="Nimbus Sans"/>
                <a:ea typeface="Nimbus Sans"/>
                <a:cs typeface="Nimbus Sans"/>
              </a:defRPr>
            </a:lvl4pPr>
            <a:lvl5pPr algn="l">
              <a:defRPr sz="2325" b="1">
                <a:solidFill>
                  <a:srgbClr val="4264D0"/>
                </a:solidFill>
                <a:latin typeface="Nimbus Sans"/>
                <a:ea typeface="Nimbus Sans"/>
                <a:cs typeface="Nimbus Sans"/>
              </a:defRPr>
            </a:lvl5pPr>
            <a:lvl6pPr algn="l">
              <a:defRPr sz="2325" b="1">
                <a:solidFill>
                  <a:srgbClr val="4264D0"/>
                </a:solidFill>
                <a:latin typeface="Nimbus Sans"/>
                <a:ea typeface="Nimbus Sans"/>
                <a:cs typeface="Nimbus Sans"/>
              </a:defRPr>
            </a:lvl6pPr>
            <a:lvl7pPr algn="l">
              <a:defRPr sz="2325" b="1">
                <a:solidFill>
                  <a:srgbClr val="4264D0"/>
                </a:solidFill>
                <a:latin typeface="Nimbus Sans"/>
                <a:ea typeface="Nimbus Sans"/>
                <a:cs typeface="Nimbus Sans"/>
              </a:defRPr>
            </a:lvl7pPr>
            <a:lvl8pPr algn="l">
              <a:defRPr sz="2325" b="1">
                <a:solidFill>
                  <a:srgbClr val="4264D0"/>
                </a:solidFill>
                <a:latin typeface="Nimbus Sans"/>
                <a:ea typeface="Nimbus Sans"/>
                <a:cs typeface="Nimbus Sans"/>
              </a:defRPr>
            </a:lvl8pPr>
            <a:lvl9pPr algn="l">
              <a:defRPr sz="2325" b="1">
                <a:solidFill>
                  <a:srgbClr val="4264D0"/>
                </a:solidFill>
                <a:latin typeface="Nimbus Sans"/>
                <a:ea typeface="Nimbus Sans"/>
                <a:cs typeface="Nimbus Sans"/>
              </a:defRPr>
            </a:lvl9pPr>
          </a:lstStyle>
          <a:p xmlns:a="http://schemas.openxmlformats.org/drawingml/2006/main">
            <a:pPr algn="l">
              <a:defRPr sz="2325" b="1">
                <a:solidFill>
                  <a:srgbClr val="4264D0"/>
                </a:solidFill>
                <a:latin typeface="Nimbus Sans"/>
                <a:ea typeface="Nimbus Sans"/>
                <a:cs typeface="Nimbus Sans"/>
              </a:defRPr>
            </a:pPr>
            <a:r>
              <a:rPr sz="2325" b="1">
                <a:solidFill>
                  <a:srgbClr val="4264D0"/>
                </a:solidFill>
                <a:latin typeface="Nimbus Sans"/>
                <a:ea typeface="Nimbus Sans"/>
                <a:cs typeface="Nimbus Sans"/>
              </a:rPr>
              <a:t>DSL</a:t>
            </a:r>
          </a:p>
        </p:txBody>
      </p:sp>
      <p:sp>
        <p:nvSpPr>
          <p:cNvPr id="15" name="f15">
            <a:extLst xmlns:a="http://schemas.openxmlformats.org/drawingml/2006/main">
              <a:ext uri="{FF2B5EF4-FFF2-40B4-BE49-F238E27FC236}">
                <a16:creationId xmlns:a16="http://schemas.microsoft.com/office/drawing/2014/main" id="{8DA6E895-D8F7-45D8-BCEE-9C740E1F1ED4}"/>
              </a:ext>
            </a:extLst>
          </p:cNvPr>
          <p:cNvSpPr>
            <a:spLocks xmlns:a="http://schemas.openxmlformats.org/drawingml/2006/main" noGrp="1"/>
          </p:cNvSpPr>
          <p:nvPr/>
        </p:nvSpPr>
        <p:spPr>
          <a:xfrm xmlns:a="http://schemas.openxmlformats.org/drawingml/2006/main">
            <a:off x="10146060" y="3475768"/>
            <a:ext cx="1462980" cy="29575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1725" b="0">
                <a:solidFill>
                  <a:srgbClr val="65758B"/>
                </a:solidFill>
                <a:latin typeface="Nimbus Sans"/>
                <a:ea typeface="Nimbus Sans"/>
                <a:cs typeface="Nimbus Sans"/>
              </a:defRPr>
            </a:defPPr>
            <a:lvl1pPr algn="l">
              <a:defRPr sz="1725" b="0">
                <a:solidFill>
                  <a:srgbClr val="65758B"/>
                </a:solidFill>
                <a:latin typeface="Nimbus Sans"/>
                <a:ea typeface="Nimbus Sans"/>
                <a:cs typeface="Nimbus Sans"/>
              </a:defRPr>
            </a:lvl1pPr>
            <a:lvl2pPr algn="l">
              <a:defRPr sz="1725" b="0">
                <a:solidFill>
                  <a:srgbClr val="65758B"/>
                </a:solidFill>
                <a:latin typeface="Nimbus Sans"/>
                <a:ea typeface="Nimbus Sans"/>
                <a:cs typeface="Nimbus Sans"/>
              </a:defRPr>
            </a:lvl2pPr>
            <a:lvl3pPr algn="l">
              <a:defRPr sz="1725" b="0">
                <a:solidFill>
                  <a:srgbClr val="65758B"/>
                </a:solidFill>
                <a:latin typeface="Nimbus Sans"/>
                <a:ea typeface="Nimbus Sans"/>
                <a:cs typeface="Nimbus Sans"/>
              </a:defRPr>
            </a:lvl3pPr>
            <a:lvl4pPr algn="l">
              <a:defRPr sz="1725" b="0">
                <a:solidFill>
                  <a:srgbClr val="65758B"/>
                </a:solidFill>
                <a:latin typeface="Nimbus Sans"/>
                <a:ea typeface="Nimbus Sans"/>
                <a:cs typeface="Nimbus Sans"/>
              </a:defRPr>
            </a:lvl4pPr>
            <a:lvl5pPr algn="l">
              <a:defRPr sz="1725" b="0">
                <a:solidFill>
                  <a:srgbClr val="65758B"/>
                </a:solidFill>
                <a:latin typeface="Nimbus Sans"/>
                <a:ea typeface="Nimbus Sans"/>
                <a:cs typeface="Nimbus Sans"/>
              </a:defRPr>
            </a:lvl5pPr>
            <a:lvl6pPr algn="l">
              <a:defRPr sz="1725" b="0">
                <a:solidFill>
                  <a:srgbClr val="65758B"/>
                </a:solidFill>
                <a:latin typeface="Nimbus Sans"/>
                <a:ea typeface="Nimbus Sans"/>
                <a:cs typeface="Nimbus Sans"/>
              </a:defRPr>
            </a:lvl6pPr>
            <a:lvl7pPr algn="l">
              <a:defRPr sz="1725" b="0">
                <a:solidFill>
                  <a:srgbClr val="65758B"/>
                </a:solidFill>
                <a:latin typeface="Nimbus Sans"/>
                <a:ea typeface="Nimbus Sans"/>
                <a:cs typeface="Nimbus Sans"/>
              </a:defRPr>
            </a:lvl7pPr>
            <a:lvl8pPr algn="l">
              <a:defRPr sz="1725" b="0">
                <a:solidFill>
                  <a:srgbClr val="65758B"/>
                </a:solidFill>
                <a:latin typeface="Nimbus Sans"/>
                <a:ea typeface="Nimbus Sans"/>
                <a:cs typeface="Nimbus Sans"/>
              </a:defRPr>
            </a:lvl8pPr>
            <a:lvl9pPr algn="l">
              <a:defRPr sz="1725" b="0">
                <a:solidFill>
                  <a:srgbClr val="65758B"/>
                </a:solidFill>
                <a:latin typeface="Nimbus Sans"/>
                <a:ea typeface="Nimbus Sans"/>
                <a:cs typeface="Nimbus Sans"/>
              </a:defRPr>
            </a:lvl9pPr>
          </a:lstStyle>
          <a:p xmlns:a="http://schemas.openxmlformats.org/drawingml/2006/main">
            <a:pPr algn="l">
              <a:defRPr sz="1725" b="0">
                <a:solidFill>
                  <a:srgbClr val="65758B"/>
                </a:solidFill>
                <a:latin typeface="Nimbus Sans"/>
                <a:ea typeface="Nimbus Sans"/>
                <a:cs typeface="Nimbus Sans"/>
              </a:defRPr>
            </a:pPr>
            <a:r>
              <a:rPr sz="1725" b="0">
                <a:solidFill>
                  <a:srgbClr val="65758B"/>
                </a:solidFill>
                <a:latin typeface="Nimbus Sans"/>
                <a:ea typeface="Nimbus Sans"/>
                <a:cs typeface="Nimbus Sans"/>
              </a:rPr>
              <a:t>regole del test</a:t>
            </a:r>
          </a:p>
        </p:txBody>
      </p:sp>
      <p:sp>
        <p:nvSpPr>
          <p:cNvPr id="16" name="f16">
            <a:extLst xmlns:a="http://schemas.openxmlformats.org/drawingml/2006/main">
              <a:ext uri="{FF2B5EF4-FFF2-40B4-BE49-F238E27FC236}">
                <a16:creationId xmlns:a16="http://schemas.microsoft.com/office/drawing/2014/main" id="{11A40850-3773-454A-847D-75DA879F040C}"/>
              </a:ext>
            </a:extLst>
          </p:cNvPr>
          <p:cNvSpPr>
            <a:spLocks xmlns:a="http://schemas.openxmlformats.org/drawingml/2006/main" noGrp="1"/>
          </p:cNvSpPr>
          <p:nvPr/>
        </p:nvSpPr>
        <p:spPr>
          <a:xfrm xmlns:a="http://schemas.openxmlformats.org/drawingml/2006/main">
            <a:off x="11178034" y="4858703"/>
            <a:ext cx="1646932" cy="38576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2250" b="1">
                <a:solidFill>
                  <a:srgbClr val="9D7139"/>
                </a:solidFill>
                <a:latin typeface="Nimbus Sans"/>
                <a:ea typeface="Nimbus Sans"/>
                <a:cs typeface="Nimbus Sans"/>
              </a:defRPr>
            </a:defPPr>
            <a:lvl1pPr algn="l">
              <a:defRPr sz="2250" b="1">
                <a:solidFill>
                  <a:srgbClr val="9D7139"/>
                </a:solidFill>
                <a:latin typeface="Nimbus Sans"/>
                <a:ea typeface="Nimbus Sans"/>
                <a:cs typeface="Nimbus Sans"/>
              </a:defRPr>
            </a:lvl1pPr>
            <a:lvl2pPr algn="l">
              <a:defRPr sz="2250" b="1">
                <a:solidFill>
                  <a:srgbClr val="9D7139"/>
                </a:solidFill>
                <a:latin typeface="Nimbus Sans"/>
                <a:ea typeface="Nimbus Sans"/>
                <a:cs typeface="Nimbus Sans"/>
              </a:defRPr>
            </a:lvl2pPr>
            <a:lvl3pPr algn="l">
              <a:defRPr sz="2250" b="1">
                <a:solidFill>
                  <a:srgbClr val="9D7139"/>
                </a:solidFill>
                <a:latin typeface="Nimbus Sans"/>
                <a:ea typeface="Nimbus Sans"/>
                <a:cs typeface="Nimbus Sans"/>
              </a:defRPr>
            </a:lvl3pPr>
            <a:lvl4pPr algn="l">
              <a:defRPr sz="2250" b="1">
                <a:solidFill>
                  <a:srgbClr val="9D7139"/>
                </a:solidFill>
                <a:latin typeface="Nimbus Sans"/>
                <a:ea typeface="Nimbus Sans"/>
                <a:cs typeface="Nimbus Sans"/>
              </a:defRPr>
            </a:lvl4pPr>
            <a:lvl5pPr algn="l">
              <a:defRPr sz="2250" b="1">
                <a:solidFill>
                  <a:srgbClr val="9D7139"/>
                </a:solidFill>
                <a:latin typeface="Nimbus Sans"/>
                <a:ea typeface="Nimbus Sans"/>
                <a:cs typeface="Nimbus Sans"/>
              </a:defRPr>
            </a:lvl5pPr>
            <a:lvl6pPr algn="l">
              <a:defRPr sz="2250" b="1">
                <a:solidFill>
                  <a:srgbClr val="9D7139"/>
                </a:solidFill>
                <a:latin typeface="Nimbus Sans"/>
                <a:ea typeface="Nimbus Sans"/>
                <a:cs typeface="Nimbus Sans"/>
              </a:defRPr>
            </a:lvl6pPr>
            <a:lvl7pPr algn="l">
              <a:defRPr sz="2250" b="1">
                <a:solidFill>
                  <a:srgbClr val="9D7139"/>
                </a:solidFill>
                <a:latin typeface="Nimbus Sans"/>
                <a:ea typeface="Nimbus Sans"/>
                <a:cs typeface="Nimbus Sans"/>
              </a:defRPr>
            </a:lvl7pPr>
            <a:lvl8pPr algn="l">
              <a:defRPr sz="2250" b="1">
                <a:solidFill>
                  <a:srgbClr val="9D7139"/>
                </a:solidFill>
                <a:latin typeface="Nimbus Sans"/>
                <a:ea typeface="Nimbus Sans"/>
                <a:cs typeface="Nimbus Sans"/>
              </a:defRPr>
            </a:lvl8pPr>
            <a:lvl9pPr algn="l">
              <a:defRPr sz="2250" b="1">
                <a:solidFill>
                  <a:srgbClr val="9D7139"/>
                </a:solidFill>
                <a:latin typeface="Nimbus Sans"/>
                <a:ea typeface="Nimbus Sans"/>
                <a:cs typeface="Nimbus Sans"/>
              </a:defRPr>
            </a:lvl9pPr>
          </a:lstStyle>
          <a:p xmlns:a="http://schemas.openxmlformats.org/drawingml/2006/main">
            <a:pPr algn="l">
              <a:defRPr sz="2250" b="1">
                <a:solidFill>
                  <a:srgbClr val="9D7139"/>
                </a:solidFill>
                <a:latin typeface="Nimbus Sans"/>
                <a:ea typeface="Nimbus Sans"/>
                <a:cs typeface="Nimbus Sans"/>
              </a:defRPr>
            </a:pPr>
            <a:r>
              <a:rPr sz="2250" b="1">
                <a:solidFill>
                  <a:srgbClr val="9D7139"/>
                </a:solidFill>
                <a:latin typeface="Nimbus Sans"/>
                <a:ea typeface="Nimbus Sans"/>
                <a:cs typeface="Nimbus Sans"/>
              </a:rPr>
              <a:t>VERDETTO</a:t>
            </a:r>
          </a:p>
        </p:txBody>
      </p:sp>
      <p:sp>
        <p:nvSpPr>
          <p:cNvPr id="17" name="f17">
            <a:extLst xmlns:a="http://schemas.openxmlformats.org/drawingml/2006/main">
              <a:ext uri="{FF2B5EF4-FFF2-40B4-BE49-F238E27FC236}">
                <a16:creationId xmlns:a16="http://schemas.microsoft.com/office/drawing/2014/main" id="{3D562F32-C194-4943-9ABF-EF3A85889D71}"/>
              </a:ext>
            </a:extLst>
          </p:cNvPr>
          <p:cNvSpPr>
            <a:spLocks xmlns:a="http://schemas.openxmlformats.org/drawingml/2006/main" noGrp="1"/>
          </p:cNvSpPr>
          <p:nvPr/>
        </p:nvSpPr>
        <p:spPr>
          <a:xfrm xmlns:a="http://schemas.openxmlformats.org/drawingml/2006/main">
            <a:off x="10456664" y="5247418"/>
            <a:ext cx="3089672" cy="29575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1725" b="0">
                <a:solidFill>
                  <a:srgbClr val="65758B"/>
                </a:solidFill>
                <a:latin typeface="Nimbus Sans"/>
                <a:ea typeface="Nimbus Sans"/>
                <a:cs typeface="Nimbus Sans"/>
              </a:defRPr>
            </a:defPPr>
            <a:lvl1pPr algn="l">
              <a:defRPr sz="1725" b="0">
                <a:solidFill>
                  <a:srgbClr val="65758B"/>
                </a:solidFill>
                <a:latin typeface="Nimbus Sans"/>
                <a:ea typeface="Nimbus Sans"/>
                <a:cs typeface="Nimbus Sans"/>
              </a:defRPr>
            </a:lvl1pPr>
            <a:lvl2pPr algn="l">
              <a:defRPr sz="1725" b="0">
                <a:solidFill>
                  <a:srgbClr val="65758B"/>
                </a:solidFill>
                <a:latin typeface="Nimbus Sans"/>
                <a:ea typeface="Nimbus Sans"/>
                <a:cs typeface="Nimbus Sans"/>
              </a:defRPr>
            </a:lvl2pPr>
            <a:lvl3pPr algn="l">
              <a:defRPr sz="1725" b="0">
                <a:solidFill>
                  <a:srgbClr val="65758B"/>
                </a:solidFill>
                <a:latin typeface="Nimbus Sans"/>
                <a:ea typeface="Nimbus Sans"/>
                <a:cs typeface="Nimbus Sans"/>
              </a:defRPr>
            </a:lvl3pPr>
            <a:lvl4pPr algn="l">
              <a:defRPr sz="1725" b="0">
                <a:solidFill>
                  <a:srgbClr val="65758B"/>
                </a:solidFill>
                <a:latin typeface="Nimbus Sans"/>
                <a:ea typeface="Nimbus Sans"/>
                <a:cs typeface="Nimbus Sans"/>
              </a:defRPr>
            </a:lvl4pPr>
            <a:lvl5pPr algn="l">
              <a:defRPr sz="1725" b="0">
                <a:solidFill>
                  <a:srgbClr val="65758B"/>
                </a:solidFill>
                <a:latin typeface="Nimbus Sans"/>
                <a:ea typeface="Nimbus Sans"/>
                <a:cs typeface="Nimbus Sans"/>
              </a:defRPr>
            </a:lvl5pPr>
            <a:lvl6pPr algn="l">
              <a:defRPr sz="1725" b="0">
                <a:solidFill>
                  <a:srgbClr val="65758B"/>
                </a:solidFill>
                <a:latin typeface="Nimbus Sans"/>
                <a:ea typeface="Nimbus Sans"/>
                <a:cs typeface="Nimbus Sans"/>
              </a:defRPr>
            </a:lvl6pPr>
            <a:lvl7pPr algn="l">
              <a:defRPr sz="1725" b="0">
                <a:solidFill>
                  <a:srgbClr val="65758B"/>
                </a:solidFill>
                <a:latin typeface="Nimbus Sans"/>
                <a:ea typeface="Nimbus Sans"/>
                <a:cs typeface="Nimbus Sans"/>
              </a:defRPr>
            </a:lvl7pPr>
            <a:lvl8pPr algn="l">
              <a:defRPr sz="1725" b="0">
                <a:solidFill>
                  <a:srgbClr val="65758B"/>
                </a:solidFill>
                <a:latin typeface="Nimbus Sans"/>
                <a:ea typeface="Nimbus Sans"/>
                <a:cs typeface="Nimbus Sans"/>
              </a:defRPr>
            </a:lvl8pPr>
            <a:lvl9pPr algn="l">
              <a:defRPr sz="1725" b="0">
                <a:solidFill>
                  <a:srgbClr val="65758B"/>
                </a:solidFill>
                <a:latin typeface="Nimbus Sans"/>
                <a:ea typeface="Nimbus Sans"/>
                <a:cs typeface="Nimbus Sans"/>
              </a:defRPr>
            </a:lvl9pPr>
          </a:lstStyle>
          <a:p xmlns:a="http://schemas.openxmlformats.org/drawingml/2006/main">
            <a:pPr algn="l">
              <a:defRPr sz="1725" b="0">
                <a:solidFill>
                  <a:srgbClr val="65758B"/>
                </a:solidFill>
                <a:latin typeface="Nimbus Sans"/>
                <a:ea typeface="Nimbus Sans"/>
                <a:cs typeface="Nimbus Sans"/>
              </a:defRPr>
            </a:pPr>
            <a:r>
              <a:rPr sz="1725" b="0">
                <a:solidFill>
                  <a:srgbClr val="65758B"/>
                </a:solidFill>
                <a:latin typeface="Nimbus Sans"/>
                <a:ea typeface="Nimbus Sans"/>
                <a:cs typeface="Nimbus Sans"/>
              </a:rPr>
              <a:t>PASS · FAIL · INCONCLUSIVE</a:t>
            </a:r>
          </a:p>
        </p:txBody>
      </p:sp>
      <p:sp>
        <p:nvSpPr>
          <p:cNvPr id="18" name="f18">
            <a:extLst xmlns:a="http://schemas.openxmlformats.org/drawingml/2006/main">
              <a:ext uri="{FF2B5EF4-FFF2-40B4-BE49-F238E27FC236}">
                <a16:creationId xmlns:a16="http://schemas.microsoft.com/office/drawing/2014/main" id="{1001AFD4-D9EC-4916-A44C-8D67685FF6ED}"/>
              </a:ext>
            </a:extLst>
          </p:cNvPr>
          <p:cNvSpPr>
            <a:spLocks xmlns:a="http://schemas.openxmlformats.org/drawingml/2006/main" noGrp="1"/>
          </p:cNvSpPr>
          <p:nvPr/>
        </p:nvSpPr>
        <p:spPr>
          <a:xfrm xmlns:a="http://schemas.openxmlformats.org/drawingml/2006/main">
            <a:off x="11340108" y="6450997"/>
            <a:ext cx="1322784" cy="39862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2325" b="1">
                <a:solidFill>
                  <a:srgbClr val="278766"/>
                </a:solidFill>
                <a:latin typeface="Nimbus Sans"/>
                <a:ea typeface="Nimbus Sans"/>
                <a:cs typeface="Nimbus Sans"/>
              </a:defRPr>
            </a:defPPr>
            <a:lvl1pPr algn="l">
              <a:defRPr sz="2325" b="1">
                <a:solidFill>
                  <a:srgbClr val="278766"/>
                </a:solidFill>
                <a:latin typeface="Nimbus Sans"/>
                <a:ea typeface="Nimbus Sans"/>
                <a:cs typeface="Nimbus Sans"/>
              </a:defRPr>
            </a:lvl1pPr>
            <a:lvl2pPr algn="l">
              <a:defRPr sz="2325" b="1">
                <a:solidFill>
                  <a:srgbClr val="278766"/>
                </a:solidFill>
                <a:latin typeface="Nimbus Sans"/>
                <a:ea typeface="Nimbus Sans"/>
                <a:cs typeface="Nimbus Sans"/>
              </a:defRPr>
            </a:lvl2pPr>
            <a:lvl3pPr algn="l">
              <a:defRPr sz="2325" b="1">
                <a:solidFill>
                  <a:srgbClr val="278766"/>
                </a:solidFill>
                <a:latin typeface="Nimbus Sans"/>
                <a:ea typeface="Nimbus Sans"/>
                <a:cs typeface="Nimbus Sans"/>
              </a:defRPr>
            </a:lvl3pPr>
            <a:lvl4pPr algn="l">
              <a:defRPr sz="2325" b="1">
                <a:solidFill>
                  <a:srgbClr val="278766"/>
                </a:solidFill>
                <a:latin typeface="Nimbus Sans"/>
                <a:ea typeface="Nimbus Sans"/>
                <a:cs typeface="Nimbus Sans"/>
              </a:defRPr>
            </a:lvl4pPr>
            <a:lvl5pPr algn="l">
              <a:defRPr sz="2325" b="1">
                <a:solidFill>
                  <a:srgbClr val="278766"/>
                </a:solidFill>
                <a:latin typeface="Nimbus Sans"/>
                <a:ea typeface="Nimbus Sans"/>
                <a:cs typeface="Nimbus Sans"/>
              </a:defRPr>
            </a:lvl5pPr>
            <a:lvl6pPr algn="l">
              <a:defRPr sz="2325" b="1">
                <a:solidFill>
                  <a:srgbClr val="278766"/>
                </a:solidFill>
                <a:latin typeface="Nimbus Sans"/>
                <a:ea typeface="Nimbus Sans"/>
                <a:cs typeface="Nimbus Sans"/>
              </a:defRPr>
            </a:lvl6pPr>
            <a:lvl7pPr algn="l">
              <a:defRPr sz="2325" b="1">
                <a:solidFill>
                  <a:srgbClr val="278766"/>
                </a:solidFill>
                <a:latin typeface="Nimbus Sans"/>
                <a:ea typeface="Nimbus Sans"/>
                <a:cs typeface="Nimbus Sans"/>
              </a:defRPr>
            </a:lvl7pPr>
            <a:lvl8pPr algn="l">
              <a:defRPr sz="2325" b="1">
                <a:solidFill>
                  <a:srgbClr val="278766"/>
                </a:solidFill>
                <a:latin typeface="Nimbus Sans"/>
                <a:ea typeface="Nimbus Sans"/>
                <a:cs typeface="Nimbus Sans"/>
              </a:defRPr>
            </a:lvl8pPr>
            <a:lvl9pPr algn="l">
              <a:defRPr sz="2325" b="1">
                <a:solidFill>
                  <a:srgbClr val="278766"/>
                </a:solidFill>
                <a:latin typeface="Nimbus Sans"/>
                <a:ea typeface="Nimbus Sans"/>
                <a:cs typeface="Nimbus Sans"/>
              </a:defRPr>
            </a:lvl9pPr>
          </a:lstStyle>
          <a:p xmlns:a="http://schemas.openxmlformats.org/drawingml/2006/main">
            <a:pPr algn="l">
              <a:defRPr sz="2325" b="1">
                <a:solidFill>
                  <a:srgbClr val="278766"/>
                </a:solidFill>
                <a:latin typeface="Nimbus Sans"/>
                <a:ea typeface="Nimbus Sans"/>
                <a:cs typeface="Nimbus Sans"/>
              </a:defRPr>
            </a:pPr>
            <a:r>
              <a:rPr sz="2325" b="1">
                <a:solidFill>
                  <a:srgbClr val="278766"/>
                </a:solidFill>
                <a:latin typeface="Nimbus Sans"/>
                <a:ea typeface="Nimbus Sans"/>
                <a:cs typeface="Nimbus Sans"/>
              </a:rPr>
              <a:t>REPORT</a:t>
            </a:r>
          </a:p>
        </p:txBody>
      </p:sp>
      <p:sp>
        <p:nvSpPr>
          <p:cNvPr id="19" name="f19">
            <a:extLst xmlns:a="http://schemas.openxmlformats.org/drawingml/2006/main">
              <a:ext uri="{FF2B5EF4-FFF2-40B4-BE49-F238E27FC236}">
                <a16:creationId xmlns:a16="http://schemas.microsoft.com/office/drawing/2014/main" id="{0D405D43-5933-47FC-B973-978AB95E1B20}"/>
              </a:ext>
            </a:extLst>
          </p:cNvPr>
          <p:cNvSpPr>
            <a:spLocks xmlns:a="http://schemas.openxmlformats.org/drawingml/2006/main" noGrp="1"/>
          </p:cNvSpPr>
          <p:nvPr/>
        </p:nvSpPr>
        <p:spPr>
          <a:xfrm xmlns:a="http://schemas.openxmlformats.org/drawingml/2006/main">
            <a:off x="11071920" y="6847618"/>
            <a:ext cx="1859161" cy="29575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1725" b="0">
                <a:solidFill>
                  <a:srgbClr val="65758B"/>
                </a:solidFill>
                <a:latin typeface="Nimbus Sans"/>
                <a:ea typeface="Nimbus Sans"/>
                <a:cs typeface="Nimbus Sans"/>
              </a:defRPr>
            </a:defPPr>
            <a:lvl1pPr algn="l">
              <a:defRPr sz="1725" b="0">
                <a:solidFill>
                  <a:srgbClr val="65758B"/>
                </a:solidFill>
                <a:latin typeface="Nimbus Sans"/>
                <a:ea typeface="Nimbus Sans"/>
                <a:cs typeface="Nimbus Sans"/>
              </a:defRPr>
            </a:lvl1pPr>
            <a:lvl2pPr algn="l">
              <a:defRPr sz="1725" b="0">
                <a:solidFill>
                  <a:srgbClr val="65758B"/>
                </a:solidFill>
                <a:latin typeface="Nimbus Sans"/>
                <a:ea typeface="Nimbus Sans"/>
                <a:cs typeface="Nimbus Sans"/>
              </a:defRPr>
            </a:lvl2pPr>
            <a:lvl3pPr algn="l">
              <a:defRPr sz="1725" b="0">
                <a:solidFill>
                  <a:srgbClr val="65758B"/>
                </a:solidFill>
                <a:latin typeface="Nimbus Sans"/>
                <a:ea typeface="Nimbus Sans"/>
                <a:cs typeface="Nimbus Sans"/>
              </a:defRPr>
            </a:lvl3pPr>
            <a:lvl4pPr algn="l">
              <a:defRPr sz="1725" b="0">
                <a:solidFill>
                  <a:srgbClr val="65758B"/>
                </a:solidFill>
                <a:latin typeface="Nimbus Sans"/>
                <a:ea typeface="Nimbus Sans"/>
                <a:cs typeface="Nimbus Sans"/>
              </a:defRPr>
            </a:lvl4pPr>
            <a:lvl5pPr algn="l">
              <a:defRPr sz="1725" b="0">
                <a:solidFill>
                  <a:srgbClr val="65758B"/>
                </a:solidFill>
                <a:latin typeface="Nimbus Sans"/>
                <a:ea typeface="Nimbus Sans"/>
                <a:cs typeface="Nimbus Sans"/>
              </a:defRPr>
            </a:lvl5pPr>
            <a:lvl6pPr algn="l">
              <a:defRPr sz="1725" b="0">
                <a:solidFill>
                  <a:srgbClr val="65758B"/>
                </a:solidFill>
                <a:latin typeface="Nimbus Sans"/>
                <a:ea typeface="Nimbus Sans"/>
                <a:cs typeface="Nimbus Sans"/>
              </a:defRPr>
            </a:lvl6pPr>
            <a:lvl7pPr algn="l">
              <a:defRPr sz="1725" b="0">
                <a:solidFill>
                  <a:srgbClr val="65758B"/>
                </a:solidFill>
                <a:latin typeface="Nimbus Sans"/>
                <a:ea typeface="Nimbus Sans"/>
                <a:cs typeface="Nimbus Sans"/>
              </a:defRPr>
            </a:lvl7pPr>
            <a:lvl8pPr algn="l">
              <a:defRPr sz="1725" b="0">
                <a:solidFill>
                  <a:srgbClr val="65758B"/>
                </a:solidFill>
                <a:latin typeface="Nimbus Sans"/>
                <a:ea typeface="Nimbus Sans"/>
                <a:cs typeface="Nimbus Sans"/>
              </a:defRPr>
            </a:lvl8pPr>
            <a:lvl9pPr algn="l">
              <a:defRPr sz="1725" b="0">
                <a:solidFill>
                  <a:srgbClr val="65758B"/>
                </a:solidFill>
                <a:latin typeface="Nimbus Sans"/>
                <a:ea typeface="Nimbus Sans"/>
                <a:cs typeface="Nimbus Sans"/>
              </a:defRPr>
            </a:lvl9pPr>
          </a:lstStyle>
          <a:p xmlns:a="http://schemas.openxmlformats.org/drawingml/2006/main">
            <a:pPr algn="l">
              <a:defRPr sz="1725" b="0">
                <a:solidFill>
                  <a:srgbClr val="65758B"/>
                </a:solidFill>
                <a:latin typeface="Nimbus Sans"/>
                <a:ea typeface="Nimbus Sans"/>
                <a:cs typeface="Nimbus Sans"/>
              </a:defRPr>
            </a:pPr>
            <a:r>
              <a:rPr sz="1725" b="0">
                <a:solidFill>
                  <a:srgbClr val="65758B"/>
                </a:solidFill>
                <a:latin typeface="Nimbus Sans"/>
                <a:ea typeface="Nimbus Sans"/>
                <a:cs typeface="Nimbus Sans"/>
              </a:rPr>
              <a:t>criteri ed evidenze</a:t>
            </a:r>
          </a:p>
        </p:txBody>
      </p:sp>
      <p:sp>
        <p:nvSpPr>
          <p:cNvPr id="20" name="f20">
            <a:extLst xmlns:a="http://schemas.openxmlformats.org/drawingml/2006/main">
              <a:ext uri="{FF2B5EF4-FFF2-40B4-BE49-F238E27FC236}">
                <a16:creationId xmlns:a16="http://schemas.microsoft.com/office/drawing/2014/main" id="{6CA58556-6549-4A57-8A02-1604707C682C}"/>
              </a:ext>
            </a:extLst>
          </p:cNvPr>
          <p:cNvSpPr>
            <a:spLocks xmlns:a="http://schemas.openxmlformats.org/drawingml/2006/main" noGrp="1"/>
          </p:cNvSpPr>
          <p:nvPr/>
        </p:nvSpPr>
        <p:spPr>
          <a:xfrm xmlns:a="http://schemas.openxmlformats.org/drawingml/2006/main">
            <a:off x="1066800" y="5029200"/>
            <a:ext cx="8382000" cy="742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1500" b="0">
                <a:solidFill>
                  <a:srgbClr val="52627B"/>
                </a:solidFill>
                <a:latin typeface="Nimbus Sans"/>
                <a:ea typeface="Nimbus Sans"/>
                <a:cs typeface="Nimbus Sans"/>
              </a:defRPr>
            </a:defPPr>
            <a:lvl1pPr algn="l">
              <a:defRPr sz="1500" b="0">
                <a:solidFill>
                  <a:srgbClr val="52627B"/>
                </a:solidFill>
                <a:latin typeface="Nimbus Sans"/>
                <a:ea typeface="Nimbus Sans"/>
                <a:cs typeface="Nimbus Sans"/>
              </a:defRPr>
            </a:lvl1pPr>
            <a:lvl2pPr algn="l">
              <a:defRPr sz="1500" b="0">
                <a:solidFill>
                  <a:srgbClr val="52627B"/>
                </a:solidFill>
                <a:latin typeface="Nimbus Sans"/>
                <a:ea typeface="Nimbus Sans"/>
                <a:cs typeface="Nimbus Sans"/>
              </a:defRPr>
            </a:lvl2pPr>
            <a:lvl3pPr algn="l">
              <a:defRPr sz="1500" b="0">
                <a:solidFill>
                  <a:srgbClr val="52627B"/>
                </a:solidFill>
                <a:latin typeface="Nimbus Sans"/>
                <a:ea typeface="Nimbus Sans"/>
                <a:cs typeface="Nimbus Sans"/>
              </a:defRPr>
            </a:lvl3pPr>
            <a:lvl4pPr algn="l">
              <a:defRPr sz="1500" b="0">
                <a:solidFill>
                  <a:srgbClr val="52627B"/>
                </a:solidFill>
                <a:latin typeface="Nimbus Sans"/>
                <a:ea typeface="Nimbus Sans"/>
                <a:cs typeface="Nimbus Sans"/>
              </a:defRPr>
            </a:lvl4pPr>
            <a:lvl5pPr algn="l">
              <a:defRPr sz="1500" b="0">
                <a:solidFill>
                  <a:srgbClr val="52627B"/>
                </a:solidFill>
                <a:latin typeface="Nimbus Sans"/>
                <a:ea typeface="Nimbus Sans"/>
                <a:cs typeface="Nimbus Sans"/>
              </a:defRPr>
            </a:lvl5pPr>
            <a:lvl6pPr algn="l">
              <a:defRPr sz="1500" b="0">
                <a:solidFill>
                  <a:srgbClr val="52627B"/>
                </a:solidFill>
                <a:latin typeface="Nimbus Sans"/>
                <a:ea typeface="Nimbus Sans"/>
                <a:cs typeface="Nimbus Sans"/>
              </a:defRPr>
            </a:lvl6pPr>
            <a:lvl7pPr algn="l">
              <a:defRPr sz="1500" b="0">
                <a:solidFill>
                  <a:srgbClr val="52627B"/>
                </a:solidFill>
                <a:latin typeface="Nimbus Sans"/>
                <a:ea typeface="Nimbus Sans"/>
                <a:cs typeface="Nimbus Sans"/>
              </a:defRPr>
            </a:lvl7pPr>
            <a:lvl8pPr algn="l">
              <a:defRPr sz="1500" b="0">
                <a:solidFill>
                  <a:srgbClr val="52627B"/>
                </a:solidFill>
                <a:latin typeface="Nimbus Sans"/>
                <a:ea typeface="Nimbus Sans"/>
                <a:cs typeface="Nimbus Sans"/>
              </a:defRPr>
            </a:lvl8pPr>
            <a:lvl9pPr algn="l">
              <a:defRPr sz="1500" b="0">
                <a:solidFill>
                  <a:srgbClr val="52627B"/>
                </a:solidFill>
                <a:latin typeface="Nimbus Sans"/>
                <a:ea typeface="Nimbus Sans"/>
                <a:cs typeface="Nimbus Sans"/>
              </a:defRPr>
            </a:lvl9pPr>
          </a:lstStyle>
          <a:p xmlns:a="http://schemas.openxmlformats.org/drawingml/2006/main">
            <a:pPr algn="l">
              <a:defRPr sz="1500" b="0">
                <a:solidFill>
                  <a:srgbClr val="52627B"/>
                </a:solidFill>
                <a:latin typeface="Nimbus Sans"/>
                <a:ea typeface="Nimbus Sans"/>
                <a:cs typeface="Nimbus Sans"/>
              </a:defRPr>
            </a:pPr>
            <a:r>
              <a:rPr sz="1500" b="0">
                <a:solidFill>
                  <a:srgbClr val="52627B"/>
                </a:solidFill>
                <a:latin typeface="Nimbus Sans"/>
                <a:ea typeface="Nimbus Sans"/>
                <a:cs typeface="Nimbus Sans"/>
              </a:rPr>
              <a:t>Un linguaggio per descrivere i criteri SCAS e verificarli sui messaggi osservati nelle catture di rete.</a:t>
            </a:r>
          </a:p>
        </p:txBody>
      </p:sp>
    </p:spTree>
    <p:extLst>
      <p:ext uri="{BB962C8B-B14F-4D97-AF65-F5344CB8AC3E}">
        <p14:creationId xmlns:p14="http://schemas.microsoft.com/office/powerpoint/2010/main" val="1298313807"/>
      </p:ext>
    </p:extLst>
  </p:cSld>
</p:sld>
</file>

<file path=ppt/slides/slide2.xml><?xml version="1.0" encoding="utf-8"?>
<p:sld xmlns:p="http://schemas.openxmlformats.org/presentationml/2006/main">
  <p:cSld>
    <p:bg>
      <p:bgPr>
        <a:solidFill xmlns:a="http://schemas.openxmlformats.org/drawingml/2006/main">
          <a:srgbClr val="F3F6F9"/>
        </a:solidFill>
      </p:bgPr>
    </p:bg>
    <p:spTree>
      <p:nvGrpSpPr>
        <p:cNvPr id="1" name=""/>
        <p:cNvGrpSpPr/>
        <p:nvPr/>
      </p:nvGrpSpPr>
      <p:grpSpPr>
        <a:xfrm xmlns:a="http://schemas.openxmlformats.org/drawingml/2006/main"/>
      </p:grpSpPr>
      <p:sp>
        <p:nvSpPr>
          <p:cNvPr id="23" name="f21">
            <a:extLst xmlns:a="http://schemas.openxmlformats.org/drawingml/2006/main">
              <a:ext uri="{FF2B5EF4-FFF2-40B4-BE49-F238E27FC236}">
                <a16:creationId xmlns:a16="http://schemas.microsoft.com/office/drawing/2014/main" id="{19ACEE28-98C9-4E78-B34C-C45CF66B360B}"/>
              </a:ext>
            </a:extLst>
          </p:cNvPr>
          <p:cNvSpPr>
            <a:spLocks xmlns:a="http://schemas.openxmlformats.org/drawingml/2006/main" noGrp="1"/>
          </p:cNvSpPr>
          <p:nvPr/>
        </p:nvSpPr>
        <p:spPr>
          <a:xfrm xmlns:a="http://schemas.openxmlformats.org/drawingml/2006/main">
            <a:off x="1066800" y="666750"/>
            <a:ext cx="109537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1500" b="0">
                <a:solidFill>
                  <a:srgbClr val="4264D0"/>
                </a:solidFill>
                <a:latin typeface="Nimbus Sans"/>
                <a:ea typeface="Nimbus Sans"/>
                <a:cs typeface="Nimbus Sans"/>
              </a:defRPr>
            </a:defPPr>
            <a:lvl1pPr algn="l">
              <a:defRPr sz="1500" b="0">
                <a:solidFill>
                  <a:srgbClr val="4264D0"/>
                </a:solidFill>
                <a:latin typeface="Nimbus Sans"/>
                <a:ea typeface="Nimbus Sans"/>
                <a:cs typeface="Nimbus Sans"/>
              </a:defRPr>
            </a:lvl1pPr>
            <a:lvl2pPr algn="l">
              <a:defRPr sz="1500" b="0">
                <a:solidFill>
                  <a:srgbClr val="4264D0"/>
                </a:solidFill>
                <a:latin typeface="Nimbus Sans"/>
                <a:ea typeface="Nimbus Sans"/>
                <a:cs typeface="Nimbus Sans"/>
              </a:defRPr>
            </a:lvl2pPr>
            <a:lvl3pPr algn="l">
              <a:defRPr sz="1500" b="0">
                <a:solidFill>
                  <a:srgbClr val="4264D0"/>
                </a:solidFill>
                <a:latin typeface="Nimbus Sans"/>
                <a:ea typeface="Nimbus Sans"/>
                <a:cs typeface="Nimbus Sans"/>
              </a:defRPr>
            </a:lvl3pPr>
            <a:lvl4pPr algn="l">
              <a:defRPr sz="1500" b="0">
                <a:solidFill>
                  <a:srgbClr val="4264D0"/>
                </a:solidFill>
                <a:latin typeface="Nimbus Sans"/>
                <a:ea typeface="Nimbus Sans"/>
                <a:cs typeface="Nimbus Sans"/>
              </a:defRPr>
            </a:lvl4pPr>
            <a:lvl5pPr algn="l">
              <a:defRPr sz="1500" b="0">
                <a:solidFill>
                  <a:srgbClr val="4264D0"/>
                </a:solidFill>
                <a:latin typeface="Nimbus Sans"/>
                <a:ea typeface="Nimbus Sans"/>
                <a:cs typeface="Nimbus Sans"/>
              </a:defRPr>
            </a:lvl5pPr>
            <a:lvl6pPr algn="l">
              <a:defRPr sz="1500" b="0">
                <a:solidFill>
                  <a:srgbClr val="4264D0"/>
                </a:solidFill>
                <a:latin typeface="Nimbus Sans"/>
                <a:ea typeface="Nimbus Sans"/>
                <a:cs typeface="Nimbus Sans"/>
              </a:defRPr>
            </a:lvl6pPr>
            <a:lvl7pPr algn="l">
              <a:defRPr sz="1500" b="0">
                <a:solidFill>
                  <a:srgbClr val="4264D0"/>
                </a:solidFill>
                <a:latin typeface="Nimbus Sans"/>
                <a:ea typeface="Nimbus Sans"/>
                <a:cs typeface="Nimbus Sans"/>
              </a:defRPr>
            </a:lvl7pPr>
            <a:lvl8pPr algn="l">
              <a:defRPr sz="1500" b="0">
                <a:solidFill>
                  <a:srgbClr val="4264D0"/>
                </a:solidFill>
                <a:latin typeface="Nimbus Sans"/>
                <a:ea typeface="Nimbus Sans"/>
                <a:cs typeface="Nimbus Sans"/>
              </a:defRPr>
            </a:lvl8pPr>
            <a:lvl9pPr algn="l">
              <a:defRPr sz="1500" b="0">
                <a:solidFill>
                  <a:srgbClr val="4264D0"/>
                </a:solidFill>
                <a:latin typeface="Nimbus Sans"/>
                <a:ea typeface="Nimbus Sans"/>
                <a:cs typeface="Nimbus Sans"/>
              </a:defRPr>
            </a:lvl9pPr>
          </a:lstStyle>
          <a:p xmlns:a="http://schemas.openxmlformats.org/drawingml/2006/main">
            <a:pPr algn="l">
              <a:defRPr sz="1500" b="0">
                <a:solidFill>
                  <a:srgbClr val="4264D0"/>
                </a:solidFill>
                <a:latin typeface="Nimbus Sans"/>
                <a:ea typeface="Nimbus Sans"/>
                <a:cs typeface="Nimbus Sans"/>
              </a:defRPr>
            </a:pPr>
            <a:r>
              <a:rPr sz="1500" b="0">
                <a:solidFill>
                  <a:srgbClr val="4264D0"/>
                </a:solidFill>
                <a:latin typeface="Nimbus Sans"/>
                <a:ea typeface="Nimbus Sans"/>
                <a:cs typeface="Nimbus Sans"/>
              </a:rPr>
              <a:t>IL PROBLEMA</a:t>
            </a:r>
          </a:p>
        </p:txBody>
      </p:sp>
      <p:sp>
        <p:nvSpPr>
          <p:cNvPr id="2" name="f22">
            <a:extLst xmlns:a="http://schemas.openxmlformats.org/drawingml/2006/main">
              <a:ext uri="{FF2B5EF4-FFF2-40B4-BE49-F238E27FC236}">
                <a16:creationId xmlns:a16="http://schemas.microsoft.com/office/drawing/2014/main" id="{01ECB74E-29B0-4BE8-AFF3-9512BD599325}"/>
              </a:ext>
            </a:extLst>
          </p:cNvPr>
          <p:cNvSpPr>
            <a:spLocks xmlns:a="http://schemas.openxmlformats.org/drawingml/2006/main" noGrp="1"/>
          </p:cNvSpPr>
          <p:nvPr/>
        </p:nvSpPr>
        <p:spPr>
          <a:xfrm xmlns:a="http://schemas.openxmlformats.org/drawingml/2006/main">
            <a:off x="12858750" y="666750"/>
            <a:ext cx="13144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r">
              <a:defRPr sz="1350" b="0">
                <a:solidFill>
                  <a:srgbClr val="52627B"/>
                </a:solidFill>
                <a:latin typeface="Nimbus Sans"/>
                <a:ea typeface="Nimbus Sans"/>
                <a:cs typeface="Nimbus Sans"/>
              </a:defRPr>
            </a:defPPr>
            <a:lvl1pPr algn="r">
              <a:defRPr sz="1350" b="0">
                <a:solidFill>
                  <a:srgbClr val="52627B"/>
                </a:solidFill>
                <a:latin typeface="Nimbus Sans"/>
                <a:ea typeface="Nimbus Sans"/>
                <a:cs typeface="Nimbus Sans"/>
              </a:defRPr>
            </a:lvl1pPr>
            <a:lvl2pPr algn="r">
              <a:defRPr sz="1350" b="0">
                <a:solidFill>
                  <a:srgbClr val="52627B"/>
                </a:solidFill>
                <a:latin typeface="Nimbus Sans"/>
                <a:ea typeface="Nimbus Sans"/>
                <a:cs typeface="Nimbus Sans"/>
              </a:defRPr>
            </a:lvl2pPr>
            <a:lvl3pPr algn="r">
              <a:defRPr sz="1350" b="0">
                <a:solidFill>
                  <a:srgbClr val="52627B"/>
                </a:solidFill>
                <a:latin typeface="Nimbus Sans"/>
                <a:ea typeface="Nimbus Sans"/>
                <a:cs typeface="Nimbus Sans"/>
              </a:defRPr>
            </a:lvl3pPr>
            <a:lvl4pPr algn="r">
              <a:defRPr sz="1350" b="0">
                <a:solidFill>
                  <a:srgbClr val="52627B"/>
                </a:solidFill>
                <a:latin typeface="Nimbus Sans"/>
                <a:ea typeface="Nimbus Sans"/>
                <a:cs typeface="Nimbus Sans"/>
              </a:defRPr>
            </a:lvl4pPr>
            <a:lvl5pPr algn="r">
              <a:defRPr sz="1350" b="0">
                <a:solidFill>
                  <a:srgbClr val="52627B"/>
                </a:solidFill>
                <a:latin typeface="Nimbus Sans"/>
                <a:ea typeface="Nimbus Sans"/>
                <a:cs typeface="Nimbus Sans"/>
              </a:defRPr>
            </a:lvl5pPr>
            <a:lvl6pPr algn="r">
              <a:defRPr sz="1350" b="0">
                <a:solidFill>
                  <a:srgbClr val="52627B"/>
                </a:solidFill>
                <a:latin typeface="Nimbus Sans"/>
                <a:ea typeface="Nimbus Sans"/>
                <a:cs typeface="Nimbus Sans"/>
              </a:defRPr>
            </a:lvl6pPr>
            <a:lvl7pPr algn="r">
              <a:defRPr sz="1350" b="0">
                <a:solidFill>
                  <a:srgbClr val="52627B"/>
                </a:solidFill>
                <a:latin typeface="Nimbus Sans"/>
                <a:ea typeface="Nimbus Sans"/>
                <a:cs typeface="Nimbus Sans"/>
              </a:defRPr>
            </a:lvl7pPr>
            <a:lvl8pPr algn="r">
              <a:defRPr sz="1350" b="0">
                <a:solidFill>
                  <a:srgbClr val="52627B"/>
                </a:solidFill>
                <a:latin typeface="Nimbus Sans"/>
                <a:ea typeface="Nimbus Sans"/>
                <a:cs typeface="Nimbus Sans"/>
              </a:defRPr>
            </a:lvl8pPr>
            <a:lvl9pPr algn="r">
              <a:defRPr sz="1350" b="0">
                <a:solidFill>
                  <a:srgbClr val="52627B"/>
                </a:solidFill>
                <a:latin typeface="Nimbus Sans"/>
                <a:ea typeface="Nimbus Sans"/>
                <a:cs typeface="Nimbus Sans"/>
              </a:defRPr>
            </a:lvl9pPr>
          </a:lstStyle>
          <a:p xmlns:a="http://schemas.openxmlformats.org/drawingml/2006/main">
            <a:pPr algn="r">
              <a:defRPr sz="1350" b="0">
                <a:solidFill>
                  <a:srgbClr val="52627B"/>
                </a:solidFill>
                <a:latin typeface="Nimbus Sans"/>
                <a:ea typeface="Nimbus Sans"/>
                <a:cs typeface="Nimbus Sans"/>
              </a:defRPr>
            </a:pPr>
            <a:r>
              <a:rPr sz="1350" b="0">
                <a:solidFill>
                  <a:srgbClr val="52627B"/>
                </a:solidFill>
                <a:latin typeface="Nimbus Sans"/>
                <a:ea typeface="Nimbus Sans"/>
                <a:cs typeface="Nimbus Sans"/>
              </a:rPr>
              <a:t>02 / 06</a:t>
            </a:r>
          </a:p>
        </p:txBody>
      </p:sp>
      <p:sp>
        <p:nvSpPr>
          <p:cNvPr id="3" name="f23">
            <a:extLst xmlns:a="http://schemas.openxmlformats.org/drawingml/2006/main">
              <a:ext uri="{FF2B5EF4-FFF2-40B4-BE49-F238E27FC236}">
                <a16:creationId xmlns:a16="http://schemas.microsoft.com/office/drawing/2014/main" id="{78B677B6-80A4-4699-8487-DB68484C469B}"/>
              </a:ext>
            </a:extLst>
          </p:cNvPr>
          <p:cNvSpPr>
            <a:spLocks xmlns:a="http://schemas.openxmlformats.org/drawingml/2006/main" noGrp="1"/>
          </p:cNvSpPr>
          <p:nvPr/>
        </p:nvSpPr>
        <p:spPr>
          <a:xfrm xmlns:a="http://schemas.openxmlformats.org/drawingml/2006/main">
            <a:off x="1066800" y="1200150"/>
            <a:ext cx="1310640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4050" b="1">
                <a:solidFill>
                  <a:srgbClr val="182536"/>
                </a:solidFill>
                <a:latin typeface="Nimbus Sans"/>
                <a:ea typeface="Nimbus Sans"/>
                <a:cs typeface="Nimbus Sans"/>
              </a:defRPr>
            </a:defPPr>
            <a:lvl1pPr algn="l">
              <a:defRPr sz="4050" b="1">
                <a:solidFill>
                  <a:srgbClr val="182536"/>
                </a:solidFill>
                <a:latin typeface="Nimbus Sans"/>
                <a:ea typeface="Nimbus Sans"/>
                <a:cs typeface="Nimbus Sans"/>
              </a:defRPr>
            </a:lvl1pPr>
            <a:lvl2pPr algn="l">
              <a:defRPr sz="4050" b="1">
                <a:solidFill>
                  <a:srgbClr val="182536"/>
                </a:solidFill>
                <a:latin typeface="Nimbus Sans"/>
                <a:ea typeface="Nimbus Sans"/>
                <a:cs typeface="Nimbus Sans"/>
              </a:defRPr>
            </a:lvl2pPr>
            <a:lvl3pPr algn="l">
              <a:defRPr sz="4050" b="1">
                <a:solidFill>
                  <a:srgbClr val="182536"/>
                </a:solidFill>
                <a:latin typeface="Nimbus Sans"/>
                <a:ea typeface="Nimbus Sans"/>
                <a:cs typeface="Nimbus Sans"/>
              </a:defRPr>
            </a:lvl3pPr>
            <a:lvl4pPr algn="l">
              <a:defRPr sz="4050" b="1">
                <a:solidFill>
                  <a:srgbClr val="182536"/>
                </a:solidFill>
                <a:latin typeface="Nimbus Sans"/>
                <a:ea typeface="Nimbus Sans"/>
                <a:cs typeface="Nimbus Sans"/>
              </a:defRPr>
            </a:lvl4pPr>
            <a:lvl5pPr algn="l">
              <a:defRPr sz="4050" b="1">
                <a:solidFill>
                  <a:srgbClr val="182536"/>
                </a:solidFill>
                <a:latin typeface="Nimbus Sans"/>
                <a:ea typeface="Nimbus Sans"/>
                <a:cs typeface="Nimbus Sans"/>
              </a:defRPr>
            </a:lvl5pPr>
            <a:lvl6pPr algn="l">
              <a:defRPr sz="4050" b="1">
                <a:solidFill>
                  <a:srgbClr val="182536"/>
                </a:solidFill>
                <a:latin typeface="Nimbus Sans"/>
                <a:ea typeface="Nimbus Sans"/>
                <a:cs typeface="Nimbus Sans"/>
              </a:defRPr>
            </a:lvl6pPr>
            <a:lvl7pPr algn="l">
              <a:defRPr sz="4050" b="1">
                <a:solidFill>
                  <a:srgbClr val="182536"/>
                </a:solidFill>
                <a:latin typeface="Nimbus Sans"/>
                <a:ea typeface="Nimbus Sans"/>
                <a:cs typeface="Nimbus Sans"/>
              </a:defRPr>
            </a:lvl7pPr>
            <a:lvl8pPr algn="l">
              <a:defRPr sz="4050" b="1">
                <a:solidFill>
                  <a:srgbClr val="182536"/>
                </a:solidFill>
                <a:latin typeface="Nimbus Sans"/>
                <a:ea typeface="Nimbus Sans"/>
                <a:cs typeface="Nimbus Sans"/>
              </a:defRPr>
            </a:lvl8pPr>
            <a:lvl9pPr algn="l">
              <a:defRPr sz="4050" b="1">
                <a:solidFill>
                  <a:srgbClr val="182536"/>
                </a:solidFill>
                <a:latin typeface="Nimbus Sans"/>
                <a:ea typeface="Nimbus Sans"/>
                <a:cs typeface="Nimbus Sans"/>
              </a:defRPr>
            </a:lvl9pPr>
          </a:lstStyle>
          <a:p xmlns:a="http://schemas.openxmlformats.org/drawingml/2006/main">
            <a:pPr algn="l">
              <a:defRPr sz="4050" b="1">
                <a:solidFill>
                  <a:srgbClr val="182536"/>
                </a:solidFill>
                <a:latin typeface="Nimbus Sans"/>
                <a:ea typeface="Nimbus Sans"/>
                <a:cs typeface="Nimbus Sans"/>
              </a:defRPr>
            </a:pPr>
            <a:r>
              <a:rPr sz="4050" b="1">
                <a:solidFill>
                  <a:srgbClr val="182536"/>
                </a:solidFill>
                <a:latin typeface="Nimbus Sans"/>
                <a:ea typeface="Nimbus Sans"/>
                <a:cs typeface="Nimbus Sans"/>
              </a:rPr>
              <a:t>Security Assurance</a:t>
            </a:r>
          </a:p>
        </p:txBody>
      </p:sp>
      <p:sp>
        <p:nvSpPr>
          <p:cNvPr id="4" name="f24">
            <a:extLst xmlns:a="http://schemas.openxmlformats.org/drawingml/2006/main">
              <a:ext uri="{FF2B5EF4-FFF2-40B4-BE49-F238E27FC236}">
                <a16:creationId xmlns:a16="http://schemas.microsoft.com/office/drawing/2014/main" id="{FA32AAF1-62C8-4A68-82F1-250CD38FBE01}"/>
              </a:ext>
            </a:extLst>
          </p:cNvPr>
          <p:cNvSpPr>
            <a:spLocks xmlns:a="http://schemas.openxmlformats.org/drawingml/2006/main" noGrp="1"/>
          </p:cNvSpPr>
          <p:nvPr/>
        </p:nvSpPr>
        <p:spPr>
          <a:xfrm xmlns:a="http://schemas.openxmlformats.org/drawingml/2006/main">
            <a:off x="1066800" y="2647950"/>
            <a:ext cx="44767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ctr">
              <a:defRPr sz="2700" b="1">
                <a:solidFill>
                  <a:srgbClr val="182536"/>
                </a:solidFill>
                <a:latin typeface="Nimbus Sans"/>
                <a:ea typeface="Nimbus Sans"/>
                <a:cs typeface="Nimbus Sans"/>
              </a:defRPr>
            </a:defPPr>
            <a:lvl1pPr algn="ctr">
              <a:defRPr sz="2700" b="1">
                <a:solidFill>
                  <a:srgbClr val="182536"/>
                </a:solidFill>
                <a:latin typeface="Nimbus Sans"/>
                <a:ea typeface="Nimbus Sans"/>
                <a:cs typeface="Nimbus Sans"/>
              </a:defRPr>
            </a:lvl1pPr>
            <a:lvl2pPr algn="ctr">
              <a:defRPr sz="2700" b="1">
                <a:solidFill>
                  <a:srgbClr val="182536"/>
                </a:solidFill>
                <a:latin typeface="Nimbus Sans"/>
                <a:ea typeface="Nimbus Sans"/>
                <a:cs typeface="Nimbus Sans"/>
              </a:defRPr>
            </a:lvl2pPr>
            <a:lvl3pPr algn="ctr">
              <a:defRPr sz="2700" b="1">
                <a:solidFill>
                  <a:srgbClr val="182536"/>
                </a:solidFill>
                <a:latin typeface="Nimbus Sans"/>
                <a:ea typeface="Nimbus Sans"/>
                <a:cs typeface="Nimbus Sans"/>
              </a:defRPr>
            </a:lvl3pPr>
            <a:lvl4pPr algn="ctr">
              <a:defRPr sz="2700" b="1">
                <a:solidFill>
                  <a:srgbClr val="182536"/>
                </a:solidFill>
                <a:latin typeface="Nimbus Sans"/>
                <a:ea typeface="Nimbus Sans"/>
                <a:cs typeface="Nimbus Sans"/>
              </a:defRPr>
            </a:lvl4pPr>
            <a:lvl5pPr algn="ctr">
              <a:defRPr sz="2700" b="1">
                <a:solidFill>
                  <a:srgbClr val="182536"/>
                </a:solidFill>
                <a:latin typeface="Nimbus Sans"/>
                <a:ea typeface="Nimbus Sans"/>
                <a:cs typeface="Nimbus Sans"/>
              </a:defRPr>
            </a:lvl5pPr>
            <a:lvl6pPr algn="ctr">
              <a:defRPr sz="2700" b="1">
                <a:solidFill>
                  <a:srgbClr val="182536"/>
                </a:solidFill>
                <a:latin typeface="Nimbus Sans"/>
                <a:ea typeface="Nimbus Sans"/>
                <a:cs typeface="Nimbus Sans"/>
              </a:defRPr>
            </a:lvl6pPr>
            <a:lvl7pPr algn="ctr">
              <a:defRPr sz="2700" b="1">
                <a:solidFill>
                  <a:srgbClr val="182536"/>
                </a:solidFill>
                <a:latin typeface="Nimbus Sans"/>
                <a:ea typeface="Nimbus Sans"/>
                <a:cs typeface="Nimbus Sans"/>
              </a:defRPr>
            </a:lvl7pPr>
            <a:lvl8pPr algn="ctr">
              <a:defRPr sz="2700" b="1">
                <a:solidFill>
                  <a:srgbClr val="182536"/>
                </a:solidFill>
                <a:latin typeface="Nimbus Sans"/>
                <a:ea typeface="Nimbus Sans"/>
                <a:cs typeface="Nimbus Sans"/>
              </a:defRPr>
            </a:lvl8pPr>
            <a:lvl9pPr algn="ctr">
              <a:defRPr sz="2700" b="1">
                <a:solidFill>
                  <a:srgbClr val="182536"/>
                </a:solidFill>
                <a:latin typeface="Nimbus Sans"/>
                <a:ea typeface="Nimbus Sans"/>
                <a:cs typeface="Nimbus Sans"/>
              </a:defRPr>
            </a:lvl9pPr>
          </a:lstStyle>
          <a:p xmlns:a="http://schemas.openxmlformats.org/drawingml/2006/main">
            <a:pPr algn="ctr">
              <a:defRPr sz="2700" b="1">
                <a:solidFill>
                  <a:srgbClr val="182536"/>
                </a:solidFill>
                <a:latin typeface="Nimbus Sans"/>
                <a:ea typeface="Nimbus Sans"/>
                <a:cs typeface="Nimbus Sans"/>
              </a:defRPr>
            </a:pPr>
            <a:r>
              <a:rPr sz="2700" b="1">
                <a:solidFill>
                  <a:srgbClr val="182536"/>
                </a:solidFill>
                <a:latin typeface="Nimbus Sans"/>
                <a:ea typeface="Nimbus Sans"/>
                <a:cs typeface="Nimbus Sans"/>
              </a:rPr>
              <a:t>Requisito di sicurezza</a:t>
            </a:r>
          </a:p>
        </p:txBody>
      </p:sp>
      <p:sp>
        <p:nvSpPr>
          <p:cNvPr id="5" name="f25">
            <a:extLst xmlns:a="http://schemas.openxmlformats.org/drawingml/2006/main">
              <a:ext uri="{FF2B5EF4-FFF2-40B4-BE49-F238E27FC236}">
                <a16:creationId xmlns:a16="http://schemas.microsoft.com/office/drawing/2014/main" id="{71663D1C-0FFF-4A5B-B9D1-8A9BACB8E357}"/>
              </a:ext>
            </a:extLst>
          </p:cNvPr>
          <p:cNvSpPr>
            <a:spLocks xmlns:a="http://schemas.openxmlformats.org/drawingml/2006/main" noGrp="1"/>
          </p:cNvSpPr>
          <p:nvPr/>
        </p:nvSpPr>
        <p:spPr>
          <a:xfrm xmlns:a="http://schemas.openxmlformats.org/drawingml/2006/main">
            <a:off x="9696450" y="2647950"/>
            <a:ext cx="44767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ctr">
              <a:defRPr sz="2700" b="1">
                <a:solidFill>
                  <a:srgbClr val="182536"/>
                </a:solidFill>
                <a:latin typeface="Nimbus Sans"/>
                <a:ea typeface="Nimbus Sans"/>
                <a:cs typeface="Nimbus Sans"/>
              </a:defRPr>
            </a:defPPr>
            <a:lvl1pPr algn="ctr">
              <a:defRPr sz="2700" b="1">
                <a:solidFill>
                  <a:srgbClr val="182536"/>
                </a:solidFill>
                <a:latin typeface="Nimbus Sans"/>
                <a:ea typeface="Nimbus Sans"/>
                <a:cs typeface="Nimbus Sans"/>
              </a:defRPr>
            </a:lvl1pPr>
            <a:lvl2pPr algn="ctr">
              <a:defRPr sz="2700" b="1">
                <a:solidFill>
                  <a:srgbClr val="182536"/>
                </a:solidFill>
                <a:latin typeface="Nimbus Sans"/>
                <a:ea typeface="Nimbus Sans"/>
                <a:cs typeface="Nimbus Sans"/>
              </a:defRPr>
            </a:lvl2pPr>
            <a:lvl3pPr algn="ctr">
              <a:defRPr sz="2700" b="1">
                <a:solidFill>
                  <a:srgbClr val="182536"/>
                </a:solidFill>
                <a:latin typeface="Nimbus Sans"/>
                <a:ea typeface="Nimbus Sans"/>
                <a:cs typeface="Nimbus Sans"/>
              </a:defRPr>
            </a:lvl3pPr>
            <a:lvl4pPr algn="ctr">
              <a:defRPr sz="2700" b="1">
                <a:solidFill>
                  <a:srgbClr val="182536"/>
                </a:solidFill>
                <a:latin typeface="Nimbus Sans"/>
                <a:ea typeface="Nimbus Sans"/>
                <a:cs typeface="Nimbus Sans"/>
              </a:defRPr>
            </a:lvl4pPr>
            <a:lvl5pPr algn="ctr">
              <a:defRPr sz="2700" b="1">
                <a:solidFill>
                  <a:srgbClr val="182536"/>
                </a:solidFill>
                <a:latin typeface="Nimbus Sans"/>
                <a:ea typeface="Nimbus Sans"/>
                <a:cs typeface="Nimbus Sans"/>
              </a:defRPr>
            </a:lvl5pPr>
            <a:lvl6pPr algn="ctr">
              <a:defRPr sz="2700" b="1">
                <a:solidFill>
                  <a:srgbClr val="182536"/>
                </a:solidFill>
                <a:latin typeface="Nimbus Sans"/>
                <a:ea typeface="Nimbus Sans"/>
                <a:cs typeface="Nimbus Sans"/>
              </a:defRPr>
            </a:lvl6pPr>
            <a:lvl7pPr algn="ctr">
              <a:defRPr sz="2700" b="1">
                <a:solidFill>
                  <a:srgbClr val="182536"/>
                </a:solidFill>
                <a:latin typeface="Nimbus Sans"/>
                <a:ea typeface="Nimbus Sans"/>
                <a:cs typeface="Nimbus Sans"/>
              </a:defRPr>
            </a:lvl7pPr>
            <a:lvl8pPr algn="ctr">
              <a:defRPr sz="2700" b="1">
                <a:solidFill>
                  <a:srgbClr val="182536"/>
                </a:solidFill>
                <a:latin typeface="Nimbus Sans"/>
                <a:ea typeface="Nimbus Sans"/>
                <a:cs typeface="Nimbus Sans"/>
              </a:defRPr>
            </a:lvl8pPr>
            <a:lvl9pPr algn="ctr">
              <a:defRPr sz="2700" b="1">
                <a:solidFill>
                  <a:srgbClr val="182536"/>
                </a:solidFill>
                <a:latin typeface="Nimbus Sans"/>
                <a:ea typeface="Nimbus Sans"/>
                <a:cs typeface="Nimbus Sans"/>
              </a:defRPr>
            </a:lvl9pPr>
          </a:lstStyle>
          <a:p xmlns:a="http://schemas.openxmlformats.org/drawingml/2006/main">
            <a:pPr algn="ctr">
              <a:defRPr sz="2700" b="1">
                <a:solidFill>
                  <a:srgbClr val="182536"/>
                </a:solidFill>
                <a:latin typeface="Nimbus Sans"/>
                <a:ea typeface="Nimbus Sans"/>
                <a:cs typeface="Nimbus Sans"/>
              </a:defRPr>
            </a:pPr>
            <a:r>
              <a:rPr sz="2700" b="1">
                <a:solidFill>
                  <a:srgbClr val="182536"/>
                </a:solidFill>
                <a:latin typeface="Nimbus Sans"/>
                <a:ea typeface="Nimbus Sans"/>
                <a:cs typeface="Nimbus Sans"/>
              </a:rPr>
              <a:t>Sistema software</a:t>
            </a:r>
          </a:p>
        </p:txBody>
      </p:sp>
      <p:sp>
        <p:nvSpPr>
          <p:cNvPr id="6" name="f26">
            <a:extLst xmlns:a="http://schemas.openxmlformats.org/drawingml/2006/main">
              <a:ext uri="{FF2B5EF4-FFF2-40B4-BE49-F238E27FC236}">
                <a16:creationId xmlns:a16="http://schemas.microsoft.com/office/drawing/2014/main" id="{1F20727D-02BC-40F7-A96E-5F1EB16CB578}"/>
              </a:ext>
            </a:extLst>
          </p:cNvPr>
          <p:cNvSpPr>
            <a:spLocks xmlns:a="http://schemas.openxmlformats.org/drawingml/2006/main" noGrp="1"/>
          </p:cNvSpPr>
          <p:nvPr/>
        </p:nvSpPr>
        <p:spPr>
          <a:xfrm xmlns:a="http://schemas.openxmlformats.org/drawingml/2006/main">
            <a:off x="2171700" y="3467100"/>
            <a:ext cx="2190750" cy="2000250"/>
          </a:xfrm>
          <a:prstGeom xmlns:a="http://schemas.openxmlformats.org/drawingml/2006/main" prst="roundRect">
            <a:avLst>
              <a:gd name="adj" fmla="val 4762"/>
            </a:avLst>
          </a:prstGeom>
          <a:solidFill xmlns:a="http://schemas.openxmlformats.org/drawingml/2006/main">
            <a:srgbClr val="FFFFFF"/>
          </a:solidFill>
          <a:ln xmlns:a="http://schemas.openxmlformats.org/drawingml/2006/main" w="17145">
            <a:solidFill>
              <a:srgbClr val="4264D0"/>
            </a:solidFill>
            <a:prstDash val="solid"/>
          </a:ln>
        </p:spPr>
      </p:sp>
      <p:sp>
        <p:nvSpPr>
          <p:cNvPr id="7" name="f27">
            <a:extLst xmlns:a="http://schemas.openxmlformats.org/drawingml/2006/main">
              <a:ext uri="{FF2B5EF4-FFF2-40B4-BE49-F238E27FC236}">
                <a16:creationId xmlns:a16="http://schemas.microsoft.com/office/drawing/2014/main" id="{6A81CEE3-BCD2-453D-92E9-72D6A07E9E9B}"/>
              </a:ext>
            </a:extLst>
          </p:cNvPr>
          <p:cNvSpPr>
            <a:spLocks xmlns:a="http://schemas.openxmlformats.org/drawingml/2006/main" noGrp="1"/>
          </p:cNvSpPr>
          <p:nvPr/>
        </p:nvSpPr>
        <p:spPr>
          <a:xfrm xmlns:a="http://schemas.openxmlformats.org/drawingml/2006/main">
            <a:off x="2609850" y="4067175"/>
            <a:ext cx="1270635" cy="95"/>
          </a:xfrm>
          <a:prstGeom xmlns:a="http://schemas.openxmlformats.org/drawingml/2006/main" prst="line">
            <a:avLst/>
          </a:prstGeom>
          <a:noFill xmlns:a="http://schemas.openxmlformats.org/drawingml/2006/main"/>
          <a:ln xmlns:a="http://schemas.openxmlformats.org/drawingml/2006/main" w="38100">
            <a:solidFill>
              <a:srgbClr val="4264D0"/>
            </a:solidFill>
            <a:prstDash val="solid"/>
          </a:ln>
        </p:spPr>
      </p:sp>
      <p:sp>
        <p:nvSpPr>
          <p:cNvPr id="8" name="f28">
            <a:extLst xmlns:a="http://schemas.openxmlformats.org/drawingml/2006/main">
              <a:ext uri="{FF2B5EF4-FFF2-40B4-BE49-F238E27FC236}">
                <a16:creationId xmlns:a16="http://schemas.microsoft.com/office/drawing/2014/main" id="{4297226B-350A-444E-AD94-1CAE187BE477}"/>
              </a:ext>
            </a:extLst>
          </p:cNvPr>
          <p:cNvSpPr>
            <a:spLocks xmlns:a="http://schemas.openxmlformats.org/drawingml/2006/main" noGrp="1"/>
          </p:cNvSpPr>
          <p:nvPr/>
        </p:nvSpPr>
        <p:spPr>
          <a:xfrm xmlns:a="http://schemas.openxmlformats.org/drawingml/2006/main">
            <a:off x="2609850" y="4427220"/>
            <a:ext cx="1270635" cy="95"/>
          </a:xfrm>
          <a:prstGeom xmlns:a="http://schemas.openxmlformats.org/drawingml/2006/main" prst="line">
            <a:avLst/>
          </a:prstGeom>
          <a:noFill xmlns:a="http://schemas.openxmlformats.org/drawingml/2006/main"/>
          <a:ln xmlns:a="http://schemas.openxmlformats.org/drawingml/2006/main" w="38100">
            <a:solidFill>
              <a:srgbClr val="4264D0"/>
            </a:solidFill>
            <a:prstDash val="solid"/>
          </a:ln>
        </p:spPr>
      </p:sp>
      <p:sp>
        <p:nvSpPr>
          <p:cNvPr id="9" name="f29">
            <a:extLst xmlns:a="http://schemas.openxmlformats.org/drawingml/2006/main">
              <a:ext uri="{FF2B5EF4-FFF2-40B4-BE49-F238E27FC236}">
                <a16:creationId xmlns:a16="http://schemas.microsoft.com/office/drawing/2014/main" id="{C804E75C-4444-4CDC-9C27-522289947B76}"/>
              </a:ext>
            </a:extLst>
          </p:cNvPr>
          <p:cNvSpPr>
            <a:spLocks xmlns:a="http://schemas.openxmlformats.org/drawingml/2006/main" noGrp="1"/>
          </p:cNvSpPr>
          <p:nvPr/>
        </p:nvSpPr>
        <p:spPr>
          <a:xfrm xmlns:a="http://schemas.openxmlformats.org/drawingml/2006/main">
            <a:off x="2609850" y="4787265"/>
            <a:ext cx="1270635" cy="95"/>
          </a:xfrm>
          <a:prstGeom xmlns:a="http://schemas.openxmlformats.org/drawingml/2006/main" prst="line">
            <a:avLst/>
          </a:prstGeom>
          <a:noFill xmlns:a="http://schemas.openxmlformats.org/drawingml/2006/main"/>
          <a:ln xmlns:a="http://schemas.openxmlformats.org/drawingml/2006/main" w="38100">
            <a:solidFill>
              <a:srgbClr val="4264D0"/>
            </a:solidFill>
            <a:prstDash val="solid"/>
          </a:ln>
        </p:spPr>
      </p:sp>
      <p:sp>
        <p:nvSpPr>
          <p:cNvPr id="10" name="f30">
            <a:extLst xmlns:a="http://schemas.openxmlformats.org/drawingml/2006/main">
              <a:ext uri="{FF2B5EF4-FFF2-40B4-BE49-F238E27FC236}">
                <a16:creationId xmlns:a16="http://schemas.microsoft.com/office/drawing/2014/main" id="{CF5E58CF-F6C3-47A6-A58F-64DD198222CF}"/>
              </a:ext>
            </a:extLst>
          </p:cNvPr>
          <p:cNvSpPr>
            <a:spLocks xmlns:a="http://schemas.openxmlformats.org/drawingml/2006/main" noGrp="1"/>
          </p:cNvSpPr>
          <p:nvPr/>
        </p:nvSpPr>
        <p:spPr>
          <a:xfrm xmlns:a="http://schemas.openxmlformats.org/drawingml/2006/main">
            <a:off x="10629900" y="3609975"/>
            <a:ext cx="2667000" cy="1714500"/>
          </a:xfrm>
          <a:prstGeom xmlns:a="http://schemas.openxmlformats.org/drawingml/2006/main" prst="roundRect">
            <a:avLst>
              <a:gd name="adj" fmla="val 6667"/>
            </a:avLst>
          </a:prstGeom>
          <a:solidFill xmlns:a="http://schemas.openxmlformats.org/drawingml/2006/main">
            <a:srgbClr val="FFFFFF"/>
          </a:solidFill>
          <a:ln xmlns:a="http://schemas.openxmlformats.org/drawingml/2006/main" w="17145">
            <a:solidFill>
              <a:srgbClr val="4264D0"/>
            </a:solidFill>
            <a:prstDash val="solid"/>
          </a:ln>
        </p:spPr>
      </p:sp>
      <p:sp>
        <p:nvSpPr>
          <p:cNvPr id="11" name="f31">
            <a:extLst xmlns:a="http://schemas.openxmlformats.org/drawingml/2006/main">
              <a:ext uri="{FF2B5EF4-FFF2-40B4-BE49-F238E27FC236}">
                <a16:creationId xmlns:a16="http://schemas.microsoft.com/office/drawing/2014/main" id="{3B019659-1504-476C-9258-CF9A15651D15}"/>
              </a:ext>
            </a:extLst>
          </p:cNvPr>
          <p:cNvSpPr>
            <a:spLocks xmlns:a="http://schemas.openxmlformats.org/drawingml/2006/main" noGrp="1"/>
          </p:cNvSpPr>
          <p:nvPr/>
        </p:nvSpPr>
        <p:spPr>
          <a:xfrm xmlns:a="http://schemas.openxmlformats.org/drawingml/2006/main">
            <a:off x="10629900" y="3971925"/>
            <a:ext cx="2667000" cy="95"/>
          </a:xfrm>
          <a:prstGeom xmlns:a="http://schemas.openxmlformats.org/drawingml/2006/main" prst="line">
            <a:avLst/>
          </a:prstGeom>
          <a:noFill xmlns:a="http://schemas.openxmlformats.org/drawingml/2006/main"/>
          <a:ln xmlns:a="http://schemas.openxmlformats.org/drawingml/2006/main" w="28575">
            <a:solidFill>
              <a:srgbClr val="4264D0"/>
            </a:solidFill>
            <a:prstDash val="solid"/>
          </a:ln>
        </p:spPr>
      </p:sp>
      <p:sp>
        <p:nvSpPr>
          <p:cNvPr id="12" name="f32">
            <a:extLst xmlns:a="http://schemas.openxmlformats.org/drawingml/2006/main">
              <a:ext uri="{FF2B5EF4-FFF2-40B4-BE49-F238E27FC236}">
                <a16:creationId xmlns:a16="http://schemas.microsoft.com/office/drawing/2014/main" id="{BA93BCA1-542B-450C-81BD-D9FB8A08611B}"/>
              </a:ext>
            </a:extLst>
          </p:cNvPr>
          <p:cNvSpPr>
            <a:spLocks xmlns:a="http://schemas.openxmlformats.org/drawingml/2006/main" noGrp="1"/>
          </p:cNvSpPr>
          <p:nvPr/>
        </p:nvSpPr>
        <p:spPr>
          <a:xfrm xmlns:a="http://schemas.openxmlformats.org/drawingml/2006/main">
            <a:off x="10801350" y="3752850"/>
            <a:ext cx="76200" cy="76200"/>
          </a:xfrm>
          <a:prstGeom xmlns:a="http://schemas.openxmlformats.org/drawingml/2006/main" prst="ellipse">
            <a:avLst/>
          </a:prstGeom>
          <a:solidFill xmlns:a="http://schemas.openxmlformats.org/drawingml/2006/main">
            <a:srgbClr val="4264D0"/>
          </a:solidFill>
          <a:ln xmlns:a="http://schemas.openxmlformats.org/drawingml/2006/main" w="17145">
            <a:solidFill>
              <a:srgbClr val="4264D0"/>
            </a:solidFill>
            <a:prstDash val="solid"/>
          </a:ln>
        </p:spPr>
      </p:sp>
      <p:sp>
        <p:nvSpPr>
          <p:cNvPr id="13" name="f33">
            <a:extLst xmlns:a="http://schemas.openxmlformats.org/drawingml/2006/main">
              <a:ext uri="{FF2B5EF4-FFF2-40B4-BE49-F238E27FC236}">
                <a16:creationId xmlns:a16="http://schemas.microsoft.com/office/drawing/2014/main" id="{B28376DA-CDCE-414F-BE81-234507823DBA}"/>
              </a:ext>
            </a:extLst>
          </p:cNvPr>
          <p:cNvSpPr>
            <a:spLocks xmlns:a="http://schemas.openxmlformats.org/drawingml/2006/main" noGrp="1"/>
          </p:cNvSpPr>
          <p:nvPr/>
        </p:nvSpPr>
        <p:spPr>
          <a:xfrm xmlns:a="http://schemas.openxmlformats.org/drawingml/2006/main">
            <a:off x="10991850" y="3752850"/>
            <a:ext cx="76200" cy="76200"/>
          </a:xfrm>
          <a:prstGeom xmlns:a="http://schemas.openxmlformats.org/drawingml/2006/main" prst="ellipse">
            <a:avLst/>
          </a:prstGeom>
          <a:solidFill xmlns:a="http://schemas.openxmlformats.org/drawingml/2006/main">
            <a:srgbClr val="4264D0"/>
          </a:solidFill>
          <a:ln xmlns:a="http://schemas.openxmlformats.org/drawingml/2006/main" w="17145">
            <a:solidFill>
              <a:srgbClr val="4264D0"/>
            </a:solidFill>
            <a:prstDash val="solid"/>
          </a:ln>
        </p:spPr>
      </p:sp>
      <p:sp>
        <p:nvSpPr>
          <p:cNvPr id="14" name="f34">
            <a:extLst xmlns:a="http://schemas.openxmlformats.org/drawingml/2006/main">
              <a:ext uri="{FF2B5EF4-FFF2-40B4-BE49-F238E27FC236}">
                <a16:creationId xmlns:a16="http://schemas.microsoft.com/office/drawing/2014/main" id="{47FC6370-024E-4F51-AB96-CF3B5DBAD073}"/>
              </a:ext>
            </a:extLst>
          </p:cNvPr>
          <p:cNvSpPr>
            <a:spLocks xmlns:a="http://schemas.openxmlformats.org/drawingml/2006/main" noGrp="1"/>
          </p:cNvSpPr>
          <p:nvPr/>
        </p:nvSpPr>
        <p:spPr>
          <a:xfrm xmlns:a="http://schemas.openxmlformats.org/drawingml/2006/main">
            <a:off x="11182350" y="3752850"/>
            <a:ext cx="76200" cy="76200"/>
          </a:xfrm>
          <a:prstGeom xmlns:a="http://schemas.openxmlformats.org/drawingml/2006/main" prst="ellipse">
            <a:avLst/>
          </a:prstGeom>
          <a:solidFill xmlns:a="http://schemas.openxmlformats.org/drawingml/2006/main">
            <a:srgbClr val="4264D0"/>
          </a:solidFill>
          <a:ln xmlns:a="http://schemas.openxmlformats.org/drawingml/2006/main" w="17145">
            <a:solidFill>
              <a:srgbClr val="4264D0"/>
            </a:solidFill>
            <a:prstDash val="solid"/>
          </a:ln>
        </p:spPr>
      </p:sp>
      <p:sp>
        <p:nvSpPr>
          <p:cNvPr id="15" name="f35">
            <a:extLst xmlns:a="http://schemas.openxmlformats.org/drawingml/2006/main">
              <a:ext uri="{FF2B5EF4-FFF2-40B4-BE49-F238E27FC236}">
                <a16:creationId xmlns:a16="http://schemas.microsoft.com/office/drawing/2014/main" id="{2BDD5D47-DB06-4E9B-B771-6BFAA3531DF9}"/>
              </a:ext>
            </a:extLst>
          </p:cNvPr>
          <p:cNvSpPr>
            <a:spLocks xmlns:a="http://schemas.openxmlformats.org/drawingml/2006/main" noGrp="1"/>
          </p:cNvSpPr>
          <p:nvPr/>
        </p:nvSpPr>
        <p:spPr>
          <a:xfrm xmlns:a="http://schemas.openxmlformats.org/drawingml/2006/main">
            <a:off x="10915650" y="4238625"/>
            <a:ext cx="209550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ctr">
              <a:defRPr sz="4425" b="1">
                <a:solidFill>
                  <a:srgbClr val="4264D0"/>
                </a:solidFill>
                <a:latin typeface="DejaVu Sans Mono"/>
                <a:ea typeface="DejaVu Sans Mono"/>
                <a:cs typeface="DejaVu Sans Mono"/>
              </a:defRPr>
            </a:defPPr>
            <a:lvl1pPr algn="ctr">
              <a:defRPr sz="4425" b="1">
                <a:solidFill>
                  <a:srgbClr val="4264D0"/>
                </a:solidFill>
                <a:latin typeface="DejaVu Sans Mono"/>
                <a:ea typeface="DejaVu Sans Mono"/>
                <a:cs typeface="DejaVu Sans Mono"/>
              </a:defRPr>
            </a:lvl1pPr>
            <a:lvl2pPr algn="ctr">
              <a:defRPr sz="4425" b="1">
                <a:solidFill>
                  <a:srgbClr val="4264D0"/>
                </a:solidFill>
                <a:latin typeface="DejaVu Sans Mono"/>
                <a:ea typeface="DejaVu Sans Mono"/>
                <a:cs typeface="DejaVu Sans Mono"/>
              </a:defRPr>
            </a:lvl2pPr>
            <a:lvl3pPr algn="ctr">
              <a:defRPr sz="4425" b="1">
                <a:solidFill>
                  <a:srgbClr val="4264D0"/>
                </a:solidFill>
                <a:latin typeface="DejaVu Sans Mono"/>
                <a:ea typeface="DejaVu Sans Mono"/>
                <a:cs typeface="DejaVu Sans Mono"/>
              </a:defRPr>
            </a:lvl3pPr>
            <a:lvl4pPr algn="ctr">
              <a:defRPr sz="4425" b="1">
                <a:solidFill>
                  <a:srgbClr val="4264D0"/>
                </a:solidFill>
                <a:latin typeface="DejaVu Sans Mono"/>
                <a:ea typeface="DejaVu Sans Mono"/>
                <a:cs typeface="DejaVu Sans Mono"/>
              </a:defRPr>
            </a:lvl4pPr>
            <a:lvl5pPr algn="ctr">
              <a:defRPr sz="4425" b="1">
                <a:solidFill>
                  <a:srgbClr val="4264D0"/>
                </a:solidFill>
                <a:latin typeface="DejaVu Sans Mono"/>
                <a:ea typeface="DejaVu Sans Mono"/>
                <a:cs typeface="DejaVu Sans Mono"/>
              </a:defRPr>
            </a:lvl5pPr>
            <a:lvl6pPr algn="ctr">
              <a:defRPr sz="4425" b="1">
                <a:solidFill>
                  <a:srgbClr val="4264D0"/>
                </a:solidFill>
                <a:latin typeface="DejaVu Sans Mono"/>
                <a:ea typeface="DejaVu Sans Mono"/>
                <a:cs typeface="DejaVu Sans Mono"/>
              </a:defRPr>
            </a:lvl6pPr>
            <a:lvl7pPr algn="ctr">
              <a:defRPr sz="4425" b="1">
                <a:solidFill>
                  <a:srgbClr val="4264D0"/>
                </a:solidFill>
                <a:latin typeface="DejaVu Sans Mono"/>
                <a:ea typeface="DejaVu Sans Mono"/>
                <a:cs typeface="DejaVu Sans Mono"/>
              </a:defRPr>
            </a:lvl7pPr>
            <a:lvl8pPr algn="ctr">
              <a:defRPr sz="4425" b="1">
                <a:solidFill>
                  <a:srgbClr val="4264D0"/>
                </a:solidFill>
                <a:latin typeface="DejaVu Sans Mono"/>
                <a:ea typeface="DejaVu Sans Mono"/>
                <a:cs typeface="DejaVu Sans Mono"/>
              </a:defRPr>
            </a:lvl8pPr>
            <a:lvl9pPr algn="ctr">
              <a:defRPr sz="4425" b="1">
                <a:solidFill>
                  <a:srgbClr val="4264D0"/>
                </a:solidFill>
                <a:latin typeface="DejaVu Sans Mono"/>
                <a:ea typeface="DejaVu Sans Mono"/>
                <a:cs typeface="DejaVu Sans Mono"/>
              </a:defRPr>
            </a:lvl9pPr>
          </a:lstStyle>
          <a:p xmlns:a="http://schemas.openxmlformats.org/drawingml/2006/main">
            <a:pPr algn="ctr">
              <a:defRPr sz="4425" b="1">
                <a:solidFill>
                  <a:srgbClr val="4264D0"/>
                </a:solidFill>
                <a:latin typeface="DejaVu Sans Mono"/>
                <a:ea typeface="DejaVu Sans Mono"/>
                <a:cs typeface="DejaVu Sans Mono"/>
              </a:defRPr>
            </a:pPr>
            <a:r>
              <a:rPr sz="4425" b="1">
                <a:solidFill>
                  <a:srgbClr val="4264D0"/>
                </a:solidFill>
                <a:latin typeface="DejaVu Sans Mono"/>
                <a:ea typeface="DejaVu Sans Mono"/>
                <a:cs typeface="DejaVu Sans Mono"/>
              </a:rPr>
              <a:t>&lt;/&gt;</a:t>
            </a:r>
          </a:p>
        </p:txBody>
      </p:sp>
      <p:sp>
        <p:nvSpPr>
          <p:cNvPr id="16" name="f36">
            <a:extLst xmlns:a="http://schemas.openxmlformats.org/drawingml/2006/main">
              <a:ext uri="{FF2B5EF4-FFF2-40B4-BE49-F238E27FC236}">
                <a16:creationId xmlns:a16="http://schemas.microsoft.com/office/drawing/2014/main" id="{56A9301B-86E1-4887-8162-58A2D13812DE}"/>
              </a:ext>
            </a:extLst>
          </p:cNvPr>
          <p:cNvSpPr>
            <a:spLocks xmlns:a="http://schemas.openxmlformats.org/drawingml/2006/main" noGrp="1"/>
          </p:cNvSpPr>
          <p:nvPr/>
        </p:nvSpPr>
        <p:spPr>
          <a:xfrm xmlns:a="http://schemas.openxmlformats.org/drawingml/2006/main">
            <a:off x="4657725" y="4257675"/>
            <a:ext cx="1133475" cy="219075"/>
          </a:xfrm>
          <a:prstGeom xmlns:a="http://schemas.openxmlformats.org/drawingml/2006/main" prst="rightArrow">
            <a:avLst/>
          </a:prstGeom>
          <a:solidFill xmlns:a="http://schemas.openxmlformats.org/drawingml/2006/main">
            <a:srgbClr val="4264D0"/>
          </a:solidFill>
          <a:ln xmlns:a="http://schemas.openxmlformats.org/drawingml/2006/main" w="0">
            <a:noFill/>
            <a:prstDash val="solid"/>
          </a:ln>
        </p:spPr>
      </p:sp>
      <p:sp>
        <p:nvSpPr>
          <p:cNvPr id="17" name="f37">
            <a:extLst xmlns:a="http://schemas.openxmlformats.org/drawingml/2006/main">
              <a:ext uri="{FF2B5EF4-FFF2-40B4-BE49-F238E27FC236}">
                <a16:creationId xmlns:a16="http://schemas.microsoft.com/office/drawing/2014/main" id="{4DE6EEF5-7778-4A3D-862A-244ECA358673}"/>
              </a:ext>
            </a:extLst>
          </p:cNvPr>
          <p:cNvSpPr>
            <a:spLocks xmlns:a="http://schemas.openxmlformats.org/drawingml/2006/main" noGrp="1"/>
          </p:cNvSpPr>
          <p:nvPr/>
        </p:nvSpPr>
        <p:spPr>
          <a:xfrm xmlns:a="http://schemas.openxmlformats.org/drawingml/2006/main">
            <a:off x="9448800" y="4257675"/>
            <a:ext cx="942975" cy="219075"/>
          </a:xfrm>
          <a:prstGeom xmlns:a="http://schemas.openxmlformats.org/drawingml/2006/main" prst="leftArrow">
            <a:avLst/>
          </a:prstGeom>
          <a:solidFill xmlns:a="http://schemas.openxmlformats.org/drawingml/2006/main">
            <a:srgbClr val="4264D0"/>
          </a:solidFill>
          <a:ln xmlns:a="http://schemas.openxmlformats.org/drawingml/2006/main" w="0">
            <a:noFill/>
            <a:prstDash val="solid"/>
          </a:ln>
        </p:spPr>
      </p:sp>
      <p:sp>
        <p:nvSpPr>
          <p:cNvPr id="18" name="f38">
            <a:extLst xmlns:a="http://schemas.openxmlformats.org/drawingml/2006/main">
              <a:ext uri="{FF2B5EF4-FFF2-40B4-BE49-F238E27FC236}">
                <a16:creationId xmlns:a16="http://schemas.microsoft.com/office/drawing/2014/main" id="{7CD1A0FA-59AD-424F-90B2-950F2B33A1AA}"/>
              </a:ext>
            </a:extLst>
          </p:cNvPr>
          <p:cNvSpPr>
            <a:spLocks xmlns:a="http://schemas.openxmlformats.org/drawingml/2006/main" noGrp="1"/>
          </p:cNvSpPr>
          <p:nvPr/>
        </p:nvSpPr>
        <p:spPr>
          <a:xfrm xmlns:a="http://schemas.openxmlformats.org/drawingml/2006/main">
            <a:off x="6048375" y="3790950"/>
            <a:ext cx="314325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ctr">
              <a:defRPr sz="3150" b="1">
                <a:solidFill>
                  <a:srgbClr val="4264D0"/>
                </a:solidFill>
                <a:latin typeface="Nimbus Sans"/>
                <a:ea typeface="Nimbus Sans"/>
                <a:cs typeface="Nimbus Sans"/>
              </a:defRPr>
            </a:defPPr>
            <a:lvl1pPr algn="ctr">
              <a:defRPr sz="3150" b="1">
                <a:solidFill>
                  <a:srgbClr val="4264D0"/>
                </a:solidFill>
                <a:latin typeface="Nimbus Sans"/>
                <a:ea typeface="Nimbus Sans"/>
                <a:cs typeface="Nimbus Sans"/>
              </a:defRPr>
            </a:lvl1pPr>
            <a:lvl2pPr algn="ctr">
              <a:defRPr sz="3150" b="1">
                <a:solidFill>
                  <a:srgbClr val="4264D0"/>
                </a:solidFill>
                <a:latin typeface="Nimbus Sans"/>
                <a:ea typeface="Nimbus Sans"/>
                <a:cs typeface="Nimbus Sans"/>
              </a:defRPr>
            </a:lvl2pPr>
            <a:lvl3pPr algn="ctr">
              <a:defRPr sz="3150" b="1">
                <a:solidFill>
                  <a:srgbClr val="4264D0"/>
                </a:solidFill>
                <a:latin typeface="Nimbus Sans"/>
                <a:ea typeface="Nimbus Sans"/>
                <a:cs typeface="Nimbus Sans"/>
              </a:defRPr>
            </a:lvl3pPr>
            <a:lvl4pPr algn="ctr">
              <a:defRPr sz="3150" b="1">
                <a:solidFill>
                  <a:srgbClr val="4264D0"/>
                </a:solidFill>
                <a:latin typeface="Nimbus Sans"/>
                <a:ea typeface="Nimbus Sans"/>
                <a:cs typeface="Nimbus Sans"/>
              </a:defRPr>
            </a:lvl4pPr>
            <a:lvl5pPr algn="ctr">
              <a:defRPr sz="3150" b="1">
                <a:solidFill>
                  <a:srgbClr val="4264D0"/>
                </a:solidFill>
                <a:latin typeface="Nimbus Sans"/>
                <a:ea typeface="Nimbus Sans"/>
                <a:cs typeface="Nimbus Sans"/>
              </a:defRPr>
            </a:lvl5pPr>
            <a:lvl6pPr algn="ctr">
              <a:defRPr sz="3150" b="1">
                <a:solidFill>
                  <a:srgbClr val="4264D0"/>
                </a:solidFill>
                <a:latin typeface="Nimbus Sans"/>
                <a:ea typeface="Nimbus Sans"/>
                <a:cs typeface="Nimbus Sans"/>
              </a:defRPr>
            </a:lvl6pPr>
            <a:lvl7pPr algn="ctr">
              <a:defRPr sz="3150" b="1">
                <a:solidFill>
                  <a:srgbClr val="4264D0"/>
                </a:solidFill>
                <a:latin typeface="Nimbus Sans"/>
                <a:ea typeface="Nimbus Sans"/>
                <a:cs typeface="Nimbus Sans"/>
              </a:defRPr>
            </a:lvl7pPr>
            <a:lvl8pPr algn="ctr">
              <a:defRPr sz="3150" b="1">
                <a:solidFill>
                  <a:srgbClr val="4264D0"/>
                </a:solidFill>
                <a:latin typeface="Nimbus Sans"/>
                <a:ea typeface="Nimbus Sans"/>
                <a:cs typeface="Nimbus Sans"/>
              </a:defRPr>
            </a:lvl8pPr>
            <a:lvl9pPr algn="ctr">
              <a:defRPr sz="3150" b="1">
                <a:solidFill>
                  <a:srgbClr val="4264D0"/>
                </a:solidFill>
                <a:latin typeface="Nimbus Sans"/>
                <a:ea typeface="Nimbus Sans"/>
                <a:cs typeface="Nimbus Sans"/>
              </a:defRPr>
            </a:lvl9pPr>
          </a:lstStyle>
          <a:p xmlns:a="http://schemas.openxmlformats.org/drawingml/2006/main">
            <a:pPr algn="ctr">
              <a:defRPr sz="3150" b="1">
                <a:solidFill>
                  <a:srgbClr val="4264D0"/>
                </a:solidFill>
                <a:latin typeface="Nimbus Sans"/>
                <a:ea typeface="Nimbus Sans"/>
                <a:cs typeface="Nimbus Sans"/>
              </a:defRPr>
            </a:pPr>
            <a:r>
              <a:rPr sz="3150" b="1">
                <a:solidFill>
                  <a:srgbClr val="4264D0"/>
                </a:solidFill>
                <a:latin typeface="Nimbus Sans"/>
                <a:ea typeface="Nimbus Sans"/>
                <a:cs typeface="Nimbus Sans"/>
              </a:rPr>
              <a:t>Security</a:t>
            </a:r>
          </a:p>
          <a:p xmlns:a="http://schemas.openxmlformats.org/drawingml/2006/main">
            <a:pPr algn="ctr">
              <a:defRPr sz="3150" b="1">
                <a:solidFill>
                  <a:srgbClr val="4264D0"/>
                </a:solidFill>
                <a:latin typeface="Nimbus Sans"/>
                <a:ea typeface="Nimbus Sans"/>
                <a:cs typeface="Nimbus Sans"/>
              </a:defRPr>
            </a:pPr>
            <a:r>
              <a:rPr sz="3150" b="1">
                <a:solidFill>
                  <a:srgbClr val="4264D0"/>
                </a:solidFill>
                <a:latin typeface="Nimbus Sans"/>
                <a:ea typeface="Nimbus Sans"/>
                <a:cs typeface="Nimbus Sans"/>
              </a:rPr>
              <a:t>Assurance</a:t>
            </a:r>
          </a:p>
        </p:txBody>
      </p:sp>
      <p:sp>
        <p:nvSpPr>
          <p:cNvPr id="19" name="f39">
            <a:extLst xmlns:a="http://schemas.openxmlformats.org/drawingml/2006/main">
              <a:ext uri="{FF2B5EF4-FFF2-40B4-BE49-F238E27FC236}">
                <a16:creationId xmlns:a16="http://schemas.microsoft.com/office/drawing/2014/main" id="{CAEE1915-9556-42D6-8603-EE96B98C49BE}"/>
              </a:ext>
            </a:extLst>
          </p:cNvPr>
          <p:cNvSpPr>
            <a:spLocks xmlns:a="http://schemas.openxmlformats.org/drawingml/2006/main" noGrp="1"/>
          </p:cNvSpPr>
          <p:nvPr/>
        </p:nvSpPr>
        <p:spPr>
          <a:xfrm xmlns:a="http://schemas.openxmlformats.org/drawingml/2006/main">
            <a:off x="5619750" y="5267325"/>
            <a:ext cx="4000500" cy="8477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ctr">
              <a:defRPr sz="2250" b="0">
                <a:solidFill>
                  <a:srgbClr val="52627B"/>
                </a:solidFill>
                <a:latin typeface="Nimbus Sans"/>
                <a:ea typeface="Nimbus Sans"/>
                <a:cs typeface="Nimbus Sans"/>
              </a:defRPr>
            </a:defPPr>
            <a:lvl1pPr algn="ctr">
              <a:defRPr sz="2250" b="0">
                <a:solidFill>
                  <a:srgbClr val="52627B"/>
                </a:solidFill>
                <a:latin typeface="Nimbus Sans"/>
                <a:ea typeface="Nimbus Sans"/>
                <a:cs typeface="Nimbus Sans"/>
              </a:defRPr>
            </a:lvl1pPr>
            <a:lvl2pPr algn="ctr">
              <a:defRPr sz="2250" b="0">
                <a:solidFill>
                  <a:srgbClr val="52627B"/>
                </a:solidFill>
                <a:latin typeface="Nimbus Sans"/>
                <a:ea typeface="Nimbus Sans"/>
                <a:cs typeface="Nimbus Sans"/>
              </a:defRPr>
            </a:lvl2pPr>
            <a:lvl3pPr algn="ctr">
              <a:defRPr sz="2250" b="0">
                <a:solidFill>
                  <a:srgbClr val="52627B"/>
                </a:solidFill>
                <a:latin typeface="Nimbus Sans"/>
                <a:ea typeface="Nimbus Sans"/>
                <a:cs typeface="Nimbus Sans"/>
              </a:defRPr>
            </a:lvl3pPr>
            <a:lvl4pPr algn="ctr">
              <a:defRPr sz="2250" b="0">
                <a:solidFill>
                  <a:srgbClr val="52627B"/>
                </a:solidFill>
                <a:latin typeface="Nimbus Sans"/>
                <a:ea typeface="Nimbus Sans"/>
                <a:cs typeface="Nimbus Sans"/>
              </a:defRPr>
            </a:lvl4pPr>
            <a:lvl5pPr algn="ctr">
              <a:defRPr sz="2250" b="0">
                <a:solidFill>
                  <a:srgbClr val="52627B"/>
                </a:solidFill>
                <a:latin typeface="Nimbus Sans"/>
                <a:ea typeface="Nimbus Sans"/>
                <a:cs typeface="Nimbus Sans"/>
              </a:defRPr>
            </a:lvl5pPr>
            <a:lvl6pPr algn="ctr">
              <a:defRPr sz="2250" b="0">
                <a:solidFill>
                  <a:srgbClr val="52627B"/>
                </a:solidFill>
                <a:latin typeface="Nimbus Sans"/>
                <a:ea typeface="Nimbus Sans"/>
                <a:cs typeface="Nimbus Sans"/>
              </a:defRPr>
            </a:lvl6pPr>
            <a:lvl7pPr algn="ctr">
              <a:defRPr sz="2250" b="0">
                <a:solidFill>
                  <a:srgbClr val="52627B"/>
                </a:solidFill>
                <a:latin typeface="Nimbus Sans"/>
                <a:ea typeface="Nimbus Sans"/>
                <a:cs typeface="Nimbus Sans"/>
              </a:defRPr>
            </a:lvl7pPr>
            <a:lvl8pPr algn="ctr">
              <a:defRPr sz="2250" b="0">
                <a:solidFill>
                  <a:srgbClr val="52627B"/>
                </a:solidFill>
                <a:latin typeface="Nimbus Sans"/>
                <a:ea typeface="Nimbus Sans"/>
                <a:cs typeface="Nimbus Sans"/>
              </a:defRPr>
            </a:lvl8pPr>
            <a:lvl9pPr algn="ctr">
              <a:defRPr sz="2250" b="0">
                <a:solidFill>
                  <a:srgbClr val="52627B"/>
                </a:solidFill>
                <a:latin typeface="Nimbus Sans"/>
                <a:ea typeface="Nimbus Sans"/>
                <a:cs typeface="Nimbus Sans"/>
              </a:defRPr>
            </a:lvl9pPr>
          </a:lstStyle>
          <a:p xmlns:a="http://schemas.openxmlformats.org/drawingml/2006/main">
            <a:pPr algn="ctr">
              <a:defRPr sz="2250" b="0">
                <a:solidFill>
                  <a:srgbClr val="52627B"/>
                </a:solidFill>
                <a:latin typeface="Nimbus Sans"/>
                <a:ea typeface="Nimbus Sans"/>
                <a:cs typeface="Nimbus Sans"/>
              </a:defRPr>
            </a:pPr>
            <a:r>
              <a:rPr sz="2250" b="0">
                <a:solidFill>
                  <a:srgbClr val="52627B"/>
                </a:solidFill>
                <a:latin typeface="Nimbus Sans"/>
                <a:ea typeface="Nimbus Sans"/>
                <a:cs typeface="Nimbus Sans"/>
              </a:rPr>
              <a:t>Verifica se il requisito</a:t>
            </a:r>
          </a:p>
          <a:p xmlns:a="http://schemas.openxmlformats.org/drawingml/2006/main">
            <a:pPr algn="ctr">
              <a:defRPr sz="2250" b="0">
                <a:solidFill>
                  <a:srgbClr val="52627B"/>
                </a:solidFill>
                <a:latin typeface="Nimbus Sans"/>
                <a:ea typeface="Nimbus Sans"/>
                <a:cs typeface="Nimbus Sans"/>
              </a:defRPr>
            </a:pPr>
            <a:r>
              <a:rPr sz="2250" b="0">
                <a:solidFill>
                  <a:srgbClr val="52627B"/>
                </a:solidFill>
                <a:latin typeface="Nimbus Sans"/>
                <a:ea typeface="Nimbus Sans"/>
                <a:cs typeface="Nimbus Sans"/>
              </a:rPr>
              <a:t>è rispettato</a:t>
            </a:r>
          </a:p>
        </p:txBody>
      </p:sp>
      <p:sp>
        <p:nvSpPr>
          <p:cNvPr id="20" name="f40">
            <a:extLst xmlns:a="http://schemas.openxmlformats.org/drawingml/2006/main">
              <a:ext uri="{FF2B5EF4-FFF2-40B4-BE49-F238E27FC236}">
                <a16:creationId xmlns:a16="http://schemas.microsoft.com/office/drawing/2014/main" id="{FC221FD4-EF21-416C-9D18-24E7F1A36D32}"/>
              </a:ext>
            </a:extLst>
          </p:cNvPr>
          <p:cNvSpPr>
            <a:spLocks xmlns:a="http://schemas.openxmlformats.org/drawingml/2006/main" noGrp="1"/>
          </p:cNvSpPr>
          <p:nvPr/>
        </p:nvSpPr>
        <p:spPr>
          <a:xfrm xmlns:a="http://schemas.openxmlformats.org/drawingml/2006/main">
            <a:off x="1066800" y="6115050"/>
            <a:ext cx="44767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ctr">
              <a:defRPr sz="2475" b="0">
                <a:solidFill>
                  <a:srgbClr val="182536"/>
                </a:solidFill>
                <a:latin typeface="Nimbus Sans"/>
                <a:ea typeface="Nimbus Sans"/>
                <a:cs typeface="Nimbus Sans"/>
              </a:defRPr>
            </a:defPPr>
            <a:lvl1pPr algn="ctr">
              <a:defRPr sz="2475" b="0">
                <a:solidFill>
                  <a:srgbClr val="182536"/>
                </a:solidFill>
                <a:latin typeface="Nimbus Sans"/>
                <a:ea typeface="Nimbus Sans"/>
                <a:cs typeface="Nimbus Sans"/>
              </a:defRPr>
            </a:lvl1pPr>
            <a:lvl2pPr algn="ctr">
              <a:defRPr sz="2475" b="0">
                <a:solidFill>
                  <a:srgbClr val="182536"/>
                </a:solidFill>
                <a:latin typeface="Nimbus Sans"/>
                <a:ea typeface="Nimbus Sans"/>
                <a:cs typeface="Nimbus Sans"/>
              </a:defRPr>
            </a:lvl2pPr>
            <a:lvl3pPr algn="ctr">
              <a:defRPr sz="2475" b="0">
                <a:solidFill>
                  <a:srgbClr val="182536"/>
                </a:solidFill>
                <a:latin typeface="Nimbus Sans"/>
                <a:ea typeface="Nimbus Sans"/>
                <a:cs typeface="Nimbus Sans"/>
              </a:defRPr>
            </a:lvl3pPr>
            <a:lvl4pPr algn="ctr">
              <a:defRPr sz="2475" b="0">
                <a:solidFill>
                  <a:srgbClr val="182536"/>
                </a:solidFill>
                <a:latin typeface="Nimbus Sans"/>
                <a:ea typeface="Nimbus Sans"/>
                <a:cs typeface="Nimbus Sans"/>
              </a:defRPr>
            </a:lvl4pPr>
            <a:lvl5pPr algn="ctr">
              <a:defRPr sz="2475" b="0">
                <a:solidFill>
                  <a:srgbClr val="182536"/>
                </a:solidFill>
                <a:latin typeface="Nimbus Sans"/>
                <a:ea typeface="Nimbus Sans"/>
                <a:cs typeface="Nimbus Sans"/>
              </a:defRPr>
            </a:lvl5pPr>
            <a:lvl6pPr algn="ctr">
              <a:defRPr sz="2475" b="0">
                <a:solidFill>
                  <a:srgbClr val="182536"/>
                </a:solidFill>
                <a:latin typeface="Nimbus Sans"/>
                <a:ea typeface="Nimbus Sans"/>
                <a:cs typeface="Nimbus Sans"/>
              </a:defRPr>
            </a:lvl6pPr>
            <a:lvl7pPr algn="ctr">
              <a:defRPr sz="2475" b="0">
                <a:solidFill>
                  <a:srgbClr val="182536"/>
                </a:solidFill>
                <a:latin typeface="Nimbus Sans"/>
                <a:ea typeface="Nimbus Sans"/>
                <a:cs typeface="Nimbus Sans"/>
              </a:defRPr>
            </a:lvl7pPr>
            <a:lvl8pPr algn="ctr">
              <a:defRPr sz="2475" b="0">
                <a:solidFill>
                  <a:srgbClr val="182536"/>
                </a:solidFill>
                <a:latin typeface="Nimbus Sans"/>
                <a:ea typeface="Nimbus Sans"/>
                <a:cs typeface="Nimbus Sans"/>
              </a:defRPr>
            </a:lvl8pPr>
            <a:lvl9pPr algn="ctr">
              <a:defRPr sz="2475" b="0">
                <a:solidFill>
                  <a:srgbClr val="182536"/>
                </a:solidFill>
                <a:latin typeface="Nimbus Sans"/>
                <a:ea typeface="Nimbus Sans"/>
                <a:cs typeface="Nimbus Sans"/>
              </a:defRPr>
            </a:lvl9pPr>
          </a:lstStyle>
          <a:p xmlns:a="http://schemas.openxmlformats.org/drawingml/2006/main">
            <a:pPr algn="ctr">
              <a:defRPr sz="2475" b="0">
                <a:solidFill>
                  <a:srgbClr val="182536"/>
                </a:solidFill>
                <a:latin typeface="Nimbus Sans"/>
                <a:ea typeface="Nimbus Sans"/>
                <a:cs typeface="Nimbus Sans"/>
              </a:defRPr>
            </a:pPr>
            <a:r>
              <a:rPr sz="2475" b="0">
                <a:solidFill>
                  <a:srgbClr val="182536"/>
                </a:solidFill>
                <a:latin typeface="Nimbus Sans"/>
                <a:ea typeface="Nimbus Sans"/>
                <a:cs typeface="Nimbus Sans"/>
              </a:rPr>
              <a:t>Comportamento previsto</a:t>
            </a:r>
          </a:p>
        </p:txBody>
      </p:sp>
      <p:sp>
        <p:nvSpPr>
          <p:cNvPr id="21" name="f41">
            <a:extLst xmlns:a="http://schemas.openxmlformats.org/drawingml/2006/main">
              <a:ext uri="{FF2B5EF4-FFF2-40B4-BE49-F238E27FC236}">
                <a16:creationId xmlns:a16="http://schemas.microsoft.com/office/drawing/2014/main" id="{376692C8-1213-4871-8287-7118D565274B}"/>
              </a:ext>
            </a:extLst>
          </p:cNvPr>
          <p:cNvSpPr>
            <a:spLocks xmlns:a="http://schemas.openxmlformats.org/drawingml/2006/main" noGrp="1"/>
          </p:cNvSpPr>
          <p:nvPr/>
        </p:nvSpPr>
        <p:spPr>
          <a:xfrm xmlns:a="http://schemas.openxmlformats.org/drawingml/2006/main">
            <a:off x="9696450" y="6115050"/>
            <a:ext cx="44767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ctr">
              <a:defRPr sz="2475" b="0">
                <a:solidFill>
                  <a:srgbClr val="182536"/>
                </a:solidFill>
                <a:latin typeface="Nimbus Sans"/>
                <a:ea typeface="Nimbus Sans"/>
                <a:cs typeface="Nimbus Sans"/>
              </a:defRPr>
            </a:defPPr>
            <a:lvl1pPr algn="ctr">
              <a:defRPr sz="2475" b="0">
                <a:solidFill>
                  <a:srgbClr val="182536"/>
                </a:solidFill>
                <a:latin typeface="Nimbus Sans"/>
                <a:ea typeface="Nimbus Sans"/>
                <a:cs typeface="Nimbus Sans"/>
              </a:defRPr>
            </a:lvl1pPr>
            <a:lvl2pPr algn="ctr">
              <a:defRPr sz="2475" b="0">
                <a:solidFill>
                  <a:srgbClr val="182536"/>
                </a:solidFill>
                <a:latin typeface="Nimbus Sans"/>
                <a:ea typeface="Nimbus Sans"/>
                <a:cs typeface="Nimbus Sans"/>
              </a:defRPr>
            </a:lvl2pPr>
            <a:lvl3pPr algn="ctr">
              <a:defRPr sz="2475" b="0">
                <a:solidFill>
                  <a:srgbClr val="182536"/>
                </a:solidFill>
                <a:latin typeface="Nimbus Sans"/>
                <a:ea typeface="Nimbus Sans"/>
                <a:cs typeface="Nimbus Sans"/>
              </a:defRPr>
            </a:lvl3pPr>
            <a:lvl4pPr algn="ctr">
              <a:defRPr sz="2475" b="0">
                <a:solidFill>
                  <a:srgbClr val="182536"/>
                </a:solidFill>
                <a:latin typeface="Nimbus Sans"/>
                <a:ea typeface="Nimbus Sans"/>
                <a:cs typeface="Nimbus Sans"/>
              </a:defRPr>
            </a:lvl4pPr>
            <a:lvl5pPr algn="ctr">
              <a:defRPr sz="2475" b="0">
                <a:solidFill>
                  <a:srgbClr val="182536"/>
                </a:solidFill>
                <a:latin typeface="Nimbus Sans"/>
                <a:ea typeface="Nimbus Sans"/>
                <a:cs typeface="Nimbus Sans"/>
              </a:defRPr>
            </a:lvl5pPr>
            <a:lvl6pPr algn="ctr">
              <a:defRPr sz="2475" b="0">
                <a:solidFill>
                  <a:srgbClr val="182536"/>
                </a:solidFill>
                <a:latin typeface="Nimbus Sans"/>
                <a:ea typeface="Nimbus Sans"/>
                <a:cs typeface="Nimbus Sans"/>
              </a:defRPr>
            </a:lvl6pPr>
            <a:lvl7pPr algn="ctr">
              <a:defRPr sz="2475" b="0">
                <a:solidFill>
                  <a:srgbClr val="182536"/>
                </a:solidFill>
                <a:latin typeface="Nimbus Sans"/>
                <a:ea typeface="Nimbus Sans"/>
                <a:cs typeface="Nimbus Sans"/>
              </a:defRPr>
            </a:lvl7pPr>
            <a:lvl8pPr algn="ctr">
              <a:defRPr sz="2475" b="0">
                <a:solidFill>
                  <a:srgbClr val="182536"/>
                </a:solidFill>
                <a:latin typeface="Nimbus Sans"/>
                <a:ea typeface="Nimbus Sans"/>
                <a:cs typeface="Nimbus Sans"/>
              </a:defRPr>
            </a:lvl8pPr>
            <a:lvl9pPr algn="ctr">
              <a:defRPr sz="2475" b="0">
                <a:solidFill>
                  <a:srgbClr val="182536"/>
                </a:solidFill>
                <a:latin typeface="Nimbus Sans"/>
                <a:ea typeface="Nimbus Sans"/>
                <a:cs typeface="Nimbus Sans"/>
              </a:defRPr>
            </a:lvl9pPr>
          </a:lstStyle>
          <a:p xmlns:a="http://schemas.openxmlformats.org/drawingml/2006/main">
            <a:pPr algn="ctr">
              <a:defRPr sz="2475" b="0">
                <a:solidFill>
                  <a:srgbClr val="182536"/>
                </a:solidFill>
                <a:latin typeface="Nimbus Sans"/>
                <a:ea typeface="Nimbus Sans"/>
                <a:cs typeface="Nimbus Sans"/>
              </a:defRPr>
            </a:pPr>
            <a:r>
              <a:rPr sz="2475" b="0">
                <a:solidFill>
                  <a:srgbClr val="182536"/>
                </a:solidFill>
                <a:latin typeface="Nimbus Sans"/>
                <a:ea typeface="Nimbus Sans"/>
                <a:cs typeface="Nimbus Sans"/>
              </a:rPr>
              <a:t>Comportamento reale</a:t>
            </a:r>
          </a:p>
        </p:txBody>
      </p:sp>
      <p:sp>
        <p:nvSpPr>
          <p:cNvPr id="22" name="f42">
            <a:extLst xmlns:a="http://schemas.openxmlformats.org/drawingml/2006/main">
              <a:ext uri="{FF2B5EF4-FFF2-40B4-BE49-F238E27FC236}">
                <a16:creationId xmlns:a16="http://schemas.microsoft.com/office/drawing/2014/main" id="{EB6F0D50-6291-4916-9AF5-86AA20107E7E}"/>
              </a:ext>
            </a:extLst>
          </p:cNvPr>
          <p:cNvSpPr>
            <a:spLocks xmlns:a="http://schemas.openxmlformats.org/drawingml/2006/main" noGrp="1"/>
          </p:cNvSpPr>
          <p:nvPr/>
        </p:nvSpPr>
        <p:spPr>
          <a:xfrm xmlns:a="http://schemas.openxmlformats.org/drawingml/2006/main">
            <a:off x="1066800" y="7762875"/>
            <a:ext cx="13106400" cy="3714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ctr">
              <a:defRPr sz="2025" b="0">
                <a:solidFill>
                  <a:srgbClr val="52627B"/>
                </a:solidFill>
                <a:latin typeface="Nimbus Sans"/>
                <a:ea typeface="Nimbus Sans"/>
                <a:cs typeface="Nimbus Sans"/>
              </a:defRPr>
            </a:defPPr>
            <a:lvl1pPr algn="ctr">
              <a:defRPr sz="2025" b="0">
                <a:solidFill>
                  <a:srgbClr val="52627B"/>
                </a:solidFill>
                <a:latin typeface="Nimbus Sans"/>
                <a:ea typeface="Nimbus Sans"/>
                <a:cs typeface="Nimbus Sans"/>
              </a:defRPr>
            </a:lvl1pPr>
            <a:lvl2pPr algn="ctr">
              <a:defRPr sz="2025" b="0">
                <a:solidFill>
                  <a:srgbClr val="52627B"/>
                </a:solidFill>
                <a:latin typeface="Nimbus Sans"/>
                <a:ea typeface="Nimbus Sans"/>
                <a:cs typeface="Nimbus Sans"/>
              </a:defRPr>
            </a:lvl2pPr>
            <a:lvl3pPr algn="ctr">
              <a:defRPr sz="2025" b="0">
                <a:solidFill>
                  <a:srgbClr val="52627B"/>
                </a:solidFill>
                <a:latin typeface="Nimbus Sans"/>
                <a:ea typeface="Nimbus Sans"/>
                <a:cs typeface="Nimbus Sans"/>
              </a:defRPr>
            </a:lvl3pPr>
            <a:lvl4pPr algn="ctr">
              <a:defRPr sz="2025" b="0">
                <a:solidFill>
                  <a:srgbClr val="52627B"/>
                </a:solidFill>
                <a:latin typeface="Nimbus Sans"/>
                <a:ea typeface="Nimbus Sans"/>
                <a:cs typeface="Nimbus Sans"/>
              </a:defRPr>
            </a:lvl4pPr>
            <a:lvl5pPr algn="ctr">
              <a:defRPr sz="2025" b="0">
                <a:solidFill>
                  <a:srgbClr val="52627B"/>
                </a:solidFill>
                <a:latin typeface="Nimbus Sans"/>
                <a:ea typeface="Nimbus Sans"/>
                <a:cs typeface="Nimbus Sans"/>
              </a:defRPr>
            </a:lvl5pPr>
            <a:lvl6pPr algn="ctr">
              <a:defRPr sz="2025" b="0">
                <a:solidFill>
                  <a:srgbClr val="52627B"/>
                </a:solidFill>
                <a:latin typeface="Nimbus Sans"/>
                <a:ea typeface="Nimbus Sans"/>
                <a:cs typeface="Nimbus Sans"/>
              </a:defRPr>
            </a:lvl6pPr>
            <a:lvl7pPr algn="ctr">
              <a:defRPr sz="2025" b="0">
                <a:solidFill>
                  <a:srgbClr val="52627B"/>
                </a:solidFill>
                <a:latin typeface="Nimbus Sans"/>
                <a:ea typeface="Nimbus Sans"/>
                <a:cs typeface="Nimbus Sans"/>
              </a:defRPr>
            </a:lvl7pPr>
            <a:lvl8pPr algn="ctr">
              <a:defRPr sz="2025" b="0">
                <a:solidFill>
                  <a:srgbClr val="52627B"/>
                </a:solidFill>
                <a:latin typeface="Nimbus Sans"/>
                <a:ea typeface="Nimbus Sans"/>
                <a:cs typeface="Nimbus Sans"/>
              </a:defRPr>
            </a:lvl8pPr>
            <a:lvl9pPr algn="ctr">
              <a:defRPr sz="2025" b="0">
                <a:solidFill>
                  <a:srgbClr val="52627B"/>
                </a:solidFill>
                <a:latin typeface="Nimbus Sans"/>
                <a:ea typeface="Nimbus Sans"/>
                <a:cs typeface="Nimbus Sans"/>
              </a:defRPr>
            </a:lvl9pPr>
          </a:lstStyle>
          <a:p xmlns:a="http://schemas.openxmlformats.org/drawingml/2006/main">
            <a:pPr algn="ctr">
              <a:defRPr sz="2025" b="0">
                <a:solidFill>
                  <a:srgbClr val="52627B"/>
                </a:solidFill>
                <a:latin typeface="Nimbus Sans"/>
                <a:ea typeface="Nimbus Sans"/>
                <a:cs typeface="Nimbus Sans"/>
              </a:defRPr>
            </a:pPr>
            <a:r>
              <a:rPr sz="2025" b="0">
                <a:solidFill>
                  <a:srgbClr val="52627B"/>
                </a:solidFill>
                <a:latin typeface="Nimbus Sans"/>
                <a:ea typeface="Nimbus Sans"/>
                <a:cs typeface="Nimbus Sans"/>
              </a:rPr>
              <a:t>Nel 5G: Network Functions · specifiche SCAS (3GPP)</a:t>
            </a:r>
          </a:p>
        </p:txBody>
      </p:sp>
    </p:spTree>
    <p:extLst>
      <p:ext uri="{BB962C8B-B14F-4D97-AF65-F5344CB8AC3E}">
        <p14:creationId xmlns:p14="http://schemas.microsoft.com/office/powerpoint/2010/main" val="1778179706"/>
      </p:ext>
    </p:extLst>
  </p:cSld>
</p:sld>
</file>

<file path=ppt/slides/slide3.xml><?xml version="1.0" encoding="utf-8"?>
<p:sld xmlns:p="http://schemas.openxmlformats.org/presentationml/2006/main">
  <p:cSld>
    <p:bg>
      <p:bgPr>
        <a:solidFill xmlns:a="http://schemas.openxmlformats.org/drawingml/2006/main">
          <a:srgbClr val="F3F6F9"/>
        </a:solidFill>
      </p:bgPr>
    </p:bg>
    <p:spTree>
      <p:nvGrpSpPr>
        <p:cNvPr id="1" name=""/>
        <p:cNvGrpSpPr/>
        <p:nvPr/>
      </p:nvGrpSpPr>
      <p:grpSpPr>
        <a:xfrm xmlns:a="http://schemas.openxmlformats.org/drawingml/2006/main"/>
      </p:grpSpPr>
      <p:sp>
        <p:nvSpPr>
          <p:cNvPr id="17" name="f43">
            <a:extLst xmlns:a="http://schemas.openxmlformats.org/drawingml/2006/main">
              <a:ext uri="{FF2B5EF4-FFF2-40B4-BE49-F238E27FC236}">
                <a16:creationId xmlns:a16="http://schemas.microsoft.com/office/drawing/2014/main" id="{B73C044A-6F55-4FAD-848E-45480529875E}"/>
              </a:ext>
            </a:extLst>
          </p:cNvPr>
          <p:cNvSpPr>
            <a:spLocks xmlns:a="http://schemas.openxmlformats.org/drawingml/2006/main" noGrp="1"/>
          </p:cNvSpPr>
          <p:nvPr/>
        </p:nvSpPr>
        <p:spPr>
          <a:xfrm xmlns:a="http://schemas.openxmlformats.org/drawingml/2006/main">
            <a:off x="1066800" y="666750"/>
            <a:ext cx="109537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1500" b="0">
                <a:solidFill>
                  <a:srgbClr val="4264D0"/>
                </a:solidFill>
                <a:latin typeface="Nimbus Sans"/>
                <a:ea typeface="Nimbus Sans"/>
                <a:cs typeface="Nimbus Sans"/>
              </a:defRPr>
            </a:defPPr>
            <a:lvl1pPr algn="l">
              <a:defRPr sz="1500" b="0">
                <a:solidFill>
                  <a:srgbClr val="4264D0"/>
                </a:solidFill>
                <a:latin typeface="Nimbus Sans"/>
                <a:ea typeface="Nimbus Sans"/>
                <a:cs typeface="Nimbus Sans"/>
              </a:defRPr>
            </a:lvl1pPr>
            <a:lvl2pPr algn="l">
              <a:defRPr sz="1500" b="0">
                <a:solidFill>
                  <a:srgbClr val="4264D0"/>
                </a:solidFill>
                <a:latin typeface="Nimbus Sans"/>
                <a:ea typeface="Nimbus Sans"/>
                <a:cs typeface="Nimbus Sans"/>
              </a:defRPr>
            </a:lvl2pPr>
            <a:lvl3pPr algn="l">
              <a:defRPr sz="1500" b="0">
                <a:solidFill>
                  <a:srgbClr val="4264D0"/>
                </a:solidFill>
                <a:latin typeface="Nimbus Sans"/>
                <a:ea typeface="Nimbus Sans"/>
                <a:cs typeface="Nimbus Sans"/>
              </a:defRPr>
            </a:lvl3pPr>
            <a:lvl4pPr algn="l">
              <a:defRPr sz="1500" b="0">
                <a:solidFill>
                  <a:srgbClr val="4264D0"/>
                </a:solidFill>
                <a:latin typeface="Nimbus Sans"/>
                <a:ea typeface="Nimbus Sans"/>
                <a:cs typeface="Nimbus Sans"/>
              </a:defRPr>
            </a:lvl4pPr>
            <a:lvl5pPr algn="l">
              <a:defRPr sz="1500" b="0">
                <a:solidFill>
                  <a:srgbClr val="4264D0"/>
                </a:solidFill>
                <a:latin typeface="Nimbus Sans"/>
                <a:ea typeface="Nimbus Sans"/>
                <a:cs typeface="Nimbus Sans"/>
              </a:defRPr>
            </a:lvl5pPr>
            <a:lvl6pPr algn="l">
              <a:defRPr sz="1500" b="0">
                <a:solidFill>
                  <a:srgbClr val="4264D0"/>
                </a:solidFill>
                <a:latin typeface="Nimbus Sans"/>
                <a:ea typeface="Nimbus Sans"/>
                <a:cs typeface="Nimbus Sans"/>
              </a:defRPr>
            </a:lvl6pPr>
            <a:lvl7pPr algn="l">
              <a:defRPr sz="1500" b="0">
                <a:solidFill>
                  <a:srgbClr val="4264D0"/>
                </a:solidFill>
                <a:latin typeface="Nimbus Sans"/>
                <a:ea typeface="Nimbus Sans"/>
                <a:cs typeface="Nimbus Sans"/>
              </a:defRPr>
            </a:lvl7pPr>
            <a:lvl8pPr algn="l">
              <a:defRPr sz="1500" b="0">
                <a:solidFill>
                  <a:srgbClr val="4264D0"/>
                </a:solidFill>
                <a:latin typeface="Nimbus Sans"/>
                <a:ea typeface="Nimbus Sans"/>
                <a:cs typeface="Nimbus Sans"/>
              </a:defRPr>
            </a:lvl8pPr>
            <a:lvl9pPr algn="l">
              <a:defRPr sz="1500" b="0">
                <a:solidFill>
                  <a:srgbClr val="4264D0"/>
                </a:solidFill>
                <a:latin typeface="Nimbus Sans"/>
                <a:ea typeface="Nimbus Sans"/>
                <a:cs typeface="Nimbus Sans"/>
              </a:defRPr>
            </a:lvl9pPr>
          </a:lstStyle>
          <a:p xmlns:a="http://schemas.openxmlformats.org/drawingml/2006/main">
            <a:pPr algn="l">
              <a:defRPr sz="1500" b="0">
                <a:solidFill>
                  <a:srgbClr val="4264D0"/>
                </a:solidFill>
                <a:latin typeface="Nimbus Sans"/>
                <a:ea typeface="Nimbus Sans"/>
                <a:cs typeface="Nimbus Sans"/>
              </a:defRPr>
            </a:pPr>
            <a:r>
              <a:rPr sz="1500" b="0">
                <a:solidFill>
                  <a:srgbClr val="4264D0"/>
                </a:solidFill>
                <a:latin typeface="Nimbus Sans"/>
                <a:ea typeface="Nimbus Sans"/>
                <a:cs typeface="Nimbus Sans"/>
              </a:rPr>
              <a:t>CRITERI DI VERIFICA</a:t>
            </a:r>
          </a:p>
        </p:txBody>
      </p:sp>
      <p:sp>
        <p:nvSpPr>
          <p:cNvPr id="2" name="f44">
            <a:extLst xmlns:a="http://schemas.openxmlformats.org/drawingml/2006/main">
              <a:ext uri="{FF2B5EF4-FFF2-40B4-BE49-F238E27FC236}">
                <a16:creationId xmlns:a16="http://schemas.microsoft.com/office/drawing/2014/main" id="{D21DB519-E5D6-4038-87A1-193CD7032C75}"/>
              </a:ext>
            </a:extLst>
          </p:cNvPr>
          <p:cNvSpPr>
            <a:spLocks xmlns:a="http://schemas.openxmlformats.org/drawingml/2006/main" noGrp="1"/>
          </p:cNvSpPr>
          <p:nvPr/>
        </p:nvSpPr>
        <p:spPr>
          <a:xfrm xmlns:a="http://schemas.openxmlformats.org/drawingml/2006/main">
            <a:off x="12858750" y="666750"/>
            <a:ext cx="13144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r">
              <a:defRPr sz="1350" b="0">
                <a:solidFill>
                  <a:srgbClr val="52627B"/>
                </a:solidFill>
                <a:latin typeface="Nimbus Sans"/>
                <a:ea typeface="Nimbus Sans"/>
                <a:cs typeface="Nimbus Sans"/>
              </a:defRPr>
            </a:defPPr>
            <a:lvl1pPr algn="r">
              <a:defRPr sz="1350" b="0">
                <a:solidFill>
                  <a:srgbClr val="52627B"/>
                </a:solidFill>
                <a:latin typeface="Nimbus Sans"/>
                <a:ea typeface="Nimbus Sans"/>
                <a:cs typeface="Nimbus Sans"/>
              </a:defRPr>
            </a:lvl1pPr>
            <a:lvl2pPr algn="r">
              <a:defRPr sz="1350" b="0">
                <a:solidFill>
                  <a:srgbClr val="52627B"/>
                </a:solidFill>
                <a:latin typeface="Nimbus Sans"/>
                <a:ea typeface="Nimbus Sans"/>
                <a:cs typeface="Nimbus Sans"/>
              </a:defRPr>
            </a:lvl2pPr>
            <a:lvl3pPr algn="r">
              <a:defRPr sz="1350" b="0">
                <a:solidFill>
                  <a:srgbClr val="52627B"/>
                </a:solidFill>
                <a:latin typeface="Nimbus Sans"/>
                <a:ea typeface="Nimbus Sans"/>
                <a:cs typeface="Nimbus Sans"/>
              </a:defRPr>
            </a:lvl3pPr>
            <a:lvl4pPr algn="r">
              <a:defRPr sz="1350" b="0">
                <a:solidFill>
                  <a:srgbClr val="52627B"/>
                </a:solidFill>
                <a:latin typeface="Nimbus Sans"/>
                <a:ea typeface="Nimbus Sans"/>
                <a:cs typeface="Nimbus Sans"/>
              </a:defRPr>
            </a:lvl4pPr>
            <a:lvl5pPr algn="r">
              <a:defRPr sz="1350" b="0">
                <a:solidFill>
                  <a:srgbClr val="52627B"/>
                </a:solidFill>
                <a:latin typeface="Nimbus Sans"/>
                <a:ea typeface="Nimbus Sans"/>
                <a:cs typeface="Nimbus Sans"/>
              </a:defRPr>
            </a:lvl5pPr>
            <a:lvl6pPr algn="r">
              <a:defRPr sz="1350" b="0">
                <a:solidFill>
                  <a:srgbClr val="52627B"/>
                </a:solidFill>
                <a:latin typeface="Nimbus Sans"/>
                <a:ea typeface="Nimbus Sans"/>
                <a:cs typeface="Nimbus Sans"/>
              </a:defRPr>
            </a:lvl6pPr>
            <a:lvl7pPr algn="r">
              <a:defRPr sz="1350" b="0">
                <a:solidFill>
                  <a:srgbClr val="52627B"/>
                </a:solidFill>
                <a:latin typeface="Nimbus Sans"/>
                <a:ea typeface="Nimbus Sans"/>
                <a:cs typeface="Nimbus Sans"/>
              </a:defRPr>
            </a:lvl7pPr>
            <a:lvl8pPr algn="r">
              <a:defRPr sz="1350" b="0">
                <a:solidFill>
                  <a:srgbClr val="52627B"/>
                </a:solidFill>
                <a:latin typeface="Nimbus Sans"/>
                <a:ea typeface="Nimbus Sans"/>
                <a:cs typeface="Nimbus Sans"/>
              </a:defRPr>
            </a:lvl8pPr>
            <a:lvl9pPr algn="r">
              <a:defRPr sz="1350" b="0">
                <a:solidFill>
                  <a:srgbClr val="52627B"/>
                </a:solidFill>
                <a:latin typeface="Nimbus Sans"/>
                <a:ea typeface="Nimbus Sans"/>
                <a:cs typeface="Nimbus Sans"/>
              </a:defRPr>
            </a:lvl9pPr>
          </a:lstStyle>
          <a:p xmlns:a="http://schemas.openxmlformats.org/drawingml/2006/main">
            <a:pPr algn="r">
              <a:defRPr sz="1350" b="0">
                <a:solidFill>
                  <a:srgbClr val="52627B"/>
                </a:solidFill>
                <a:latin typeface="Nimbus Sans"/>
                <a:ea typeface="Nimbus Sans"/>
                <a:cs typeface="Nimbus Sans"/>
              </a:defRPr>
            </a:pPr>
            <a:r>
              <a:rPr sz="1350" b="0">
                <a:solidFill>
                  <a:srgbClr val="52627B"/>
                </a:solidFill>
                <a:latin typeface="Nimbus Sans"/>
                <a:ea typeface="Nimbus Sans"/>
                <a:cs typeface="Nimbus Sans"/>
              </a:rPr>
              <a:t>03 / 06</a:t>
            </a:r>
          </a:p>
        </p:txBody>
      </p:sp>
      <p:sp>
        <p:nvSpPr>
          <p:cNvPr id="3" name="f45">
            <a:extLst xmlns:a="http://schemas.openxmlformats.org/drawingml/2006/main">
              <a:ext uri="{FF2B5EF4-FFF2-40B4-BE49-F238E27FC236}">
                <a16:creationId xmlns:a16="http://schemas.microsoft.com/office/drawing/2014/main" id="{C549F51E-6C55-4DA9-8AC3-BB6FD1860437}"/>
              </a:ext>
            </a:extLst>
          </p:cNvPr>
          <p:cNvSpPr>
            <a:spLocks xmlns:a="http://schemas.openxmlformats.org/drawingml/2006/main" noGrp="1"/>
          </p:cNvSpPr>
          <p:nvPr/>
        </p:nvSpPr>
        <p:spPr>
          <a:xfrm xmlns:a="http://schemas.openxmlformats.org/drawingml/2006/main">
            <a:off x="1066800" y="1200150"/>
            <a:ext cx="1310640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4050" b="1">
                <a:solidFill>
                  <a:srgbClr val="182536"/>
                </a:solidFill>
                <a:latin typeface="Nimbus Sans"/>
                <a:ea typeface="Nimbus Sans"/>
                <a:cs typeface="Nimbus Sans"/>
              </a:defRPr>
            </a:defPPr>
            <a:lvl1pPr algn="l">
              <a:defRPr sz="4050" b="1">
                <a:solidFill>
                  <a:srgbClr val="182536"/>
                </a:solidFill>
                <a:latin typeface="Nimbus Sans"/>
                <a:ea typeface="Nimbus Sans"/>
                <a:cs typeface="Nimbus Sans"/>
              </a:defRPr>
            </a:lvl1pPr>
            <a:lvl2pPr algn="l">
              <a:defRPr sz="4050" b="1">
                <a:solidFill>
                  <a:srgbClr val="182536"/>
                </a:solidFill>
                <a:latin typeface="Nimbus Sans"/>
                <a:ea typeface="Nimbus Sans"/>
                <a:cs typeface="Nimbus Sans"/>
              </a:defRPr>
            </a:lvl2pPr>
            <a:lvl3pPr algn="l">
              <a:defRPr sz="4050" b="1">
                <a:solidFill>
                  <a:srgbClr val="182536"/>
                </a:solidFill>
                <a:latin typeface="Nimbus Sans"/>
                <a:ea typeface="Nimbus Sans"/>
                <a:cs typeface="Nimbus Sans"/>
              </a:defRPr>
            </a:lvl3pPr>
            <a:lvl4pPr algn="l">
              <a:defRPr sz="4050" b="1">
                <a:solidFill>
                  <a:srgbClr val="182536"/>
                </a:solidFill>
                <a:latin typeface="Nimbus Sans"/>
                <a:ea typeface="Nimbus Sans"/>
                <a:cs typeface="Nimbus Sans"/>
              </a:defRPr>
            </a:lvl4pPr>
            <a:lvl5pPr algn="l">
              <a:defRPr sz="4050" b="1">
                <a:solidFill>
                  <a:srgbClr val="182536"/>
                </a:solidFill>
                <a:latin typeface="Nimbus Sans"/>
                <a:ea typeface="Nimbus Sans"/>
                <a:cs typeface="Nimbus Sans"/>
              </a:defRPr>
            </a:lvl5pPr>
            <a:lvl6pPr algn="l">
              <a:defRPr sz="4050" b="1">
                <a:solidFill>
                  <a:srgbClr val="182536"/>
                </a:solidFill>
                <a:latin typeface="Nimbus Sans"/>
                <a:ea typeface="Nimbus Sans"/>
                <a:cs typeface="Nimbus Sans"/>
              </a:defRPr>
            </a:lvl6pPr>
            <a:lvl7pPr algn="l">
              <a:defRPr sz="4050" b="1">
                <a:solidFill>
                  <a:srgbClr val="182536"/>
                </a:solidFill>
                <a:latin typeface="Nimbus Sans"/>
                <a:ea typeface="Nimbus Sans"/>
                <a:cs typeface="Nimbus Sans"/>
              </a:defRPr>
            </a:lvl7pPr>
            <a:lvl8pPr algn="l">
              <a:defRPr sz="4050" b="1">
                <a:solidFill>
                  <a:srgbClr val="182536"/>
                </a:solidFill>
                <a:latin typeface="Nimbus Sans"/>
                <a:ea typeface="Nimbus Sans"/>
                <a:cs typeface="Nimbus Sans"/>
              </a:defRPr>
            </a:lvl8pPr>
            <a:lvl9pPr algn="l">
              <a:defRPr sz="4050" b="1">
                <a:solidFill>
                  <a:srgbClr val="182536"/>
                </a:solidFill>
                <a:latin typeface="Nimbus Sans"/>
                <a:ea typeface="Nimbus Sans"/>
                <a:cs typeface="Nimbus Sans"/>
              </a:defRPr>
            </a:lvl9pPr>
          </a:lstStyle>
          <a:p xmlns:a="http://schemas.openxmlformats.org/drawingml/2006/main">
            <a:pPr algn="l">
              <a:defRPr sz="4050" b="1">
                <a:solidFill>
                  <a:srgbClr val="182536"/>
                </a:solidFill>
                <a:latin typeface="Nimbus Sans"/>
                <a:ea typeface="Nimbus Sans"/>
                <a:cs typeface="Nimbus Sans"/>
              </a:defRPr>
            </a:pPr>
            <a:r>
              <a:rPr sz="4050" b="1">
                <a:solidFill>
                  <a:srgbClr val="182536"/>
                </a:solidFill>
                <a:latin typeface="Nimbus Sans"/>
                <a:ea typeface="Nimbus Sans"/>
                <a:cs typeface="Nimbus Sans"/>
              </a:rPr>
              <a:t>Dagli SCAS al DSL</a:t>
            </a:r>
          </a:p>
        </p:txBody>
      </p:sp>
      <p:sp>
        <p:nvSpPr>
          <p:cNvPr id="4" name="f66">
            <a:extLst xmlns:a="http://schemas.openxmlformats.org/drawingml/2006/main">
              <a:ext uri="{FF2B5EF4-FFF2-40B4-BE49-F238E27FC236}">
                <a16:creationId xmlns:a16="http://schemas.microsoft.com/office/drawing/2014/main" id="{4F472068-D569-48DB-B6C3-1D3BE0F7879B}"/>
              </a:ext>
            </a:extLst>
          </p:cNvPr>
          <p:cNvSpPr>
            <a:spLocks xmlns:a="http://schemas.openxmlformats.org/drawingml/2006/main" noGrp="1"/>
          </p:cNvSpPr>
          <p:nvPr/>
        </p:nvSpPr>
        <p:spPr>
          <a:xfrm xmlns:a="http://schemas.openxmlformats.org/drawingml/2006/main">
            <a:off x="1066800" y="2647950"/>
            <a:ext cx="131064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2850" b="1">
                <a:solidFill>
                  <a:srgbClr val="182536"/>
                </a:solidFill>
                <a:latin typeface="Nimbus Sans"/>
                <a:ea typeface="Nimbus Sans"/>
                <a:cs typeface="Nimbus Sans"/>
              </a:defRPr>
            </a:defPPr>
            <a:lvl1pPr algn="l">
              <a:defRPr sz="2850" b="1">
                <a:solidFill>
                  <a:srgbClr val="182536"/>
                </a:solidFill>
                <a:latin typeface="Nimbus Sans"/>
                <a:ea typeface="Nimbus Sans"/>
                <a:cs typeface="Nimbus Sans"/>
              </a:defRPr>
            </a:lvl1pPr>
            <a:lvl2pPr algn="l">
              <a:defRPr sz="2850" b="1">
                <a:solidFill>
                  <a:srgbClr val="182536"/>
                </a:solidFill>
                <a:latin typeface="Nimbus Sans"/>
                <a:ea typeface="Nimbus Sans"/>
                <a:cs typeface="Nimbus Sans"/>
              </a:defRPr>
            </a:lvl2pPr>
            <a:lvl3pPr algn="l">
              <a:defRPr sz="2850" b="1">
                <a:solidFill>
                  <a:srgbClr val="182536"/>
                </a:solidFill>
                <a:latin typeface="Nimbus Sans"/>
                <a:ea typeface="Nimbus Sans"/>
                <a:cs typeface="Nimbus Sans"/>
              </a:defRPr>
            </a:lvl3pPr>
            <a:lvl4pPr algn="l">
              <a:defRPr sz="2850" b="1">
                <a:solidFill>
                  <a:srgbClr val="182536"/>
                </a:solidFill>
                <a:latin typeface="Nimbus Sans"/>
                <a:ea typeface="Nimbus Sans"/>
                <a:cs typeface="Nimbus Sans"/>
              </a:defRPr>
            </a:lvl4pPr>
            <a:lvl5pPr algn="l">
              <a:defRPr sz="2850" b="1">
                <a:solidFill>
                  <a:srgbClr val="182536"/>
                </a:solidFill>
                <a:latin typeface="Nimbus Sans"/>
                <a:ea typeface="Nimbus Sans"/>
                <a:cs typeface="Nimbus Sans"/>
              </a:defRPr>
            </a:lvl5pPr>
            <a:lvl6pPr algn="l">
              <a:defRPr sz="2850" b="1">
                <a:solidFill>
                  <a:srgbClr val="182536"/>
                </a:solidFill>
                <a:latin typeface="Nimbus Sans"/>
                <a:ea typeface="Nimbus Sans"/>
                <a:cs typeface="Nimbus Sans"/>
              </a:defRPr>
            </a:lvl6pPr>
            <a:lvl7pPr algn="l">
              <a:defRPr sz="2850" b="1">
                <a:solidFill>
                  <a:srgbClr val="182536"/>
                </a:solidFill>
                <a:latin typeface="Nimbus Sans"/>
                <a:ea typeface="Nimbus Sans"/>
                <a:cs typeface="Nimbus Sans"/>
              </a:defRPr>
            </a:lvl7pPr>
            <a:lvl8pPr algn="l">
              <a:defRPr sz="2850" b="1">
                <a:solidFill>
                  <a:srgbClr val="182536"/>
                </a:solidFill>
                <a:latin typeface="Nimbus Sans"/>
                <a:ea typeface="Nimbus Sans"/>
                <a:cs typeface="Nimbus Sans"/>
              </a:defRPr>
            </a:lvl8pPr>
            <a:lvl9pPr algn="l">
              <a:defRPr sz="2850" b="1">
                <a:solidFill>
                  <a:srgbClr val="182536"/>
                </a:solidFill>
                <a:latin typeface="Nimbus Sans"/>
                <a:ea typeface="Nimbus Sans"/>
                <a:cs typeface="Nimbus Sans"/>
              </a:defRPr>
            </a:lvl9pPr>
          </a:lstStyle>
          <a:p xmlns:a="http://schemas.openxmlformats.org/drawingml/2006/main">
            <a:pPr algn="l">
              <a:defRPr sz="2850" b="1">
                <a:solidFill>
                  <a:srgbClr val="182536"/>
                </a:solidFill>
                <a:latin typeface="Nimbus Sans"/>
                <a:ea typeface="Nimbus Sans"/>
                <a:cs typeface="Nimbus Sans"/>
              </a:defRPr>
            </a:pPr>
            <a:r>
              <a:rPr sz="2850" b="1">
                <a:solidFill>
                  <a:srgbClr val="182536"/>
                </a:solidFill>
                <a:latin typeface="Nimbus Sans"/>
                <a:ea typeface="Nimbus Sans"/>
                <a:cs typeface="Nimbus Sans"/>
              </a:rPr>
              <a:t>NRF Discovery Authorization</a:t>
            </a:r>
          </a:p>
        </p:txBody>
      </p:sp>
      <p:sp>
        <p:nvSpPr>
          <p:cNvPr id="5" name="f67">
            <a:extLst xmlns:a="http://schemas.openxmlformats.org/drawingml/2006/main">
              <a:ext uri="{FF2B5EF4-FFF2-40B4-BE49-F238E27FC236}">
                <a16:creationId xmlns:a16="http://schemas.microsoft.com/office/drawing/2014/main" id="{60F935ED-BCD5-44F3-A9B9-93ACB2A4B83D}"/>
              </a:ext>
            </a:extLst>
          </p:cNvPr>
          <p:cNvSpPr>
            <a:spLocks xmlns:a="http://schemas.openxmlformats.org/drawingml/2006/main" noGrp="1"/>
          </p:cNvSpPr>
          <p:nvPr/>
        </p:nvSpPr>
        <p:spPr>
          <a:xfrm xmlns:a="http://schemas.openxmlformats.org/drawingml/2006/main">
            <a:off x="1066800" y="3667125"/>
            <a:ext cx="57150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2025" b="1">
                <a:solidFill>
                  <a:srgbClr val="4264D0"/>
                </a:solidFill>
                <a:latin typeface="Nimbus Sans"/>
                <a:ea typeface="Nimbus Sans"/>
                <a:cs typeface="Nimbus Sans"/>
              </a:defRPr>
            </a:defPPr>
            <a:lvl1pPr algn="l">
              <a:defRPr sz="2025" b="1">
                <a:solidFill>
                  <a:srgbClr val="4264D0"/>
                </a:solidFill>
                <a:latin typeface="Nimbus Sans"/>
                <a:ea typeface="Nimbus Sans"/>
                <a:cs typeface="Nimbus Sans"/>
              </a:defRPr>
            </a:lvl1pPr>
            <a:lvl2pPr algn="l">
              <a:defRPr sz="2025" b="1">
                <a:solidFill>
                  <a:srgbClr val="4264D0"/>
                </a:solidFill>
                <a:latin typeface="Nimbus Sans"/>
                <a:ea typeface="Nimbus Sans"/>
                <a:cs typeface="Nimbus Sans"/>
              </a:defRPr>
            </a:lvl2pPr>
            <a:lvl3pPr algn="l">
              <a:defRPr sz="2025" b="1">
                <a:solidFill>
                  <a:srgbClr val="4264D0"/>
                </a:solidFill>
                <a:latin typeface="Nimbus Sans"/>
                <a:ea typeface="Nimbus Sans"/>
                <a:cs typeface="Nimbus Sans"/>
              </a:defRPr>
            </a:lvl3pPr>
            <a:lvl4pPr algn="l">
              <a:defRPr sz="2025" b="1">
                <a:solidFill>
                  <a:srgbClr val="4264D0"/>
                </a:solidFill>
                <a:latin typeface="Nimbus Sans"/>
                <a:ea typeface="Nimbus Sans"/>
                <a:cs typeface="Nimbus Sans"/>
              </a:defRPr>
            </a:lvl4pPr>
            <a:lvl5pPr algn="l">
              <a:defRPr sz="2025" b="1">
                <a:solidFill>
                  <a:srgbClr val="4264D0"/>
                </a:solidFill>
                <a:latin typeface="Nimbus Sans"/>
                <a:ea typeface="Nimbus Sans"/>
                <a:cs typeface="Nimbus Sans"/>
              </a:defRPr>
            </a:lvl5pPr>
            <a:lvl6pPr algn="l">
              <a:defRPr sz="2025" b="1">
                <a:solidFill>
                  <a:srgbClr val="4264D0"/>
                </a:solidFill>
                <a:latin typeface="Nimbus Sans"/>
                <a:ea typeface="Nimbus Sans"/>
                <a:cs typeface="Nimbus Sans"/>
              </a:defRPr>
            </a:lvl6pPr>
            <a:lvl7pPr algn="l">
              <a:defRPr sz="2025" b="1">
                <a:solidFill>
                  <a:srgbClr val="4264D0"/>
                </a:solidFill>
                <a:latin typeface="Nimbus Sans"/>
                <a:ea typeface="Nimbus Sans"/>
                <a:cs typeface="Nimbus Sans"/>
              </a:defRPr>
            </a:lvl7pPr>
            <a:lvl8pPr algn="l">
              <a:defRPr sz="2025" b="1">
                <a:solidFill>
                  <a:srgbClr val="4264D0"/>
                </a:solidFill>
                <a:latin typeface="Nimbus Sans"/>
                <a:ea typeface="Nimbus Sans"/>
                <a:cs typeface="Nimbus Sans"/>
              </a:defRPr>
            </a:lvl8pPr>
            <a:lvl9pPr algn="l">
              <a:defRPr sz="2025" b="1">
                <a:solidFill>
                  <a:srgbClr val="4264D0"/>
                </a:solidFill>
                <a:latin typeface="Nimbus Sans"/>
                <a:ea typeface="Nimbus Sans"/>
                <a:cs typeface="Nimbus Sans"/>
              </a:defRPr>
            </a:lvl9pPr>
          </a:lstStyle>
          <a:p xmlns:a="http://schemas.openxmlformats.org/drawingml/2006/main">
            <a:pPr algn="l">
              <a:defRPr sz="2025" b="1">
                <a:solidFill>
                  <a:srgbClr val="4264D0"/>
                </a:solidFill>
                <a:latin typeface="Nimbus Sans"/>
                <a:ea typeface="Nimbus Sans"/>
                <a:cs typeface="Nimbus Sans"/>
              </a:defRPr>
            </a:pPr>
            <a:r>
              <a:rPr sz="2025" b="1">
                <a:solidFill>
                  <a:srgbClr val="4264D0"/>
                </a:solidFill>
                <a:latin typeface="Nimbus Sans"/>
                <a:ea typeface="Nimbus Sans"/>
                <a:cs typeface="Nimbus Sans"/>
              </a:rPr>
              <a:t>SELEZIONE</a:t>
            </a:r>
          </a:p>
        </p:txBody>
      </p:sp>
      <p:sp>
        <p:nvSpPr>
          <p:cNvPr id="6" name="f68">
            <a:extLst xmlns:a="http://schemas.openxmlformats.org/drawingml/2006/main">
              <a:ext uri="{FF2B5EF4-FFF2-40B4-BE49-F238E27FC236}">
                <a16:creationId xmlns:a16="http://schemas.microsoft.com/office/drawing/2014/main" id="{D3D625D1-EA97-4D6C-8BA2-F5157FB411CA}"/>
              </a:ext>
            </a:extLst>
          </p:cNvPr>
          <p:cNvSpPr>
            <a:spLocks xmlns:a="http://schemas.openxmlformats.org/drawingml/2006/main" noGrp="1"/>
          </p:cNvSpPr>
          <p:nvPr/>
        </p:nvSpPr>
        <p:spPr>
          <a:xfrm xmlns:a="http://schemas.openxmlformats.org/drawingml/2006/main">
            <a:off x="1066800" y="4200525"/>
            <a:ext cx="5715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2550" b="1">
                <a:solidFill>
                  <a:srgbClr val="4264D0"/>
                </a:solidFill>
                <a:latin typeface="Nimbus Sans"/>
                <a:ea typeface="Nimbus Sans"/>
                <a:cs typeface="Nimbus Sans"/>
              </a:defRPr>
            </a:defPPr>
            <a:lvl1pPr algn="l">
              <a:defRPr sz="2550" b="1">
                <a:solidFill>
                  <a:srgbClr val="4264D0"/>
                </a:solidFill>
                <a:latin typeface="Nimbus Sans"/>
                <a:ea typeface="Nimbus Sans"/>
                <a:cs typeface="Nimbus Sans"/>
              </a:defRPr>
            </a:lvl1pPr>
            <a:lvl2pPr algn="l">
              <a:defRPr sz="2550" b="1">
                <a:solidFill>
                  <a:srgbClr val="4264D0"/>
                </a:solidFill>
                <a:latin typeface="Nimbus Sans"/>
                <a:ea typeface="Nimbus Sans"/>
                <a:cs typeface="Nimbus Sans"/>
              </a:defRPr>
            </a:lvl2pPr>
            <a:lvl3pPr algn="l">
              <a:defRPr sz="2550" b="1">
                <a:solidFill>
                  <a:srgbClr val="4264D0"/>
                </a:solidFill>
                <a:latin typeface="Nimbus Sans"/>
                <a:ea typeface="Nimbus Sans"/>
                <a:cs typeface="Nimbus Sans"/>
              </a:defRPr>
            </a:lvl3pPr>
            <a:lvl4pPr algn="l">
              <a:defRPr sz="2550" b="1">
                <a:solidFill>
                  <a:srgbClr val="4264D0"/>
                </a:solidFill>
                <a:latin typeface="Nimbus Sans"/>
                <a:ea typeface="Nimbus Sans"/>
                <a:cs typeface="Nimbus Sans"/>
              </a:defRPr>
            </a:lvl4pPr>
            <a:lvl5pPr algn="l">
              <a:defRPr sz="2550" b="1">
                <a:solidFill>
                  <a:srgbClr val="4264D0"/>
                </a:solidFill>
                <a:latin typeface="Nimbus Sans"/>
                <a:ea typeface="Nimbus Sans"/>
                <a:cs typeface="Nimbus Sans"/>
              </a:defRPr>
            </a:lvl5pPr>
            <a:lvl6pPr algn="l">
              <a:defRPr sz="2550" b="1">
                <a:solidFill>
                  <a:srgbClr val="4264D0"/>
                </a:solidFill>
                <a:latin typeface="Nimbus Sans"/>
                <a:ea typeface="Nimbus Sans"/>
                <a:cs typeface="Nimbus Sans"/>
              </a:defRPr>
            </a:lvl6pPr>
            <a:lvl7pPr algn="l">
              <a:defRPr sz="2550" b="1">
                <a:solidFill>
                  <a:srgbClr val="4264D0"/>
                </a:solidFill>
                <a:latin typeface="Nimbus Sans"/>
                <a:ea typeface="Nimbus Sans"/>
                <a:cs typeface="Nimbus Sans"/>
              </a:defRPr>
            </a:lvl7pPr>
            <a:lvl8pPr algn="l">
              <a:defRPr sz="2550" b="1">
                <a:solidFill>
                  <a:srgbClr val="4264D0"/>
                </a:solidFill>
                <a:latin typeface="Nimbus Sans"/>
                <a:ea typeface="Nimbus Sans"/>
                <a:cs typeface="Nimbus Sans"/>
              </a:defRPr>
            </a:lvl8pPr>
            <a:lvl9pPr algn="l">
              <a:defRPr sz="2550" b="1">
                <a:solidFill>
                  <a:srgbClr val="4264D0"/>
                </a:solidFill>
                <a:latin typeface="Nimbus Sans"/>
                <a:ea typeface="Nimbus Sans"/>
                <a:cs typeface="Nimbus Sans"/>
              </a:defRPr>
            </a:lvl9pPr>
          </a:lstStyle>
          <a:p xmlns:a="http://schemas.openxmlformats.org/drawingml/2006/main">
            <a:pPr algn="l">
              <a:defRPr sz="2550" b="1">
                <a:solidFill>
                  <a:srgbClr val="4264D0"/>
                </a:solidFill>
                <a:latin typeface="Nimbus Sans"/>
                <a:ea typeface="Nimbus Sans"/>
                <a:cs typeface="Nimbus Sans"/>
              </a:defRPr>
            </a:pPr>
            <a:r>
              <a:rPr sz="2550" b="1">
                <a:solidFill>
                  <a:srgbClr val="4264D0"/>
                </a:solidFill>
                <a:latin typeface="Nimbus Sans"/>
                <a:ea typeface="Nimbus Sans"/>
                <a:cs typeface="Nimbus Sans"/>
              </a:rPr>
              <a:t>Richiesta discovery</a:t>
            </a:r>
          </a:p>
          <a:p xmlns:a="http://schemas.openxmlformats.org/drawingml/2006/main">
            <a:pPr algn="l">
              <a:defRPr sz="2550" b="1">
                <a:solidFill>
                  <a:srgbClr val="4264D0"/>
                </a:solidFill>
                <a:latin typeface="Nimbus Sans"/>
                <a:ea typeface="Nimbus Sans"/>
                <a:cs typeface="Nimbus Sans"/>
              </a:defRPr>
            </a:pPr>
            <a:r>
              <a:rPr sz="2550" b="1">
                <a:solidFill>
                  <a:srgbClr val="4264D0"/>
                </a:solidFill>
                <a:latin typeface="Nimbus Sans"/>
                <a:ea typeface="Nimbus Sans"/>
                <a:cs typeface="Nimbus Sans"/>
              </a:rPr>
              <a:t>+ risposta associata</a:t>
            </a:r>
          </a:p>
        </p:txBody>
      </p:sp>
      <p:sp>
        <p:nvSpPr>
          <p:cNvPr id="7" name="f69">
            <a:extLst xmlns:a="http://schemas.openxmlformats.org/drawingml/2006/main">
              <a:ext uri="{FF2B5EF4-FFF2-40B4-BE49-F238E27FC236}">
                <a16:creationId xmlns:a16="http://schemas.microsoft.com/office/drawing/2014/main" id="{DB905924-CA01-4B01-8733-FCB0109B146D}"/>
              </a:ext>
            </a:extLst>
          </p:cNvPr>
          <p:cNvSpPr>
            <a:spLocks xmlns:a="http://schemas.openxmlformats.org/drawingml/2006/main" noGrp="1"/>
          </p:cNvSpPr>
          <p:nvPr/>
        </p:nvSpPr>
        <p:spPr>
          <a:xfrm xmlns:a="http://schemas.openxmlformats.org/drawingml/2006/main">
            <a:off x="1066800" y="5667375"/>
            <a:ext cx="57150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2025" b="1">
                <a:solidFill>
                  <a:srgbClr val="278766"/>
                </a:solidFill>
                <a:latin typeface="Nimbus Sans"/>
                <a:ea typeface="Nimbus Sans"/>
                <a:cs typeface="Nimbus Sans"/>
              </a:defRPr>
            </a:defPPr>
            <a:lvl1pPr algn="l">
              <a:defRPr sz="2025" b="1">
                <a:solidFill>
                  <a:srgbClr val="278766"/>
                </a:solidFill>
                <a:latin typeface="Nimbus Sans"/>
                <a:ea typeface="Nimbus Sans"/>
                <a:cs typeface="Nimbus Sans"/>
              </a:defRPr>
            </a:lvl1pPr>
            <a:lvl2pPr algn="l">
              <a:defRPr sz="2025" b="1">
                <a:solidFill>
                  <a:srgbClr val="278766"/>
                </a:solidFill>
                <a:latin typeface="Nimbus Sans"/>
                <a:ea typeface="Nimbus Sans"/>
                <a:cs typeface="Nimbus Sans"/>
              </a:defRPr>
            </a:lvl2pPr>
            <a:lvl3pPr algn="l">
              <a:defRPr sz="2025" b="1">
                <a:solidFill>
                  <a:srgbClr val="278766"/>
                </a:solidFill>
                <a:latin typeface="Nimbus Sans"/>
                <a:ea typeface="Nimbus Sans"/>
                <a:cs typeface="Nimbus Sans"/>
              </a:defRPr>
            </a:lvl3pPr>
            <a:lvl4pPr algn="l">
              <a:defRPr sz="2025" b="1">
                <a:solidFill>
                  <a:srgbClr val="278766"/>
                </a:solidFill>
                <a:latin typeface="Nimbus Sans"/>
                <a:ea typeface="Nimbus Sans"/>
                <a:cs typeface="Nimbus Sans"/>
              </a:defRPr>
            </a:lvl4pPr>
            <a:lvl5pPr algn="l">
              <a:defRPr sz="2025" b="1">
                <a:solidFill>
                  <a:srgbClr val="278766"/>
                </a:solidFill>
                <a:latin typeface="Nimbus Sans"/>
                <a:ea typeface="Nimbus Sans"/>
                <a:cs typeface="Nimbus Sans"/>
              </a:defRPr>
            </a:lvl5pPr>
            <a:lvl6pPr algn="l">
              <a:defRPr sz="2025" b="1">
                <a:solidFill>
                  <a:srgbClr val="278766"/>
                </a:solidFill>
                <a:latin typeface="Nimbus Sans"/>
                <a:ea typeface="Nimbus Sans"/>
                <a:cs typeface="Nimbus Sans"/>
              </a:defRPr>
            </a:lvl6pPr>
            <a:lvl7pPr algn="l">
              <a:defRPr sz="2025" b="1">
                <a:solidFill>
                  <a:srgbClr val="278766"/>
                </a:solidFill>
                <a:latin typeface="Nimbus Sans"/>
                <a:ea typeface="Nimbus Sans"/>
                <a:cs typeface="Nimbus Sans"/>
              </a:defRPr>
            </a:lvl7pPr>
            <a:lvl8pPr algn="l">
              <a:defRPr sz="2025" b="1">
                <a:solidFill>
                  <a:srgbClr val="278766"/>
                </a:solidFill>
                <a:latin typeface="Nimbus Sans"/>
                <a:ea typeface="Nimbus Sans"/>
                <a:cs typeface="Nimbus Sans"/>
              </a:defRPr>
            </a:lvl8pPr>
            <a:lvl9pPr algn="l">
              <a:defRPr sz="2025" b="1">
                <a:solidFill>
                  <a:srgbClr val="278766"/>
                </a:solidFill>
                <a:latin typeface="Nimbus Sans"/>
                <a:ea typeface="Nimbus Sans"/>
                <a:cs typeface="Nimbus Sans"/>
              </a:defRPr>
            </a:lvl9pPr>
          </a:lstStyle>
          <a:p xmlns:a="http://schemas.openxmlformats.org/drawingml/2006/main">
            <a:pPr algn="l">
              <a:defRPr sz="2025" b="1">
                <a:solidFill>
                  <a:srgbClr val="278766"/>
                </a:solidFill>
                <a:latin typeface="Nimbus Sans"/>
                <a:ea typeface="Nimbus Sans"/>
                <a:cs typeface="Nimbus Sans"/>
              </a:defRPr>
            </a:pPr>
            <a:r>
              <a:rPr sz="2025" b="1">
                <a:solidFill>
                  <a:srgbClr val="278766"/>
                </a:solidFill>
                <a:latin typeface="Nimbus Sans"/>
                <a:ea typeface="Nimbus Sans"/>
                <a:cs typeface="Nimbus Sans"/>
              </a:rPr>
              <a:t>VERIFICA</a:t>
            </a:r>
          </a:p>
        </p:txBody>
      </p:sp>
      <p:sp>
        <p:nvSpPr>
          <p:cNvPr id="8" name="f70">
            <a:extLst xmlns:a="http://schemas.openxmlformats.org/drawingml/2006/main">
              <a:ext uri="{FF2B5EF4-FFF2-40B4-BE49-F238E27FC236}">
                <a16:creationId xmlns:a16="http://schemas.microsoft.com/office/drawing/2014/main" id="{0670FE9A-6709-473A-BDD1-FE7A00C0B7D4}"/>
              </a:ext>
            </a:extLst>
          </p:cNvPr>
          <p:cNvSpPr>
            <a:spLocks xmlns:a="http://schemas.openxmlformats.org/drawingml/2006/main" noGrp="1"/>
          </p:cNvSpPr>
          <p:nvPr/>
        </p:nvSpPr>
        <p:spPr>
          <a:xfrm xmlns:a="http://schemas.openxmlformats.org/drawingml/2006/main">
            <a:off x="1066800" y="6191250"/>
            <a:ext cx="5715000" cy="7524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4275" b="1">
                <a:solidFill>
                  <a:srgbClr val="278766"/>
                </a:solidFill>
                <a:latin typeface="Nimbus Sans"/>
                <a:ea typeface="Nimbus Sans"/>
                <a:cs typeface="Nimbus Sans"/>
              </a:defRPr>
            </a:defPPr>
            <a:lvl1pPr algn="l">
              <a:defRPr sz="4275" b="1">
                <a:solidFill>
                  <a:srgbClr val="278766"/>
                </a:solidFill>
                <a:latin typeface="Nimbus Sans"/>
                <a:ea typeface="Nimbus Sans"/>
                <a:cs typeface="Nimbus Sans"/>
              </a:defRPr>
            </a:lvl1pPr>
            <a:lvl2pPr algn="l">
              <a:defRPr sz="4275" b="1">
                <a:solidFill>
                  <a:srgbClr val="278766"/>
                </a:solidFill>
                <a:latin typeface="Nimbus Sans"/>
                <a:ea typeface="Nimbus Sans"/>
                <a:cs typeface="Nimbus Sans"/>
              </a:defRPr>
            </a:lvl2pPr>
            <a:lvl3pPr algn="l">
              <a:defRPr sz="4275" b="1">
                <a:solidFill>
                  <a:srgbClr val="278766"/>
                </a:solidFill>
                <a:latin typeface="Nimbus Sans"/>
                <a:ea typeface="Nimbus Sans"/>
                <a:cs typeface="Nimbus Sans"/>
              </a:defRPr>
            </a:lvl3pPr>
            <a:lvl4pPr algn="l">
              <a:defRPr sz="4275" b="1">
                <a:solidFill>
                  <a:srgbClr val="278766"/>
                </a:solidFill>
                <a:latin typeface="Nimbus Sans"/>
                <a:ea typeface="Nimbus Sans"/>
                <a:cs typeface="Nimbus Sans"/>
              </a:defRPr>
            </a:lvl4pPr>
            <a:lvl5pPr algn="l">
              <a:defRPr sz="4275" b="1">
                <a:solidFill>
                  <a:srgbClr val="278766"/>
                </a:solidFill>
                <a:latin typeface="Nimbus Sans"/>
                <a:ea typeface="Nimbus Sans"/>
                <a:cs typeface="Nimbus Sans"/>
              </a:defRPr>
            </a:lvl5pPr>
            <a:lvl6pPr algn="l">
              <a:defRPr sz="4275" b="1">
                <a:solidFill>
                  <a:srgbClr val="278766"/>
                </a:solidFill>
                <a:latin typeface="Nimbus Sans"/>
                <a:ea typeface="Nimbus Sans"/>
                <a:cs typeface="Nimbus Sans"/>
              </a:defRPr>
            </a:lvl6pPr>
            <a:lvl7pPr algn="l">
              <a:defRPr sz="4275" b="1">
                <a:solidFill>
                  <a:srgbClr val="278766"/>
                </a:solidFill>
                <a:latin typeface="Nimbus Sans"/>
                <a:ea typeface="Nimbus Sans"/>
                <a:cs typeface="Nimbus Sans"/>
              </a:defRPr>
            </a:lvl7pPr>
            <a:lvl8pPr algn="l">
              <a:defRPr sz="4275" b="1">
                <a:solidFill>
                  <a:srgbClr val="278766"/>
                </a:solidFill>
                <a:latin typeface="Nimbus Sans"/>
                <a:ea typeface="Nimbus Sans"/>
                <a:cs typeface="Nimbus Sans"/>
              </a:defRPr>
            </a:lvl8pPr>
            <a:lvl9pPr algn="l">
              <a:defRPr sz="4275" b="1">
                <a:solidFill>
                  <a:srgbClr val="278766"/>
                </a:solidFill>
                <a:latin typeface="Nimbus Sans"/>
                <a:ea typeface="Nimbus Sans"/>
                <a:cs typeface="Nimbus Sans"/>
              </a:defRPr>
            </a:lvl9pPr>
          </a:lstStyle>
          <a:p xmlns:a="http://schemas.openxmlformats.org/drawingml/2006/main">
            <a:pPr algn="l">
              <a:defRPr sz="4275" b="1">
                <a:solidFill>
                  <a:srgbClr val="278766"/>
                </a:solidFill>
                <a:latin typeface="Nimbus Sans"/>
                <a:ea typeface="Nimbus Sans"/>
                <a:cs typeface="Nimbus Sans"/>
              </a:defRPr>
            </a:pPr>
            <a:r>
              <a:rPr sz="4275" b="1">
                <a:solidFill>
                  <a:srgbClr val="278766"/>
                </a:solidFill>
                <a:latin typeface="Nimbus Sans"/>
                <a:ea typeface="Nimbus Sans"/>
                <a:cs typeface="Nimbus Sans"/>
              </a:rPr>
              <a:t>HTTP 403</a:t>
            </a:r>
          </a:p>
        </p:txBody>
      </p:sp>
      <p:sp>
        <p:nvSpPr>
          <p:cNvPr id="9" name="f71">
            <a:extLst xmlns:a="http://schemas.openxmlformats.org/drawingml/2006/main">
              <a:ext uri="{FF2B5EF4-FFF2-40B4-BE49-F238E27FC236}">
                <a16:creationId xmlns:a16="http://schemas.microsoft.com/office/drawing/2014/main" id="{855C21B8-81F7-47F5-AA77-E240791334CD}"/>
              </a:ext>
            </a:extLst>
          </p:cNvPr>
          <p:cNvSpPr>
            <a:spLocks xmlns:a="http://schemas.openxmlformats.org/drawingml/2006/main" noGrp="1"/>
          </p:cNvSpPr>
          <p:nvPr/>
        </p:nvSpPr>
        <p:spPr>
          <a:xfrm xmlns:a="http://schemas.openxmlformats.org/drawingml/2006/main">
            <a:off x="1066800" y="7134225"/>
            <a:ext cx="57150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1650" b="0">
                <a:solidFill>
                  <a:srgbClr val="52627B"/>
                </a:solidFill>
                <a:latin typeface="Nimbus Sans"/>
                <a:ea typeface="Nimbus Sans"/>
                <a:cs typeface="Nimbus Sans"/>
              </a:defRPr>
            </a:defPPr>
            <a:lvl1pPr algn="l">
              <a:defRPr sz="1650" b="0">
                <a:solidFill>
                  <a:srgbClr val="52627B"/>
                </a:solidFill>
                <a:latin typeface="Nimbus Sans"/>
                <a:ea typeface="Nimbus Sans"/>
                <a:cs typeface="Nimbus Sans"/>
              </a:defRPr>
            </a:lvl1pPr>
            <a:lvl2pPr algn="l">
              <a:defRPr sz="1650" b="0">
                <a:solidFill>
                  <a:srgbClr val="52627B"/>
                </a:solidFill>
                <a:latin typeface="Nimbus Sans"/>
                <a:ea typeface="Nimbus Sans"/>
                <a:cs typeface="Nimbus Sans"/>
              </a:defRPr>
            </a:lvl2pPr>
            <a:lvl3pPr algn="l">
              <a:defRPr sz="1650" b="0">
                <a:solidFill>
                  <a:srgbClr val="52627B"/>
                </a:solidFill>
                <a:latin typeface="Nimbus Sans"/>
                <a:ea typeface="Nimbus Sans"/>
                <a:cs typeface="Nimbus Sans"/>
              </a:defRPr>
            </a:lvl3pPr>
            <a:lvl4pPr algn="l">
              <a:defRPr sz="1650" b="0">
                <a:solidFill>
                  <a:srgbClr val="52627B"/>
                </a:solidFill>
                <a:latin typeface="Nimbus Sans"/>
                <a:ea typeface="Nimbus Sans"/>
                <a:cs typeface="Nimbus Sans"/>
              </a:defRPr>
            </a:lvl4pPr>
            <a:lvl5pPr algn="l">
              <a:defRPr sz="1650" b="0">
                <a:solidFill>
                  <a:srgbClr val="52627B"/>
                </a:solidFill>
                <a:latin typeface="Nimbus Sans"/>
                <a:ea typeface="Nimbus Sans"/>
                <a:cs typeface="Nimbus Sans"/>
              </a:defRPr>
            </a:lvl5pPr>
            <a:lvl6pPr algn="l">
              <a:defRPr sz="1650" b="0">
                <a:solidFill>
                  <a:srgbClr val="52627B"/>
                </a:solidFill>
                <a:latin typeface="Nimbus Sans"/>
                <a:ea typeface="Nimbus Sans"/>
                <a:cs typeface="Nimbus Sans"/>
              </a:defRPr>
            </a:lvl6pPr>
            <a:lvl7pPr algn="l">
              <a:defRPr sz="1650" b="0">
                <a:solidFill>
                  <a:srgbClr val="52627B"/>
                </a:solidFill>
                <a:latin typeface="Nimbus Sans"/>
                <a:ea typeface="Nimbus Sans"/>
                <a:cs typeface="Nimbus Sans"/>
              </a:defRPr>
            </a:lvl7pPr>
            <a:lvl8pPr algn="l">
              <a:defRPr sz="1650" b="0">
                <a:solidFill>
                  <a:srgbClr val="52627B"/>
                </a:solidFill>
                <a:latin typeface="Nimbus Sans"/>
                <a:ea typeface="Nimbus Sans"/>
                <a:cs typeface="Nimbus Sans"/>
              </a:defRPr>
            </a:lvl8pPr>
            <a:lvl9pPr algn="l">
              <a:defRPr sz="1650" b="0">
                <a:solidFill>
                  <a:srgbClr val="52627B"/>
                </a:solidFill>
                <a:latin typeface="Nimbus Sans"/>
                <a:ea typeface="Nimbus Sans"/>
                <a:cs typeface="Nimbus Sans"/>
              </a:defRPr>
            </a:lvl9pPr>
          </a:lstStyle>
          <a:p xmlns:a="http://schemas.openxmlformats.org/drawingml/2006/main">
            <a:pPr algn="l">
              <a:defRPr sz="1650" b="0">
                <a:solidFill>
                  <a:srgbClr val="52627B"/>
                </a:solidFill>
                <a:latin typeface="Nimbus Sans"/>
                <a:ea typeface="Nimbus Sans"/>
                <a:cs typeface="Nimbus Sans"/>
              </a:defRPr>
            </a:pPr>
            <a:r>
              <a:rPr sz="1650" b="0">
                <a:solidFill>
                  <a:srgbClr val="52627B"/>
                </a:solidFill>
                <a:latin typeface="Nimbus Sans"/>
                <a:ea typeface="Nimbus Sans"/>
                <a:cs typeface="Nimbus Sans"/>
              </a:rPr>
              <a:t>Sintesi del requisito SCAS</a:t>
            </a:r>
          </a:p>
        </p:txBody>
      </p:sp>
      <p:sp>
        <p:nvSpPr>
          <p:cNvPr id="10" name="f72">
            <a:extLst xmlns:a="http://schemas.openxmlformats.org/drawingml/2006/main">
              <a:ext uri="{FF2B5EF4-FFF2-40B4-BE49-F238E27FC236}">
                <a16:creationId xmlns:a16="http://schemas.microsoft.com/office/drawing/2014/main" id="{55C2A4CE-D507-4A5B-A342-6C7BF8E13717}"/>
              </a:ext>
            </a:extLst>
          </p:cNvPr>
          <p:cNvSpPr>
            <a:spLocks xmlns:a="http://schemas.openxmlformats.org/drawingml/2006/main" noGrp="1"/>
          </p:cNvSpPr>
          <p:nvPr/>
        </p:nvSpPr>
        <p:spPr>
          <a:xfrm xmlns:a="http://schemas.openxmlformats.org/drawingml/2006/main">
            <a:off x="7620000" y="3429000"/>
            <a:ext cx="6553200" cy="3762375"/>
          </a:xfrm>
          <a:prstGeom xmlns:a="http://schemas.openxmlformats.org/drawingml/2006/main" prst="roundRect">
            <a:avLst>
              <a:gd name="adj" fmla="val 4051"/>
            </a:avLst>
          </a:prstGeom>
          <a:solidFill xmlns:a="http://schemas.openxmlformats.org/drawingml/2006/main">
            <a:srgbClr val="FFFFFF"/>
          </a:solidFill>
          <a:ln xmlns:a="http://schemas.openxmlformats.org/drawingml/2006/main" w="17145">
            <a:solidFill>
              <a:srgbClr val="D9E3EF"/>
            </a:solidFill>
            <a:prstDash val="solid"/>
          </a:ln>
        </p:spPr>
      </p:sp>
      <p:sp>
        <p:nvSpPr>
          <p:cNvPr id="11" name="f73">
            <a:extLst xmlns:a="http://schemas.openxmlformats.org/drawingml/2006/main">
              <a:ext uri="{FF2B5EF4-FFF2-40B4-BE49-F238E27FC236}">
                <a16:creationId xmlns:a16="http://schemas.microsoft.com/office/drawing/2014/main" id="{F3843AED-4A14-41C9-873D-59C0367DC7F7}"/>
              </a:ext>
            </a:extLst>
          </p:cNvPr>
          <p:cNvSpPr>
            <a:spLocks xmlns:a="http://schemas.openxmlformats.org/drawingml/2006/main" noGrp="1"/>
          </p:cNvSpPr>
          <p:nvPr/>
        </p:nvSpPr>
        <p:spPr>
          <a:xfrm xmlns:a="http://schemas.openxmlformats.org/drawingml/2006/main">
            <a:off x="7867650" y="3667125"/>
            <a:ext cx="60198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2325" b="1">
                <a:solidFill>
                  <a:srgbClr val="4264D0"/>
                </a:solidFill>
                <a:latin typeface="DejaVu Sans Mono"/>
                <a:ea typeface="DejaVu Sans Mono"/>
                <a:cs typeface="DejaVu Sans Mono"/>
              </a:defRPr>
            </a:defPPr>
            <a:lvl1pPr algn="l">
              <a:defRPr sz="2325" b="1">
                <a:solidFill>
                  <a:srgbClr val="4264D0"/>
                </a:solidFill>
                <a:latin typeface="DejaVu Sans Mono"/>
                <a:ea typeface="DejaVu Sans Mono"/>
                <a:cs typeface="DejaVu Sans Mono"/>
              </a:defRPr>
            </a:lvl1pPr>
            <a:lvl2pPr algn="l">
              <a:defRPr sz="2325" b="1">
                <a:solidFill>
                  <a:srgbClr val="4264D0"/>
                </a:solidFill>
                <a:latin typeface="DejaVu Sans Mono"/>
                <a:ea typeface="DejaVu Sans Mono"/>
                <a:cs typeface="DejaVu Sans Mono"/>
              </a:defRPr>
            </a:lvl2pPr>
            <a:lvl3pPr algn="l">
              <a:defRPr sz="2325" b="1">
                <a:solidFill>
                  <a:srgbClr val="4264D0"/>
                </a:solidFill>
                <a:latin typeface="DejaVu Sans Mono"/>
                <a:ea typeface="DejaVu Sans Mono"/>
                <a:cs typeface="DejaVu Sans Mono"/>
              </a:defRPr>
            </a:lvl3pPr>
            <a:lvl4pPr algn="l">
              <a:defRPr sz="2325" b="1">
                <a:solidFill>
                  <a:srgbClr val="4264D0"/>
                </a:solidFill>
                <a:latin typeface="DejaVu Sans Mono"/>
                <a:ea typeface="DejaVu Sans Mono"/>
                <a:cs typeface="DejaVu Sans Mono"/>
              </a:defRPr>
            </a:lvl4pPr>
            <a:lvl5pPr algn="l">
              <a:defRPr sz="2325" b="1">
                <a:solidFill>
                  <a:srgbClr val="4264D0"/>
                </a:solidFill>
                <a:latin typeface="DejaVu Sans Mono"/>
                <a:ea typeface="DejaVu Sans Mono"/>
                <a:cs typeface="DejaVu Sans Mono"/>
              </a:defRPr>
            </a:lvl5pPr>
            <a:lvl6pPr algn="l">
              <a:defRPr sz="2325" b="1">
                <a:solidFill>
                  <a:srgbClr val="4264D0"/>
                </a:solidFill>
                <a:latin typeface="DejaVu Sans Mono"/>
                <a:ea typeface="DejaVu Sans Mono"/>
                <a:cs typeface="DejaVu Sans Mono"/>
              </a:defRPr>
            </a:lvl6pPr>
            <a:lvl7pPr algn="l">
              <a:defRPr sz="2325" b="1">
                <a:solidFill>
                  <a:srgbClr val="4264D0"/>
                </a:solidFill>
                <a:latin typeface="DejaVu Sans Mono"/>
                <a:ea typeface="DejaVu Sans Mono"/>
                <a:cs typeface="DejaVu Sans Mono"/>
              </a:defRPr>
            </a:lvl7pPr>
            <a:lvl8pPr algn="l">
              <a:defRPr sz="2325" b="1">
                <a:solidFill>
                  <a:srgbClr val="4264D0"/>
                </a:solidFill>
                <a:latin typeface="DejaVu Sans Mono"/>
                <a:ea typeface="DejaVu Sans Mono"/>
                <a:cs typeface="DejaVu Sans Mono"/>
              </a:defRPr>
            </a:lvl8pPr>
            <a:lvl9pPr algn="l">
              <a:defRPr sz="2325" b="1">
                <a:solidFill>
                  <a:srgbClr val="4264D0"/>
                </a:solidFill>
                <a:latin typeface="DejaVu Sans Mono"/>
                <a:ea typeface="DejaVu Sans Mono"/>
                <a:cs typeface="DejaVu Sans Mono"/>
              </a:defRPr>
            </a:lvl9pPr>
          </a:lstStyle>
          <a:p xmlns:a="http://schemas.openxmlformats.org/drawingml/2006/main">
            <a:pPr algn="l">
              <a:defRPr sz="2325" b="1">
                <a:solidFill>
                  <a:srgbClr val="4264D0"/>
                </a:solidFill>
                <a:latin typeface="DejaVu Sans Mono"/>
                <a:ea typeface="DejaVu Sans Mono"/>
                <a:cs typeface="DejaVu Sans Mono"/>
              </a:defRPr>
            </a:pPr>
            <a:r>
              <a:rPr sz="2325" b="1">
                <a:solidFill>
                  <a:srgbClr val="4264D0"/>
                </a:solidFill>
                <a:latin typeface="DejaVu Sans Mono"/>
                <a:ea typeface="DejaVu Sans Mono"/>
                <a:cs typeface="DejaVu Sans Mono"/>
              </a:rPr>
              <a:t>SEQUENCE {</a:t>
            </a:r>
          </a:p>
        </p:txBody>
      </p:sp>
      <p:sp>
        <p:nvSpPr>
          <p:cNvPr id="12" name="f74">
            <a:extLst xmlns:a="http://schemas.openxmlformats.org/drawingml/2006/main">
              <a:ext uri="{FF2B5EF4-FFF2-40B4-BE49-F238E27FC236}">
                <a16:creationId xmlns:a16="http://schemas.microsoft.com/office/drawing/2014/main" id="{6E8D262F-2C66-4B90-B49C-38C4911C6482}"/>
              </a:ext>
            </a:extLst>
          </p:cNvPr>
          <p:cNvSpPr>
            <a:spLocks xmlns:a="http://schemas.openxmlformats.org/drawingml/2006/main" noGrp="1"/>
          </p:cNvSpPr>
          <p:nvPr/>
        </p:nvSpPr>
        <p:spPr>
          <a:xfrm xmlns:a="http://schemas.openxmlformats.org/drawingml/2006/main">
            <a:off x="7867650" y="4229100"/>
            <a:ext cx="6019800" cy="12096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1950" b="0">
                <a:solidFill>
                  <a:srgbClr val="182536"/>
                </a:solidFill>
                <a:latin typeface="DejaVu Sans Mono"/>
                <a:ea typeface="DejaVu Sans Mono"/>
                <a:cs typeface="DejaVu Sans Mono"/>
              </a:defRPr>
            </a:defPPr>
            <a:lvl1pPr algn="l">
              <a:defRPr sz="1950" b="0">
                <a:solidFill>
                  <a:srgbClr val="182536"/>
                </a:solidFill>
                <a:latin typeface="DejaVu Sans Mono"/>
                <a:ea typeface="DejaVu Sans Mono"/>
                <a:cs typeface="DejaVu Sans Mono"/>
              </a:defRPr>
            </a:lvl1pPr>
            <a:lvl2pPr algn="l">
              <a:defRPr sz="1950" b="0">
                <a:solidFill>
                  <a:srgbClr val="182536"/>
                </a:solidFill>
                <a:latin typeface="DejaVu Sans Mono"/>
                <a:ea typeface="DejaVu Sans Mono"/>
                <a:cs typeface="DejaVu Sans Mono"/>
              </a:defRPr>
            </a:lvl2pPr>
            <a:lvl3pPr algn="l">
              <a:defRPr sz="1950" b="0">
                <a:solidFill>
                  <a:srgbClr val="182536"/>
                </a:solidFill>
                <a:latin typeface="DejaVu Sans Mono"/>
                <a:ea typeface="DejaVu Sans Mono"/>
                <a:cs typeface="DejaVu Sans Mono"/>
              </a:defRPr>
            </a:lvl3pPr>
            <a:lvl4pPr algn="l">
              <a:defRPr sz="1950" b="0">
                <a:solidFill>
                  <a:srgbClr val="182536"/>
                </a:solidFill>
                <a:latin typeface="DejaVu Sans Mono"/>
                <a:ea typeface="DejaVu Sans Mono"/>
                <a:cs typeface="DejaVu Sans Mono"/>
              </a:defRPr>
            </a:lvl4pPr>
            <a:lvl5pPr algn="l">
              <a:defRPr sz="1950" b="0">
                <a:solidFill>
                  <a:srgbClr val="182536"/>
                </a:solidFill>
                <a:latin typeface="DejaVu Sans Mono"/>
                <a:ea typeface="DejaVu Sans Mono"/>
                <a:cs typeface="DejaVu Sans Mono"/>
              </a:defRPr>
            </a:lvl5pPr>
            <a:lvl6pPr algn="l">
              <a:defRPr sz="1950" b="0">
                <a:solidFill>
                  <a:srgbClr val="182536"/>
                </a:solidFill>
                <a:latin typeface="DejaVu Sans Mono"/>
                <a:ea typeface="DejaVu Sans Mono"/>
                <a:cs typeface="DejaVu Sans Mono"/>
              </a:defRPr>
            </a:lvl6pPr>
            <a:lvl7pPr algn="l">
              <a:defRPr sz="1950" b="0">
                <a:solidFill>
                  <a:srgbClr val="182536"/>
                </a:solidFill>
                <a:latin typeface="DejaVu Sans Mono"/>
                <a:ea typeface="DejaVu Sans Mono"/>
                <a:cs typeface="DejaVu Sans Mono"/>
              </a:defRPr>
            </a:lvl7pPr>
            <a:lvl8pPr algn="l">
              <a:defRPr sz="1950" b="0">
                <a:solidFill>
                  <a:srgbClr val="182536"/>
                </a:solidFill>
                <a:latin typeface="DejaVu Sans Mono"/>
                <a:ea typeface="DejaVu Sans Mono"/>
                <a:cs typeface="DejaVu Sans Mono"/>
              </a:defRPr>
            </a:lvl8pPr>
            <a:lvl9pPr algn="l">
              <a:defRPr sz="1950" b="0">
                <a:solidFill>
                  <a:srgbClr val="182536"/>
                </a:solidFill>
                <a:latin typeface="DejaVu Sans Mono"/>
                <a:ea typeface="DejaVu Sans Mono"/>
                <a:cs typeface="DejaVu Sans Mono"/>
              </a:defRPr>
            </a:lvl9pPr>
          </a:lstStyle>
          <a:p xmlns:a="http://schemas.openxmlformats.org/drawingml/2006/main">
            <a:pPr algn="l">
              <a:defRPr sz="1950" b="0">
                <a:solidFill>
                  <a:srgbClr val="182536"/>
                </a:solidFill>
                <a:latin typeface="DejaVu Sans Mono"/>
                <a:ea typeface="DejaVu Sans Mono"/>
                <a:cs typeface="DejaVu Sans Mono"/>
              </a:defRPr>
            </a:pPr>
            <a:r>
              <a:rPr sz="1950" b="0">
                <a:solidFill>
                  <a:srgbClr val="182536"/>
                </a:solidFill>
                <a:latin typeface="DejaVu Sans Mono"/>
                <a:ea typeface="DejaVu Sans Mono"/>
                <a:cs typeface="DejaVu Sans Mono"/>
              </a:rPr>
              <a:t>  nrf.discovery.request AS request</a:t>
            </a:r>
          </a:p>
          <a:p xmlns:a="http://schemas.openxmlformats.org/drawingml/2006/main">
            <a:pPr algn="l">
              <a:defRPr sz="1950" b="0">
                <a:solidFill>
                  <a:srgbClr val="182536"/>
                </a:solidFill>
                <a:latin typeface="DejaVu Sans Mono"/>
                <a:ea typeface="DejaVu Sans Mono"/>
                <a:cs typeface="DejaVu Sans Mono"/>
              </a:defRPr>
            </a:pPr>
            <a:r>
              <a:rPr sz="1950" b="0">
                <a:solidFill>
                  <a:srgbClr val="182536"/>
                </a:solidFill>
                <a:latin typeface="DejaVu Sans Mono"/>
                <a:ea typeface="DejaVu Sans Mono"/>
                <a:cs typeface="DejaVu Sans Mono"/>
              </a:rPr>
              <a:t>  nrf.discovery.response AS response</a:t>
            </a:r>
          </a:p>
          <a:p xmlns:a="http://schemas.openxmlformats.org/drawingml/2006/main">
            <a:pPr algn="l">
              <a:defRPr sz="1950" b="0">
                <a:solidFill>
                  <a:srgbClr val="182536"/>
                </a:solidFill>
                <a:latin typeface="DejaVu Sans Mono"/>
                <a:ea typeface="DejaVu Sans Mono"/>
                <a:cs typeface="DejaVu Sans Mono"/>
              </a:defRPr>
            </a:pPr>
            <a:r>
              <a:rPr sz="1950" b="0">
                <a:solidFill>
                  <a:srgbClr val="182536"/>
                </a:solidFill>
                <a:latin typeface="DejaVu Sans Mono"/>
                <a:ea typeface="DejaVu Sans Mono"/>
                <a:cs typeface="DejaVu Sans Mono"/>
              </a:rPr>
              <a:t>}</a:t>
            </a:r>
          </a:p>
        </p:txBody>
      </p:sp>
      <p:sp>
        <p:nvSpPr>
          <p:cNvPr id="13" name="f75">
            <a:extLst xmlns:a="http://schemas.openxmlformats.org/drawingml/2006/main">
              <a:ext uri="{FF2B5EF4-FFF2-40B4-BE49-F238E27FC236}">
                <a16:creationId xmlns:a16="http://schemas.microsoft.com/office/drawing/2014/main" id="{BF48E73B-1618-4F1A-BBF5-3207B40E3119}"/>
              </a:ext>
            </a:extLst>
          </p:cNvPr>
          <p:cNvSpPr>
            <a:spLocks xmlns:a="http://schemas.openxmlformats.org/drawingml/2006/main" noGrp="1"/>
          </p:cNvSpPr>
          <p:nvPr/>
        </p:nvSpPr>
        <p:spPr>
          <a:xfrm xmlns:a="http://schemas.openxmlformats.org/drawingml/2006/main">
            <a:off x="7867650" y="6229350"/>
            <a:ext cx="6019800" cy="4095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2100" b="1">
                <a:solidFill>
                  <a:srgbClr val="278766"/>
                </a:solidFill>
                <a:latin typeface="DejaVu Sans Mono"/>
                <a:ea typeface="DejaVu Sans Mono"/>
                <a:cs typeface="DejaVu Sans Mono"/>
              </a:defRPr>
            </a:defPPr>
            <a:lvl1pPr algn="l">
              <a:defRPr sz="2100" b="1">
                <a:solidFill>
                  <a:srgbClr val="278766"/>
                </a:solidFill>
                <a:latin typeface="DejaVu Sans Mono"/>
                <a:ea typeface="DejaVu Sans Mono"/>
                <a:cs typeface="DejaVu Sans Mono"/>
              </a:defRPr>
            </a:lvl1pPr>
            <a:lvl2pPr algn="l">
              <a:defRPr sz="2100" b="1">
                <a:solidFill>
                  <a:srgbClr val="278766"/>
                </a:solidFill>
                <a:latin typeface="DejaVu Sans Mono"/>
                <a:ea typeface="DejaVu Sans Mono"/>
                <a:cs typeface="DejaVu Sans Mono"/>
              </a:defRPr>
            </a:lvl2pPr>
            <a:lvl3pPr algn="l">
              <a:defRPr sz="2100" b="1">
                <a:solidFill>
                  <a:srgbClr val="278766"/>
                </a:solidFill>
                <a:latin typeface="DejaVu Sans Mono"/>
                <a:ea typeface="DejaVu Sans Mono"/>
                <a:cs typeface="DejaVu Sans Mono"/>
              </a:defRPr>
            </a:lvl3pPr>
            <a:lvl4pPr algn="l">
              <a:defRPr sz="2100" b="1">
                <a:solidFill>
                  <a:srgbClr val="278766"/>
                </a:solidFill>
                <a:latin typeface="DejaVu Sans Mono"/>
                <a:ea typeface="DejaVu Sans Mono"/>
                <a:cs typeface="DejaVu Sans Mono"/>
              </a:defRPr>
            </a:lvl4pPr>
            <a:lvl5pPr algn="l">
              <a:defRPr sz="2100" b="1">
                <a:solidFill>
                  <a:srgbClr val="278766"/>
                </a:solidFill>
                <a:latin typeface="DejaVu Sans Mono"/>
                <a:ea typeface="DejaVu Sans Mono"/>
                <a:cs typeface="DejaVu Sans Mono"/>
              </a:defRPr>
            </a:lvl5pPr>
            <a:lvl6pPr algn="l">
              <a:defRPr sz="2100" b="1">
                <a:solidFill>
                  <a:srgbClr val="278766"/>
                </a:solidFill>
                <a:latin typeface="DejaVu Sans Mono"/>
                <a:ea typeface="DejaVu Sans Mono"/>
                <a:cs typeface="DejaVu Sans Mono"/>
              </a:defRPr>
            </a:lvl6pPr>
            <a:lvl7pPr algn="l">
              <a:defRPr sz="2100" b="1">
                <a:solidFill>
                  <a:srgbClr val="278766"/>
                </a:solidFill>
                <a:latin typeface="DejaVu Sans Mono"/>
                <a:ea typeface="DejaVu Sans Mono"/>
                <a:cs typeface="DejaVu Sans Mono"/>
              </a:defRPr>
            </a:lvl7pPr>
            <a:lvl8pPr algn="l">
              <a:defRPr sz="2100" b="1">
                <a:solidFill>
                  <a:srgbClr val="278766"/>
                </a:solidFill>
                <a:latin typeface="DejaVu Sans Mono"/>
                <a:ea typeface="DejaVu Sans Mono"/>
                <a:cs typeface="DejaVu Sans Mono"/>
              </a:defRPr>
            </a:lvl8pPr>
            <a:lvl9pPr algn="l">
              <a:defRPr sz="2100" b="1">
                <a:solidFill>
                  <a:srgbClr val="278766"/>
                </a:solidFill>
                <a:latin typeface="DejaVu Sans Mono"/>
                <a:ea typeface="DejaVu Sans Mono"/>
                <a:cs typeface="DejaVu Sans Mono"/>
              </a:defRPr>
            </a:lvl9pPr>
          </a:lstStyle>
          <a:p xmlns:a="http://schemas.openxmlformats.org/drawingml/2006/main">
            <a:pPr algn="l">
              <a:defRPr sz="2100" b="1">
                <a:solidFill>
                  <a:srgbClr val="278766"/>
                </a:solidFill>
                <a:latin typeface="DejaVu Sans Mono"/>
                <a:ea typeface="DejaVu Sans Mono"/>
                <a:cs typeface="DejaVu Sans Mono"/>
              </a:defRPr>
            </a:pPr>
            <a:r>
              <a:rPr sz="2100" b="1">
                <a:solidFill>
                  <a:srgbClr val="278766"/>
                </a:solidFill>
                <a:latin typeface="DejaVu Sans Mono"/>
                <a:ea typeface="DejaVu Sans Mono"/>
                <a:cs typeface="DejaVu Sans Mono"/>
              </a:rPr>
              <a:t>REQUIRE response.status == 403</a:t>
            </a:r>
          </a:p>
        </p:txBody>
      </p:sp>
      <p:sp>
        <p:nvSpPr>
          <p:cNvPr id="14" name="f76">
            <a:extLst xmlns:a="http://schemas.openxmlformats.org/drawingml/2006/main">
              <a:ext uri="{FF2B5EF4-FFF2-40B4-BE49-F238E27FC236}">
                <a16:creationId xmlns:a16="http://schemas.microsoft.com/office/drawing/2014/main" id="{E34DC5D3-FA75-4415-999B-C99FA231362E}"/>
              </a:ext>
            </a:extLst>
          </p:cNvPr>
          <p:cNvSpPr>
            <a:spLocks xmlns:a="http://schemas.openxmlformats.org/drawingml/2006/main" noGrp="1"/>
          </p:cNvSpPr>
          <p:nvPr/>
        </p:nvSpPr>
        <p:spPr>
          <a:xfrm xmlns:a="http://schemas.openxmlformats.org/drawingml/2006/main">
            <a:off x="6877050" y="4276725"/>
            <a:ext cx="523875" cy="171450"/>
          </a:xfrm>
          <a:prstGeom xmlns:a="http://schemas.openxmlformats.org/drawingml/2006/main" prst="rightArrow">
            <a:avLst/>
          </a:prstGeom>
          <a:solidFill xmlns:a="http://schemas.openxmlformats.org/drawingml/2006/main">
            <a:srgbClr val="4264D0"/>
          </a:solidFill>
          <a:ln xmlns:a="http://schemas.openxmlformats.org/drawingml/2006/main" w="0">
            <a:noFill/>
            <a:prstDash val="solid"/>
          </a:ln>
        </p:spPr>
      </p:sp>
      <p:sp>
        <p:nvSpPr>
          <p:cNvPr id="15" name="f77">
            <a:extLst xmlns:a="http://schemas.openxmlformats.org/drawingml/2006/main">
              <a:ext uri="{FF2B5EF4-FFF2-40B4-BE49-F238E27FC236}">
                <a16:creationId xmlns:a16="http://schemas.microsoft.com/office/drawing/2014/main" id="{19739B6B-62E0-427E-A243-CEC2118EF447}"/>
              </a:ext>
            </a:extLst>
          </p:cNvPr>
          <p:cNvSpPr>
            <a:spLocks xmlns:a="http://schemas.openxmlformats.org/drawingml/2006/main" noGrp="1"/>
          </p:cNvSpPr>
          <p:nvPr/>
        </p:nvSpPr>
        <p:spPr>
          <a:xfrm xmlns:a="http://schemas.openxmlformats.org/drawingml/2006/main">
            <a:off x="6877050" y="6391275"/>
            <a:ext cx="523875" cy="171450"/>
          </a:xfrm>
          <a:prstGeom xmlns:a="http://schemas.openxmlformats.org/drawingml/2006/main" prst="rightArrow">
            <a:avLst/>
          </a:prstGeom>
          <a:solidFill xmlns:a="http://schemas.openxmlformats.org/drawingml/2006/main">
            <a:srgbClr val="278766"/>
          </a:solidFill>
          <a:ln xmlns:a="http://schemas.openxmlformats.org/drawingml/2006/main" w="0">
            <a:noFill/>
            <a:prstDash val="solid"/>
          </a:ln>
        </p:spPr>
      </p:sp>
      <p:sp>
        <p:nvSpPr>
          <p:cNvPr id="16" name="f78">
            <a:extLst xmlns:a="http://schemas.openxmlformats.org/drawingml/2006/main">
              <a:ext uri="{FF2B5EF4-FFF2-40B4-BE49-F238E27FC236}">
                <a16:creationId xmlns:a16="http://schemas.microsoft.com/office/drawing/2014/main" id="{1181B385-8DBF-4A29-9271-61E7434FE8DF}"/>
              </a:ext>
            </a:extLst>
          </p:cNvPr>
          <p:cNvSpPr>
            <a:spLocks xmlns:a="http://schemas.openxmlformats.org/drawingml/2006/main" noGrp="1"/>
          </p:cNvSpPr>
          <p:nvPr/>
        </p:nvSpPr>
        <p:spPr>
          <a:xfrm xmlns:a="http://schemas.openxmlformats.org/drawingml/2006/main">
            <a:off x="1066800" y="7848600"/>
            <a:ext cx="131064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2175" b="1">
                <a:solidFill>
                  <a:srgbClr val="4264D0"/>
                </a:solidFill>
                <a:latin typeface="Nimbus Sans"/>
                <a:ea typeface="Nimbus Sans"/>
                <a:cs typeface="Nimbus Sans"/>
              </a:defRPr>
            </a:defPPr>
            <a:lvl1pPr algn="l">
              <a:defRPr sz="2175" b="1">
                <a:solidFill>
                  <a:srgbClr val="4264D0"/>
                </a:solidFill>
                <a:latin typeface="Nimbus Sans"/>
                <a:ea typeface="Nimbus Sans"/>
                <a:cs typeface="Nimbus Sans"/>
              </a:defRPr>
            </a:lvl1pPr>
            <a:lvl2pPr algn="l">
              <a:defRPr sz="2175" b="1">
                <a:solidFill>
                  <a:srgbClr val="4264D0"/>
                </a:solidFill>
                <a:latin typeface="Nimbus Sans"/>
                <a:ea typeface="Nimbus Sans"/>
                <a:cs typeface="Nimbus Sans"/>
              </a:defRPr>
            </a:lvl2pPr>
            <a:lvl3pPr algn="l">
              <a:defRPr sz="2175" b="1">
                <a:solidFill>
                  <a:srgbClr val="4264D0"/>
                </a:solidFill>
                <a:latin typeface="Nimbus Sans"/>
                <a:ea typeface="Nimbus Sans"/>
                <a:cs typeface="Nimbus Sans"/>
              </a:defRPr>
            </a:lvl3pPr>
            <a:lvl4pPr algn="l">
              <a:defRPr sz="2175" b="1">
                <a:solidFill>
                  <a:srgbClr val="4264D0"/>
                </a:solidFill>
                <a:latin typeface="Nimbus Sans"/>
                <a:ea typeface="Nimbus Sans"/>
                <a:cs typeface="Nimbus Sans"/>
              </a:defRPr>
            </a:lvl4pPr>
            <a:lvl5pPr algn="l">
              <a:defRPr sz="2175" b="1">
                <a:solidFill>
                  <a:srgbClr val="4264D0"/>
                </a:solidFill>
                <a:latin typeface="Nimbus Sans"/>
                <a:ea typeface="Nimbus Sans"/>
                <a:cs typeface="Nimbus Sans"/>
              </a:defRPr>
            </a:lvl5pPr>
            <a:lvl6pPr algn="l">
              <a:defRPr sz="2175" b="1">
                <a:solidFill>
                  <a:srgbClr val="4264D0"/>
                </a:solidFill>
                <a:latin typeface="Nimbus Sans"/>
                <a:ea typeface="Nimbus Sans"/>
                <a:cs typeface="Nimbus Sans"/>
              </a:defRPr>
            </a:lvl6pPr>
            <a:lvl7pPr algn="l">
              <a:defRPr sz="2175" b="1">
                <a:solidFill>
                  <a:srgbClr val="4264D0"/>
                </a:solidFill>
                <a:latin typeface="Nimbus Sans"/>
                <a:ea typeface="Nimbus Sans"/>
                <a:cs typeface="Nimbus Sans"/>
              </a:defRPr>
            </a:lvl7pPr>
            <a:lvl8pPr algn="l">
              <a:defRPr sz="2175" b="1">
                <a:solidFill>
                  <a:srgbClr val="4264D0"/>
                </a:solidFill>
                <a:latin typeface="Nimbus Sans"/>
                <a:ea typeface="Nimbus Sans"/>
                <a:cs typeface="Nimbus Sans"/>
              </a:defRPr>
            </a:lvl8pPr>
            <a:lvl9pPr algn="l">
              <a:defRPr sz="2175" b="1">
                <a:solidFill>
                  <a:srgbClr val="4264D0"/>
                </a:solidFill>
                <a:latin typeface="Nimbus Sans"/>
                <a:ea typeface="Nimbus Sans"/>
                <a:cs typeface="Nimbus Sans"/>
              </a:defRPr>
            </a:lvl9pPr>
          </a:lstStyle>
          <a:p xmlns:a="http://schemas.openxmlformats.org/drawingml/2006/main">
            <a:pPr algn="l">
              <a:defRPr sz="2175" b="1">
                <a:solidFill>
                  <a:srgbClr val="4264D0"/>
                </a:solidFill>
                <a:latin typeface="Nimbus Sans"/>
                <a:ea typeface="Nimbus Sans"/>
                <a:cs typeface="Nimbus Sans"/>
              </a:defRPr>
            </a:pPr>
            <a:r>
              <a:rPr sz="2175" b="1">
                <a:solidFill>
                  <a:srgbClr val="4264D0"/>
                </a:solidFill>
                <a:latin typeface="Nimbus Sans"/>
                <a:ea typeface="Nimbus Sans"/>
                <a:cs typeface="Nimbus Sans"/>
              </a:rPr>
              <a:t>1° contributo · DSL per descrivere i criteri di verifica</a:t>
            </a:r>
          </a:p>
        </p:txBody>
      </p:sp>
    </p:spTree>
    <p:extLst>
      <p:ext uri="{BB962C8B-B14F-4D97-AF65-F5344CB8AC3E}">
        <p14:creationId xmlns:p14="http://schemas.microsoft.com/office/powerpoint/2010/main" val="1764607898"/>
      </p:ext>
    </p:extLst>
  </p:cSld>
</p:sld>
</file>

<file path=ppt/slides/slide4.xml><?xml version="1.0" encoding="utf-8"?>
<p:sld xmlns:p="http://schemas.openxmlformats.org/presentationml/2006/main">
  <p:cSld>
    <p:bg>
      <p:bgPr>
        <a:solidFill xmlns:a="http://schemas.openxmlformats.org/drawingml/2006/main">
          <a:srgbClr val="F3F6F9"/>
        </a:solidFill>
      </p:bgPr>
    </p:bg>
    <p:spTree>
      <p:nvGrpSpPr>
        <p:cNvPr id="1" name=""/>
        <p:cNvGrpSpPr/>
        <p:nvPr/>
      </p:nvGrpSpPr>
      <p:grpSpPr>
        <a:xfrm xmlns:a="http://schemas.openxmlformats.org/drawingml/2006/main"/>
      </p:grpSpPr>
      <p:sp>
        <p:nvSpPr>
          <p:cNvPr id="33" name="f79">
            <a:extLst xmlns:a="http://schemas.openxmlformats.org/drawingml/2006/main">
              <a:ext uri="{FF2B5EF4-FFF2-40B4-BE49-F238E27FC236}">
                <a16:creationId xmlns:a16="http://schemas.microsoft.com/office/drawing/2014/main" id="{B67FDFD5-BA6B-49ED-AE9A-77A1932295BF}"/>
              </a:ext>
            </a:extLst>
          </p:cNvPr>
          <p:cNvSpPr>
            <a:spLocks xmlns:a="http://schemas.openxmlformats.org/drawingml/2006/main" noGrp="1"/>
          </p:cNvSpPr>
          <p:nvPr/>
        </p:nvSpPr>
        <p:spPr>
          <a:xfrm xmlns:a="http://schemas.openxmlformats.org/drawingml/2006/main">
            <a:off x="1066800" y="666750"/>
            <a:ext cx="109537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1500" b="0">
                <a:solidFill>
                  <a:srgbClr val="4264D0"/>
                </a:solidFill>
                <a:latin typeface="Nimbus Sans"/>
                <a:ea typeface="Nimbus Sans"/>
                <a:cs typeface="Nimbus Sans"/>
              </a:defRPr>
            </a:defPPr>
            <a:lvl1pPr algn="l">
              <a:defRPr sz="1500" b="0">
                <a:solidFill>
                  <a:srgbClr val="4264D0"/>
                </a:solidFill>
                <a:latin typeface="Nimbus Sans"/>
                <a:ea typeface="Nimbus Sans"/>
                <a:cs typeface="Nimbus Sans"/>
              </a:defRPr>
            </a:lvl1pPr>
            <a:lvl2pPr algn="l">
              <a:defRPr sz="1500" b="0">
                <a:solidFill>
                  <a:srgbClr val="4264D0"/>
                </a:solidFill>
                <a:latin typeface="Nimbus Sans"/>
                <a:ea typeface="Nimbus Sans"/>
                <a:cs typeface="Nimbus Sans"/>
              </a:defRPr>
            </a:lvl2pPr>
            <a:lvl3pPr algn="l">
              <a:defRPr sz="1500" b="0">
                <a:solidFill>
                  <a:srgbClr val="4264D0"/>
                </a:solidFill>
                <a:latin typeface="Nimbus Sans"/>
                <a:ea typeface="Nimbus Sans"/>
                <a:cs typeface="Nimbus Sans"/>
              </a:defRPr>
            </a:lvl3pPr>
            <a:lvl4pPr algn="l">
              <a:defRPr sz="1500" b="0">
                <a:solidFill>
                  <a:srgbClr val="4264D0"/>
                </a:solidFill>
                <a:latin typeface="Nimbus Sans"/>
                <a:ea typeface="Nimbus Sans"/>
                <a:cs typeface="Nimbus Sans"/>
              </a:defRPr>
            </a:lvl4pPr>
            <a:lvl5pPr algn="l">
              <a:defRPr sz="1500" b="0">
                <a:solidFill>
                  <a:srgbClr val="4264D0"/>
                </a:solidFill>
                <a:latin typeface="Nimbus Sans"/>
                <a:ea typeface="Nimbus Sans"/>
                <a:cs typeface="Nimbus Sans"/>
              </a:defRPr>
            </a:lvl5pPr>
            <a:lvl6pPr algn="l">
              <a:defRPr sz="1500" b="0">
                <a:solidFill>
                  <a:srgbClr val="4264D0"/>
                </a:solidFill>
                <a:latin typeface="Nimbus Sans"/>
                <a:ea typeface="Nimbus Sans"/>
                <a:cs typeface="Nimbus Sans"/>
              </a:defRPr>
            </a:lvl6pPr>
            <a:lvl7pPr algn="l">
              <a:defRPr sz="1500" b="0">
                <a:solidFill>
                  <a:srgbClr val="4264D0"/>
                </a:solidFill>
                <a:latin typeface="Nimbus Sans"/>
                <a:ea typeface="Nimbus Sans"/>
                <a:cs typeface="Nimbus Sans"/>
              </a:defRPr>
            </a:lvl7pPr>
            <a:lvl8pPr algn="l">
              <a:defRPr sz="1500" b="0">
                <a:solidFill>
                  <a:srgbClr val="4264D0"/>
                </a:solidFill>
                <a:latin typeface="Nimbus Sans"/>
                <a:ea typeface="Nimbus Sans"/>
                <a:cs typeface="Nimbus Sans"/>
              </a:defRPr>
            </a:lvl8pPr>
            <a:lvl9pPr algn="l">
              <a:defRPr sz="1500" b="0">
                <a:solidFill>
                  <a:srgbClr val="4264D0"/>
                </a:solidFill>
                <a:latin typeface="Nimbus Sans"/>
                <a:ea typeface="Nimbus Sans"/>
                <a:cs typeface="Nimbus Sans"/>
              </a:defRPr>
            </a:lvl9pPr>
          </a:lstStyle>
          <a:p xmlns:a="http://schemas.openxmlformats.org/drawingml/2006/main">
            <a:pPr algn="l">
              <a:defRPr sz="1500" b="0">
                <a:solidFill>
                  <a:srgbClr val="4264D0"/>
                </a:solidFill>
                <a:latin typeface="Nimbus Sans"/>
                <a:ea typeface="Nimbus Sans"/>
                <a:cs typeface="Nimbus Sans"/>
              </a:defRPr>
            </a:pPr>
            <a:r>
              <a:rPr sz="1500" b="0">
                <a:solidFill>
                  <a:srgbClr val="4264D0"/>
                </a:solidFill>
                <a:latin typeface="Nimbus Sans"/>
                <a:ea typeface="Nimbus Sans"/>
                <a:cs typeface="Nimbus Sans"/>
              </a:rPr>
              <a:t>2° CONTRIBUTO</a:t>
            </a:r>
          </a:p>
        </p:txBody>
      </p:sp>
      <p:sp>
        <p:nvSpPr>
          <p:cNvPr id="2" name="f80">
            <a:extLst xmlns:a="http://schemas.openxmlformats.org/drawingml/2006/main">
              <a:ext uri="{FF2B5EF4-FFF2-40B4-BE49-F238E27FC236}">
                <a16:creationId xmlns:a16="http://schemas.microsoft.com/office/drawing/2014/main" id="{ACB34599-74E7-4C07-83F5-75524D1590A5}"/>
              </a:ext>
            </a:extLst>
          </p:cNvPr>
          <p:cNvSpPr>
            <a:spLocks xmlns:a="http://schemas.openxmlformats.org/drawingml/2006/main" noGrp="1"/>
          </p:cNvSpPr>
          <p:nvPr/>
        </p:nvSpPr>
        <p:spPr>
          <a:xfrm xmlns:a="http://schemas.openxmlformats.org/drawingml/2006/main">
            <a:off x="12858750" y="666750"/>
            <a:ext cx="13144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r">
              <a:defRPr sz="1350" b="0">
                <a:solidFill>
                  <a:srgbClr val="52627B"/>
                </a:solidFill>
                <a:latin typeface="Nimbus Sans"/>
                <a:ea typeface="Nimbus Sans"/>
                <a:cs typeface="Nimbus Sans"/>
              </a:defRPr>
            </a:defPPr>
            <a:lvl1pPr algn="r">
              <a:defRPr sz="1350" b="0">
                <a:solidFill>
                  <a:srgbClr val="52627B"/>
                </a:solidFill>
                <a:latin typeface="Nimbus Sans"/>
                <a:ea typeface="Nimbus Sans"/>
                <a:cs typeface="Nimbus Sans"/>
              </a:defRPr>
            </a:lvl1pPr>
            <a:lvl2pPr algn="r">
              <a:defRPr sz="1350" b="0">
                <a:solidFill>
                  <a:srgbClr val="52627B"/>
                </a:solidFill>
                <a:latin typeface="Nimbus Sans"/>
                <a:ea typeface="Nimbus Sans"/>
                <a:cs typeface="Nimbus Sans"/>
              </a:defRPr>
            </a:lvl2pPr>
            <a:lvl3pPr algn="r">
              <a:defRPr sz="1350" b="0">
                <a:solidFill>
                  <a:srgbClr val="52627B"/>
                </a:solidFill>
                <a:latin typeface="Nimbus Sans"/>
                <a:ea typeface="Nimbus Sans"/>
                <a:cs typeface="Nimbus Sans"/>
              </a:defRPr>
            </a:lvl3pPr>
            <a:lvl4pPr algn="r">
              <a:defRPr sz="1350" b="0">
                <a:solidFill>
                  <a:srgbClr val="52627B"/>
                </a:solidFill>
                <a:latin typeface="Nimbus Sans"/>
                <a:ea typeface="Nimbus Sans"/>
                <a:cs typeface="Nimbus Sans"/>
              </a:defRPr>
            </a:lvl4pPr>
            <a:lvl5pPr algn="r">
              <a:defRPr sz="1350" b="0">
                <a:solidFill>
                  <a:srgbClr val="52627B"/>
                </a:solidFill>
                <a:latin typeface="Nimbus Sans"/>
                <a:ea typeface="Nimbus Sans"/>
                <a:cs typeface="Nimbus Sans"/>
              </a:defRPr>
            </a:lvl5pPr>
            <a:lvl6pPr algn="r">
              <a:defRPr sz="1350" b="0">
                <a:solidFill>
                  <a:srgbClr val="52627B"/>
                </a:solidFill>
                <a:latin typeface="Nimbus Sans"/>
                <a:ea typeface="Nimbus Sans"/>
                <a:cs typeface="Nimbus Sans"/>
              </a:defRPr>
            </a:lvl6pPr>
            <a:lvl7pPr algn="r">
              <a:defRPr sz="1350" b="0">
                <a:solidFill>
                  <a:srgbClr val="52627B"/>
                </a:solidFill>
                <a:latin typeface="Nimbus Sans"/>
                <a:ea typeface="Nimbus Sans"/>
                <a:cs typeface="Nimbus Sans"/>
              </a:defRPr>
            </a:lvl7pPr>
            <a:lvl8pPr algn="r">
              <a:defRPr sz="1350" b="0">
                <a:solidFill>
                  <a:srgbClr val="52627B"/>
                </a:solidFill>
                <a:latin typeface="Nimbus Sans"/>
                <a:ea typeface="Nimbus Sans"/>
                <a:cs typeface="Nimbus Sans"/>
              </a:defRPr>
            </a:lvl8pPr>
            <a:lvl9pPr algn="r">
              <a:defRPr sz="1350" b="0">
                <a:solidFill>
                  <a:srgbClr val="52627B"/>
                </a:solidFill>
                <a:latin typeface="Nimbus Sans"/>
                <a:ea typeface="Nimbus Sans"/>
                <a:cs typeface="Nimbus Sans"/>
              </a:defRPr>
            </a:lvl9pPr>
          </a:lstStyle>
          <a:p xmlns:a="http://schemas.openxmlformats.org/drawingml/2006/main">
            <a:pPr algn="r">
              <a:defRPr sz="1350" b="0">
                <a:solidFill>
                  <a:srgbClr val="52627B"/>
                </a:solidFill>
                <a:latin typeface="Nimbus Sans"/>
                <a:ea typeface="Nimbus Sans"/>
                <a:cs typeface="Nimbus Sans"/>
              </a:defRPr>
            </a:pPr>
            <a:r>
              <a:rPr sz="1350" b="0">
                <a:solidFill>
                  <a:srgbClr val="52627B"/>
                </a:solidFill>
                <a:latin typeface="Nimbus Sans"/>
                <a:ea typeface="Nimbus Sans"/>
                <a:cs typeface="Nimbus Sans"/>
              </a:rPr>
              <a:t>04 / 06</a:t>
            </a:r>
          </a:p>
        </p:txBody>
      </p:sp>
      <p:sp>
        <p:nvSpPr>
          <p:cNvPr id="3" name="f81">
            <a:extLst xmlns:a="http://schemas.openxmlformats.org/drawingml/2006/main">
              <a:ext uri="{FF2B5EF4-FFF2-40B4-BE49-F238E27FC236}">
                <a16:creationId xmlns:a16="http://schemas.microsoft.com/office/drawing/2014/main" id="{E56F0F03-74F4-4438-A417-7519130B4CC7}"/>
              </a:ext>
            </a:extLst>
          </p:cNvPr>
          <p:cNvSpPr>
            <a:spLocks xmlns:a="http://schemas.openxmlformats.org/drawingml/2006/main" noGrp="1"/>
          </p:cNvSpPr>
          <p:nvPr/>
        </p:nvSpPr>
        <p:spPr>
          <a:xfrm xmlns:a="http://schemas.openxmlformats.org/drawingml/2006/main">
            <a:off x="1066800" y="1200150"/>
            <a:ext cx="1310640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4050" b="1">
                <a:solidFill>
                  <a:srgbClr val="182536"/>
                </a:solidFill>
                <a:latin typeface="Nimbus Sans"/>
                <a:ea typeface="Nimbus Sans"/>
                <a:cs typeface="Nimbus Sans"/>
              </a:defRPr>
            </a:defPPr>
            <a:lvl1pPr algn="l">
              <a:defRPr sz="4050" b="1">
                <a:solidFill>
                  <a:srgbClr val="182536"/>
                </a:solidFill>
                <a:latin typeface="Nimbus Sans"/>
                <a:ea typeface="Nimbus Sans"/>
                <a:cs typeface="Nimbus Sans"/>
              </a:defRPr>
            </a:lvl1pPr>
            <a:lvl2pPr algn="l">
              <a:defRPr sz="4050" b="1">
                <a:solidFill>
                  <a:srgbClr val="182536"/>
                </a:solidFill>
                <a:latin typeface="Nimbus Sans"/>
                <a:ea typeface="Nimbus Sans"/>
                <a:cs typeface="Nimbus Sans"/>
              </a:defRPr>
            </a:lvl2pPr>
            <a:lvl3pPr algn="l">
              <a:defRPr sz="4050" b="1">
                <a:solidFill>
                  <a:srgbClr val="182536"/>
                </a:solidFill>
                <a:latin typeface="Nimbus Sans"/>
                <a:ea typeface="Nimbus Sans"/>
                <a:cs typeface="Nimbus Sans"/>
              </a:defRPr>
            </a:lvl3pPr>
            <a:lvl4pPr algn="l">
              <a:defRPr sz="4050" b="1">
                <a:solidFill>
                  <a:srgbClr val="182536"/>
                </a:solidFill>
                <a:latin typeface="Nimbus Sans"/>
                <a:ea typeface="Nimbus Sans"/>
                <a:cs typeface="Nimbus Sans"/>
              </a:defRPr>
            </a:lvl4pPr>
            <a:lvl5pPr algn="l">
              <a:defRPr sz="4050" b="1">
                <a:solidFill>
                  <a:srgbClr val="182536"/>
                </a:solidFill>
                <a:latin typeface="Nimbus Sans"/>
                <a:ea typeface="Nimbus Sans"/>
                <a:cs typeface="Nimbus Sans"/>
              </a:defRPr>
            </a:lvl5pPr>
            <a:lvl6pPr algn="l">
              <a:defRPr sz="4050" b="1">
                <a:solidFill>
                  <a:srgbClr val="182536"/>
                </a:solidFill>
                <a:latin typeface="Nimbus Sans"/>
                <a:ea typeface="Nimbus Sans"/>
                <a:cs typeface="Nimbus Sans"/>
              </a:defRPr>
            </a:lvl6pPr>
            <a:lvl7pPr algn="l">
              <a:defRPr sz="4050" b="1">
                <a:solidFill>
                  <a:srgbClr val="182536"/>
                </a:solidFill>
                <a:latin typeface="Nimbus Sans"/>
                <a:ea typeface="Nimbus Sans"/>
                <a:cs typeface="Nimbus Sans"/>
              </a:defRPr>
            </a:lvl7pPr>
            <a:lvl8pPr algn="l">
              <a:defRPr sz="4050" b="1">
                <a:solidFill>
                  <a:srgbClr val="182536"/>
                </a:solidFill>
                <a:latin typeface="Nimbus Sans"/>
                <a:ea typeface="Nimbus Sans"/>
                <a:cs typeface="Nimbus Sans"/>
              </a:defRPr>
            </a:lvl8pPr>
            <a:lvl9pPr algn="l">
              <a:defRPr sz="4050" b="1">
                <a:solidFill>
                  <a:srgbClr val="182536"/>
                </a:solidFill>
                <a:latin typeface="Nimbus Sans"/>
                <a:ea typeface="Nimbus Sans"/>
                <a:cs typeface="Nimbus Sans"/>
              </a:defRPr>
            </a:lvl9pPr>
          </a:lstStyle>
          <a:p xmlns:a="http://schemas.openxmlformats.org/drawingml/2006/main">
            <a:pPr algn="l">
              <a:defRPr sz="4050" b="1">
                <a:solidFill>
                  <a:srgbClr val="182536"/>
                </a:solidFill>
                <a:latin typeface="Nimbus Sans"/>
                <a:ea typeface="Nimbus Sans"/>
                <a:cs typeface="Nimbus Sans"/>
              </a:defRPr>
            </a:pPr>
            <a:r>
              <a:rPr sz="4050" b="1">
                <a:solidFill>
                  <a:srgbClr val="182536"/>
                </a:solidFill>
                <a:latin typeface="Nimbus Sans"/>
                <a:ea typeface="Nimbus Sans"/>
                <a:cs typeface="Nimbus Sans"/>
              </a:rPr>
              <a:t>Sistema di verifica</a:t>
            </a:r>
          </a:p>
        </p:txBody>
      </p:sp>
      <p:sp>
        <p:nvSpPr>
          <p:cNvPr id="4" name="f82">
            <a:extLst xmlns:a="http://schemas.openxmlformats.org/drawingml/2006/main">
              <a:ext uri="{FF2B5EF4-FFF2-40B4-BE49-F238E27FC236}">
                <a16:creationId xmlns:a16="http://schemas.microsoft.com/office/drawing/2014/main" id="{73EAD2C6-8EC3-4611-AEBA-2A3D8736AB74}"/>
              </a:ext>
            </a:extLst>
          </p:cNvPr>
          <p:cNvSpPr>
            <a:spLocks xmlns:a="http://schemas.openxmlformats.org/drawingml/2006/main" noGrp="1"/>
          </p:cNvSpPr>
          <p:nvPr/>
        </p:nvSpPr>
        <p:spPr>
          <a:xfrm xmlns:a="http://schemas.openxmlformats.org/drawingml/2006/main">
            <a:off x="8715375" y="2286000"/>
            <a:ext cx="20955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ctr">
              <a:defRPr sz="3225" b="1">
                <a:solidFill>
                  <a:srgbClr val="182536"/>
                </a:solidFill>
                <a:latin typeface="Nimbus Sans"/>
                <a:ea typeface="Nimbus Sans"/>
                <a:cs typeface="Nimbus Sans"/>
              </a:defRPr>
            </a:defPPr>
            <a:lvl1pPr algn="ctr">
              <a:defRPr sz="3225" b="1">
                <a:solidFill>
                  <a:srgbClr val="182536"/>
                </a:solidFill>
                <a:latin typeface="Nimbus Sans"/>
                <a:ea typeface="Nimbus Sans"/>
                <a:cs typeface="Nimbus Sans"/>
              </a:defRPr>
            </a:lvl1pPr>
            <a:lvl2pPr algn="ctr">
              <a:defRPr sz="3225" b="1">
                <a:solidFill>
                  <a:srgbClr val="182536"/>
                </a:solidFill>
                <a:latin typeface="Nimbus Sans"/>
                <a:ea typeface="Nimbus Sans"/>
                <a:cs typeface="Nimbus Sans"/>
              </a:defRPr>
            </a:lvl2pPr>
            <a:lvl3pPr algn="ctr">
              <a:defRPr sz="3225" b="1">
                <a:solidFill>
                  <a:srgbClr val="182536"/>
                </a:solidFill>
                <a:latin typeface="Nimbus Sans"/>
                <a:ea typeface="Nimbus Sans"/>
                <a:cs typeface="Nimbus Sans"/>
              </a:defRPr>
            </a:lvl3pPr>
            <a:lvl4pPr algn="ctr">
              <a:defRPr sz="3225" b="1">
                <a:solidFill>
                  <a:srgbClr val="182536"/>
                </a:solidFill>
                <a:latin typeface="Nimbus Sans"/>
                <a:ea typeface="Nimbus Sans"/>
                <a:cs typeface="Nimbus Sans"/>
              </a:defRPr>
            </a:lvl4pPr>
            <a:lvl5pPr algn="ctr">
              <a:defRPr sz="3225" b="1">
                <a:solidFill>
                  <a:srgbClr val="182536"/>
                </a:solidFill>
                <a:latin typeface="Nimbus Sans"/>
                <a:ea typeface="Nimbus Sans"/>
                <a:cs typeface="Nimbus Sans"/>
              </a:defRPr>
            </a:lvl5pPr>
            <a:lvl6pPr algn="ctr">
              <a:defRPr sz="3225" b="1">
                <a:solidFill>
                  <a:srgbClr val="182536"/>
                </a:solidFill>
                <a:latin typeface="Nimbus Sans"/>
                <a:ea typeface="Nimbus Sans"/>
                <a:cs typeface="Nimbus Sans"/>
              </a:defRPr>
            </a:lvl6pPr>
            <a:lvl7pPr algn="ctr">
              <a:defRPr sz="3225" b="1">
                <a:solidFill>
                  <a:srgbClr val="182536"/>
                </a:solidFill>
                <a:latin typeface="Nimbus Sans"/>
                <a:ea typeface="Nimbus Sans"/>
                <a:cs typeface="Nimbus Sans"/>
              </a:defRPr>
            </a:lvl7pPr>
            <a:lvl8pPr algn="ctr">
              <a:defRPr sz="3225" b="1">
                <a:solidFill>
                  <a:srgbClr val="182536"/>
                </a:solidFill>
                <a:latin typeface="Nimbus Sans"/>
                <a:ea typeface="Nimbus Sans"/>
                <a:cs typeface="Nimbus Sans"/>
              </a:defRPr>
            </a:lvl8pPr>
            <a:lvl9pPr algn="ctr">
              <a:defRPr sz="3225" b="1">
                <a:solidFill>
                  <a:srgbClr val="182536"/>
                </a:solidFill>
                <a:latin typeface="Nimbus Sans"/>
                <a:ea typeface="Nimbus Sans"/>
                <a:cs typeface="Nimbus Sans"/>
              </a:defRPr>
            </a:lvl9pPr>
          </a:lstStyle>
          <a:p xmlns:a="http://schemas.openxmlformats.org/drawingml/2006/main">
            <a:pPr algn="ctr">
              <a:defRPr sz="3225" b="1">
                <a:solidFill>
                  <a:srgbClr val="182536"/>
                </a:solidFill>
                <a:latin typeface="Nimbus Sans"/>
                <a:ea typeface="Nimbus Sans"/>
                <a:cs typeface="Nimbus Sans"/>
              </a:defRPr>
            </a:pPr>
            <a:r>
              <a:rPr sz="3225" b="1">
                <a:solidFill>
                  <a:srgbClr val="182536"/>
                </a:solidFill>
                <a:latin typeface="Nimbus Sans"/>
                <a:ea typeface="Nimbus Sans"/>
                <a:cs typeface="Nimbus Sans"/>
              </a:rPr>
              <a:t>PCAP</a:t>
            </a:r>
          </a:p>
        </p:txBody>
      </p:sp>
      <p:sp>
        <p:nvSpPr>
          <p:cNvPr id="5" name="f83">
            <a:extLst xmlns:a="http://schemas.openxmlformats.org/drawingml/2006/main">
              <a:ext uri="{FF2B5EF4-FFF2-40B4-BE49-F238E27FC236}">
                <a16:creationId xmlns:a16="http://schemas.microsoft.com/office/drawing/2014/main" id="{021DA0E1-59E3-4687-9964-50AFF9F6372E}"/>
              </a:ext>
            </a:extLst>
          </p:cNvPr>
          <p:cNvSpPr>
            <a:spLocks xmlns:a="http://schemas.openxmlformats.org/drawingml/2006/main" noGrp="1"/>
          </p:cNvSpPr>
          <p:nvPr/>
        </p:nvSpPr>
        <p:spPr>
          <a:xfrm xmlns:a="http://schemas.openxmlformats.org/drawingml/2006/main">
            <a:off x="9667875" y="2952750"/>
            <a:ext cx="190500" cy="257175"/>
          </a:xfrm>
          <a:prstGeom xmlns:a="http://schemas.openxmlformats.org/drawingml/2006/main" prst="downArrow">
            <a:avLst/>
          </a:prstGeom>
          <a:solidFill xmlns:a="http://schemas.openxmlformats.org/drawingml/2006/main">
            <a:srgbClr val="4264D0"/>
          </a:solidFill>
          <a:ln xmlns:a="http://schemas.openxmlformats.org/drawingml/2006/main" w="0">
            <a:noFill/>
            <a:prstDash val="solid"/>
          </a:ln>
        </p:spPr>
      </p:sp>
      <p:sp>
        <p:nvSpPr>
          <p:cNvPr id="6" name="f84">
            <a:extLst xmlns:a="http://schemas.openxmlformats.org/drawingml/2006/main">
              <a:ext uri="{FF2B5EF4-FFF2-40B4-BE49-F238E27FC236}">
                <a16:creationId xmlns:a16="http://schemas.microsoft.com/office/drawing/2014/main" id="{290CB8F3-BD5A-4A73-87C2-99E0EA9E4782}"/>
              </a:ext>
            </a:extLst>
          </p:cNvPr>
          <p:cNvSpPr>
            <a:spLocks xmlns:a="http://schemas.openxmlformats.org/drawingml/2006/main" noGrp="1"/>
          </p:cNvSpPr>
          <p:nvPr/>
        </p:nvSpPr>
        <p:spPr>
          <a:xfrm xmlns:a="http://schemas.openxmlformats.org/drawingml/2006/main">
            <a:off x="7620000" y="3362325"/>
            <a:ext cx="4286250" cy="971550"/>
          </a:xfrm>
          <a:prstGeom xmlns:a="http://schemas.openxmlformats.org/drawingml/2006/main" prst="roundRect">
            <a:avLst>
              <a:gd name="adj" fmla="val 15686"/>
            </a:avLst>
          </a:prstGeom>
          <a:solidFill xmlns:a="http://schemas.openxmlformats.org/drawingml/2006/main">
            <a:srgbClr val="FFFFFF"/>
          </a:solidFill>
          <a:ln xmlns:a="http://schemas.openxmlformats.org/drawingml/2006/main" w="17145">
            <a:solidFill>
              <a:srgbClr val="D9E3EF"/>
            </a:solidFill>
            <a:prstDash val="solid"/>
          </a:ln>
        </p:spPr>
      </p:sp>
      <p:sp>
        <p:nvSpPr>
          <p:cNvPr id="7" name="f85">
            <a:extLst xmlns:a="http://schemas.openxmlformats.org/drawingml/2006/main">
              <a:ext uri="{FF2B5EF4-FFF2-40B4-BE49-F238E27FC236}">
                <a16:creationId xmlns:a16="http://schemas.microsoft.com/office/drawing/2014/main" id="{A9DE964A-2CFE-4DD4-AF50-4B4676B2CB23}"/>
              </a:ext>
            </a:extLst>
          </p:cNvPr>
          <p:cNvSpPr>
            <a:spLocks xmlns:a="http://schemas.openxmlformats.org/drawingml/2006/main" noGrp="1"/>
          </p:cNvSpPr>
          <p:nvPr/>
        </p:nvSpPr>
        <p:spPr>
          <a:xfrm xmlns:a="http://schemas.openxmlformats.org/drawingml/2006/main">
            <a:off x="7829550" y="3505200"/>
            <a:ext cx="3867150" cy="819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ctr">
              <a:defRPr sz="2325" b="1">
                <a:solidFill>
                  <a:srgbClr val="182536"/>
                </a:solidFill>
                <a:latin typeface="Nimbus Sans"/>
                <a:ea typeface="Nimbus Sans"/>
                <a:cs typeface="Nimbus Sans"/>
              </a:defRPr>
            </a:defPPr>
            <a:lvl1pPr algn="ctr">
              <a:defRPr sz="2325" b="1">
                <a:solidFill>
                  <a:srgbClr val="182536"/>
                </a:solidFill>
                <a:latin typeface="Nimbus Sans"/>
                <a:ea typeface="Nimbus Sans"/>
                <a:cs typeface="Nimbus Sans"/>
              </a:defRPr>
            </a:lvl1pPr>
            <a:lvl2pPr algn="ctr">
              <a:defRPr sz="2325" b="1">
                <a:solidFill>
                  <a:srgbClr val="182536"/>
                </a:solidFill>
                <a:latin typeface="Nimbus Sans"/>
                <a:ea typeface="Nimbus Sans"/>
                <a:cs typeface="Nimbus Sans"/>
              </a:defRPr>
            </a:lvl2pPr>
            <a:lvl3pPr algn="ctr">
              <a:defRPr sz="2325" b="1">
                <a:solidFill>
                  <a:srgbClr val="182536"/>
                </a:solidFill>
                <a:latin typeface="Nimbus Sans"/>
                <a:ea typeface="Nimbus Sans"/>
                <a:cs typeface="Nimbus Sans"/>
              </a:defRPr>
            </a:lvl3pPr>
            <a:lvl4pPr algn="ctr">
              <a:defRPr sz="2325" b="1">
                <a:solidFill>
                  <a:srgbClr val="182536"/>
                </a:solidFill>
                <a:latin typeface="Nimbus Sans"/>
                <a:ea typeface="Nimbus Sans"/>
                <a:cs typeface="Nimbus Sans"/>
              </a:defRPr>
            </a:lvl4pPr>
            <a:lvl5pPr algn="ctr">
              <a:defRPr sz="2325" b="1">
                <a:solidFill>
                  <a:srgbClr val="182536"/>
                </a:solidFill>
                <a:latin typeface="Nimbus Sans"/>
                <a:ea typeface="Nimbus Sans"/>
                <a:cs typeface="Nimbus Sans"/>
              </a:defRPr>
            </a:lvl5pPr>
            <a:lvl6pPr algn="ctr">
              <a:defRPr sz="2325" b="1">
                <a:solidFill>
                  <a:srgbClr val="182536"/>
                </a:solidFill>
                <a:latin typeface="Nimbus Sans"/>
                <a:ea typeface="Nimbus Sans"/>
                <a:cs typeface="Nimbus Sans"/>
              </a:defRPr>
            </a:lvl6pPr>
            <a:lvl7pPr algn="ctr">
              <a:defRPr sz="2325" b="1">
                <a:solidFill>
                  <a:srgbClr val="182536"/>
                </a:solidFill>
                <a:latin typeface="Nimbus Sans"/>
                <a:ea typeface="Nimbus Sans"/>
                <a:cs typeface="Nimbus Sans"/>
              </a:defRPr>
            </a:lvl7pPr>
            <a:lvl8pPr algn="ctr">
              <a:defRPr sz="2325" b="1">
                <a:solidFill>
                  <a:srgbClr val="182536"/>
                </a:solidFill>
                <a:latin typeface="Nimbus Sans"/>
                <a:ea typeface="Nimbus Sans"/>
                <a:cs typeface="Nimbus Sans"/>
              </a:defRPr>
            </a:lvl8pPr>
            <a:lvl9pPr algn="ctr">
              <a:defRPr sz="2325" b="1">
                <a:solidFill>
                  <a:srgbClr val="182536"/>
                </a:solidFill>
                <a:latin typeface="Nimbus Sans"/>
                <a:ea typeface="Nimbus Sans"/>
                <a:cs typeface="Nimbus Sans"/>
              </a:defRPr>
            </a:lvl9pPr>
          </a:lstStyle>
          <a:p xmlns:a="http://schemas.openxmlformats.org/drawingml/2006/main">
            <a:pPr algn="ctr">
              <a:defRPr sz="2325" b="1">
                <a:solidFill>
                  <a:srgbClr val="182536"/>
                </a:solidFill>
                <a:latin typeface="Nimbus Sans"/>
                <a:ea typeface="Nimbus Sans"/>
                <a:cs typeface="Nimbus Sans"/>
              </a:defRPr>
            </a:pPr>
            <a:r>
              <a:rPr sz="2325" b="1">
                <a:solidFill>
                  <a:srgbClr val="182536"/>
                </a:solidFill>
                <a:latin typeface="Nimbus Sans"/>
                <a:ea typeface="Nimbus Sans"/>
                <a:cs typeface="Nimbus Sans"/>
              </a:rPr>
              <a:t>Estrazione e</a:t>
            </a:r>
          </a:p>
          <a:p xmlns:a="http://schemas.openxmlformats.org/drawingml/2006/main">
            <a:pPr algn="ctr">
              <a:defRPr sz="2325" b="1">
                <a:solidFill>
                  <a:srgbClr val="182536"/>
                </a:solidFill>
                <a:latin typeface="Nimbus Sans"/>
                <a:ea typeface="Nimbus Sans"/>
                <a:cs typeface="Nimbus Sans"/>
              </a:defRPr>
            </a:pPr>
            <a:r>
              <a:rPr sz="2325" b="1">
                <a:solidFill>
                  <a:srgbClr val="182536"/>
                </a:solidFill>
                <a:latin typeface="Nimbus Sans"/>
                <a:ea typeface="Nimbus Sans"/>
                <a:cs typeface="Nimbus Sans"/>
              </a:rPr>
              <a:t>normalizzazione</a:t>
            </a:r>
          </a:p>
        </p:txBody>
      </p:sp>
      <p:sp>
        <p:nvSpPr>
          <p:cNvPr id="8" name="f86">
            <a:extLst xmlns:a="http://schemas.openxmlformats.org/drawingml/2006/main">
              <a:ext uri="{FF2B5EF4-FFF2-40B4-BE49-F238E27FC236}">
                <a16:creationId xmlns:a16="http://schemas.microsoft.com/office/drawing/2014/main" id="{4DAEDDA6-D3CB-424F-9C78-DFD9EC9BAF12}"/>
              </a:ext>
            </a:extLst>
          </p:cNvPr>
          <p:cNvSpPr>
            <a:spLocks xmlns:a="http://schemas.openxmlformats.org/drawingml/2006/main" noGrp="1"/>
          </p:cNvSpPr>
          <p:nvPr/>
        </p:nvSpPr>
        <p:spPr>
          <a:xfrm xmlns:a="http://schemas.openxmlformats.org/drawingml/2006/main">
            <a:off x="7620000" y="4686300"/>
            <a:ext cx="4286250" cy="723900"/>
          </a:xfrm>
          <a:prstGeom xmlns:a="http://schemas.openxmlformats.org/drawingml/2006/main" prst="roundRect">
            <a:avLst>
              <a:gd name="adj" fmla="val 21053"/>
            </a:avLst>
          </a:prstGeom>
          <a:solidFill xmlns:a="http://schemas.openxmlformats.org/drawingml/2006/main">
            <a:srgbClr val="F0F4FF"/>
          </a:solidFill>
          <a:ln xmlns:a="http://schemas.openxmlformats.org/drawingml/2006/main" w="17145">
            <a:solidFill>
              <a:srgbClr val="D9E3EF"/>
            </a:solidFill>
            <a:prstDash val="solid"/>
          </a:ln>
        </p:spPr>
      </p:sp>
      <p:sp>
        <p:nvSpPr>
          <p:cNvPr id="9" name="f87">
            <a:extLst xmlns:a="http://schemas.openxmlformats.org/drawingml/2006/main">
              <a:ext uri="{FF2B5EF4-FFF2-40B4-BE49-F238E27FC236}">
                <a16:creationId xmlns:a16="http://schemas.microsoft.com/office/drawing/2014/main" id="{376A039B-7099-4B7A-96F6-D1F1614E2F5D}"/>
              </a:ext>
            </a:extLst>
          </p:cNvPr>
          <p:cNvSpPr>
            <a:spLocks xmlns:a="http://schemas.openxmlformats.org/drawingml/2006/main" noGrp="1"/>
          </p:cNvSpPr>
          <p:nvPr/>
        </p:nvSpPr>
        <p:spPr>
          <a:xfrm xmlns:a="http://schemas.openxmlformats.org/drawingml/2006/main">
            <a:off x="7829550" y="4876800"/>
            <a:ext cx="386715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ctr">
              <a:defRPr sz="2550" b="1">
                <a:solidFill>
                  <a:srgbClr val="182536"/>
                </a:solidFill>
                <a:latin typeface="Nimbus Sans"/>
                <a:ea typeface="Nimbus Sans"/>
                <a:cs typeface="Nimbus Sans"/>
              </a:defRPr>
            </a:defPPr>
            <a:lvl1pPr algn="ctr">
              <a:defRPr sz="2550" b="1">
                <a:solidFill>
                  <a:srgbClr val="182536"/>
                </a:solidFill>
                <a:latin typeface="Nimbus Sans"/>
                <a:ea typeface="Nimbus Sans"/>
                <a:cs typeface="Nimbus Sans"/>
              </a:defRPr>
            </a:lvl1pPr>
            <a:lvl2pPr algn="ctr">
              <a:defRPr sz="2550" b="1">
                <a:solidFill>
                  <a:srgbClr val="182536"/>
                </a:solidFill>
                <a:latin typeface="Nimbus Sans"/>
                <a:ea typeface="Nimbus Sans"/>
                <a:cs typeface="Nimbus Sans"/>
              </a:defRPr>
            </a:lvl2pPr>
            <a:lvl3pPr algn="ctr">
              <a:defRPr sz="2550" b="1">
                <a:solidFill>
                  <a:srgbClr val="182536"/>
                </a:solidFill>
                <a:latin typeface="Nimbus Sans"/>
                <a:ea typeface="Nimbus Sans"/>
                <a:cs typeface="Nimbus Sans"/>
              </a:defRPr>
            </a:lvl3pPr>
            <a:lvl4pPr algn="ctr">
              <a:defRPr sz="2550" b="1">
                <a:solidFill>
                  <a:srgbClr val="182536"/>
                </a:solidFill>
                <a:latin typeface="Nimbus Sans"/>
                <a:ea typeface="Nimbus Sans"/>
                <a:cs typeface="Nimbus Sans"/>
              </a:defRPr>
            </a:lvl4pPr>
            <a:lvl5pPr algn="ctr">
              <a:defRPr sz="2550" b="1">
                <a:solidFill>
                  <a:srgbClr val="182536"/>
                </a:solidFill>
                <a:latin typeface="Nimbus Sans"/>
                <a:ea typeface="Nimbus Sans"/>
                <a:cs typeface="Nimbus Sans"/>
              </a:defRPr>
            </a:lvl5pPr>
            <a:lvl6pPr algn="ctr">
              <a:defRPr sz="2550" b="1">
                <a:solidFill>
                  <a:srgbClr val="182536"/>
                </a:solidFill>
                <a:latin typeface="Nimbus Sans"/>
                <a:ea typeface="Nimbus Sans"/>
                <a:cs typeface="Nimbus Sans"/>
              </a:defRPr>
            </a:lvl6pPr>
            <a:lvl7pPr algn="ctr">
              <a:defRPr sz="2550" b="1">
                <a:solidFill>
                  <a:srgbClr val="182536"/>
                </a:solidFill>
                <a:latin typeface="Nimbus Sans"/>
                <a:ea typeface="Nimbus Sans"/>
                <a:cs typeface="Nimbus Sans"/>
              </a:defRPr>
            </a:lvl7pPr>
            <a:lvl8pPr algn="ctr">
              <a:defRPr sz="2550" b="1">
                <a:solidFill>
                  <a:srgbClr val="182536"/>
                </a:solidFill>
                <a:latin typeface="Nimbus Sans"/>
                <a:ea typeface="Nimbus Sans"/>
                <a:cs typeface="Nimbus Sans"/>
              </a:defRPr>
            </a:lvl8pPr>
            <a:lvl9pPr algn="ctr">
              <a:defRPr sz="2550" b="1">
                <a:solidFill>
                  <a:srgbClr val="182536"/>
                </a:solidFill>
                <a:latin typeface="Nimbus Sans"/>
                <a:ea typeface="Nimbus Sans"/>
                <a:cs typeface="Nimbus Sans"/>
              </a:defRPr>
            </a:lvl9pPr>
          </a:lstStyle>
          <a:p xmlns:a="http://schemas.openxmlformats.org/drawingml/2006/main">
            <a:pPr algn="ctr">
              <a:defRPr sz="2550" b="1">
                <a:solidFill>
                  <a:srgbClr val="182536"/>
                </a:solidFill>
                <a:latin typeface="Nimbus Sans"/>
                <a:ea typeface="Nimbus Sans"/>
                <a:cs typeface="Nimbus Sans"/>
              </a:defRPr>
            </a:pPr>
            <a:r>
              <a:rPr sz="2550" b="1">
                <a:solidFill>
                  <a:srgbClr val="182536"/>
                </a:solidFill>
                <a:latin typeface="Nimbus Sans"/>
                <a:ea typeface="Nimbus Sans"/>
                <a:cs typeface="Nimbus Sans"/>
              </a:rPr>
              <a:t>Selezione</a:t>
            </a:r>
          </a:p>
        </p:txBody>
      </p:sp>
      <p:sp>
        <p:nvSpPr>
          <p:cNvPr id="10" name="f88">
            <a:extLst xmlns:a="http://schemas.openxmlformats.org/drawingml/2006/main">
              <a:ext uri="{FF2B5EF4-FFF2-40B4-BE49-F238E27FC236}">
                <a16:creationId xmlns:a16="http://schemas.microsoft.com/office/drawing/2014/main" id="{DA2C3A1B-305E-4E17-AA8E-0ED5ABC7ACD8}"/>
              </a:ext>
            </a:extLst>
          </p:cNvPr>
          <p:cNvSpPr>
            <a:spLocks xmlns:a="http://schemas.openxmlformats.org/drawingml/2006/main" noGrp="1"/>
          </p:cNvSpPr>
          <p:nvPr/>
        </p:nvSpPr>
        <p:spPr>
          <a:xfrm xmlns:a="http://schemas.openxmlformats.org/drawingml/2006/main">
            <a:off x="7620000" y="5772150"/>
            <a:ext cx="4286250" cy="723900"/>
          </a:xfrm>
          <a:prstGeom xmlns:a="http://schemas.openxmlformats.org/drawingml/2006/main" prst="roundRect">
            <a:avLst>
              <a:gd name="adj" fmla="val 21053"/>
            </a:avLst>
          </a:prstGeom>
          <a:solidFill xmlns:a="http://schemas.openxmlformats.org/drawingml/2006/main">
            <a:srgbClr val="EEF8F3"/>
          </a:solidFill>
          <a:ln xmlns:a="http://schemas.openxmlformats.org/drawingml/2006/main" w="17145">
            <a:solidFill>
              <a:srgbClr val="D9E3EF"/>
            </a:solidFill>
            <a:prstDash val="solid"/>
          </a:ln>
        </p:spPr>
      </p:sp>
      <p:sp>
        <p:nvSpPr>
          <p:cNvPr id="11" name="f89">
            <a:extLst xmlns:a="http://schemas.openxmlformats.org/drawingml/2006/main">
              <a:ext uri="{FF2B5EF4-FFF2-40B4-BE49-F238E27FC236}">
                <a16:creationId xmlns:a16="http://schemas.microsoft.com/office/drawing/2014/main" id="{BC684642-E26F-429E-8760-BF2F5B2EF71E}"/>
              </a:ext>
            </a:extLst>
          </p:cNvPr>
          <p:cNvSpPr>
            <a:spLocks xmlns:a="http://schemas.openxmlformats.org/drawingml/2006/main" noGrp="1"/>
          </p:cNvSpPr>
          <p:nvPr/>
        </p:nvSpPr>
        <p:spPr>
          <a:xfrm xmlns:a="http://schemas.openxmlformats.org/drawingml/2006/main">
            <a:off x="7829550" y="5962650"/>
            <a:ext cx="386715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ctr">
              <a:defRPr sz="2550" b="1">
                <a:solidFill>
                  <a:srgbClr val="278766"/>
                </a:solidFill>
                <a:latin typeface="Nimbus Sans"/>
                <a:ea typeface="Nimbus Sans"/>
                <a:cs typeface="Nimbus Sans"/>
              </a:defRPr>
            </a:defPPr>
            <a:lvl1pPr algn="ctr">
              <a:defRPr sz="2550" b="1">
                <a:solidFill>
                  <a:srgbClr val="278766"/>
                </a:solidFill>
                <a:latin typeface="Nimbus Sans"/>
                <a:ea typeface="Nimbus Sans"/>
                <a:cs typeface="Nimbus Sans"/>
              </a:defRPr>
            </a:lvl1pPr>
            <a:lvl2pPr algn="ctr">
              <a:defRPr sz="2550" b="1">
                <a:solidFill>
                  <a:srgbClr val="278766"/>
                </a:solidFill>
                <a:latin typeface="Nimbus Sans"/>
                <a:ea typeface="Nimbus Sans"/>
                <a:cs typeface="Nimbus Sans"/>
              </a:defRPr>
            </a:lvl2pPr>
            <a:lvl3pPr algn="ctr">
              <a:defRPr sz="2550" b="1">
                <a:solidFill>
                  <a:srgbClr val="278766"/>
                </a:solidFill>
                <a:latin typeface="Nimbus Sans"/>
                <a:ea typeface="Nimbus Sans"/>
                <a:cs typeface="Nimbus Sans"/>
              </a:defRPr>
            </a:lvl3pPr>
            <a:lvl4pPr algn="ctr">
              <a:defRPr sz="2550" b="1">
                <a:solidFill>
                  <a:srgbClr val="278766"/>
                </a:solidFill>
                <a:latin typeface="Nimbus Sans"/>
                <a:ea typeface="Nimbus Sans"/>
                <a:cs typeface="Nimbus Sans"/>
              </a:defRPr>
            </a:lvl4pPr>
            <a:lvl5pPr algn="ctr">
              <a:defRPr sz="2550" b="1">
                <a:solidFill>
                  <a:srgbClr val="278766"/>
                </a:solidFill>
                <a:latin typeface="Nimbus Sans"/>
                <a:ea typeface="Nimbus Sans"/>
                <a:cs typeface="Nimbus Sans"/>
              </a:defRPr>
            </a:lvl5pPr>
            <a:lvl6pPr algn="ctr">
              <a:defRPr sz="2550" b="1">
                <a:solidFill>
                  <a:srgbClr val="278766"/>
                </a:solidFill>
                <a:latin typeface="Nimbus Sans"/>
                <a:ea typeface="Nimbus Sans"/>
                <a:cs typeface="Nimbus Sans"/>
              </a:defRPr>
            </a:lvl6pPr>
            <a:lvl7pPr algn="ctr">
              <a:defRPr sz="2550" b="1">
                <a:solidFill>
                  <a:srgbClr val="278766"/>
                </a:solidFill>
                <a:latin typeface="Nimbus Sans"/>
                <a:ea typeface="Nimbus Sans"/>
                <a:cs typeface="Nimbus Sans"/>
              </a:defRPr>
            </a:lvl7pPr>
            <a:lvl8pPr algn="ctr">
              <a:defRPr sz="2550" b="1">
                <a:solidFill>
                  <a:srgbClr val="278766"/>
                </a:solidFill>
                <a:latin typeface="Nimbus Sans"/>
                <a:ea typeface="Nimbus Sans"/>
                <a:cs typeface="Nimbus Sans"/>
              </a:defRPr>
            </a:lvl8pPr>
            <a:lvl9pPr algn="ctr">
              <a:defRPr sz="2550" b="1">
                <a:solidFill>
                  <a:srgbClr val="278766"/>
                </a:solidFill>
                <a:latin typeface="Nimbus Sans"/>
                <a:ea typeface="Nimbus Sans"/>
                <a:cs typeface="Nimbus Sans"/>
              </a:defRPr>
            </a:lvl9pPr>
          </a:lstStyle>
          <a:p xmlns:a="http://schemas.openxmlformats.org/drawingml/2006/main">
            <a:pPr algn="ctr">
              <a:defRPr sz="2550" b="1">
                <a:solidFill>
                  <a:srgbClr val="278766"/>
                </a:solidFill>
                <a:latin typeface="Nimbus Sans"/>
                <a:ea typeface="Nimbus Sans"/>
                <a:cs typeface="Nimbus Sans"/>
              </a:defRPr>
            </a:pPr>
            <a:r>
              <a:rPr sz="2550" b="1">
                <a:solidFill>
                  <a:srgbClr val="278766"/>
                </a:solidFill>
                <a:latin typeface="Nimbus Sans"/>
                <a:ea typeface="Nimbus Sans"/>
                <a:cs typeface="Nimbus Sans"/>
              </a:rPr>
              <a:t>Verifica</a:t>
            </a:r>
          </a:p>
        </p:txBody>
      </p:sp>
      <p:sp>
        <p:nvSpPr>
          <p:cNvPr id="12" name="f90">
            <a:extLst xmlns:a="http://schemas.openxmlformats.org/drawingml/2006/main">
              <a:ext uri="{FF2B5EF4-FFF2-40B4-BE49-F238E27FC236}">
                <a16:creationId xmlns:a16="http://schemas.microsoft.com/office/drawing/2014/main" id="{C32A1388-0AF4-40B3-A983-6F867BFA556E}"/>
              </a:ext>
            </a:extLst>
          </p:cNvPr>
          <p:cNvSpPr>
            <a:spLocks xmlns:a="http://schemas.openxmlformats.org/drawingml/2006/main" noGrp="1"/>
          </p:cNvSpPr>
          <p:nvPr/>
        </p:nvSpPr>
        <p:spPr>
          <a:xfrm xmlns:a="http://schemas.openxmlformats.org/drawingml/2006/main">
            <a:off x="9667875" y="4429125"/>
            <a:ext cx="190500" cy="190500"/>
          </a:xfrm>
          <a:prstGeom xmlns:a="http://schemas.openxmlformats.org/drawingml/2006/main" prst="downArrow">
            <a:avLst/>
          </a:prstGeom>
          <a:solidFill xmlns:a="http://schemas.openxmlformats.org/drawingml/2006/main">
            <a:srgbClr val="4264D0"/>
          </a:solidFill>
          <a:ln xmlns:a="http://schemas.openxmlformats.org/drawingml/2006/main" w="0">
            <a:noFill/>
            <a:prstDash val="solid"/>
          </a:ln>
        </p:spPr>
      </p:sp>
      <p:sp>
        <p:nvSpPr>
          <p:cNvPr id="13" name="f91">
            <a:extLst xmlns:a="http://schemas.openxmlformats.org/drawingml/2006/main">
              <a:ext uri="{FF2B5EF4-FFF2-40B4-BE49-F238E27FC236}">
                <a16:creationId xmlns:a16="http://schemas.microsoft.com/office/drawing/2014/main" id="{AE0C150D-24A3-4394-B834-7BEBD927900E}"/>
              </a:ext>
            </a:extLst>
          </p:cNvPr>
          <p:cNvSpPr>
            <a:spLocks xmlns:a="http://schemas.openxmlformats.org/drawingml/2006/main" noGrp="1"/>
          </p:cNvSpPr>
          <p:nvPr/>
        </p:nvSpPr>
        <p:spPr>
          <a:xfrm xmlns:a="http://schemas.openxmlformats.org/drawingml/2006/main">
            <a:off x="9667875" y="5486400"/>
            <a:ext cx="190500" cy="209550"/>
          </a:xfrm>
          <a:prstGeom xmlns:a="http://schemas.openxmlformats.org/drawingml/2006/main" prst="downArrow">
            <a:avLst/>
          </a:prstGeom>
          <a:solidFill xmlns:a="http://schemas.openxmlformats.org/drawingml/2006/main">
            <a:srgbClr val="4264D0"/>
          </a:solidFill>
          <a:ln xmlns:a="http://schemas.openxmlformats.org/drawingml/2006/main" w="0">
            <a:noFill/>
            <a:prstDash val="solid"/>
          </a:ln>
        </p:spPr>
      </p:sp>
      <p:sp>
        <p:nvSpPr>
          <p:cNvPr id="14" name="f92">
            <a:extLst xmlns:a="http://schemas.openxmlformats.org/drawingml/2006/main">
              <a:ext uri="{FF2B5EF4-FFF2-40B4-BE49-F238E27FC236}">
                <a16:creationId xmlns:a16="http://schemas.microsoft.com/office/drawing/2014/main" id="{7A0936FC-1B11-451D-B254-973F0DAD1A31}"/>
              </a:ext>
            </a:extLst>
          </p:cNvPr>
          <p:cNvSpPr>
            <a:spLocks xmlns:a="http://schemas.openxmlformats.org/drawingml/2006/main" noGrp="1"/>
          </p:cNvSpPr>
          <p:nvPr/>
        </p:nvSpPr>
        <p:spPr>
          <a:xfrm xmlns:a="http://schemas.openxmlformats.org/drawingml/2006/main">
            <a:off x="9667875" y="6591300"/>
            <a:ext cx="190500" cy="228600"/>
          </a:xfrm>
          <a:prstGeom xmlns:a="http://schemas.openxmlformats.org/drawingml/2006/main" prst="downArrow">
            <a:avLst/>
          </a:prstGeom>
          <a:solidFill xmlns:a="http://schemas.openxmlformats.org/drawingml/2006/main">
            <a:srgbClr val="4264D0"/>
          </a:solidFill>
          <a:ln xmlns:a="http://schemas.openxmlformats.org/drawingml/2006/main" w="0">
            <a:noFill/>
            <a:prstDash val="solid"/>
          </a:ln>
        </p:spPr>
      </p:sp>
      <p:sp>
        <p:nvSpPr>
          <p:cNvPr id="15" name="f93">
            <a:extLst xmlns:a="http://schemas.openxmlformats.org/drawingml/2006/main">
              <a:ext uri="{FF2B5EF4-FFF2-40B4-BE49-F238E27FC236}">
                <a16:creationId xmlns:a16="http://schemas.microsoft.com/office/drawing/2014/main" id="{7FE6AA6F-631D-47FA-969B-9AC16CB511A9}"/>
              </a:ext>
            </a:extLst>
          </p:cNvPr>
          <p:cNvSpPr>
            <a:spLocks xmlns:a="http://schemas.openxmlformats.org/drawingml/2006/main" noGrp="1"/>
          </p:cNvSpPr>
          <p:nvPr/>
        </p:nvSpPr>
        <p:spPr>
          <a:xfrm xmlns:a="http://schemas.openxmlformats.org/drawingml/2006/main">
            <a:off x="7620000" y="6981825"/>
            <a:ext cx="4286250" cy="971550"/>
          </a:xfrm>
          <a:prstGeom xmlns:a="http://schemas.openxmlformats.org/drawingml/2006/main" prst="roundRect">
            <a:avLst>
              <a:gd name="adj" fmla="val 15686"/>
            </a:avLst>
          </a:prstGeom>
          <a:solidFill xmlns:a="http://schemas.openxmlformats.org/drawingml/2006/main">
            <a:srgbClr val="FFFFFF"/>
          </a:solidFill>
          <a:ln xmlns:a="http://schemas.openxmlformats.org/drawingml/2006/main" w="17145">
            <a:solidFill>
              <a:srgbClr val="D9E3EF"/>
            </a:solidFill>
            <a:prstDash val="solid"/>
          </a:ln>
        </p:spPr>
      </p:sp>
      <p:sp>
        <p:nvSpPr>
          <p:cNvPr id="16" name="f94">
            <a:extLst xmlns:a="http://schemas.openxmlformats.org/drawingml/2006/main">
              <a:ext uri="{FF2B5EF4-FFF2-40B4-BE49-F238E27FC236}">
                <a16:creationId xmlns:a16="http://schemas.microsoft.com/office/drawing/2014/main" id="{AE80BAC1-E1F0-490A-9469-50146086E153}"/>
              </a:ext>
            </a:extLst>
          </p:cNvPr>
          <p:cNvSpPr>
            <a:spLocks xmlns:a="http://schemas.openxmlformats.org/drawingml/2006/main" noGrp="1"/>
          </p:cNvSpPr>
          <p:nvPr/>
        </p:nvSpPr>
        <p:spPr>
          <a:xfrm xmlns:a="http://schemas.openxmlformats.org/drawingml/2006/main">
            <a:off x="7848600" y="7181850"/>
            <a:ext cx="495300" cy="571500"/>
          </a:xfrm>
          <a:prstGeom xmlns:a="http://schemas.openxmlformats.org/drawingml/2006/main" prst="roundRect">
            <a:avLst>
              <a:gd name="adj" fmla="val 19231"/>
            </a:avLst>
          </a:prstGeom>
          <a:solidFill xmlns:a="http://schemas.openxmlformats.org/drawingml/2006/main">
            <a:srgbClr val="FFFFFF"/>
          </a:solidFill>
          <a:ln xmlns:a="http://schemas.openxmlformats.org/drawingml/2006/main" w="17145">
            <a:solidFill>
              <a:srgbClr val="4264D0"/>
            </a:solidFill>
            <a:prstDash val="solid"/>
          </a:ln>
        </p:spPr>
      </p:sp>
      <p:sp>
        <p:nvSpPr>
          <p:cNvPr id="17" name="f95">
            <a:extLst xmlns:a="http://schemas.openxmlformats.org/drawingml/2006/main">
              <a:ext uri="{FF2B5EF4-FFF2-40B4-BE49-F238E27FC236}">
                <a16:creationId xmlns:a16="http://schemas.microsoft.com/office/drawing/2014/main" id="{1E1A0CD2-D5D4-4959-A369-8A6615050FD1}"/>
              </a:ext>
            </a:extLst>
          </p:cNvPr>
          <p:cNvSpPr>
            <a:spLocks xmlns:a="http://schemas.openxmlformats.org/drawingml/2006/main" noGrp="1"/>
          </p:cNvSpPr>
          <p:nvPr/>
        </p:nvSpPr>
        <p:spPr>
          <a:xfrm xmlns:a="http://schemas.openxmlformats.org/drawingml/2006/main">
            <a:off x="7947660" y="7353300"/>
            <a:ext cx="287274" cy="95"/>
          </a:xfrm>
          <a:prstGeom xmlns:a="http://schemas.openxmlformats.org/drawingml/2006/main" prst="line">
            <a:avLst/>
          </a:prstGeom>
          <a:noFill xmlns:a="http://schemas.openxmlformats.org/drawingml/2006/main"/>
          <a:ln xmlns:a="http://schemas.openxmlformats.org/drawingml/2006/main" w="38100">
            <a:solidFill>
              <a:srgbClr val="4264D0"/>
            </a:solidFill>
            <a:prstDash val="solid"/>
          </a:ln>
        </p:spPr>
      </p:sp>
      <p:sp>
        <p:nvSpPr>
          <p:cNvPr id="18" name="f96">
            <a:extLst xmlns:a="http://schemas.openxmlformats.org/drawingml/2006/main">
              <a:ext uri="{FF2B5EF4-FFF2-40B4-BE49-F238E27FC236}">
                <a16:creationId xmlns:a16="http://schemas.microsoft.com/office/drawing/2014/main" id="{83E450E9-0398-48A6-9A4B-F1D1C9349BE2}"/>
              </a:ext>
            </a:extLst>
          </p:cNvPr>
          <p:cNvSpPr>
            <a:spLocks xmlns:a="http://schemas.openxmlformats.org/drawingml/2006/main" noGrp="1"/>
          </p:cNvSpPr>
          <p:nvPr/>
        </p:nvSpPr>
        <p:spPr>
          <a:xfrm xmlns:a="http://schemas.openxmlformats.org/drawingml/2006/main">
            <a:off x="7947660" y="7456170"/>
            <a:ext cx="287274" cy="95"/>
          </a:xfrm>
          <a:prstGeom xmlns:a="http://schemas.openxmlformats.org/drawingml/2006/main" prst="line">
            <a:avLst/>
          </a:prstGeom>
          <a:noFill xmlns:a="http://schemas.openxmlformats.org/drawingml/2006/main"/>
          <a:ln xmlns:a="http://schemas.openxmlformats.org/drawingml/2006/main" w="38100">
            <a:solidFill>
              <a:srgbClr val="4264D0"/>
            </a:solidFill>
            <a:prstDash val="solid"/>
          </a:ln>
        </p:spPr>
      </p:sp>
      <p:sp>
        <p:nvSpPr>
          <p:cNvPr id="19" name="f97">
            <a:extLst xmlns:a="http://schemas.openxmlformats.org/drawingml/2006/main">
              <a:ext uri="{FF2B5EF4-FFF2-40B4-BE49-F238E27FC236}">
                <a16:creationId xmlns:a16="http://schemas.microsoft.com/office/drawing/2014/main" id="{E269301B-398D-497A-AE63-0372E81BE518}"/>
              </a:ext>
            </a:extLst>
          </p:cNvPr>
          <p:cNvSpPr>
            <a:spLocks xmlns:a="http://schemas.openxmlformats.org/drawingml/2006/main" noGrp="1"/>
          </p:cNvSpPr>
          <p:nvPr/>
        </p:nvSpPr>
        <p:spPr>
          <a:xfrm xmlns:a="http://schemas.openxmlformats.org/drawingml/2006/main">
            <a:off x="7947660" y="7559040"/>
            <a:ext cx="287274" cy="95"/>
          </a:xfrm>
          <a:prstGeom xmlns:a="http://schemas.openxmlformats.org/drawingml/2006/main" prst="line">
            <a:avLst/>
          </a:prstGeom>
          <a:noFill xmlns:a="http://schemas.openxmlformats.org/drawingml/2006/main"/>
          <a:ln xmlns:a="http://schemas.openxmlformats.org/drawingml/2006/main" w="38100">
            <a:solidFill>
              <a:srgbClr val="4264D0"/>
            </a:solidFill>
            <a:prstDash val="solid"/>
          </a:ln>
        </p:spPr>
      </p:sp>
      <p:sp>
        <p:nvSpPr>
          <p:cNvPr id="20" name="f98">
            <a:extLst xmlns:a="http://schemas.openxmlformats.org/drawingml/2006/main">
              <a:ext uri="{FF2B5EF4-FFF2-40B4-BE49-F238E27FC236}">
                <a16:creationId xmlns:a16="http://schemas.microsoft.com/office/drawing/2014/main" id="{33C8102B-6BA2-4382-A517-EF01C4F178C4}"/>
              </a:ext>
            </a:extLst>
          </p:cNvPr>
          <p:cNvSpPr>
            <a:spLocks xmlns:a="http://schemas.openxmlformats.org/drawingml/2006/main" noGrp="1"/>
          </p:cNvSpPr>
          <p:nvPr/>
        </p:nvSpPr>
        <p:spPr>
          <a:xfrm xmlns:a="http://schemas.openxmlformats.org/drawingml/2006/main">
            <a:off x="8553450" y="7134225"/>
            <a:ext cx="3143250" cy="3714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ctr">
              <a:defRPr sz="2475" b="1">
                <a:solidFill>
                  <a:srgbClr val="182536"/>
                </a:solidFill>
                <a:latin typeface="Nimbus Sans"/>
                <a:ea typeface="Nimbus Sans"/>
                <a:cs typeface="Nimbus Sans"/>
              </a:defRPr>
            </a:defPPr>
            <a:lvl1pPr algn="ctr">
              <a:defRPr sz="2475" b="1">
                <a:solidFill>
                  <a:srgbClr val="182536"/>
                </a:solidFill>
                <a:latin typeface="Nimbus Sans"/>
                <a:ea typeface="Nimbus Sans"/>
                <a:cs typeface="Nimbus Sans"/>
              </a:defRPr>
            </a:lvl1pPr>
            <a:lvl2pPr algn="ctr">
              <a:defRPr sz="2475" b="1">
                <a:solidFill>
                  <a:srgbClr val="182536"/>
                </a:solidFill>
                <a:latin typeface="Nimbus Sans"/>
                <a:ea typeface="Nimbus Sans"/>
                <a:cs typeface="Nimbus Sans"/>
              </a:defRPr>
            </a:lvl2pPr>
            <a:lvl3pPr algn="ctr">
              <a:defRPr sz="2475" b="1">
                <a:solidFill>
                  <a:srgbClr val="182536"/>
                </a:solidFill>
                <a:latin typeface="Nimbus Sans"/>
                <a:ea typeface="Nimbus Sans"/>
                <a:cs typeface="Nimbus Sans"/>
              </a:defRPr>
            </a:lvl3pPr>
            <a:lvl4pPr algn="ctr">
              <a:defRPr sz="2475" b="1">
                <a:solidFill>
                  <a:srgbClr val="182536"/>
                </a:solidFill>
                <a:latin typeface="Nimbus Sans"/>
                <a:ea typeface="Nimbus Sans"/>
                <a:cs typeface="Nimbus Sans"/>
              </a:defRPr>
            </a:lvl4pPr>
            <a:lvl5pPr algn="ctr">
              <a:defRPr sz="2475" b="1">
                <a:solidFill>
                  <a:srgbClr val="182536"/>
                </a:solidFill>
                <a:latin typeface="Nimbus Sans"/>
                <a:ea typeface="Nimbus Sans"/>
                <a:cs typeface="Nimbus Sans"/>
              </a:defRPr>
            </a:lvl5pPr>
            <a:lvl6pPr algn="ctr">
              <a:defRPr sz="2475" b="1">
                <a:solidFill>
                  <a:srgbClr val="182536"/>
                </a:solidFill>
                <a:latin typeface="Nimbus Sans"/>
                <a:ea typeface="Nimbus Sans"/>
                <a:cs typeface="Nimbus Sans"/>
              </a:defRPr>
            </a:lvl6pPr>
            <a:lvl7pPr algn="ctr">
              <a:defRPr sz="2475" b="1">
                <a:solidFill>
                  <a:srgbClr val="182536"/>
                </a:solidFill>
                <a:latin typeface="Nimbus Sans"/>
                <a:ea typeface="Nimbus Sans"/>
                <a:cs typeface="Nimbus Sans"/>
              </a:defRPr>
            </a:lvl7pPr>
            <a:lvl8pPr algn="ctr">
              <a:defRPr sz="2475" b="1">
                <a:solidFill>
                  <a:srgbClr val="182536"/>
                </a:solidFill>
                <a:latin typeface="Nimbus Sans"/>
                <a:ea typeface="Nimbus Sans"/>
                <a:cs typeface="Nimbus Sans"/>
              </a:defRPr>
            </a:lvl8pPr>
            <a:lvl9pPr algn="ctr">
              <a:defRPr sz="2475" b="1">
                <a:solidFill>
                  <a:srgbClr val="182536"/>
                </a:solidFill>
                <a:latin typeface="Nimbus Sans"/>
                <a:ea typeface="Nimbus Sans"/>
                <a:cs typeface="Nimbus Sans"/>
              </a:defRPr>
            </a:lvl9pPr>
          </a:lstStyle>
          <a:p xmlns:a="http://schemas.openxmlformats.org/drawingml/2006/main">
            <a:pPr algn="ctr">
              <a:defRPr sz="2475" b="1">
                <a:solidFill>
                  <a:srgbClr val="182536"/>
                </a:solidFill>
                <a:latin typeface="Nimbus Sans"/>
                <a:ea typeface="Nimbus Sans"/>
                <a:cs typeface="Nimbus Sans"/>
              </a:defRPr>
            </a:pPr>
            <a:r>
              <a:rPr sz="2475" b="1">
                <a:solidFill>
                  <a:srgbClr val="182536"/>
                </a:solidFill>
                <a:latin typeface="Nimbus Sans"/>
                <a:ea typeface="Nimbus Sans"/>
                <a:cs typeface="Nimbus Sans"/>
              </a:rPr>
              <a:t>Report</a:t>
            </a:r>
          </a:p>
        </p:txBody>
      </p:sp>
      <p:sp>
        <p:nvSpPr>
          <p:cNvPr id="21" name="f99">
            <a:extLst xmlns:a="http://schemas.openxmlformats.org/drawingml/2006/main">
              <a:ext uri="{FF2B5EF4-FFF2-40B4-BE49-F238E27FC236}">
                <a16:creationId xmlns:a16="http://schemas.microsoft.com/office/drawing/2014/main" id="{604E17FA-240B-42EE-AF49-25C98E41EF6A}"/>
              </a:ext>
            </a:extLst>
          </p:cNvPr>
          <p:cNvSpPr>
            <a:spLocks xmlns:a="http://schemas.openxmlformats.org/drawingml/2006/main" noGrp="1"/>
          </p:cNvSpPr>
          <p:nvPr/>
        </p:nvSpPr>
        <p:spPr>
          <a:xfrm xmlns:a="http://schemas.openxmlformats.org/drawingml/2006/main">
            <a:off x="8553450" y="7562850"/>
            <a:ext cx="31432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ctr">
              <a:defRPr sz="1875" b="0">
                <a:solidFill>
                  <a:srgbClr val="52627B"/>
                </a:solidFill>
                <a:latin typeface="Nimbus Sans"/>
                <a:ea typeface="Nimbus Sans"/>
                <a:cs typeface="Nimbus Sans"/>
              </a:defRPr>
            </a:defPPr>
            <a:lvl1pPr algn="ctr">
              <a:defRPr sz="1875" b="0">
                <a:solidFill>
                  <a:srgbClr val="52627B"/>
                </a:solidFill>
                <a:latin typeface="Nimbus Sans"/>
                <a:ea typeface="Nimbus Sans"/>
                <a:cs typeface="Nimbus Sans"/>
              </a:defRPr>
            </a:lvl1pPr>
            <a:lvl2pPr algn="ctr">
              <a:defRPr sz="1875" b="0">
                <a:solidFill>
                  <a:srgbClr val="52627B"/>
                </a:solidFill>
                <a:latin typeface="Nimbus Sans"/>
                <a:ea typeface="Nimbus Sans"/>
                <a:cs typeface="Nimbus Sans"/>
              </a:defRPr>
            </a:lvl2pPr>
            <a:lvl3pPr algn="ctr">
              <a:defRPr sz="1875" b="0">
                <a:solidFill>
                  <a:srgbClr val="52627B"/>
                </a:solidFill>
                <a:latin typeface="Nimbus Sans"/>
                <a:ea typeface="Nimbus Sans"/>
                <a:cs typeface="Nimbus Sans"/>
              </a:defRPr>
            </a:lvl3pPr>
            <a:lvl4pPr algn="ctr">
              <a:defRPr sz="1875" b="0">
                <a:solidFill>
                  <a:srgbClr val="52627B"/>
                </a:solidFill>
                <a:latin typeface="Nimbus Sans"/>
                <a:ea typeface="Nimbus Sans"/>
                <a:cs typeface="Nimbus Sans"/>
              </a:defRPr>
            </a:lvl4pPr>
            <a:lvl5pPr algn="ctr">
              <a:defRPr sz="1875" b="0">
                <a:solidFill>
                  <a:srgbClr val="52627B"/>
                </a:solidFill>
                <a:latin typeface="Nimbus Sans"/>
                <a:ea typeface="Nimbus Sans"/>
                <a:cs typeface="Nimbus Sans"/>
              </a:defRPr>
            </a:lvl5pPr>
            <a:lvl6pPr algn="ctr">
              <a:defRPr sz="1875" b="0">
                <a:solidFill>
                  <a:srgbClr val="52627B"/>
                </a:solidFill>
                <a:latin typeface="Nimbus Sans"/>
                <a:ea typeface="Nimbus Sans"/>
                <a:cs typeface="Nimbus Sans"/>
              </a:defRPr>
            </a:lvl6pPr>
            <a:lvl7pPr algn="ctr">
              <a:defRPr sz="1875" b="0">
                <a:solidFill>
                  <a:srgbClr val="52627B"/>
                </a:solidFill>
                <a:latin typeface="Nimbus Sans"/>
                <a:ea typeface="Nimbus Sans"/>
                <a:cs typeface="Nimbus Sans"/>
              </a:defRPr>
            </a:lvl7pPr>
            <a:lvl8pPr algn="ctr">
              <a:defRPr sz="1875" b="0">
                <a:solidFill>
                  <a:srgbClr val="52627B"/>
                </a:solidFill>
                <a:latin typeface="Nimbus Sans"/>
                <a:ea typeface="Nimbus Sans"/>
                <a:cs typeface="Nimbus Sans"/>
              </a:defRPr>
            </a:lvl8pPr>
            <a:lvl9pPr algn="ctr">
              <a:defRPr sz="1875" b="0">
                <a:solidFill>
                  <a:srgbClr val="52627B"/>
                </a:solidFill>
                <a:latin typeface="Nimbus Sans"/>
                <a:ea typeface="Nimbus Sans"/>
                <a:cs typeface="Nimbus Sans"/>
              </a:defRPr>
            </a:lvl9pPr>
          </a:lstStyle>
          <a:p xmlns:a="http://schemas.openxmlformats.org/drawingml/2006/main">
            <a:pPr algn="ctr">
              <a:defRPr sz="1875" b="0">
                <a:solidFill>
                  <a:srgbClr val="52627B"/>
                </a:solidFill>
                <a:latin typeface="Nimbus Sans"/>
                <a:ea typeface="Nimbus Sans"/>
                <a:cs typeface="Nimbus Sans"/>
              </a:defRPr>
            </a:pPr>
            <a:r>
              <a:rPr sz="1875" b="0">
                <a:solidFill>
                  <a:srgbClr val="52627B"/>
                </a:solidFill>
                <a:latin typeface="Nimbus Sans"/>
                <a:ea typeface="Nimbus Sans"/>
                <a:cs typeface="Nimbus Sans"/>
              </a:rPr>
              <a:t>verdetto + evidenze</a:t>
            </a:r>
          </a:p>
        </p:txBody>
      </p:sp>
      <p:sp>
        <p:nvSpPr>
          <p:cNvPr id="22" name="f100">
            <a:extLst xmlns:a="http://schemas.openxmlformats.org/drawingml/2006/main">
              <a:ext uri="{FF2B5EF4-FFF2-40B4-BE49-F238E27FC236}">
                <a16:creationId xmlns:a16="http://schemas.microsoft.com/office/drawing/2014/main" id="{E394722C-79C7-466A-9736-E8AA312F77C8}"/>
              </a:ext>
            </a:extLst>
          </p:cNvPr>
          <p:cNvSpPr>
            <a:spLocks xmlns:a="http://schemas.openxmlformats.org/drawingml/2006/main" noGrp="1"/>
          </p:cNvSpPr>
          <p:nvPr/>
        </p:nvSpPr>
        <p:spPr>
          <a:xfrm xmlns:a="http://schemas.openxmlformats.org/drawingml/2006/main">
            <a:off x="2333625" y="4533900"/>
            <a:ext cx="2571750" cy="1343025"/>
          </a:xfrm>
          <a:prstGeom xmlns:a="http://schemas.openxmlformats.org/drawingml/2006/main" prst="roundRect">
            <a:avLst>
              <a:gd name="adj" fmla="val 11348"/>
            </a:avLst>
          </a:prstGeom>
          <a:solidFill xmlns:a="http://schemas.openxmlformats.org/drawingml/2006/main">
            <a:srgbClr val="F0F4FF"/>
          </a:solidFill>
          <a:ln xmlns:a="http://schemas.openxmlformats.org/drawingml/2006/main" w="17145">
            <a:solidFill>
              <a:srgbClr val="D9E3EF"/>
            </a:solidFill>
            <a:prstDash val="solid"/>
          </a:ln>
        </p:spPr>
      </p:sp>
      <p:sp>
        <p:nvSpPr>
          <p:cNvPr id="23" name="f101">
            <a:extLst xmlns:a="http://schemas.openxmlformats.org/drawingml/2006/main">
              <a:ext uri="{FF2B5EF4-FFF2-40B4-BE49-F238E27FC236}">
                <a16:creationId xmlns:a16="http://schemas.microsoft.com/office/drawing/2014/main" id="{72D6D4F5-F392-4716-9CBE-329D5350F7A3}"/>
              </a:ext>
            </a:extLst>
          </p:cNvPr>
          <p:cNvSpPr>
            <a:spLocks xmlns:a="http://schemas.openxmlformats.org/drawingml/2006/main" noGrp="1"/>
          </p:cNvSpPr>
          <p:nvPr/>
        </p:nvSpPr>
        <p:spPr>
          <a:xfrm xmlns:a="http://schemas.openxmlformats.org/drawingml/2006/main">
            <a:off x="2543175" y="4933950"/>
            <a:ext cx="2152650" cy="619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ctr">
              <a:defRPr sz="3675" b="1">
                <a:solidFill>
                  <a:srgbClr val="4264D0"/>
                </a:solidFill>
                <a:latin typeface="Nimbus Sans"/>
                <a:ea typeface="Nimbus Sans"/>
                <a:cs typeface="Nimbus Sans"/>
              </a:defRPr>
            </a:defPPr>
            <a:lvl1pPr algn="ctr">
              <a:defRPr sz="3675" b="1">
                <a:solidFill>
                  <a:srgbClr val="4264D0"/>
                </a:solidFill>
                <a:latin typeface="Nimbus Sans"/>
                <a:ea typeface="Nimbus Sans"/>
                <a:cs typeface="Nimbus Sans"/>
              </a:defRPr>
            </a:lvl1pPr>
            <a:lvl2pPr algn="ctr">
              <a:defRPr sz="3675" b="1">
                <a:solidFill>
                  <a:srgbClr val="4264D0"/>
                </a:solidFill>
                <a:latin typeface="Nimbus Sans"/>
                <a:ea typeface="Nimbus Sans"/>
                <a:cs typeface="Nimbus Sans"/>
              </a:defRPr>
            </a:lvl2pPr>
            <a:lvl3pPr algn="ctr">
              <a:defRPr sz="3675" b="1">
                <a:solidFill>
                  <a:srgbClr val="4264D0"/>
                </a:solidFill>
                <a:latin typeface="Nimbus Sans"/>
                <a:ea typeface="Nimbus Sans"/>
                <a:cs typeface="Nimbus Sans"/>
              </a:defRPr>
            </a:lvl3pPr>
            <a:lvl4pPr algn="ctr">
              <a:defRPr sz="3675" b="1">
                <a:solidFill>
                  <a:srgbClr val="4264D0"/>
                </a:solidFill>
                <a:latin typeface="Nimbus Sans"/>
                <a:ea typeface="Nimbus Sans"/>
                <a:cs typeface="Nimbus Sans"/>
              </a:defRPr>
            </a:lvl4pPr>
            <a:lvl5pPr algn="ctr">
              <a:defRPr sz="3675" b="1">
                <a:solidFill>
                  <a:srgbClr val="4264D0"/>
                </a:solidFill>
                <a:latin typeface="Nimbus Sans"/>
                <a:ea typeface="Nimbus Sans"/>
                <a:cs typeface="Nimbus Sans"/>
              </a:defRPr>
            </a:lvl5pPr>
            <a:lvl6pPr algn="ctr">
              <a:defRPr sz="3675" b="1">
                <a:solidFill>
                  <a:srgbClr val="4264D0"/>
                </a:solidFill>
                <a:latin typeface="Nimbus Sans"/>
                <a:ea typeface="Nimbus Sans"/>
                <a:cs typeface="Nimbus Sans"/>
              </a:defRPr>
            </a:lvl6pPr>
            <a:lvl7pPr algn="ctr">
              <a:defRPr sz="3675" b="1">
                <a:solidFill>
                  <a:srgbClr val="4264D0"/>
                </a:solidFill>
                <a:latin typeface="Nimbus Sans"/>
                <a:ea typeface="Nimbus Sans"/>
                <a:cs typeface="Nimbus Sans"/>
              </a:defRPr>
            </a:lvl7pPr>
            <a:lvl8pPr algn="ctr">
              <a:defRPr sz="3675" b="1">
                <a:solidFill>
                  <a:srgbClr val="4264D0"/>
                </a:solidFill>
                <a:latin typeface="Nimbus Sans"/>
                <a:ea typeface="Nimbus Sans"/>
                <a:cs typeface="Nimbus Sans"/>
              </a:defRPr>
            </a:lvl8pPr>
            <a:lvl9pPr algn="ctr">
              <a:defRPr sz="3675" b="1">
                <a:solidFill>
                  <a:srgbClr val="4264D0"/>
                </a:solidFill>
                <a:latin typeface="Nimbus Sans"/>
                <a:ea typeface="Nimbus Sans"/>
                <a:cs typeface="Nimbus Sans"/>
              </a:defRPr>
            </a:lvl9pPr>
          </a:lstStyle>
          <a:p xmlns:a="http://schemas.openxmlformats.org/drawingml/2006/main">
            <a:pPr algn="ctr">
              <a:defRPr sz="3675" b="1">
                <a:solidFill>
                  <a:srgbClr val="4264D0"/>
                </a:solidFill>
                <a:latin typeface="Nimbus Sans"/>
                <a:ea typeface="Nimbus Sans"/>
                <a:cs typeface="Nimbus Sans"/>
              </a:defRPr>
            </a:pPr>
            <a:r>
              <a:rPr sz="3675" b="1">
                <a:solidFill>
                  <a:srgbClr val="4264D0"/>
                </a:solidFill>
                <a:latin typeface="Nimbus Sans"/>
                <a:ea typeface="Nimbus Sans"/>
                <a:cs typeface="Nimbus Sans"/>
              </a:rPr>
              <a:t>DSL</a:t>
            </a:r>
          </a:p>
        </p:txBody>
      </p:sp>
      <p:sp>
        <p:nvSpPr>
          <p:cNvPr id="24" name="f102">
            <a:extLst xmlns:a="http://schemas.openxmlformats.org/drawingml/2006/main">
              <a:ext uri="{FF2B5EF4-FFF2-40B4-BE49-F238E27FC236}">
                <a16:creationId xmlns:a16="http://schemas.microsoft.com/office/drawing/2014/main" id="{C7DD554F-0219-4A6F-BCD4-5B1FC099A9C7}"/>
              </a:ext>
            </a:extLst>
          </p:cNvPr>
          <p:cNvSpPr>
            <a:spLocks xmlns:a="http://schemas.openxmlformats.org/drawingml/2006/main" noGrp="1"/>
          </p:cNvSpPr>
          <p:nvPr/>
        </p:nvSpPr>
        <p:spPr>
          <a:xfrm xmlns:a="http://schemas.openxmlformats.org/drawingml/2006/main">
            <a:off x="5048250" y="4867275"/>
            <a:ext cx="1162050" cy="95"/>
          </a:xfrm>
          <a:prstGeom xmlns:a="http://schemas.openxmlformats.org/drawingml/2006/main" prst="line">
            <a:avLst/>
          </a:prstGeom>
          <a:noFill xmlns:a="http://schemas.openxmlformats.org/drawingml/2006/main"/>
          <a:ln xmlns:a="http://schemas.openxmlformats.org/drawingml/2006/main" w="38100">
            <a:solidFill>
              <a:srgbClr val="4264D0"/>
            </a:solidFill>
            <a:prstDash val="solid"/>
          </a:ln>
        </p:spPr>
      </p:sp>
      <p:sp>
        <p:nvSpPr>
          <p:cNvPr id="25" name="f103">
            <a:extLst xmlns:a="http://schemas.openxmlformats.org/drawingml/2006/main">
              <a:ext uri="{FF2B5EF4-FFF2-40B4-BE49-F238E27FC236}">
                <a16:creationId xmlns:a16="http://schemas.microsoft.com/office/drawing/2014/main" id="{671932AD-4452-4E25-9926-A1A095B74D41}"/>
              </a:ext>
            </a:extLst>
          </p:cNvPr>
          <p:cNvSpPr>
            <a:spLocks xmlns:a="http://schemas.openxmlformats.org/drawingml/2006/main" noGrp="1"/>
          </p:cNvSpPr>
          <p:nvPr/>
        </p:nvSpPr>
        <p:spPr>
          <a:xfrm xmlns:a="http://schemas.openxmlformats.org/drawingml/2006/main">
            <a:off x="6210300" y="4867275"/>
            <a:ext cx="95" cy="180975"/>
          </a:xfrm>
          <a:prstGeom xmlns:a="http://schemas.openxmlformats.org/drawingml/2006/main" prst="line">
            <a:avLst/>
          </a:prstGeom>
          <a:noFill xmlns:a="http://schemas.openxmlformats.org/drawingml/2006/main"/>
          <a:ln xmlns:a="http://schemas.openxmlformats.org/drawingml/2006/main" w="38100">
            <a:solidFill>
              <a:srgbClr val="4264D0"/>
            </a:solidFill>
            <a:prstDash val="solid"/>
          </a:ln>
        </p:spPr>
      </p:sp>
      <p:sp>
        <p:nvSpPr>
          <p:cNvPr id="26" name="f104">
            <a:extLst xmlns:a="http://schemas.openxmlformats.org/drawingml/2006/main">
              <a:ext uri="{FF2B5EF4-FFF2-40B4-BE49-F238E27FC236}">
                <a16:creationId xmlns:a16="http://schemas.microsoft.com/office/drawing/2014/main" id="{772F76C8-7856-498F-9315-D69C3BCE62D2}"/>
              </a:ext>
            </a:extLst>
          </p:cNvPr>
          <p:cNvSpPr>
            <a:spLocks xmlns:a="http://schemas.openxmlformats.org/drawingml/2006/main" noGrp="1"/>
          </p:cNvSpPr>
          <p:nvPr/>
        </p:nvSpPr>
        <p:spPr>
          <a:xfrm xmlns:a="http://schemas.openxmlformats.org/drawingml/2006/main">
            <a:off x="6210300" y="5048250"/>
            <a:ext cx="1095375" cy="95"/>
          </a:xfrm>
          <a:prstGeom xmlns:a="http://schemas.openxmlformats.org/drawingml/2006/main" prst="line">
            <a:avLst/>
          </a:prstGeom>
          <a:noFill xmlns:a="http://schemas.openxmlformats.org/drawingml/2006/main"/>
          <a:ln xmlns:a="http://schemas.openxmlformats.org/drawingml/2006/main" w="38100">
            <a:solidFill>
              <a:srgbClr val="4264D0"/>
            </a:solidFill>
            <a:prstDash val="solid"/>
          </a:ln>
        </p:spPr>
      </p:sp>
      <p:sp>
        <p:nvSpPr>
          <p:cNvPr id="27" name="f105">
            <a:extLst xmlns:a="http://schemas.openxmlformats.org/drawingml/2006/main">
              <a:ext uri="{FF2B5EF4-FFF2-40B4-BE49-F238E27FC236}">
                <a16:creationId xmlns:a16="http://schemas.microsoft.com/office/drawing/2014/main" id="{7E2A84A1-D456-478A-998C-6C3433C39D25}"/>
              </a:ext>
            </a:extLst>
          </p:cNvPr>
          <p:cNvSpPr>
            <a:spLocks xmlns:a="http://schemas.openxmlformats.org/drawingml/2006/main" noGrp="1"/>
          </p:cNvSpPr>
          <p:nvPr/>
        </p:nvSpPr>
        <p:spPr>
          <a:xfrm xmlns:a="http://schemas.openxmlformats.org/drawingml/2006/main">
            <a:off x="7305675" y="4962525"/>
            <a:ext cx="219075" cy="171450"/>
          </a:xfrm>
          <a:prstGeom xmlns:a="http://schemas.openxmlformats.org/drawingml/2006/main" prst="rightArrow">
            <a:avLst/>
          </a:prstGeom>
          <a:solidFill xmlns:a="http://schemas.openxmlformats.org/drawingml/2006/main">
            <a:srgbClr val="4264D0"/>
          </a:solidFill>
          <a:ln xmlns:a="http://schemas.openxmlformats.org/drawingml/2006/main" w="0">
            <a:noFill/>
            <a:prstDash val="solid"/>
          </a:ln>
        </p:spPr>
      </p:sp>
      <p:sp>
        <p:nvSpPr>
          <p:cNvPr id="28" name="f106">
            <a:extLst xmlns:a="http://schemas.openxmlformats.org/drawingml/2006/main">
              <a:ext uri="{FF2B5EF4-FFF2-40B4-BE49-F238E27FC236}">
                <a16:creationId xmlns:a16="http://schemas.microsoft.com/office/drawing/2014/main" id="{5B382435-7514-4346-BD9A-B0AF322AE051}"/>
              </a:ext>
            </a:extLst>
          </p:cNvPr>
          <p:cNvSpPr>
            <a:spLocks xmlns:a="http://schemas.openxmlformats.org/drawingml/2006/main" noGrp="1"/>
          </p:cNvSpPr>
          <p:nvPr/>
        </p:nvSpPr>
        <p:spPr>
          <a:xfrm xmlns:a="http://schemas.openxmlformats.org/drawingml/2006/main">
            <a:off x="5048250" y="5553075"/>
            <a:ext cx="1162050" cy="95"/>
          </a:xfrm>
          <a:prstGeom xmlns:a="http://schemas.openxmlformats.org/drawingml/2006/main" prst="line">
            <a:avLst/>
          </a:prstGeom>
          <a:noFill xmlns:a="http://schemas.openxmlformats.org/drawingml/2006/main"/>
          <a:ln xmlns:a="http://schemas.openxmlformats.org/drawingml/2006/main" w="38100">
            <a:solidFill>
              <a:srgbClr val="278766"/>
            </a:solidFill>
            <a:prstDash val="solid"/>
          </a:ln>
        </p:spPr>
      </p:sp>
      <p:sp>
        <p:nvSpPr>
          <p:cNvPr id="29" name="f107">
            <a:extLst xmlns:a="http://schemas.openxmlformats.org/drawingml/2006/main">
              <a:ext uri="{FF2B5EF4-FFF2-40B4-BE49-F238E27FC236}">
                <a16:creationId xmlns:a16="http://schemas.microsoft.com/office/drawing/2014/main" id="{9E10BAD2-B9D0-433A-99E3-53506496ABFB}"/>
              </a:ext>
            </a:extLst>
          </p:cNvPr>
          <p:cNvSpPr>
            <a:spLocks xmlns:a="http://schemas.openxmlformats.org/drawingml/2006/main" noGrp="1"/>
          </p:cNvSpPr>
          <p:nvPr/>
        </p:nvSpPr>
        <p:spPr>
          <a:xfrm xmlns:a="http://schemas.openxmlformats.org/drawingml/2006/main">
            <a:off x="6210300" y="5553075"/>
            <a:ext cx="95" cy="581025"/>
          </a:xfrm>
          <a:prstGeom xmlns:a="http://schemas.openxmlformats.org/drawingml/2006/main" prst="line">
            <a:avLst/>
          </a:prstGeom>
          <a:noFill xmlns:a="http://schemas.openxmlformats.org/drawingml/2006/main"/>
          <a:ln xmlns:a="http://schemas.openxmlformats.org/drawingml/2006/main" w="38100">
            <a:solidFill>
              <a:srgbClr val="278766"/>
            </a:solidFill>
            <a:prstDash val="solid"/>
          </a:ln>
        </p:spPr>
      </p:sp>
      <p:sp>
        <p:nvSpPr>
          <p:cNvPr id="30" name="f108">
            <a:extLst xmlns:a="http://schemas.openxmlformats.org/drawingml/2006/main">
              <a:ext uri="{FF2B5EF4-FFF2-40B4-BE49-F238E27FC236}">
                <a16:creationId xmlns:a16="http://schemas.microsoft.com/office/drawing/2014/main" id="{7CDE8233-015F-4E39-BA46-E265D2CC05CB}"/>
              </a:ext>
            </a:extLst>
          </p:cNvPr>
          <p:cNvSpPr>
            <a:spLocks xmlns:a="http://schemas.openxmlformats.org/drawingml/2006/main" noGrp="1"/>
          </p:cNvSpPr>
          <p:nvPr/>
        </p:nvSpPr>
        <p:spPr>
          <a:xfrm xmlns:a="http://schemas.openxmlformats.org/drawingml/2006/main">
            <a:off x="6210300" y="6134100"/>
            <a:ext cx="1095375" cy="95"/>
          </a:xfrm>
          <a:prstGeom xmlns:a="http://schemas.openxmlformats.org/drawingml/2006/main" prst="line">
            <a:avLst/>
          </a:prstGeom>
          <a:noFill xmlns:a="http://schemas.openxmlformats.org/drawingml/2006/main"/>
          <a:ln xmlns:a="http://schemas.openxmlformats.org/drawingml/2006/main" w="38100">
            <a:solidFill>
              <a:srgbClr val="278766"/>
            </a:solidFill>
            <a:prstDash val="solid"/>
          </a:ln>
        </p:spPr>
      </p:sp>
      <p:sp>
        <p:nvSpPr>
          <p:cNvPr id="31" name="f109">
            <a:extLst xmlns:a="http://schemas.openxmlformats.org/drawingml/2006/main">
              <a:ext uri="{FF2B5EF4-FFF2-40B4-BE49-F238E27FC236}">
                <a16:creationId xmlns:a16="http://schemas.microsoft.com/office/drawing/2014/main" id="{D6B4A924-363B-45C9-A3D0-B7F7DA5B8BA6}"/>
              </a:ext>
            </a:extLst>
          </p:cNvPr>
          <p:cNvSpPr>
            <a:spLocks xmlns:a="http://schemas.openxmlformats.org/drawingml/2006/main" noGrp="1"/>
          </p:cNvSpPr>
          <p:nvPr/>
        </p:nvSpPr>
        <p:spPr>
          <a:xfrm xmlns:a="http://schemas.openxmlformats.org/drawingml/2006/main">
            <a:off x="7305675" y="6048375"/>
            <a:ext cx="219075" cy="171450"/>
          </a:xfrm>
          <a:prstGeom xmlns:a="http://schemas.openxmlformats.org/drawingml/2006/main" prst="rightArrow">
            <a:avLst/>
          </a:prstGeom>
          <a:solidFill xmlns:a="http://schemas.openxmlformats.org/drawingml/2006/main">
            <a:srgbClr val="278766"/>
          </a:solidFill>
          <a:ln xmlns:a="http://schemas.openxmlformats.org/drawingml/2006/main" w="0">
            <a:noFill/>
            <a:prstDash val="solid"/>
          </a:ln>
        </p:spPr>
      </p:sp>
      <p:sp>
        <p:nvSpPr>
          <p:cNvPr id="32" name="f110">
            <a:extLst xmlns:a="http://schemas.openxmlformats.org/drawingml/2006/main">
              <a:ext uri="{FF2B5EF4-FFF2-40B4-BE49-F238E27FC236}">
                <a16:creationId xmlns:a16="http://schemas.microsoft.com/office/drawing/2014/main" id="{B92C674E-3F40-46E9-8C20-B5807D385204}"/>
              </a:ext>
            </a:extLst>
          </p:cNvPr>
          <p:cNvSpPr>
            <a:spLocks xmlns:a="http://schemas.openxmlformats.org/drawingml/2006/main" noGrp="1"/>
          </p:cNvSpPr>
          <p:nvPr/>
        </p:nvSpPr>
        <p:spPr>
          <a:xfrm xmlns:a="http://schemas.openxmlformats.org/drawingml/2006/main">
            <a:off x="12287250" y="5753100"/>
            <a:ext cx="2047875" cy="1038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2025" b="0">
                <a:solidFill>
                  <a:srgbClr val="52627B"/>
                </a:solidFill>
                <a:latin typeface="Nimbus Sans"/>
                <a:ea typeface="Nimbus Sans"/>
                <a:cs typeface="Nimbus Sans"/>
              </a:defRPr>
            </a:defPPr>
            <a:lvl1pPr algn="l">
              <a:defRPr sz="2025" b="0">
                <a:solidFill>
                  <a:srgbClr val="52627B"/>
                </a:solidFill>
                <a:latin typeface="Nimbus Sans"/>
                <a:ea typeface="Nimbus Sans"/>
                <a:cs typeface="Nimbus Sans"/>
              </a:defRPr>
            </a:lvl1pPr>
            <a:lvl2pPr algn="l">
              <a:defRPr sz="2025" b="0">
                <a:solidFill>
                  <a:srgbClr val="52627B"/>
                </a:solidFill>
                <a:latin typeface="Nimbus Sans"/>
                <a:ea typeface="Nimbus Sans"/>
                <a:cs typeface="Nimbus Sans"/>
              </a:defRPr>
            </a:lvl2pPr>
            <a:lvl3pPr algn="l">
              <a:defRPr sz="2025" b="0">
                <a:solidFill>
                  <a:srgbClr val="52627B"/>
                </a:solidFill>
                <a:latin typeface="Nimbus Sans"/>
                <a:ea typeface="Nimbus Sans"/>
                <a:cs typeface="Nimbus Sans"/>
              </a:defRPr>
            </a:lvl3pPr>
            <a:lvl4pPr algn="l">
              <a:defRPr sz="2025" b="0">
                <a:solidFill>
                  <a:srgbClr val="52627B"/>
                </a:solidFill>
                <a:latin typeface="Nimbus Sans"/>
                <a:ea typeface="Nimbus Sans"/>
                <a:cs typeface="Nimbus Sans"/>
              </a:defRPr>
            </a:lvl4pPr>
            <a:lvl5pPr algn="l">
              <a:defRPr sz="2025" b="0">
                <a:solidFill>
                  <a:srgbClr val="52627B"/>
                </a:solidFill>
                <a:latin typeface="Nimbus Sans"/>
                <a:ea typeface="Nimbus Sans"/>
                <a:cs typeface="Nimbus Sans"/>
              </a:defRPr>
            </a:lvl5pPr>
            <a:lvl6pPr algn="l">
              <a:defRPr sz="2025" b="0">
                <a:solidFill>
                  <a:srgbClr val="52627B"/>
                </a:solidFill>
                <a:latin typeface="Nimbus Sans"/>
                <a:ea typeface="Nimbus Sans"/>
                <a:cs typeface="Nimbus Sans"/>
              </a:defRPr>
            </a:lvl6pPr>
            <a:lvl7pPr algn="l">
              <a:defRPr sz="2025" b="0">
                <a:solidFill>
                  <a:srgbClr val="52627B"/>
                </a:solidFill>
                <a:latin typeface="Nimbus Sans"/>
                <a:ea typeface="Nimbus Sans"/>
                <a:cs typeface="Nimbus Sans"/>
              </a:defRPr>
            </a:lvl7pPr>
            <a:lvl8pPr algn="l">
              <a:defRPr sz="2025" b="0">
                <a:solidFill>
                  <a:srgbClr val="52627B"/>
                </a:solidFill>
                <a:latin typeface="Nimbus Sans"/>
                <a:ea typeface="Nimbus Sans"/>
                <a:cs typeface="Nimbus Sans"/>
              </a:defRPr>
            </a:lvl8pPr>
            <a:lvl9pPr algn="l">
              <a:defRPr sz="2025" b="0">
                <a:solidFill>
                  <a:srgbClr val="52627B"/>
                </a:solidFill>
                <a:latin typeface="Nimbus Sans"/>
                <a:ea typeface="Nimbus Sans"/>
                <a:cs typeface="Nimbus Sans"/>
              </a:defRPr>
            </a:lvl9pPr>
          </a:lstStyle>
          <a:p xmlns:a="http://schemas.openxmlformats.org/drawingml/2006/main">
            <a:pPr algn="l">
              <a:defRPr sz="2025" b="0">
                <a:solidFill>
                  <a:srgbClr val="52627B"/>
                </a:solidFill>
                <a:latin typeface="Nimbus Sans"/>
                <a:ea typeface="Nimbus Sans"/>
                <a:cs typeface="Nimbus Sans"/>
              </a:defRPr>
            </a:pPr>
            <a:r>
              <a:rPr sz="2025" b="0">
                <a:solidFill>
                  <a:srgbClr val="52627B"/>
                </a:solidFill>
                <a:latin typeface="Nimbus Sans"/>
                <a:ea typeface="Nimbus Sans"/>
                <a:cs typeface="Nimbus Sans"/>
              </a:rPr>
              <a:t>Statica</a:t>
            </a:r>
          </a:p>
          <a:p xmlns:a="http://schemas.openxmlformats.org/drawingml/2006/main">
            <a:pPr algn="l">
              <a:defRPr sz="2025" b="0">
                <a:solidFill>
                  <a:srgbClr val="52627B"/>
                </a:solidFill>
                <a:latin typeface="Nimbus Sans"/>
                <a:ea typeface="Nimbus Sans"/>
                <a:cs typeface="Nimbus Sans"/>
              </a:defRPr>
            </a:pPr>
            <a:r>
              <a:rPr sz="2025" b="0">
                <a:solidFill>
                  <a:srgbClr val="52627B"/>
                </a:solidFill>
                <a:latin typeface="Nimbus Sans"/>
                <a:ea typeface="Nimbus Sans"/>
                <a:cs typeface="Nimbus Sans"/>
              </a:rPr>
              <a:t>Temporale</a:t>
            </a:r>
          </a:p>
          <a:p xmlns:a="http://schemas.openxmlformats.org/drawingml/2006/main">
            <a:pPr algn="l">
              <a:defRPr sz="2025" b="0">
                <a:solidFill>
                  <a:srgbClr val="52627B"/>
                </a:solidFill>
                <a:latin typeface="Nimbus Sans"/>
                <a:ea typeface="Nimbus Sans"/>
                <a:cs typeface="Nimbus Sans"/>
              </a:defRPr>
            </a:pPr>
            <a:r>
              <a:rPr sz="2025" b="0">
                <a:solidFill>
                  <a:srgbClr val="52627B"/>
                </a:solidFill>
                <a:latin typeface="Nimbus Sans"/>
                <a:ea typeface="Nimbus Sans"/>
                <a:cs typeface="Nimbus Sans"/>
              </a:rPr>
              <a:t>(MonPoly)</a:t>
            </a:r>
          </a:p>
        </p:txBody>
      </p:sp>
    </p:spTree>
    <p:extLst>
      <p:ext uri="{BB962C8B-B14F-4D97-AF65-F5344CB8AC3E}">
        <p14:creationId xmlns:p14="http://schemas.microsoft.com/office/powerpoint/2010/main" val="1791839955"/>
      </p:ext>
    </p:extLst>
  </p:cSld>
</p:sld>
</file>

<file path=ppt/slides/slide5.xml><?xml version="1.0" encoding="utf-8"?>
<p:sld xmlns:p="http://schemas.openxmlformats.org/presentationml/2006/main">
  <p:cSld>
    <p:bg>
      <p:bgPr>
        <a:solidFill xmlns:a="http://schemas.openxmlformats.org/drawingml/2006/main">
          <a:srgbClr val="F3F6F9"/>
        </a:solidFill>
      </p:bgPr>
    </p:bg>
    <p:spTree>
      <p:nvGrpSpPr>
        <p:cNvPr id="1" name=""/>
        <p:cNvGrpSpPr/>
        <p:nvPr/>
      </p:nvGrpSpPr>
      <p:grpSpPr>
        <a:xfrm xmlns:a="http://schemas.openxmlformats.org/drawingml/2006/main"/>
      </p:grpSpPr>
      <p:sp>
        <p:nvSpPr>
          <p:cNvPr id="11" name="f111">
            <a:extLst xmlns:a="http://schemas.openxmlformats.org/drawingml/2006/main">
              <a:ext uri="{FF2B5EF4-FFF2-40B4-BE49-F238E27FC236}">
                <a16:creationId xmlns:a16="http://schemas.microsoft.com/office/drawing/2014/main" id="{6F715E9B-20CA-4A02-8BC2-88771B05E4F8}"/>
              </a:ext>
            </a:extLst>
          </p:cNvPr>
          <p:cNvSpPr>
            <a:spLocks xmlns:a="http://schemas.openxmlformats.org/drawingml/2006/main" noGrp="1"/>
          </p:cNvSpPr>
          <p:nvPr/>
        </p:nvSpPr>
        <p:spPr>
          <a:xfrm xmlns:a="http://schemas.openxmlformats.org/drawingml/2006/main">
            <a:off x="1066800" y="666750"/>
            <a:ext cx="109537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1500" b="0">
                <a:solidFill>
                  <a:srgbClr val="4264D0"/>
                </a:solidFill>
                <a:latin typeface="Nimbus Sans"/>
                <a:ea typeface="Nimbus Sans"/>
                <a:cs typeface="Nimbus Sans"/>
              </a:defRPr>
            </a:defPPr>
            <a:lvl1pPr algn="l">
              <a:defRPr sz="1500" b="0">
                <a:solidFill>
                  <a:srgbClr val="4264D0"/>
                </a:solidFill>
                <a:latin typeface="Nimbus Sans"/>
                <a:ea typeface="Nimbus Sans"/>
                <a:cs typeface="Nimbus Sans"/>
              </a:defRPr>
            </a:lvl1pPr>
            <a:lvl2pPr algn="l">
              <a:defRPr sz="1500" b="0">
                <a:solidFill>
                  <a:srgbClr val="4264D0"/>
                </a:solidFill>
                <a:latin typeface="Nimbus Sans"/>
                <a:ea typeface="Nimbus Sans"/>
                <a:cs typeface="Nimbus Sans"/>
              </a:defRPr>
            </a:lvl2pPr>
            <a:lvl3pPr algn="l">
              <a:defRPr sz="1500" b="0">
                <a:solidFill>
                  <a:srgbClr val="4264D0"/>
                </a:solidFill>
                <a:latin typeface="Nimbus Sans"/>
                <a:ea typeface="Nimbus Sans"/>
                <a:cs typeface="Nimbus Sans"/>
              </a:defRPr>
            </a:lvl3pPr>
            <a:lvl4pPr algn="l">
              <a:defRPr sz="1500" b="0">
                <a:solidFill>
                  <a:srgbClr val="4264D0"/>
                </a:solidFill>
                <a:latin typeface="Nimbus Sans"/>
                <a:ea typeface="Nimbus Sans"/>
                <a:cs typeface="Nimbus Sans"/>
              </a:defRPr>
            </a:lvl4pPr>
            <a:lvl5pPr algn="l">
              <a:defRPr sz="1500" b="0">
                <a:solidFill>
                  <a:srgbClr val="4264D0"/>
                </a:solidFill>
                <a:latin typeface="Nimbus Sans"/>
                <a:ea typeface="Nimbus Sans"/>
                <a:cs typeface="Nimbus Sans"/>
              </a:defRPr>
            </a:lvl5pPr>
            <a:lvl6pPr algn="l">
              <a:defRPr sz="1500" b="0">
                <a:solidFill>
                  <a:srgbClr val="4264D0"/>
                </a:solidFill>
                <a:latin typeface="Nimbus Sans"/>
                <a:ea typeface="Nimbus Sans"/>
                <a:cs typeface="Nimbus Sans"/>
              </a:defRPr>
            </a:lvl6pPr>
            <a:lvl7pPr algn="l">
              <a:defRPr sz="1500" b="0">
                <a:solidFill>
                  <a:srgbClr val="4264D0"/>
                </a:solidFill>
                <a:latin typeface="Nimbus Sans"/>
                <a:ea typeface="Nimbus Sans"/>
                <a:cs typeface="Nimbus Sans"/>
              </a:defRPr>
            </a:lvl7pPr>
            <a:lvl8pPr algn="l">
              <a:defRPr sz="1500" b="0">
                <a:solidFill>
                  <a:srgbClr val="4264D0"/>
                </a:solidFill>
                <a:latin typeface="Nimbus Sans"/>
                <a:ea typeface="Nimbus Sans"/>
                <a:cs typeface="Nimbus Sans"/>
              </a:defRPr>
            </a:lvl8pPr>
            <a:lvl9pPr algn="l">
              <a:defRPr sz="1500" b="0">
                <a:solidFill>
                  <a:srgbClr val="4264D0"/>
                </a:solidFill>
                <a:latin typeface="Nimbus Sans"/>
                <a:ea typeface="Nimbus Sans"/>
                <a:cs typeface="Nimbus Sans"/>
              </a:defRPr>
            </a:lvl9pPr>
          </a:lstStyle>
          <a:p xmlns:a="http://schemas.openxmlformats.org/drawingml/2006/main">
            <a:pPr algn="l">
              <a:defRPr sz="1500" b="0">
                <a:solidFill>
                  <a:srgbClr val="4264D0"/>
                </a:solidFill>
                <a:latin typeface="Nimbus Sans"/>
                <a:ea typeface="Nimbus Sans"/>
                <a:cs typeface="Nimbus Sans"/>
              </a:defRPr>
            </a:pPr>
            <a:r>
              <a:rPr sz="1500" b="0">
                <a:solidFill>
                  <a:srgbClr val="4264D0"/>
                </a:solidFill>
                <a:latin typeface="Nimbus Sans"/>
                <a:ea typeface="Nimbus Sans"/>
                <a:cs typeface="Nimbus Sans"/>
              </a:rPr>
              <a:t>VALUTAZIONE</a:t>
            </a:r>
          </a:p>
        </p:txBody>
      </p:sp>
      <p:sp>
        <p:nvSpPr>
          <p:cNvPr id="2" name="f112">
            <a:extLst xmlns:a="http://schemas.openxmlformats.org/drawingml/2006/main">
              <a:ext uri="{FF2B5EF4-FFF2-40B4-BE49-F238E27FC236}">
                <a16:creationId xmlns:a16="http://schemas.microsoft.com/office/drawing/2014/main" id="{0F607742-EA1E-4D58-8298-0D5E607E18B6}"/>
              </a:ext>
            </a:extLst>
          </p:cNvPr>
          <p:cNvSpPr>
            <a:spLocks xmlns:a="http://schemas.openxmlformats.org/drawingml/2006/main" noGrp="1"/>
          </p:cNvSpPr>
          <p:nvPr/>
        </p:nvSpPr>
        <p:spPr>
          <a:xfrm xmlns:a="http://schemas.openxmlformats.org/drawingml/2006/main">
            <a:off x="12858750" y="666750"/>
            <a:ext cx="13144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r">
              <a:defRPr sz="1350" b="0">
                <a:solidFill>
                  <a:srgbClr val="52627B"/>
                </a:solidFill>
                <a:latin typeface="Nimbus Sans"/>
                <a:ea typeface="Nimbus Sans"/>
                <a:cs typeface="Nimbus Sans"/>
              </a:defRPr>
            </a:defPPr>
            <a:lvl1pPr algn="r">
              <a:defRPr sz="1350" b="0">
                <a:solidFill>
                  <a:srgbClr val="52627B"/>
                </a:solidFill>
                <a:latin typeface="Nimbus Sans"/>
                <a:ea typeface="Nimbus Sans"/>
                <a:cs typeface="Nimbus Sans"/>
              </a:defRPr>
            </a:lvl1pPr>
            <a:lvl2pPr algn="r">
              <a:defRPr sz="1350" b="0">
                <a:solidFill>
                  <a:srgbClr val="52627B"/>
                </a:solidFill>
                <a:latin typeface="Nimbus Sans"/>
                <a:ea typeface="Nimbus Sans"/>
                <a:cs typeface="Nimbus Sans"/>
              </a:defRPr>
            </a:lvl2pPr>
            <a:lvl3pPr algn="r">
              <a:defRPr sz="1350" b="0">
                <a:solidFill>
                  <a:srgbClr val="52627B"/>
                </a:solidFill>
                <a:latin typeface="Nimbus Sans"/>
                <a:ea typeface="Nimbus Sans"/>
                <a:cs typeface="Nimbus Sans"/>
              </a:defRPr>
            </a:lvl3pPr>
            <a:lvl4pPr algn="r">
              <a:defRPr sz="1350" b="0">
                <a:solidFill>
                  <a:srgbClr val="52627B"/>
                </a:solidFill>
                <a:latin typeface="Nimbus Sans"/>
                <a:ea typeface="Nimbus Sans"/>
                <a:cs typeface="Nimbus Sans"/>
              </a:defRPr>
            </a:lvl4pPr>
            <a:lvl5pPr algn="r">
              <a:defRPr sz="1350" b="0">
                <a:solidFill>
                  <a:srgbClr val="52627B"/>
                </a:solidFill>
                <a:latin typeface="Nimbus Sans"/>
                <a:ea typeface="Nimbus Sans"/>
                <a:cs typeface="Nimbus Sans"/>
              </a:defRPr>
            </a:lvl5pPr>
            <a:lvl6pPr algn="r">
              <a:defRPr sz="1350" b="0">
                <a:solidFill>
                  <a:srgbClr val="52627B"/>
                </a:solidFill>
                <a:latin typeface="Nimbus Sans"/>
                <a:ea typeface="Nimbus Sans"/>
                <a:cs typeface="Nimbus Sans"/>
              </a:defRPr>
            </a:lvl6pPr>
            <a:lvl7pPr algn="r">
              <a:defRPr sz="1350" b="0">
                <a:solidFill>
                  <a:srgbClr val="52627B"/>
                </a:solidFill>
                <a:latin typeface="Nimbus Sans"/>
                <a:ea typeface="Nimbus Sans"/>
                <a:cs typeface="Nimbus Sans"/>
              </a:defRPr>
            </a:lvl7pPr>
            <a:lvl8pPr algn="r">
              <a:defRPr sz="1350" b="0">
                <a:solidFill>
                  <a:srgbClr val="52627B"/>
                </a:solidFill>
                <a:latin typeface="Nimbus Sans"/>
                <a:ea typeface="Nimbus Sans"/>
                <a:cs typeface="Nimbus Sans"/>
              </a:defRPr>
            </a:lvl8pPr>
            <a:lvl9pPr algn="r">
              <a:defRPr sz="1350" b="0">
                <a:solidFill>
                  <a:srgbClr val="52627B"/>
                </a:solidFill>
                <a:latin typeface="Nimbus Sans"/>
                <a:ea typeface="Nimbus Sans"/>
                <a:cs typeface="Nimbus Sans"/>
              </a:defRPr>
            </a:lvl9pPr>
          </a:lstStyle>
          <a:p xmlns:a="http://schemas.openxmlformats.org/drawingml/2006/main">
            <a:pPr algn="r">
              <a:defRPr sz="1350" b="0">
                <a:solidFill>
                  <a:srgbClr val="52627B"/>
                </a:solidFill>
                <a:latin typeface="Nimbus Sans"/>
                <a:ea typeface="Nimbus Sans"/>
                <a:cs typeface="Nimbus Sans"/>
              </a:defRPr>
            </a:pPr>
            <a:r>
              <a:rPr sz="1350" b="0">
                <a:solidFill>
                  <a:srgbClr val="52627B"/>
                </a:solidFill>
                <a:latin typeface="Nimbus Sans"/>
                <a:ea typeface="Nimbus Sans"/>
                <a:cs typeface="Nimbus Sans"/>
              </a:rPr>
              <a:t>05 / 06</a:t>
            </a:r>
          </a:p>
        </p:txBody>
      </p:sp>
      <p:sp>
        <p:nvSpPr>
          <p:cNvPr id="3" name="f113">
            <a:extLst xmlns:a="http://schemas.openxmlformats.org/drawingml/2006/main">
              <a:ext uri="{FF2B5EF4-FFF2-40B4-BE49-F238E27FC236}">
                <a16:creationId xmlns:a16="http://schemas.microsoft.com/office/drawing/2014/main" id="{0AB8987A-D8B1-4FEE-9008-D83DAA03F14B}"/>
              </a:ext>
            </a:extLst>
          </p:cNvPr>
          <p:cNvSpPr>
            <a:spLocks xmlns:a="http://schemas.openxmlformats.org/drawingml/2006/main" noGrp="1"/>
          </p:cNvSpPr>
          <p:nvPr/>
        </p:nvSpPr>
        <p:spPr>
          <a:xfrm xmlns:a="http://schemas.openxmlformats.org/drawingml/2006/main">
            <a:off x="1066800" y="1200150"/>
            <a:ext cx="1310640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4050" b="1">
                <a:solidFill>
                  <a:srgbClr val="182536"/>
                </a:solidFill>
                <a:latin typeface="Nimbus Sans"/>
                <a:ea typeface="Nimbus Sans"/>
                <a:cs typeface="Nimbus Sans"/>
              </a:defRPr>
            </a:defPPr>
            <a:lvl1pPr algn="l">
              <a:defRPr sz="4050" b="1">
                <a:solidFill>
                  <a:srgbClr val="182536"/>
                </a:solidFill>
                <a:latin typeface="Nimbus Sans"/>
                <a:ea typeface="Nimbus Sans"/>
                <a:cs typeface="Nimbus Sans"/>
              </a:defRPr>
            </a:lvl1pPr>
            <a:lvl2pPr algn="l">
              <a:defRPr sz="4050" b="1">
                <a:solidFill>
                  <a:srgbClr val="182536"/>
                </a:solidFill>
                <a:latin typeface="Nimbus Sans"/>
                <a:ea typeface="Nimbus Sans"/>
                <a:cs typeface="Nimbus Sans"/>
              </a:defRPr>
            </a:lvl2pPr>
            <a:lvl3pPr algn="l">
              <a:defRPr sz="4050" b="1">
                <a:solidFill>
                  <a:srgbClr val="182536"/>
                </a:solidFill>
                <a:latin typeface="Nimbus Sans"/>
                <a:ea typeface="Nimbus Sans"/>
                <a:cs typeface="Nimbus Sans"/>
              </a:defRPr>
            </a:lvl3pPr>
            <a:lvl4pPr algn="l">
              <a:defRPr sz="4050" b="1">
                <a:solidFill>
                  <a:srgbClr val="182536"/>
                </a:solidFill>
                <a:latin typeface="Nimbus Sans"/>
                <a:ea typeface="Nimbus Sans"/>
                <a:cs typeface="Nimbus Sans"/>
              </a:defRPr>
            </a:lvl4pPr>
            <a:lvl5pPr algn="l">
              <a:defRPr sz="4050" b="1">
                <a:solidFill>
                  <a:srgbClr val="182536"/>
                </a:solidFill>
                <a:latin typeface="Nimbus Sans"/>
                <a:ea typeface="Nimbus Sans"/>
                <a:cs typeface="Nimbus Sans"/>
              </a:defRPr>
            </a:lvl5pPr>
            <a:lvl6pPr algn="l">
              <a:defRPr sz="4050" b="1">
                <a:solidFill>
                  <a:srgbClr val="182536"/>
                </a:solidFill>
                <a:latin typeface="Nimbus Sans"/>
                <a:ea typeface="Nimbus Sans"/>
                <a:cs typeface="Nimbus Sans"/>
              </a:defRPr>
            </a:lvl6pPr>
            <a:lvl7pPr algn="l">
              <a:defRPr sz="4050" b="1">
                <a:solidFill>
                  <a:srgbClr val="182536"/>
                </a:solidFill>
                <a:latin typeface="Nimbus Sans"/>
                <a:ea typeface="Nimbus Sans"/>
                <a:cs typeface="Nimbus Sans"/>
              </a:defRPr>
            </a:lvl7pPr>
            <a:lvl8pPr algn="l">
              <a:defRPr sz="4050" b="1">
                <a:solidFill>
                  <a:srgbClr val="182536"/>
                </a:solidFill>
                <a:latin typeface="Nimbus Sans"/>
                <a:ea typeface="Nimbus Sans"/>
                <a:cs typeface="Nimbus Sans"/>
              </a:defRPr>
            </a:lvl8pPr>
            <a:lvl9pPr algn="l">
              <a:defRPr sz="4050" b="1">
                <a:solidFill>
                  <a:srgbClr val="182536"/>
                </a:solidFill>
                <a:latin typeface="Nimbus Sans"/>
                <a:ea typeface="Nimbus Sans"/>
                <a:cs typeface="Nimbus Sans"/>
              </a:defRPr>
            </a:lvl9pPr>
          </a:lstStyle>
          <a:p xmlns:a="http://schemas.openxmlformats.org/drawingml/2006/main">
            <a:pPr algn="l">
              <a:defRPr sz="4050" b="1">
                <a:solidFill>
                  <a:srgbClr val="182536"/>
                </a:solidFill>
                <a:latin typeface="Nimbus Sans"/>
                <a:ea typeface="Nimbus Sans"/>
                <a:cs typeface="Nimbus Sans"/>
              </a:defRPr>
            </a:pPr>
            <a:r>
              <a:rPr sz="4050" b="1">
                <a:solidFill>
                  <a:srgbClr val="182536"/>
                </a:solidFill>
                <a:latin typeface="Nimbus Sans"/>
                <a:ea typeface="Nimbus Sans"/>
                <a:cs typeface="Nimbus Sans"/>
              </a:rPr>
              <a:t>Testing sulle catture originali</a:t>
            </a:r>
          </a:p>
        </p:txBody>
      </p:sp>
      <p:sp>
        <p:nvSpPr>
          <p:cNvPr id="4" name="f114">
            <a:extLst xmlns:a="http://schemas.openxmlformats.org/drawingml/2006/main">
              <a:ext uri="{FF2B5EF4-FFF2-40B4-BE49-F238E27FC236}">
                <a16:creationId xmlns:a16="http://schemas.microsoft.com/office/drawing/2014/main" id="{A121BF5A-9333-4164-9D9C-3CC14322ED51}"/>
              </a:ext>
            </a:extLst>
          </p:cNvPr>
          <p:cNvSpPr>
            <a:spLocks xmlns:a="http://schemas.openxmlformats.org/drawingml/2006/main" noGrp="1"/>
          </p:cNvSpPr>
          <p:nvPr/>
        </p:nvSpPr>
        <p:spPr>
          <a:xfrm xmlns:a="http://schemas.openxmlformats.org/drawingml/2006/main">
            <a:off x="1066800" y="2209800"/>
            <a:ext cx="1809750" cy="8858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5850" b="1">
                <a:solidFill>
                  <a:srgbClr val="4264D0"/>
                </a:solidFill>
                <a:latin typeface="Nimbus Sans"/>
                <a:ea typeface="Nimbus Sans"/>
                <a:cs typeface="Nimbus Sans"/>
              </a:defRPr>
            </a:defPPr>
            <a:lvl1pPr algn="l">
              <a:defRPr sz="5850" b="1">
                <a:solidFill>
                  <a:srgbClr val="4264D0"/>
                </a:solidFill>
                <a:latin typeface="Nimbus Sans"/>
                <a:ea typeface="Nimbus Sans"/>
                <a:cs typeface="Nimbus Sans"/>
              </a:defRPr>
            </a:lvl1pPr>
            <a:lvl2pPr algn="l">
              <a:defRPr sz="5850" b="1">
                <a:solidFill>
                  <a:srgbClr val="4264D0"/>
                </a:solidFill>
                <a:latin typeface="Nimbus Sans"/>
                <a:ea typeface="Nimbus Sans"/>
                <a:cs typeface="Nimbus Sans"/>
              </a:defRPr>
            </a:lvl2pPr>
            <a:lvl3pPr algn="l">
              <a:defRPr sz="5850" b="1">
                <a:solidFill>
                  <a:srgbClr val="4264D0"/>
                </a:solidFill>
                <a:latin typeface="Nimbus Sans"/>
                <a:ea typeface="Nimbus Sans"/>
                <a:cs typeface="Nimbus Sans"/>
              </a:defRPr>
            </a:lvl3pPr>
            <a:lvl4pPr algn="l">
              <a:defRPr sz="5850" b="1">
                <a:solidFill>
                  <a:srgbClr val="4264D0"/>
                </a:solidFill>
                <a:latin typeface="Nimbus Sans"/>
                <a:ea typeface="Nimbus Sans"/>
                <a:cs typeface="Nimbus Sans"/>
              </a:defRPr>
            </a:lvl4pPr>
            <a:lvl5pPr algn="l">
              <a:defRPr sz="5850" b="1">
                <a:solidFill>
                  <a:srgbClr val="4264D0"/>
                </a:solidFill>
                <a:latin typeface="Nimbus Sans"/>
                <a:ea typeface="Nimbus Sans"/>
                <a:cs typeface="Nimbus Sans"/>
              </a:defRPr>
            </a:lvl5pPr>
            <a:lvl6pPr algn="l">
              <a:defRPr sz="5850" b="1">
                <a:solidFill>
                  <a:srgbClr val="4264D0"/>
                </a:solidFill>
                <a:latin typeface="Nimbus Sans"/>
                <a:ea typeface="Nimbus Sans"/>
                <a:cs typeface="Nimbus Sans"/>
              </a:defRPr>
            </a:lvl6pPr>
            <a:lvl7pPr algn="l">
              <a:defRPr sz="5850" b="1">
                <a:solidFill>
                  <a:srgbClr val="4264D0"/>
                </a:solidFill>
                <a:latin typeface="Nimbus Sans"/>
                <a:ea typeface="Nimbus Sans"/>
                <a:cs typeface="Nimbus Sans"/>
              </a:defRPr>
            </a:lvl7pPr>
            <a:lvl8pPr algn="l">
              <a:defRPr sz="5850" b="1">
                <a:solidFill>
                  <a:srgbClr val="4264D0"/>
                </a:solidFill>
                <a:latin typeface="Nimbus Sans"/>
                <a:ea typeface="Nimbus Sans"/>
                <a:cs typeface="Nimbus Sans"/>
              </a:defRPr>
            </a:lvl8pPr>
            <a:lvl9pPr algn="l">
              <a:defRPr sz="5850" b="1">
                <a:solidFill>
                  <a:srgbClr val="4264D0"/>
                </a:solidFill>
                <a:latin typeface="Nimbus Sans"/>
                <a:ea typeface="Nimbus Sans"/>
                <a:cs typeface="Nimbus Sans"/>
              </a:defRPr>
            </a:lvl9pPr>
          </a:lstStyle>
          <a:p xmlns:a="http://schemas.openxmlformats.org/drawingml/2006/main">
            <a:pPr algn="l">
              <a:defRPr sz="5850" b="1">
                <a:solidFill>
                  <a:srgbClr val="4264D0"/>
                </a:solidFill>
                <a:latin typeface="Nimbus Sans"/>
                <a:ea typeface="Nimbus Sans"/>
                <a:cs typeface="Nimbus Sans"/>
              </a:defRPr>
            </a:pPr>
            <a:r>
              <a:rPr sz="5850" b="1">
                <a:solidFill>
                  <a:srgbClr val="4264D0"/>
                </a:solidFill>
                <a:latin typeface="Nimbus Sans"/>
                <a:ea typeface="Nimbus Sans"/>
                <a:cs typeface="Nimbus Sans"/>
              </a:rPr>
              <a:t>16</a:t>
            </a:r>
          </a:p>
        </p:txBody>
      </p:sp>
      <p:sp>
        <p:nvSpPr>
          <p:cNvPr id="5" name="f115">
            <a:extLst xmlns:a="http://schemas.openxmlformats.org/drawingml/2006/main">
              <a:ext uri="{FF2B5EF4-FFF2-40B4-BE49-F238E27FC236}">
                <a16:creationId xmlns:a16="http://schemas.microsoft.com/office/drawing/2014/main" id="{2C26F54A-9539-4CFA-932A-044EB6F3F48F}"/>
              </a:ext>
            </a:extLst>
          </p:cNvPr>
          <p:cNvSpPr>
            <a:spLocks xmlns:a="http://schemas.openxmlformats.org/drawingml/2006/main" noGrp="1"/>
          </p:cNvSpPr>
          <p:nvPr/>
        </p:nvSpPr>
        <p:spPr>
          <a:xfrm xmlns:a="http://schemas.openxmlformats.org/drawingml/2006/main">
            <a:off x="2895600" y="2505075"/>
            <a:ext cx="2952750" cy="4095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2325" b="0">
                <a:solidFill>
                  <a:srgbClr val="52627B"/>
                </a:solidFill>
                <a:latin typeface="Nimbus Sans"/>
                <a:ea typeface="Nimbus Sans"/>
                <a:cs typeface="Nimbus Sans"/>
              </a:defRPr>
            </a:defPPr>
            <a:lvl1pPr algn="l">
              <a:defRPr sz="2325" b="0">
                <a:solidFill>
                  <a:srgbClr val="52627B"/>
                </a:solidFill>
                <a:latin typeface="Nimbus Sans"/>
                <a:ea typeface="Nimbus Sans"/>
                <a:cs typeface="Nimbus Sans"/>
              </a:defRPr>
            </a:lvl1pPr>
            <a:lvl2pPr algn="l">
              <a:defRPr sz="2325" b="0">
                <a:solidFill>
                  <a:srgbClr val="52627B"/>
                </a:solidFill>
                <a:latin typeface="Nimbus Sans"/>
                <a:ea typeface="Nimbus Sans"/>
                <a:cs typeface="Nimbus Sans"/>
              </a:defRPr>
            </a:lvl2pPr>
            <a:lvl3pPr algn="l">
              <a:defRPr sz="2325" b="0">
                <a:solidFill>
                  <a:srgbClr val="52627B"/>
                </a:solidFill>
                <a:latin typeface="Nimbus Sans"/>
                <a:ea typeface="Nimbus Sans"/>
                <a:cs typeface="Nimbus Sans"/>
              </a:defRPr>
            </a:lvl3pPr>
            <a:lvl4pPr algn="l">
              <a:defRPr sz="2325" b="0">
                <a:solidFill>
                  <a:srgbClr val="52627B"/>
                </a:solidFill>
                <a:latin typeface="Nimbus Sans"/>
                <a:ea typeface="Nimbus Sans"/>
                <a:cs typeface="Nimbus Sans"/>
              </a:defRPr>
            </a:lvl4pPr>
            <a:lvl5pPr algn="l">
              <a:defRPr sz="2325" b="0">
                <a:solidFill>
                  <a:srgbClr val="52627B"/>
                </a:solidFill>
                <a:latin typeface="Nimbus Sans"/>
                <a:ea typeface="Nimbus Sans"/>
                <a:cs typeface="Nimbus Sans"/>
              </a:defRPr>
            </a:lvl5pPr>
            <a:lvl6pPr algn="l">
              <a:defRPr sz="2325" b="0">
                <a:solidFill>
                  <a:srgbClr val="52627B"/>
                </a:solidFill>
                <a:latin typeface="Nimbus Sans"/>
                <a:ea typeface="Nimbus Sans"/>
                <a:cs typeface="Nimbus Sans"/>
              </a:defRPr>
            </a:lvl6pPr>
            <a:lvl7pPr algn="l">
              <a:defRPr sz="2325" b="0">
                <a:solidFill>
                  <a:srgbClr val="52627B"/>
                </a:solidFill>
                <a:latin typeface="Nimbus Sans"/>
                <a:ea typeface="Nimbus Sans"/>
                <a:cs typeface="Nimbus Sans"/>
              </a:defRPr>
            </a:lvl7pPr>
            <a:lvl8pPr algn="l">
              <a:defRPr sz="2325" b="0">
                <a:solidFill>
                  <a:srgbClr val="52627B"/>
                </a:solidFill>
                <a:latin typeface="Nimbus Sans"/>
                <a:ea typeface="Nimbus Sans"/>
                <a:cs typeface="Nimbus Sans"/>
              </a:defRPr>
            </a:lvl8pPr>
            <a:lvl9pPr algn="l">
              <a:defRPr sz="2325" b="0">
                <a:solidFill>
                  <a:srgbClr val="52627B"/>
                </a:solidFill>
                <a:latin typeface="Nimbus Sans"/>
                <a:ea typeface="Nimbus Sans"/>
                <a:cs typeface="Nimbus Sans"/>
              </a:defRPr>
            </a:lvl9pPr>
          </a:lstStyle>
          <a:p xmlns:a="http://schemas.openxmlformats.org/drawingml/2006/main">
            <a:pPr algn="l">
              <a:defRPr sz="2325" b="0">
                <a:solidFill>
                  <a:srgbClr val="52627B"/>
                </a:solidFill>
                <a:latin typeface="Nimbus Sans"/>
                <a:ea typeface="Nimbus Sans"/>
                <a:cs typeface="Nimbus Sans"/>
              </a:defRPr>
            </a:pPr>
            <a:r>
              <a:rPr sz="2325" b="0">
                <a:solidFill>
                  <a:srgbClr val="52627B"/>
                </a:solidFill>
                <a:latin typeface="Nimbus Sans"/>
                <a:ea typeface="Nimbus Sans"/>
                <a:cs typeface="Nimbus Sans"/>
              </a:rPr>
              <a:t>catture baseline</a:t>
            </a:r>
          </a:p>
        </p:txBody>
      </p:sp>
      <p:sp>
        <p:nvSpPr>
          <p:cNvPr id="6" name="f116">
            <a:extLst xmlns:a="http://schemas.openxmlformats.org/drawingml/2006/main">
              <a:ext uri="{FF2B5EF4-FFF2-40B4-BE49-F238E27FC236}">
                <a16:creationId xmlns:a16="http://schemas.microsoft.com/office/drawing/2014/main" id="{B3142D4B-E018-4587-976A-074BCEAAF306}"/>
              </a:ext>
            </a:extLst>
          </p:cNvPr>
          <p:cNvSpPr>
            <a:spLocks xmlns:a="http://schemas.openxmlformats.org/drawingml/2006/main" noGrp="1"/>
          </p:cNvSpPr>
          <p:nvPr/>
        </p:nvSpPr>
        <p:spPr>
          <a:xfrm xmlns:a="http://schemas.openxmlformats.org/drawingml/2006/main">
            <a:off x="6343650" y="2476500"/>
            <a:ext cx="2524125"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3000" b="1">
                <a:solidFill>
                  <a:srgbClr val="278766"/>
                </a:solidFill>
                <a:latin typeface="Nimbus Sans"/>
                <a:ea typeface="Nimbus Sans"/>
                <a:cs typeface="Nimbus Sans"/>
              </a:defRPr>
            </a:defPPr>
            <a:lvl1pPr algn="l">
              <a:defRPr sz="3000" b="1">
                <a:solidFill>
                  <a:srgbClr val="278766"/>
                </a:solidFill>
                <a:latin typeface="Nimbus Sans"/>
                <a:ea typeface="Nimbus Sans"/>
                <a:cs typeface="Nimbus Sans"/>
              </a:defRPr>
            </a:lvl1pPr>
            <a:lvl2pPr algn="l">
              <a:defRPr sz="3000" b="1">
                <a:solidFill>
                  <a:srgbClr val="278766"/>
                </a:solidFill>
                <a:latin typeface="Nimbus Sans"/>
                <a:ea typeface="Nimbus Sans"/>
                <a:cs typeface="Nimbus Sans"/>
              </a:defRPr>
            </a:lvl2pPr>
            <a:lvl3pPr algn="l">
              <a:defRPr sz="3000" b="1">
                <a:solidFill>
                  <a:srgbClr val="278766"/>
                </a:solidFill>
                <a:latin typeface="Nimbus Sans"/>
                <a:ea typeface="Nimbus Sans"/>
                <a:cs typeface="Nimbus Sans"/>
              </a:defRPr>
            </a:lvl3pPr>
            <a:lvl4pPr algn="l">
              <a:defRPr sz="3000" b="1">
                <a:solidFill>
                  <a:srgbClr val="278766"/>
                </a:solidFill>
                <a:latin typeface="Nimbus Sans"/>
                <a:ea typeface="Nimbus Sans"/>
                <a:cs typeface="Nimbus Sans"/>
              </a:defRPr>
            </a:lvl4pPr>
            <a:lvl5pPr algn="l">
              <a:defRPr sz="3000" b="1">
                <a:solidFill>
                  <a:srgbClr val="278766"/>
                </a:solidFill>
                <a:latin typeface="Nimbus Sans"/>
                <a:ea typeface="Nimbus Sans"/>
                <a:cs typeface="Nimbus Sans"/>
              </a:defRPr>
            </a:lvl5pPr>
            <a:lvl6pPr algn="l">
              <a:defRPr sz="3000" b="1">
                <a:solidFill>
                  <a:srgbClr val="278766"/>
                </a:solidFill>
                <a:latin typeface="Nimbus Sans"/>
                <a:ea typeface="Nimbus Sans"/>
                <a:cs typeface="Nimbus Sans"/>
              </a:defRPr>
            </a:lvl6pPr>
            <a:lvl7pPr algn="l">
              <a:defRPr sz="3000" b="1">
                <a:solidFill>
                  <a:srgbClr val="278766"/>
                </a:solidFill>
                <a:latin typeface="Nimbus Sans"/>
                <a:ea typeface="Nimbus Sans"/>
                <a:cs typeface="Nimbus Sans"/>
              </a:defRPr>
            </a:lvl7pPr>
            <a:lvl8pPr algn="l">
              <a:defRPr sz="3000" b="1">
                <a:solidFill>
                  <a:srgbClr val="278766"/>
                </a:solidFill>
                <a:latin typeface="Nimbus Sans"/>
                <a:ea typeface="Nimbus Sans"/>
                <a:cs typeface="Nimbus Sans"/>
              </a:defRPr>
            </a:lvl8pPr>
            <a:lvl9pPr algn="l">
              <a:defRPr sz="3000" b="1">
                <a:solidFill>
                  <a:srgbClr val="278766"/>
                </a:solidFill>
                <a:latin typeface="Nimbus Sans"/>
                <a:ea typeface="Nimbus Sans"/>
                <a:cs typeface="Nimbus Sans"/>
              </a:defRPr>
            </a:lvl9pPr>
          </a:lstStyle>
          <a:p xmlns:a="http://schemas.openxmlformats.org/drawingml/2006/main">
            <a:pPr algn="l">
              <a:defRPr sz="3000" b="1">
                <a:solidFill>
                  <a:srgbClr val="278766"/>
                </a:solidFill>
                <a:latin typeface="Nimbus Sans"/>
                <a:ea typeface="Nimbus Sans"/>
                <a:cs typeface="Nimbus Sans"/>
              </a:defRPr>
            </a:pPr>
            <a:r>
              <a:rPr sz="3000" b="1">
                <a:solidFill>
                  <a:srgbClr val="278766"/>
                </a:solidFill>
                <a:latin typeface="Nimbus Sans"/>
                <a:ea typeface="Nimbus Sans"/>
                <a:cs typeface="Nimbus Sans"/>
              </a:rPr>
              <a:t>12 PASS</a:t>
            </a:r>
          </a:p>
        </p:txBody>
      </p:sp>
      <p:sp>
        <p:nvSpPr>
          <p:cNvPr id="7" name="f117">
            <a:extLst xmlns:a="http://schemas.openxmlformats.org/drawingml/2006/main">
              <a:ext uri="{FF2B5EF4-FFF2-40B4-BE49-F238E27FC236}">
                <a16:creationId xmlns:a16="http://schemas.microsoft.com/office/drawing/2014/main" id="{16A95BF7-30A9-4D07-B7C5-E7274ABFA961}"/>
              </a:ext>
            </a:extLst>
          </p:cNvPr>
          <p:cNvSpPr>
            <a:spLocks xmlns:a="http://schemas.openxmlformats.org/drawingml/2006/main" noGrp="1"/>
          </p:cNvSpPr>
          <p:nvPr/>
        </p:nvSpPr>
        <p:spPr>
          <a:xfrm xmlns:a="http://schemas.openxmlformats.org/drawingml/2006/main">
            <a:off x="9201150" y="2476500"/>
            <a:ext cx="200025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3000" b="1">
                <a:solidFill>
                  <a:srgbClr val="B64B56"/>
                </a:solidFill>
                <a:latin typeface="Nimbus Sans"/>
                <a:ea typeface="Nimbus Sans"/>
                <a:cs typeface="Nimbus Sans"/>
              </a:defRPr>
            </a:defPPr>
            <a:lvl1pPr algn="l">
              <a:defRPr sz="3000" b="1">
                <a:solidFill>
                  <a:srgbClr val="B64B56"/>
                </a:solidFill>
                <a:latin typeface="Nimbus Sans"/>
                <a:ea typeface="Nimbus Sans"/>
                <a:cs typeface="Nimbus Sans"/>
              </a:defRPr>
            </a:lvl1pPr>
            <a:lvl2pPr algn="l">
              <a:defRPr sz="3000" b="1">
                <a:solidFill>
                  <a:srgbClr val="B64B56"/>
                </a:solidFill>
                <a:latin typeface="Nimbus Sans"/>
                <a:ea typeface="Nimbus Sans"/>
                <a:cs typeface="Nimbus Sans"/>
              </a:defRPr>
            </a:lvl2pPr>
            <a:lvl3pPr algn="l">
              <a:defRPr sz="3000" b="1">
                <a:solidFill>
                  <a:srgbClr val="B64B56"/>
                </a:solidFill>
                <a:latin typeface="Nimbus Sans"/>
                <a:ea typeface="Nimbus Sans"/>
                <a:cs typeface="Nimbus Sans"/>
              </a:defRPr>
            </a:lvl3pPr>
            <a:lvl4pPr algn="l">
              <a:defRPr sz="3000" b="1">
                <a:solidFill>
                  <a:srgbClr val="B64B56"/>
                </a:solidFill>
                <a:latin typeface="Nimbus Sans"/>
                <a:ea typeface="Nimbus Sans"/>
                <a:cs typeface="Nimbus Sans"/>
              </a:defRPr>
            </a:lvl4pPr>
            <a:lvl5pPr algn="l">
              <a:defRPr sz="3000" b="1">
                <a:solidFill>
                  <a:srgbClr val="B64B56"/>
                </a:solidFill>
                <a:latin typeface="Nimbus Sans"/>
                <a:ea typeface="Nimbus Sans"/>
                <a:cs typeface="Nimbus Sans"/>
              </a:defRPr>
            </a:lvl5pPr>
            <a:lvl6pPr algn="l">
              <a:defRPr sz="3000" b="1">
                <a:solidFill>
                  <a:srgbClr val="B64B56"/>
                </a:solidFill>
                <a:latin typeface="Nimbus Sans"/>
                <a:ea typeface="Nimbus Sans"/>
                <a:cs typeface="Nimbus Sans"/>
              </a:defRPr>
            </a:lvl6pPr>
            <a:lvl7pPr algn="l">
              <a:defRPr sz="3000" b="1">
                <a:solidFill>
                  <a:srgbClr val="B64B56"/>
                </a:solidFill>
                <a:latin typeface="Nimbus Sans"/>
                <a:ea typeface="Nimbus Sans"/>
                <a:cs typeface="Nimbus Sans"/>
              </a:defRPr>
            </a:lvl7pPr>
            <a:lvl8pPr algn="l">
              <a:defRPr sz="3000" b="1">
                <a:solidFill>
                  <a:srgbClr val="B64B56"/>
                </a:solidFill>
                <a:latin typeface="Nimbus Sans"/>
                <a:ea typeface="Nimbus Sans"/>
                <a:cs typeface="Nimbus Sans"/>
              </a:defRPr>
            </a:lvl8pPr>
            <a:lvl9pPr algn="l">
              <a:defRPr sz="3000" b="1">
                <a:solidFill>
                  <a:srgbClr val="B64B56"/>
                </a:solidFill>
                <a:latin typeface="Nimbus Sans"/>
                <a:ea typeface="Nimbus Sans"/>
                <a:cs typeface="Nimbus Sans"/>
              </a:defRPr>
            </a:lvl9pPr>
          </a:lstStyle>
          <a:p xmlns:a="http://schemas.openxmlformats.org/drawingml/2006/main">
            <a:pPr algn="l">
              <a:defRPr sz="3000" b="1">
                <a:solidFill>
                  <a:srgbClr val="B64B56"/>
                </a:solidFill>
                <a:latin typeface="Nimbus Sans"/>
                <a:ea typeface="Nimbus Sans"/>
                <a:cs typeface="Nimbus Sans"/>
              </a:defRPr>
            </a:pPr>
            <a:r>
              <a:rPr sz="3000" b="1">
                <a:solidFill>
                  <a:srgbClr val="B64B56"/>
                </a:solidFill>
                <a:latin typeface="Nimbus Sans"/>
                <a:ea typeface="Nimbus Sans"/>
                <a:cs typeface="Nimbus Sans"/>
              </a:rPr>
              <a:t>1 FAIL</a:t>
            </a:r>
          </a:p>
        </p:txBody>
      </p:sp>
      <p:sp>
        <p:nvSpPr>
          <p:cNvPr id="8" name="f118">
            <a:extLst xmlns:a="http://schemas.openxmlformats.org/drawingml/2006/main">
              <a:ext uri="{FF2B5EF4-FFF2-40B4-BE49-F238E27FC236}">
                <a16:creationId xmlns:a16="http://schemas.microsoft.com/office/drawing/2014/main" id="{67B61B79-AAE0-4D6F-B13B-C10F958AA473}"/>
              </a:ext>
            </a:extLst>
          </p:cNvPr>
          <p:cNvSpPr>
            <a:spLocks xmlns:a="http://schemas.openxmlformats.org/drawingml/2006/main" noGrp="1"/>
          </p:cNvSpPr>
          <p:nvPr/>
        </p:nvSpPr>
        <p:spPr>
          <a:xfrm xmlns:a="http://schemas.openxmlformats.org/drawingml/2006/main">
            <a:off x="11430000" y="2543175"/>
            <a:ext cx="27432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2175" b="1">
                <a:solidFill>
                  <a:srgbClr val="9D7139"/>
                </a:solidFill>
                <a:latin typeface="Nimbus Sans"/>
                <a:ea typeface="Nimbus Sans"/>
                <a:cs typeface="Nimbus Sans"/>
              </a:defRPr>
            </a:defPPr>
            <a:lvl1pPr algn="l">
              <a:defRPr sz="2175" b="1">
                <a:solidFill>
                  <a:srgbClr val="9D7139"/>
                </a:solidFill>
                <a:latin typeface="Nimbus Sans"/>
                <a:ea typeface="Nimbus Sans"/>
                <a:cs typeface="Nimbus Sans"/>
              </a:defRPr>
            </a:lvl1pPr>
            <a:lvl2pPr algn="l">
              <a:defRPr sz="2175" b="1">
                <a:solidFill>
                  <a:srgbClr val="9D7139"/>
                </a:solidFill>
                <a:latin typeface="Nimbus Sans"/>
                <a:ea typeface="Nimbus Sans"/>
                <a:cs typeface="Nimbus Sans"/>
              </a:defRPr>
            </a:lvl2pPr>
            <a:lvl3pPr algn="l">
              <a:defRPr sz="2175" b="1">
                <a:solidFill>
                  <a:srgbClr val="9D7139"/>
                </a:solidFill>
                <a:latin typeface="Nimbus Sans"/>
                <a:ea typeface="Nimbus Sans"/>
                <a:cs typeface="Nimbus Sans"/>
              </a:defRPr>
            </a:lvl3pPr>
            <a:lvl4pPr algn="l">
              <a:defRPr sz="2175" b="1">
                <a:solidFill>
                  <a:srgbClr val="9D7139"/>
                </a:solidFill>
                <a:latin typeface="Nimbus Sans"/>
                <a:ea typeface="Nimbus Sans"/>
                <a:cs typeface="Nimbus Sans"/>
              </a:defRPr>
            </a:lvl4pPr>
            <a:lvl5pPr algn="l">
              <a:defRPr sz="2175" b="1">
                <a:solidFill>
                  <a:srgbClr val="9D7139"/>
                </a:solidFill>
                <a:latin typeface="Nimbus Sans"/>
                <a:ea typeface="Nimbus Sans"/>
                <a:cs typeface="Nimbus Sans"/>
              </a:defRPr>
            </a:lvl5pPr>
            <a:lvl6pPr algn="l">
              <a:defRPr sz="2175" b="1">
                <a:solidFill>
                  <a:srgbClr val="9D7139"/>
                </a:solidFill>
                <a:latin typeface="Nimbus Sans"/>
                <a:ea typeface="Nimbus Sans"/>
                <a:cs typeface="Nimbus Sans"/>
              </a:defRPr>
            </a:lvl6pPr>
            <a:lvl7pPr algn="l">
              <a:defRPr sz="2175" b="1">
                <a:solidFill>
                  <a:srgbClr val="9D7139"/>
                </a:solidFill>
                <a:latin typeface="Nimbus Sans"/>
                <a:ea typeface="Nimbus Sans"/>
                <a:cs typeface="Nimbus Sans"/>
              </a:defRPr>
            </a:lvl7pPr>
            <a:lvl8pPr algn="l">
              <a:defRPr sz="2175" b="1">
                <a:solidFill>
                  <a:srgbClr val="9D7139"/>
                </a:solidFill>
                <a:latin typeface="Nimbus Sans"/>
                <a:ea typeface="Nimbus Sans"/>
                <a:cs typeface="Nimbus Sans"/>
              </a:defRPr>
            </a:lvl8pPr>
            <a:lvl9pPr algn="l">
              <a:defRPr sz="2175" b="1">
                <a:solidFill>
                  <a:srgbClr val="9D7139"/>
                </a:solidFill>
                <a:latin typeface="Nimbus Sans"/>
                <a:ea typeface="Nimbus Sans"/>
                <a:cs typeface="Nimbus Sans"/>
              </a:defRPr>
            </a:lvl9pPr>
          </a:lstStyle>
          <a:p xmlns:a="http://schemas.openxmlformats.org/drawingml/2006/main">
            <a:pPr algn="l">
              <a:defRPr sz="2175" b="1">
                <a:solidFill>
                  <a:srgbClr val="9D7139"/>
                </a:solidFill>
                <a:latin typeface="Nimbus Sans"/>
                <a:ea typeface="Nimbus Sans"/>
                <a:cs typeface="Nimbus Sans"/>
              </a:defRPr>
            </a:pPr>
            <a:r>
              <a:rPr sz="2175" b="1">
                <a:solidFill>
                  <a:srgbClr val="9D7139"/>
                </a:solidFill>
                <a:latin typeface="Nimbus Sans"/>
                <a:ea typeface="Nimbus Sans"/>
                <a:cs typeface="Nimbus Sans"/>
              </a:rPr>
              <a:t>3 INCONCLUSIVE</a:t>
            </a:r>
          </a:p>
        </p:txBody>
      </p:sp>
      <p:graphicFrame>
        <p:nvGraphicFramePr>
          <p:cNvPr id="9" name="">
            <a:extLst xmlns:a="http://schemas.openxmlformats.org/drawingml/2006/main">
              <a:ext uri="{FF2B5EF4-FFF2-40B4-BE49-F238E27FC236}">
                <a16:creationId xmlns:a16="http://schemas.microsoft.com/office/drawing/2014/main" id="{CDF95C97-7ECB-44DD-A322-4FDE1641C4D6}"/>
              </a:ext>
            </a:extLst>
          </p:cNvPr>
          <p:cNvGraphicFramePr/>
          <p:nvPr/>
        </p:nvGraphicFramePr>
        <p:xfrm>
          <a:off xmlns:a="http://schemas.openxmlformats.org/drawingml/2006/main" x="1066800" y="3457575"/>
          <a:ext xmlns:a="http://schemas.openxmlformats.org/drawingml/2006/main" cx="13106400" cy="4029075"/>
        </p:xfrm>
        <a:graphic xmlns:a="http://schemas.openxmlformats.org/drawingml/2006/main">
          <a:graphicData uri="http://schemas.openxmlformats.org/drawingml/2006/table">
            <a:tbl>
              <a:tblPr firstRow="0" bandRow="0"/>
              <a:tblGrid>
                <a:gridCol w="6905625"/>
                <a:gridCol w="3476625"/>
                <a:gridCol w="2724150"/>
              </a:tblGrid>
              <a:tr h="590550">
                <a:tc>
                  <a:txBody>
                    <a:bodyPr wrap="none">
                      <a:noAutofit/>
                    </a:bodyPr>
                    <a:lstStyle/>
                    <a:p>
                      <a:pPr algn="l"/>
                      <a:r>
                        <a:rPr sz="2025" b="1">
                          <a:solidFill>
                            <a:srgbClr val="182536"/>
                          </a:solidFill>
                          <a:latin typeface="Nimbus Sans"/>
                          <a:ea typeface="Nimbus Sans"/>
                          <a:cs typeface="Nimbus Sans"/>
                        </a:rPr>
                        <a:t>Test</a:t>
                      </a:r>
                    </a:p>
                  </a:txBody>
                  <a:tcPr marL="171450" marR="171450" marT="76200" marB="76200" anchor="ctr">
                    <a:lnL w="14288">
                      <a:solidFill>
                        <a:srgbClr val="D9E3EF"/>
                      </a:solidFill>
                      <a:prstDash val="solid"/>
                    </a:lnL>
                    <a:lnR w="14288">
                      <a:solidFill>
                        <a:srgbClr val="D9E3EF"/>
                      </a:solidFill>
                      <a:prstDash val="solid"/>
                    </a:lnR>
                    <a:lnT w="14288">
                      <a:solidFill>
                        <a:srgbClr val="D9E3EF"/>
                      </a:solidFill>
                      <a:prstDash val="solid"/>
                    </a:lnT>
                    <a:lnB w="14288">
                      <a:solidFill>
                        <a:srgbClr val="D9E3EF"/>
                      </a:solidFill>
                      <a:prstDash val="solid"/>
                    </a:lnB>
                    <a:solidFill>
                      <a:srgbClr val="F0F4FF"/>
                    </a:solidFill>
                  </a:tcPr>
                </a:tc>
                <a:tc>
                  <a:txBody>
                    <a:bodyPr wrap="none">
                      <a:noAutofit/>
                    </a:bodyPr>
                    <a:lstStyle/>
                    <a:p>
                      <a:pPr algn="ctr"/>
                      <a:r>
                        <a:rPr sz="2025" b="1">
                          <a:solidFill>
                            <a:srgbClr val="182536"/>
                          </a:solidFill>
                          <a:latin typeface="Nimbus Sans"/>
                          <a:ea typeface="Nimbus Sans"/>
                          <a:cs typeface="Nimbus Sans"/>
                        </a:rPr>
                        <a:t>Open5GS</a:t>
                      </a:r>
                    </a:p>
                  </a:txBody>
                  <a:tcPr marL="171450" marR="171450" marT="76200" marB="76200" anchor="ctr">
                    <a:lnR w="14288">
                      <a:solidFill>
                        <a:srgbClr val="D9E3EF"/>
                      </a:solidFill>
                      <a:prstDash val="solid"/>
                    </a:lnR>
                    <a:lnT w="14288">
                      <a:solidFill>
                        <a:srgbClr val="D9E3EF"/>
                      </a:solidFill>
                      <a:prstDash val="solid"/>
                    </a:lnT>
                    <a:lnB w="14288">
                      <a:solidFill>
                        <a:srgbClr val="D9E3EF"/>
                      </a:solidFill>
                      <a:prstDash val="solid"/>
                    </a:lnB>
                    <a:solidFill>
                      <a:srgbClr val="F0F4FF"/>
                    </a:solidFill>
                  </a:tcPr>
                </a:tc>
                <a:tc>
                  <a:txBody>
                    <a:bodyPr wrap="none">
                      <a:noAutofit/>
                    </a:bodyPr>
                    <a:lstStyle/>
                    <a:p>
                      <a:pPr algn="ctr"/>
                      <a:r>
                        <a:rPr sz="2025" b="1">
                          <a:solidFill>
                            <a:srgbClr val="182536"/>
                          </a:solidFill>
                          <a:latin typeface="Nimbus Sans"/>
                          <a:ea typeface="Nimbus Sans"/>
                          <a:cs typeface="Nimbus Sans"/>
                        </a:rPr>
                        <a:t>free5GC</a:t>
                      </a:r>
                    </a:p>
                  </a:txBody>
                  <a:tcPr marL="171450" marR="171450" marT="76200" marB="76200" anchor="ctr">
                    <a:lnR w="14288">
                      <a:solidFill>
                        <a:srgbClr val="D9E3EF"/>
                      </a:solidFill>
                      <a:prstDash val="solid"/>
                    </a:lnR>
                    <a:lnT w="14288">
                      <a:solidFill>
                        <a:srgbClr val="D9E3EF"/>
                      </a:solidFill>
                      <a:prstDash val="solid"/>
                    </a:lnT>
                    <a:lnB w="14288">
                      <a:solidFill>
                        <a:srgbClr val="D9E3EF"/>
                      </a:solidFill>
                      <a:prstDash val="solid"/>
                    </a:lnB>
                    <a:solidFill>
                      <a:srgbClr val="F0F4FF"/>
                    </a:solidFill>
                  </a:tcPr>
                </a:tc>
              </a:tr>
              <a:tr h="657225">
                <a:tc>
                  <a:txBody>
                    <a:bodyPr wrap="none">
                      <a:noAutofit/>
                    </a:bodyPr>
                    <a:lstStyle/>
                    <a:p>
                      <a:pPr algn="l"/>
                      <a:r>
                        <a:rPr sz="2025" b="0">
                          <a:solidFill>
                            <a:srgbClr val="182536"/>
                          </a:solidFill>
                          <a:latin typeface="Nimbus Sans"/>
                          <a:ea typeface="Nimbus Sans"/>
                          <a:cs typeface="Nimbus Sans"/>
                        </a:rPr>
                        <a:t>NRF Discovery Authorization</a:t>
                      </a:r>
                    </a:p>
                  </a:txBody>
                  <a:tcPr marL="171450" marR="171450" marT="76200" marB="76200" anchor="ctr">
                    <a:lnL w="14288">
                      <a:solidFill>
                        <a:srgbClr val="D9E3EF"/>
                      </a:solidFill>
                      <a:prstDash val="solid"/>
                    </a:lnL>
                    <a:lnR w="14288">
                      <a:solidFill>
                        <a:srgbClr val="D9E3EF"/>
                      </a:solidFill>
                      <a:prstDash val="solid"/>
                    </a:lnR>
                    <a:lnB w="14288">
                      <a:solidFill>
                        <a:srgbClr val="D9E3EF"/>
                      </a:solidFill>
                      <a:prstDash val="solid"/>
                    </a:lnB>
                    <a:solidFill>
                      <a:srgbClr val="FFFFFF"/>
                    </a:solidFill>
                  </a:tcPr>
                </a:tc>
                <a:tc>
                  <a:txBody>
                    <a:bodyPr wrap="none">
                      <a:noAutofit/>
                    </a:bodyPr>
                    <a:lstStyle/>
                    <a:p>
                      <a:pPr algn="ctr"/>
                      <a:r>
                        <a:rPr sz="2025" b="1">
                          <a:solidFill>
                            <a:srgbClr val="B64B56"/>
                          </a:solidFill>
                          <a:latin typeface="Nimbus Sans"/>
                          <a:ea typeface="Nimbus Sans"/>
                          <a:cs typeface="Nimbus Sans"/>
                        </a:rPr>
                        <a:t>FAIL</a:t>
                      </a:r>
                    </a:p>
                  </a:txBody>
                  <a:tcPr marL="171450" marR="171450" marT="76200" marB="76200" anchor="ctr">
                    <a:lnR w="14288">
                      <a:solidFill>
                        <a:srgbClr val="D9E3EF"/>
                      </a:solidFill>
                      <a:prstDash val="solid"/>
                    </a:lnR>
                    <a:lnB w="14288">
                      <a:solidFill>
                        <a:srgbClr val="D9E3EF"/>
                      </a:solidFill>
                      <a:prstDash val="solid"/>
                    </a:lnB>
                    <a:solidFill>
                      <a:srgbClr val="FFFFFF"/>
                    </a:solidFill>
                  </a:tcPr>
                </a:tc>
                <a:tc>
                  <a:txBody>
                    <a:bodyPr wrap="none">
                      <a:noAutofit/>
                    </a:bodyPr>
                    <a:lstStyle/>
                    <a:p>
                      <a:pPr algn="ctr"/>
                      <a:r>
                        <a:rPr sz="2025" b="1">
                          <a:solidFill>
                            <a:srgbClr val="182536"/>
                          </a:solidFill>
                          <a:latin typeface="Nimbus Sans"/>
                          <a:ea typeface="Nimbus Sans"/>
                          <a:cs typeface="Nimbus Sans"/>
                        </a:rPr>
                        <a:t>—</a:t>
                      </a:r>
                    </a:p>
                  </a:txBody>
                  <a:tcPr marL="171450" marR="171450" marT="76200" marB="76200" anchor="ctr">
                    <a:lnR w="14288">
                      <a:solidFill>
                        <a:srgbClr val="D9E3EF"/>
                      </a:solidFill>
                      <a:prstDash val="solid"/>
                    </a:lnR>
                    <a:lnB w="14288">
                      <a:solidFill>
                        <a:srgbClr val="D9E3EF"/>
                      </a:solidFill>
                      <a:prstDash val="solid"/>
                    </a:lnB>
                    <a:solidFill>
                      <a:srgbClr val="FFFFFF"/>
                    </a:solidFill>
                  </a:tcPr>
                </a:tc>
              </a:tr>
              <a:tr h="809625">
                <a:tc>
                  <a:txBody>
                    <a:bodyPr wrap="none">
                      <a:noAutofit/>
                    </a:bodyPr>
                    <a:lstStyle/>
                    <a:p>
                      <a:pPr algn="l"/>
                      <a:r>
                        <a:rPr sz="2025" b="0">
                          <a:solidFill>
                            <a:srgbClr val="182536"/>
                          </a:solidFill>
                          <a:latin typeface="Nimbus Sans"/>
                          <a:ea typeface="Nimbus Sans"/>
                          <a:cs typeface="Nimbus Sans"/>
                        </a:rPr>
                        <a:t>UDM Resynchronization +</a:t>
                      </a:r>
                    </a:p>
                    <a:p>
                      <a:pPr algn="l"/>
                      <a:r>
                        <a:rPr sz="2025" b="0">
                          <a:solidFill>
                            <a:srgbClr val="182536"/>
                          </a:solidFill>
                          <a:latin typeface="Nimbus Sans"/>
                          <a:ea typeface="Nimbus Sans"/>
                          <a:cs typeface="Nimbus Sans"/>
                        </a:rPr>
                        <a:t>SUCI De-concealment</a:t>
                      </a:r>
                    </a:p>
                  </a:txBody>
                  <a:tcPr marL="171450" marR="171450" marT="76200" marB="76200" anchor="ctr">
                    <a:lnL w="14288">
                      <a:solidFill>
                        <a:srgbClr val="D9E3EF"/>
                      </a:solidFill>
                      <a:prstDash val="solid"/>
                    </a:lnL>
                    <a:lnR w="14288">
                      <a:solidFill>
                        <a:srgbClr val="D9E3EF"/>
                      </a:solidFill>
                      <a:prstDash val="solid"/>
                    </a:lnR>
                    <a:lnB w="14288">
                      <a:solidFill>
                        <a:srgbClr val="D9E3EF"/>
                      </a:solidFill>
                      <a:prstDash val="solid"/>
                    </a:lnB>
                    <a:solidFill>
                      <a:srgbClr val="FFFFFF"/>
                    </a:solidFill>
                  </a:tcPr>
                </a:tc>
                <a:tc>
                  <a:txBody>
                    <a:bodyPr wrap="none">
                      <a:noAutofit/>
                    </a:bodyPr>
                    <a:lstStyle/>
                    <a:p>
                      <a:pPr algn="ctr"/>
                      <a:r>
                        <a:rPr sz="2025" b="1">
                          <a:solidFill>
                            <a:srgbClr val="278766"/>
                          </a:solidFill>
                          <a:latin typeface="Nimbus Sans"/>
                          <a:ea typeface="Nimbus Sans"/>
                          <a:cs typeface="Nimbus Sans"/>
                        </a:rPr>
                        <a:t>2 PASS</a:t>
                      </a:r>
                    </a:p>
                  </a:txBody>
                  <a:tcPr marL="171450" marR="171450" marT="76200" marB="76200" anchor="ctr">
                    <a:lnR w="14288">
                      <a:solidFill>
                        <a:srgbClr val="D9E3EF"/>
                      </a:solidFill>
                      <a:prstDash val="solid"/>
                    </a:lnR>
                    <a:lnB w="14288">
                      <a:solidFill>
                        <a:srgbClr val="D9E3EF"/>
                      </a:solidFill>
                      <a:prstDash val="solid"/>
                    </a:lnB>
                    <a:solidFill>
                      <a:srgbClr val="FFFFFF"/>
                    </a:solidFill>
                  </a:tcPr>
                </a:tc>
                <a:tc>
                  <a:txBody>
                    <a:bodyPr wrap="none">
                      <a:noAutofit/>
                    </a:bodyPr>
                    <a:lstStyle/>
                    <a:p>
                      <a:pPr algn="ctr"/>
                      <a:r>
                        <a:rPr sz="2025" b="1">
                          <a:solidFill>
                            <a:srgbClr val="182536"/>
                          </a:solidFill>
                          <a:latin typeface="Nimbus Sans"/>
                          <a:ea typeface="Nimbus Sans"/>
                          <a:cs typeface="Nimbus Sans"/>
                        </a:rPr>
                        <a:t>—</a:t>
                      </a:r>
                    </a:p>
                  </a:txBody>
                  <a:tcPr marL="171450" marR="171450" marT="76200" marB="76200" anchor="ctr">
                    <a:lnR w="14288">
                      <a:solidFill>
                        <a:srgbClr val="D9E3EF"/>
                      </a:solidFill>
                      <a:prstDash val="solid"/>
                    </a:lnR>
                    <a:lnB w="14288">
                      <a:solidFill>
                        <a:srgbClr val="D9E3EF"/>
                      </a:solidFill>
                      <a:prstDash val="solid"/>
                    </a:lnB>
                    <a:solidFill>
                      <a:srgbClr val="FFFFFF"/>
                    </a:solidFill>
                  </a:tcPr>
                </a:tc>
              </a:tr>
              <a:tr h="657225">
                <a:tc>
                  <a:txBody>
                    <a:bodyPr wrap="none">
                      <a:noAutofit/>
                    </a:bodyPr>
                    <a:lstStyle/>
                    <a:p>
                      <a:pPr algn="l"/>
                      <a:r>
                        <a:rPr sz="2025" b="0">
                          <a:solidFill>
                            <a:srgbClr val="182536"/>
                          </a:solidFill>
                          <a:latin typeface="Nimbus Sans"/>
                          <a:ea typeface="Nimbus Sans"/>
                          <a:cs typeface="Nimbus Sans"/>
                        </a:rPr>
                        <a:t>AMF Sync Failure A + B</a:t>
                      </a:r>
                    </a:p>
                  </a:txBody>
                  <a:tcPr marL="171450" marR="171450" marT="76200" marB="76200" anchor="ctr">
                    <a:lnL w="14288">
                      <a:solidFill>
                        <a:srgbClr val="D9E3EF"/>
                      </a:solidFill>
                      <a:prstDash val="solid"/>
                    </a:lnL>
                    <a:lnR w="14288">
                      <a:solidFill>
                        <a:srgbClr val="D9E3EF"/>
                      </a:solidFill>
                      <a:prstDash val="solid"/>
                    </a:lnR>
                    <a:lnB w="14288">
                      <a:solidFill>
                        <a:srgbClr val="D9E3EF"/>
                      </a:solidFill>
                      <a:prstDash val="solid"/>
                    </a:lnB>
                    <a:solidFill>
                      <a:srgbClr val="FFFFFF"/>
                    </a:solidFill>
                  </a:tcPr>
                </a:tc>
                <a:tc>
                  <a:txBody>
                    <a:bodyPr wrap="none">
                      <a:noAutofit/>
                    </a:bodyPr>
                    <a:lstStyle/>
                    <a:p>
                      <a:pPr algn="ctr"/>
                      <a:r>
                        <a:rPr sz="2025" b="1">
                          <a:solidFill>
                            <a:srgbClr val="278766"/>
                          </a:solidFill>
                          <a:latin typeface="Nimbus Sans"/>
                          <a:ea typeface="Nimbus Sans"/>
                          <a:cs typeface="Nimbus Sans"/>
                        </a:rPr>
                        <a:t>2 PASS</a:t>
                      </a:r>
                    </a:p>
                  </a:txBody>
                  <a:tcPr marL="171450" marR="171450" marT="76200" marB="76200" anchor="ctr">
                    <a:lnR w="14288">
                      <a:solidFill>
                        <a:srgbClr val="D9E3EF"/>
                      </a:solidFill>
                      <a:prstDash val="solid"/>
                    </a:lnR>
                    <a:lnB w="14288">
                      <a:solidFill>
                        <a:srgbClr val="D9E3EF"/>
                      </a:solidFill>
                      <a:prstDash val="solid"/>
                    </a:lnB>
                    <a:solidFill>
                      <a:srgbClr val="FFFFFF"/>
                    </a:solidFill>
                  </a:tcPr>
                </a:tc>
                <a:tc>
                  <a:txBody>
                    <a:bodyPr wrap="none">
                      <a:noAutofit/>
                    </a:bodyPr>
                    <a:lstStyle/>
                    <a:p>
                      <a:pPr algn="ctr"/>
                      <a:r>
                        <a:rPr sz="2025" b="1">
                          <a:solidFill>
                            <a:srgbClr val="278766"/>
                          </a:solidFill>
                          <a:latin typeface="Nimbus Sans"/>
                          <a:ea typeface="Nimbus Sans"/>
                          <a:cs typeface="Nimbus Sans"/>
                        </a:rPr>
                        <a:t>2 PASS</a:t>
                      </a:r>
                    </a:p>
                  </a:txBody>
                  <a:tcPr marL="171450" marR="171450" marT="76200" marB="76200" anchor="ctr">
                    <a:lnR w="14288">
                      <a:solidFill>
                        <a:srgbClr val="D9E3EF"/>
                      </a:solidFill>
                      <a:prstDash val="solid"/>
                    </a:lnR>
                    <a:lnB w="14288">
                      <a:solidFill>
                        <a:srgbClr val="D9E3EF"/>
                      </a:solidFill>
                      <a:prstDash val="solid"/>
                    </a:lnB>
                    <a:solidFill>
                      <a:srgbClr val="FFFFFF"/>
                    </a:solidFill>
                  </a:tcPr>
                </a:tc>
              </a:tr>
              <a:tr h="657225">
                <a:tc>
                  <a:txBody>
                    <a:bodyPr wrap="none">
                      <a:noAutofit/>
                    </a:bodyPr>
                    <a:lstStyle/>
                    <a:p>
                      <a:pPr algn="l"/>
                      <a:r>
                        <a:rPr sz="2025" b="0">
                          <a:solidFill>
                            <a:srgbClr val="182536"/>
                          </a:solidFill>
                          <a:latin typeface="Nimbus Sans"/>
                          <a:ea typeface="Nimbus Sans"/>
                          <a:cs typeface="Nimbus Sans"/>
                        </a:rPr>
                        <a:t>UPF TEID Uniqueness</a:t>
                      </a:r>
                    </a:p>
                  </a:txBody>
                  <a:tcPr marL="171450" marR="171450" marT="76200" marB="76200" anchor="ctr">
                    <a:lnL w="14288">
                      <a:solidFill>
                        <a:srgbClr val="D9E3EF"/>
                      </a:solidFill>
                      <a:prstDash val="solid"/>
                    </a:lnL>
                    <a:lnR w="14288">
                      <a:solidFill>
                        <a:srgbClr val="D9E3EF"/>
                      </a:solidFill>
                      <a:prstDash val="solid"/>
                    </a:lnR>
                    <a:lnB w="14288">
                      <a:solidFill>
                        <a:srgbClr val="D9E3EF"/>
                      </a:solidFill>
                      <a:prstDash val="solid"/>
                    </a:lnB>
                    <a:solidFill>
                      <a:srgbClr val="FFFFFF"/>
                    </a:solidFill>
                  </a:tcPr>
                </a:tc>
                <a:tc>
                  <a:txBody>
                    <a:bodyPr wrap="none">
                      <a:noAutofit/>
                    </a:bodyPr>
                    <a:lstStyle/>
                    <a:p>
                      <a:pPr algn="ctr"/>
                      <a:r>
                        <a:rPr sz="2025" b="1">
                          <a:solidFill>
                            <a:srgbClr val="278766"/>
                          </a:solidFill>
                          <a:latin typeface="Nimbus Sans"/>
                          <a:ea typeface="Nimbus Sans"/>
                          <a:cs typeface="Nimbus Sans"/>
                        </a:rPr>
                        <a:t>PASS</a:t>
                      </a:r>
                    </a:p>
                  </a:txBody>
                  <a:tcPr marL="171450" marR="171450" marT="76200" marB="76200" anchor="ctr">
                    <a:lnR w="14288">
                      <a:solidFill>
                        <a:srgbClr val="D9E3EF"/>
                      </a:solidFill>
                      <a:prstDash val="solid"/>
                    </a:lnR>
                    <a:lnB w="14288">
                      <a:solidFill>
                        <a:srgbClr val="D9E3EF"/>
                      </a:solidFill>
                      <a:prstDash val="solid"/>
                    </a:lnB>
                    <a:solidFill>
                      <a:srgbClr val="FFFFFF"/>
                    </a:solidFill>
                  </a:tcPr>
                </a:tc>
                <a:tc>
                  <a:txBody>
                    <a:bodyPr wrap="none">
                      <a:noAutofit/>
                    </a:bodyPr>
                    <a:lstStyle/>
                    <a:p>
                      <a:pPr algn="ctr"/>
                      <a:r>
                        <a:rPr sz="2025" b="1">
                          <a:solidFill>
                            <a:srgbClr val="182536"/>
                          </a:solidFill>
                          <a:latin typeface="Nimbus Sans"/>
                          <a:ea typeface="Nimbus Sans"/>
                          <a:cs typeface="Nimbus Sans"/>
                        </a:rPr>
                        <a:t>—</a:t>
                      </a:r>
                    </a:p>
                  </a:txBody>
                  <a:tcPr marL="171450" marR="171450" marT="76200" marB="76200" anchor="ctr">
                    <a:lnR w="14288">
                      <a:solidFill>
                        <a:srgbClr val="D9E3EF"/>
                      </a:solidFill>
                      <a:prstDash val="solid"/>
                    </a:lnR>
                    <a:lnB w="14288">
                      <a:solidFill>
                        <a:srgbClr val="D9E3EF"/>
                      </a:solidFill>
                      <a:prstDash val="solid"/>
                    </a:lnB>
                    <a:solidFill>
                      <a:srgbClr val="FFFFFF"/>
                    </a:solidFill>
                  </a:tcPr>
                </a:tc>
              </a:tr>
              <a:tr h="657225">
                <a:tc>
                  <a:txBody>
                    <a:bodyPr wrap="none">
                      <a:noAutofit/>
                    </a:bodyPr>
                    <a:lstStyle/>
                    <a:p>
                      <a:pPr algn="l"/>
                      <a:r>
                        <a:rPr sz="2025" b="0">
                          <a:solidFill>
                            <a:srgbClr val="182536"/>
                          </a:solidFill>
                          <a:latin typeface="Nimbus Sans"/>
                          <a:ea typeface="Nimbus Sans"/>
                          <a:cs typeface="Nimbus Sans"/>
                        </a:rPr>
                        <a:t>AMF RES* A–D</a:t>
                      </a:r>
                    </a:p>
                  </a:txBody>
                  <a:tcPr marL="171450" marR="171450" marT="76200" marB="76200" anchor="ctr">
                    <a:lnL w="14288">
                      <a:solidFill>
                        <a:srgbClr val="D9E3EF"/>
                      </a:solidFill>
                      <a:prstDash val="solid"/>
                    </a:lnL>
                    <a:lnR w="14288">
                      <a:solidFill>
                        <a:srgbClr val="D9E3EF"/>
                      </a:solidFill>
                      <a:prstDash val="solid"/>
                    </a:lnR>
                    <a:lnB w="14288">
                      <a:solidFill>
                        <a:srgbClr val="D9E3EF"/>
                      </a:solidFill>
                      <a:prstDash val="solid"/>
                    </a:lnB>
                    <a:solidFill>
                      <a:srgbClr val="FFFFFF"/>
                    </a:solidFill>
                  </a:tcPr>
                </a:tc>
                <a:tc>
                  <a:txBody>
                    <a:bodyPr wrap="none">
                      <a:noAutofit/>
                    </a:bodyPr>
                    <a:lstStyle/>
                    <a:p>
                      <a:pPr algn="ctr"/>
                      <a:r>
                        <a:rPr sz="1875" b="1">
                          <a:solidFill>
                            <a:srgbClr val="9D7139"/>
                          </a:solidFill>
                          <a:latin typeface="Nimbus Sans"/>
                          <a:ea typeface="Nimbus Sans"/>
                          <a:cs typeface="Nimbus Sans"/>
                        </a:rPr>
                        <a:t>1 PASS + 3 INCONCLUSIVE</a:t>
                      </a:r>
                    </a:p>
                  </a:txBody>
                  <a:tcPr marL="171450" marR="171450" marT="76200" marB="76200" anchor="ctr">
                    <a:lnR w="14288">
                      <a:solidFill>
                        <a:srgbClr val="D9E3EF"/>
                      </a:solidFill>
                      <a:prstDash val="solid"/>
                    </a:lnR>
                    <a:lnB w="14288">
                      <a:solidFill>
                        <a:srgbClr val="D9E3EF"/>
                      </a:solidFill>
                      <a:prstDash val="solid"/>
                    </a:lnB>
                    <a:solidFill>
                      <a:srgbClr val="FFFFFF"/>
                    </a:solidFill>
                  </a:tcPr>
                </a:tc>
                <a:tc>
                  <a:txBody>
                    <a:bodyPr wrap="none">
                      <a:noAutofit/>
                    </a:bodyPr>
                    <a:lstStyle/>
                    <a:p>
                      <a:pPr algn="ctr"/>
                      <a:r>
                        <a:rPr sz="2025" b="1">
                          <a:solidFill>
                            <a:srgbClr val="278766"/>
                          </a:solidFill>
                          <a:latin typeface="Nimbus Sans"/>
                          <a:ea typeface="Nimbus Sans"/>
                          <a:cs typeface="Nimbus Sans"/>
                        </a:rPr>
                        <a:t>4 PASS</a:t>
                      </a:r>
                    </a:p>
                  </a:txBody>
                  <a:tcPr marL="171450" marR="171450" marT="76200" marB="76200" anchor="ctr">
                    <a:lnR w="14288">
                      <a:solidFill>
                        <a:srgbClr val="D9E3EF"/>
                      </a:solidFill>
                      <a:prstDash val="solid"/>
                    </a:lnR>
                    <a:lnB w="14288">
                      <a:solidFill>
                        <a:srgbClr val="D9E3EF"/>
                      </a:solidFill>
                      <a:prstDash val="solid"/>
                    </a:lnB>
                    <a:solidFill>
                      <a:srgbClr val="FFFFFF"/>
                    </a:solidFill>
                  </a:tcPr>
                </a:tc>
              </a:tr>
            </a:tbl>
          </a:graphicData>
        </a:graphic>
      </p:graphicFrame>
      <p:sp>
        <p:nvSpPr>
          <p:cNvPr id="10" name="f120">
            <a:extLst xmlns:a="http://schemas.openxmlformats.org/drawingml/2006/main">
              <a:ext uri="{FF2B5EF4-FFF2-40B4-BE49-F238E27FC236}">
                <a16:creationId xmlns:a16="http://schemas.microsoft.com/office/drawing/2014/main" id="{20A6C704-9FE2-46B5-B46D-0286F65DACF2}"/>
              </a:ext>
            </a:extLst>
          </p:cNvPr>
          <p:cNvSpPr>
            <a:spLocks xmlns:a="http://schemas.openxmlformats.org/drawingml/2006/main" noGrp="1"/>
          </p:cNvSpPr>
          <p:nvPr/>
        </p:nvSpPr>
        <p:spPr>
          <a:xfrm xmlns:a="http://schemas.openxmlformats.org/drawingml/2006/main">
            <a:off x="1066800" y="7839075"/>
            <a:ext cx="13106400" cy="3714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ctr">
              <a:defRPr sz="2100" b="0">
                <a:solidFill>
                  <a:srgbClr val="52627B"/>
                </a:solidFill>
                <a:latin typeface="Nimbus Sans"/>
                <a:ea typeface="Nimbus Sans"/>
                <a:cs typeface="Nimbus Sans"/>
              </a:defRPr>
            </a:defPPr>
            <a:lvl1pPr algn="ctr">
              <a:defRPr sz="2100" b="0">
                <a:solidFill>
                  <a:srgbClr val="52627B"/>
                </a:solidFill>
                <a:latin typeface="Nimbus Sans"/>
                <a:ea typeface="Nimbus Sans"/>
                <a:cs typeface="Nimbus Sans"/>
              </a:defRPr>
            </a:lvl1pPr>
            <a:lvl2pPr algn="ctr">
              <a:defRPr sz="2100" b="0">
                <a:solidFill>
                  <a:srgbClr val="52627B"/>
                </a:solidFill>
                <a:latin typeface="Nimbus Sans"/>
                <a:ea typeface="Nimbus Sans"/>
                <a:cs typeface="Nimbus Sans"/>
              </a:defRPr>
            </a:lvl2pPr>
            <a:lvl3pPr algn="ctr">
              <a:defRPr sz="2100" b="0">
                <a:solidFill>
                  <a:srgbClr val="52627B"/>
                </a:solidFill>
                <a:latin typeface="Nimbus Sans"/>
                <a:ea typeface="Nimbus Sans"/>
                <a:cs typeface="Nimbus Sans"/>
              </a:defRPr>
            </a:lvl3pPr>
            <a:lvl4pPr algn="ctr">
              <a:defRPr sz="2100" b="0">
                <a:solidFill>
                  <a:srgbClr val="52627B"/>
                </a:solidFill>
                <a:latin typeface="Nimbus Sans"/>
                <a:ea typeface="Nimbus Sans"/>
                <a:cs typeface="Nimbus Sans"/>
              </a:defRPr>
            </a:lvl4pPr>
            <a:lvl5pPr algn="ctr">
              <a:defRPr sz="2100" b="0">
                <a:solidFill>
                  <a:srgbClr val="52627B"/>
                </a:solidFill>
                <a:latin typeface="Nimbus Sans"/>
                <a:ea typeface="Nimbus Sans"/>
                <a:cs typeface="Nimbus Sans"/>
              </a:defRPr>
            </a:lvl5pPr>
            <a:lvl6pPr algn="ctr">
              <a:defRPr sz="2100" b="0">
                <a:solidFill>
                  <a:srgbClr val="52627B"/>
                </a:solidFill>
                <a:latin typeface="Nimbus Sans"/>
                <a:ea typeface="Nimbus Sans"/>
                <a:cs typeface="Nimbus Sans"/>
              </a:defRPr>
            </a:lvl6pPr>
            <a:lvl7pPr algn="ctr">
              <a:defRPr sz="2100" b="0">
                <a:solidFill>
                  <a:srgbClr val="52627B"/>
                </a:solidFill>
                <a:latin typeface="Nimbus Sans"/>
                <a:ea typeface="Nimbus Sans"/>
                <a:cs typeface="Nimbus Sans"/>
              </a:defRPr>
            </a:lvl7pPr>
            <a:lvl8pPr algn="ctr">
              <a:defRPr sz="2100" b="0">
                <a:solidFill>
                  <a:srgbClr val="52627B"/>
                </a:solidFill>
                <a:latin typeface="Nimbus Sans"/>
                <a:ea typeface="Nimbus Sans"/>
                <a:cs typeface="Nimbus Sans"/>
              </a:defRPr>
            </a:lvl8pPr>
            <a:lvl9pPr algn="ctr">
              <a:defRPr sz="2100" b="0">
                <a:solidFill>
                  <a:srgbClr val="52627B"/>
                </a:solidFill>
                <a:latin typeface="Nimbus Sans"/>
                <a:ea typeface="Nimbus Sans"/>
                <a:cs typeface="Nimbus Sans"/>
              </a:defRPr>
            </a:lvl9pPr>
          </a:lstStyle>
          <a:p xmlns:a="http://schemas.openxmlformats.org/drawingml/2006/main">
            <a:pPr algn="ctr">
              <a:defRPr sz="2100" b="0">
                <a:solidFill>
                  <a:srgbClr val="52627B"/>
                </a:solidFill>
                <a:latin typeface="Nimbus Sans"/>
                <a:ea typeface="Nimbus Sans"/>
                <a:cs typeface="Nimbus Sans"/>
              </a:defRPr>
            </a:pPr>
            <a:r>
              <a:rPr sz="2100" b="0">
                <a:solidFill>
                  <a:srgbClr val="52627B"/>
                </a:solidFill>
                <a:latin typeface="Nimbus Sans"/>
                <a:ea typeface="Nimbus Sans"/>
                <a:cs typeface="Nimbus Sans"/>
              </a:rPr>
              <a:t>10 catture Open5GS + 6 free5GC</a:t>
            </a:r>
          </a:p>
        </p:txBody>
      </p:sp>
    </p:spTree>
    <p:extLst>
      <p:ext uri="{BB962C8B-B14F-4D97-AF65-F5344CB8AC3E}">
        <p14:creationId xmlns:p14="http://schemas.microsoft.com/office/powerpoint/2010/main" val="1467860648"/>
      </p:ext>
    </p:extLst>
  </p:cSld>
</p:sld>
</file>

<file path=ppt/slides/slide6.xml><?xml version="1.0" encoding="utf-8"?>
<p:sld xmlns:p="http://schemas.openxmlformats.org/presentationml/2006/main">
  <p:cSld>
    <p:bg>
      <p:bgPr>
        <a:solidFill xmlns:a="http://schemas.openxmlformats.org/drawingml/2006/main">
          <a:srgbClr val="F3F6F9"/>
        </a:solidFill>
      </p:bgPr>
    </p:bg>
    <p:spTree>
      <p:nvGrpSpPr>
        <p:cNvPr id="1" name=""/>
        <p:cNvGrpSpPr/>
        <p:nvPr/>
      </p:nvGrpSpPr>
      <p:grpSpPr>
        <a:xfrm xmlns:a="http://schemas.openxmlformats.org/drawingml/2006/main"/>
      </p:grpSpPr>
      <p:sp>
        <p:nvSpPr>
          <p:cNvPr id="36" name="f121">
            <a:extLst xmlns:a="http://schemas.openxmlformats.org/drawingml/2006/main">
              <a:ext uri="{FF2B5EF4-FFF2-40B4-BE49-F238E27FC236}">
                <a16:creationId xmlns:a16="http://schemas.microsoft.com/office/drawing/2014/main" id="{4B615DD6-620A-46BB-8238-2038F9220B88}"/>
              </a:ext>
            </a:extLst>
          </p:cNvPr>
          <p:cNvSpPr>
            <a:spLocks xmlns:a="http://schemas.openxmlformats.org/drawingml/2006/main" noGrp="1"/>
          </p:cNvSpPr>
          <p:nvPr/>
        </p:nvSpPr>
        <p:spPr>
          <a:xfrm xmlns:a="http://schemas.openxmlformats.org/drawingml/2006/main">
            <a:off x="1066800" y="666750"/>
            <a:ext cx="109537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1500" b="0">
                <a:solidFill>
                  <a:srgbClr val="4264D0"/>
                </a:solidFill>
                <a:latin typeface="Nimbus Sans"/>
                <a:ea typeface="Nimbus Sans"/>
                <a:cs typeface="Nimbus Sans"/>
              </a:defRPr>
            </a:defPPr>
            <a:lvl1pPr algn="l">
              <a:defRPr sz="1500" b="0">
                <a:solidFill>
                  <a:srgbClr val="4264D0"/>
                </a:solidFill>
                <a:latin typeface="Nimbus Sans"/>
                <a:ea typeface="Nimbus Sans"/>
                <a:cs typeface="Nimbus Sans"/>
              </a:defRPr>
            </a:lvl1pPr>
            <a:lvl2pPr algn="l">
              <a:defRPr sz="1500" b="0">
                <a:solidFill>
                  <a:srgbClr val="4264D0"/>
                </a:solidFill>
                <a:latin typeface="Nimbus Sans"/>
                <a:ea typeface="Nimbus Sans"/>
                <a:cs typeface="Nimbus Sans"/>
              </a:defRPr>
            </a:lvl2pPr>
            <a:lvl3pPr algn="l">
              <a:defRPr sz="1500" b="0">
                <a:solidFill>
                  <a:srgbClr val="4264D0"/>
                </a:solidFill>
                <a:latin typeface="Nimbus Sans"/>
                <a:ea typeface="Nimbus Sans"/>
                <a:cs typeface="Nimbus Sans"/>
              </a:defRPr>
            </a:lvl3pPr>
            <a:lvl4pPr algn="l">
              <a:defRPr sz="1500" b="0">
                <a:solidFill>
                  <a:srgbClr val="4264D0"/>
                </a:solidFill>
                <a:latin typeface="Nimbus Sans"/>
                <a:ea typeface="Nimbus Sans"/>
                <a:cs typeface="Nimbus Sans"/>
              </a:defRPr>
            </a:lvl4pPr>
            <a:lvl5pPr algn="l">
              <a:defRPr sz="1500" b="0">
                <a:solidFill>
                  <a:srgbClr val="4264D0"/>
                </a:solidFill>
                <a:latin typeface="Nimbus Sans"/>
                <a:ea typeface="Nimbus Sans"/>
                <a:cs typeface="Nimbus Sans"/>
              </a:defRPr>
            </a:lvl5pPr>
            <a:lvl6pPr algn="l">
              <a:defRPr sz="1500" b="0">
                <a:solidFill>
                  <a:srgbClr val="4264D0"/>
                </a:solidFill>
                <a:latin typeface="Nimbus Sans"/>
                <a:ea typeface="Nimbus Sans"/>
                <a:cs typeface="Nimbus Sans"/>
              </a:defRPr>
            </a:lvl6pPr>
            <a:lvl7pPr algn="l">
              <a:defRPr sz="1500" b="0">
                <a:solidFill>
                  <a:srgbClr val="4264D0"/>
                </a:solidFill>
                <a:latin typeface="Nimbus Sans"/>
                <a:ea typeface="Nimbus Sans"/>
                <a:cs typeface="Nimbus Sans"/>
              </a:defRPr>
            </a:lvl7pPr>
            <a:lvl8pPr algn="l">
              <a:defRPr sz="1500" b="0">
                <a:solidFill>
                  <a:srgbClr val="4264D0"/>
                </a:solidFill>
                <a:latin typeface="Nimbus Sans"/>
                <a:ea typeface="Nimbus Sans"/>
                <a:cs typeface="Nimbus Sans"/>
              </a:defRPr>
            </a:lvl8pPr>
            <a:lvl9pPr algn="l">
              <a:defRPr sz="1500" b="0">
                <a:solidFill>
                  <a:srgbClr val="4264D0"/>
                </a:solidFill>
                <a:latin typeface="Nimbus Sans"/>
                <a:ea typeface="Nimbus Sans"/>
                <a:cs typeface="Nimbus Sans"/>
              </a:defRPr>
            </a:lvl9pPr>
          </a:lstStyle>
          <a:p xmlns:a="http://schemas.openxmlformats.org/drawingml/2006/main">
            <a:pPr algn="l">
              <a:defRPr sz="1500" b="0">
                <a:solidFill>
                  <a:srgbClr val="4264D0"/>
                </a:solidFill>
                <a:latin typeface="Nimbus Sans"/>
                <a:ea typeface="Nimbus Sans"/>
                <a:cs typeface="Nimbus Sans"/>
              </a:defRPr>
            </a:pPr>
            <a:r>
              <a:rPr sz="1500" b="0">
                <a:solidFill>
                  <a:srgbClr val="4264D0"/>
                </a:solidFill>
                <a:latin typeface="Nimbus Sans"/>
                <a:ea typeface="Nimbus Sans"/>
                <a:cs typeface="Nimbus Sans"/>
              </a:rPr>
              <a:t>VALUTAZIONE</a:t>
            </a:r>
          </a:p>
        </p:txBody>
      </p:sp>
      <p:sp>
        <p:nvSpPr>
          <p:cNvPr id="2" name="f122">
            <a:extLst xmlns:a="http://schemas.openxmlformats.org/drawingml/2006/main">
              <a:ext uri="{FF2B5EF4-FFF2-40B4-BE49-F238E27FC236}">
                <a16:creationId xmlns:a16="http://schemas.microsoft.com/office/drawing/2014/main" id="{22B9B421-1CFD-4D87-8134-E7FB04EA7059}"/>
              </a:ext>
            </a:extLst>
          </p:cNvPr>
          <p:cNvSpPr>
            <a:spLocks xmlns:a="http://schemas.openxmlformats.org/drawingml/2006/main" noGrp="1"/>
          </p:cNvSpPr>
          <p:nvPr/>
        </p:nvSpPr>
        <p:spPr>
          <a:xfrm xmlns:a="http://schemas.openxmlformats.org/drawingml/2006/main">
            <a:off x="12858750" y="666750"/>
            <a:ext cx="13144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r">
              <a:defRPr sz="1350" b="0">
                <a:solidFill>
                  <a:srgbClr val="52627B"/>
                </a:solidFill>
                <a:latin typeface="Nimbus Sans"/>
                <a:ea typeface="Nimbus Sans"/>
                <a:cs typeface="Nimbus Sans"/>
              </a:defRPr>
            </a:defPPr>
            <a:lvl1pPr algn="r">
              <a:defRPr sz="1350" b="0">
                <a:solidFill>
                  <a:srgbClr val="52627B"/>
                </a:solidFill>
                <a:latin typeface="Nimbus Sans"/>
                <a:ea typeface="Nimbus Sans"/>
                <a:cs typeface="Nimbus Sans"/>
              </a:defRPr>
            </a:lvl1pPr>
            <a:lvl2pPr algn="r">
              <a:defRPr sz="1350" b="0">
                <a:solidFill>
                  <a:srgbClr val="52627B"/>
                </a:solidFill>
                <a:latin typeface="Nimbus Sans"/>
                <a:ea typeface="Nimbus Sans"/>
                <a:cs typeface="Nimbus Sans"/>
              </a:defRPr>
            </a:lvl2pPr>
            <a:lvl3pPr algn="r">
              <a:defRPr sz="1350" b="0">
                <a:solidFill>
                  <a:srgbClr val="52627B"/>
                </a:solidFill>
                <a:latin typeface="Nimbus Sans"/>
                <a:ea typeface="Nimbus Sans"/>
                <a:cs typeface="Nimbus Sans"/>
              </a:defRPr>
            </a:lvl3pPr>
            <a:lvl4pPr algn="r">
              <a:defRPr sz="1350" b="0">
                <a:solidFill>
                  <a:srgbClr val="52627B"/>
                </a:solidFill>
                <a:latin typeface="Nimbus Sans"/>
                <a:ea typeface="Nimbus Sans"/>
                <a:cs typeface="Nimbus Sans"/>
              </a:defRPr>
            </a:lvl4pPr>
            <a:lvl5pPr algn="r">
              <a:defRPr sz="1350" b="0">
                <a:solidFill>
                  <a:srgbClr val="52627B"/>
                </a:solidFill>
                <a:latin typeface="Nimbus Sans"/>
                <a:ea typeface="Nimbus Sans"/>
                <a:cs typeface="Nimbus Sans"/>
              </a:defRPr>
            </a:lvl5pPr>
            <a:lvl6pPr algn="r">
              <a:defRPr sz="1350" b="0">
                <a:solidFill>
                  <a:srgbClr val="52627B"/>
                </a:solidFill>
                <a:latin typeface="Nimbus Sans"/>
                <a:ea typeface="Nimbus Sans"/>
                <a:cs typeface="Nimbus Sans"/>
              </a:defRPr>
            </a:lvl6pPr>
            <a:lvl7pPr algn="r">
              <a:defRPr sz="1350" b="0">
                <a:solidFill>
                  <a:srgbClr val="52627B"/>
                </a:solidFill>
                <a:latin typeface="Nimbus Sans"/>
                <a:ea typeface="Nimbus Sans"/>
                <a:cs typeface="Nimbus Sans"/>
              </a:defRPr>
            </a:lvl7pPr>
            <a:lvl8pPr algn="r">
              <a:defRPr sz="1350" b="0">
                <a:solidFill>
                  <a:srgbClr val="52627B"/>
                </a:solidFill>
                <a:latin typeface="Nimbus Sans"/>
                <a:ea typeface="Nimbus Sans"/>
                <a:cs typeface="Nimbus Sans"/>
              </a:defRPr>
            </a:lvl8pPr>
            <a:lvl9pPr algn="r">
              <a:defRPr sz="1350" b="0">
                <a:solidFill>
                  <a:srgbClr val="52627B"/>
                </a:solidFill>
                <a:latin typeface="Nimbus Sans"/>
                <a:ea typeface="Nimbus Sans"/>
                <a:cs typeface="Nimbus Sans"/>
              </a:defRPr>
            </a:lvl9pPr>
          </a:lstStyle>
          <a:p xmlns:a="http://schemas.openxmlformats.org/drawingml/2006/main">
            <a:pPr algn="r">
              <a:defRPr sz="1350" b="0">
                <a:solidFill>
                  <a:srgbClr val="52627B"/>
                </a:solidFill>
                <a:latin typeface="Nimbus Sans"/>
                <a:ea typeface="Nimbus Sans"/>
                <a:cs typeface="Nimbus Sans"/>
              </a:defRPr>
            </a:pPr>
            <a:r>
              <a:rPr sz="1350" b="0">
                <a:solidFill>
                  <a:srgbClr val="52627B"/>
                </a:solidFill>
                <a:latin typeface="Nimbus Sans"/>
                <a:ea typeface="Nimbus Sans"/>
                <a:cs typeface="Nimbus Sans"/>
              </a:rPr>
              <a:t>06 / 06</a:t>
            </a:r>
          </a:p>
        </p:txBody>
      </p:sp>
      <p:sp>
        <p:nvSpPr>
          <p:cNvPr id="3" name="f123">
            <a:extLst xmlns:a="http://schemas.openxmlformats.org/drawingml/2006/main">
              <a:ext uri="{FF2B5EF4-FFF2-40B4-BE49-F238E27FC236}">
                <a16:creationId xmlns:a16="http://schemas.microsoft.com/office/drawing/2014/main" id="{C955D906-7604-4889-BA90-04EB4DA06C11}"/>
              </a:ext>
            </a:extLst>
          </p:cNvPr>
          <p:cNvSpPr>
            <a:spLocks xmlns:a="http://schemas.openxmlformats.org/drawingml/2006/main" noGrp="1"/>
          </p:cNvSpPr>
          <p:nvPr/>
        </p:nvSpPr>
        <p:spPr>
          <a:xfrm xmlns:a="http://schemas.openxmlformats.org/drawingml/2006/main">
            <a:off x="1066800" y="1200150"/>
            <a:ext cx="1310640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4050" b="1">
                <a:solidFill>
                  <a:srgbClr val="182536"/>
                </a:solidFill>
                <a:latin typeface="Nimbus Sans"/>
                <a:ea typeface="Nimbus Sans"/>
                <a:cs typeface="Nimbus Sans"/>
              </a:defRPr>
            </a:defPPr>
            <a:lvl1pPr algn="l">
              <a:defRPr sz="4050" b="1">
                <a:solidFill>
                  <a:srgbClr val="182536"/>
                </a:solidFill>
                <a:latin typeface="Nimbus Sans"/>
                <a:ea typeface="Nimbus Sans"/>
                <a:cs typeface="Nimbus Sans"/>
              </a:defRPr>
            </a:lvl1pPr>
            <a:lvl2pPr algn="l">
              <a:defRPr sz="4050" b="1">
                <a:solidFill>
                  <a:srgbClr val="182536"/>
                </a:solidFill>
                <a:latin typeface="Nimbus Sans"/>
                <a:ea typeface="Nimbus Sans"/>
                <a:cs typeface="Nimbus Sans"/>
              </a:defRPr>
            </a:lvl2pPr>
            <a:lvl3pPr algn="l">
              <a:defRPr sz="4050" b="1">
                <a:solidFill>
                  <a:srgbClr val="182536"/>
                </a:solidFill>
                <a:latin typeface="Nimbus Sans"/>
                <a:ea typeface="Nimbus Sans"/>
                <a:cs typeface="Nimbus Sans"/>
              </a:defRPr>
            </a:lvl3pPr>
            <a:lvl4pPr algn="l">
              <a:defRPr sz="4050" b="1">
                <a:solidFill>
                  <a:srgbClr val="182536"/>
                </a:solidFill>
                <a:latin typeface="Nimbus Sans"/>
                <a:ea typeface="Nimbus Sans"/>
                <a:cs typeface="Nimbus Sans"/>
              </a:defRPr>
            </a:lvl4pPr>
            <a:lvl5pPr algn="l">
              <a:defRPr sz="4050" b="1">
                <a:solidFill>
                  <a:srgbClr val="182536"/>
                </a:solidFill>
                <a:latin typeface="Nimbus Sans"/>
                <a:ea typeface="Nimbus Sans"/>
                <a:cs typeface="Nimbus Sans"/>
              </a:defRPr>
            </a:lvl5pPr>
            <a:lvl6pPr algn="l">
              <a:defRPr sz="4050" b="1">
                <a:solidFill>
                  <a:srgbClr val="182536"/>
                </a:solidFill>
                <a:latin typeface="Nimbus Sans"/>
                <a:ea typeface="Nimbus Sans"/>
                <a:cs typeface="Nimbus Sans"/>
              </a:defRPr>
            </a:lvl6pPr>
            <a:lvl7pPr algn="l">
              <a:defRPr sz="4050" b="1">
                <a:solidFill>
                  <a:srgbClr val="182536"/>
                </a:solidFill>
                <a:latin typeface="Nimbus Sans"/>
                <a:ea typeface="Nimbus Sans"/>
                <a:cs typeface="Nimbus Sans"/>
              </a:defRPr>
            </a:lvl7pPr>
            <a:lvl8pPr algn="l">
              <a:defRPr sz="4050" b="1">
                <a:solidFill>
                  <a:srgbClr val="182536"/>
                </a:solidFill>
                <a:latin typeface="Nimbus Sans"/>
                <a:ea typeface="Nimbus Sans"/>
                <a:cs typeface="Nimbus Sans"/>
              </a:defRPr>
            </a:lvl8pPr>
            <a:lvl9pPr algn="l">
              <a:defRPr sz="4050" b="1">
                <a:solidFill>
                  <a:srgbClr val="182536"/>
                </a:solidFill>
                <a:latin typeface="Nimbus Sans"/>
                <a:ea typeface="Nimbus Sans"/>
                <a:cs typeface="Nimbus Sans"/>
              </a:defRPr>
            </a:lvl9pPr>
          </a:lstStyle>
          <a:p xmlns:a="http://schemas.openxmlformats.org/drawingml/2006/main">
            <a:pPr algn="l">
              <a:defRPr sz="4050" b="1">
                <a:solidFill>
                  <a:srgbClr val="182536"/>
                </a:solidFill>
                <a:latin typeface="Nimbus Sans"/>
                <a:ea typeface="Nimbus Sans"/>
                <a:cs typeface="Nimbus Sans"/>
              </a:defRPr>
            </a:pPr>
            <a:r>
              <a:rPr sz="4050" b="1">
                <a:solidFill>
                  <a:srgbClr val="182536"/>
                </a:solidFill>
                <a:latin typeface="Nimbus Sans"/>
                <a:ea typeface="Nimbus Sans"/>
                <a:cs typeface="Nimbus Sans"/>
              </a:rPr>
              <a:t>Mutation testing</a:t>
            </a:r>
          </a:p>
        </p:txBody>
      </p:sp>
      <p:sp>
        <p:nvSpPr>
          <p:cNvPr id="4" name="f124">
            <a:extLst xmlns:a="http://schemas.openxmlformats.org/drawingml/2006/main">
              <a:ext uri="{FF2B5EF4-FFF2-40B4-BE49-F238E27FC236}">
                <a16:creationId xmlns:a16="http://schemas.microsoft.com/office/drawing/2014/main" id="{5DB6531B-0B51-4E74-8CE0-59C68E6D8D8D}"/>
              </a:ext>
            </a:extLst>
          </p:cNvPr>
          <p:cNvSpPr>
            <a:spLocks xmlns:a="http://schemas.openxmlformats.org/drawingml/2006/main" noGrp="1"/>
          </p:cNvSpPr>
          <p:nvPr/>
        </p:nvSpPr>
        <p:spPr>
          <a:xfrm xmlns:a="http://schemas.openxmlformats.org/drawingml/2006/main">
            <a:off x="1066800" y="2476500"/>
            <a:ext cx="2476500" cy="762000"/>
          </a:xfrm>
          <a:prstGeom xmlns:a="http://schemas.openxmlformats.org/drawingml/2006/main" prst="roundRect">
            <a:avLst>
              <a:gd name="adj" fmla="val 20000"/>
            </a:avLst>
          </a:prstGeom>
          <a:solidFill xmlns:a="http://schemas.openxmlformats.org/drawingml/2006/main">
            <a:srgbClr val="FFFFFF"/>
          </a:solidFill>
          <a:ln xmlns:a="http://schemas.openxmlformats.org/drawingml/2006/main" w="17145">
            <a:solidFill>
              <a:srgbClr val="D9E3EF"/>
            </a:solidFill>
            <a:prstDash val="solid"/>
          </a:ln>
        </p:spPr>
      </p:sp>
      <p:sp>
        <p:nvSpPr>
          <p:cNvPr id="5" name="f125">
            <a:extLst xmlns:a="http://schemas.openxmlformats.org/drawingml/2006/main">
              <a:ext uri="{FF2B5EF4-FFF2-40B4-BE49-F238E27FC236}">
                <a16:creationId xmlns:a16="http://schemas.microsoft.com/office/drawing/2014/main" id="{749868B8-080F-4D3B-9737-3F14317290DD}"/>
              </a:ext>
            </a:extLst>
          </p:cNvPr>
          <p:cNvSpPr>
            <a:spLocks xmlns:a="http://schemas.openxmlformats.org/drawingml/2006/main" noGrp="1"/>
          </p:cNvSpPr>
          <p:nvPr/>
        </p:nvSpPr>
        <p:spPr>
          <a:xfrm xmlns:a="http://schemas.openxmlformats.org/drawingml/2006/main">
            <a:off x="1219200" y="2724150"/>
            <a:ext cx="21717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ctr">
              <a:defRPr sz="2250" b="1">
                <a:solidFill>
                  <a:srgbClr val="182536"/>
                </a:solidFill>
                <a:latin typeface="Nimbus Sans"/>
                <a:ea typeface="Nimbus Sans"/>
                <a:cs typeface="Nimbus Sans"/>
              </a:defRPr>
            </a:defPPr>
            <a:lvl1pPr algn="ctr">
              <a:defRPr sz="2250" b="1">
                <a:solidFill>
                  <a:srgbClr val="182536"/>
                </a:solidFill>
                <a:latin typeface="Nimbus Sans"/>
                <a:ea typeface="Nimbus Sans"/>
                <a:cs typeface="Nimbus Sans"/>
              </a:defRPr>
            </a:lvl1pPr>
            <a:lvl2pPr algn="ctr">
              <a:defRPr sz="2250" b="1">
                <a:solidFill>
                  <a:srgbClr val="182536"/>
                </a:solidFill>
                <a:latin typeface="Nimbus Sans"/>
                <a:ea typeface="Nimbus Sans"/>
                <a:cs typeface="Nimbus Sans"/>
              </a:defRPr>
            </a:lvl2pPr>
            <a:lvl3pPr algn="ctr">
              <a:defRPr sz="2250" b="1">
                <a:solidFill>
                  <a:srgbClr val="182536"/>
                </a:solidFill>
                <a:latin typeface="Nimbus Sans"/>
                <a:ea typeface="Nimbus Sans"/>
                <a:cs typeface="Nimbus Sans"/>
              </a:defRPr>
            </a:lvl3pPr>
            <a:lvl4pPr algn="ctr">
              <a:defRPr sz="2250" b="1">
                <a:solidFill>
                  <a:srgbClr val="182536"/>
                </a:solidFill>
                <a:latin typeface="Nimbus Sans"/>
                <a:ea typeface="Nimbus Sans"/>
                <a:cs typeface="Nimbus Sans"/>
              </a:defRPr>
            </a:lvl4pPr>
            <a:lvl5pPr algn="ctr">
              <a:defRPr sz="2250" b="1">
                <a:solidFill>
                  <a:srgbClr val="182536"/>
                </a:solidFill>
                <a:latin typeface="Nimbus Sans"/>
                <a:ea typeface="Nimbus Sans"/>
                <a:cs typeface="Nimbus Sans"/>
              </a:defRPr>
            </a:lvl5pPr>
            <a:lvl6pPr algn="ctr">
              <a:defRPr sz="2250" b="1">
                <a:solidFill>
                  <a:srgbClr val="182536"/>
                </a:solidFill>
                <a:latin typeface="Nimbus Sans"/>
                <a:ea typeface="Nimbus Sans"/>
                <a:cs typeface="Nimbus Sans"/>
              </a:defRPr>
            </a:lvl6pPr>
            <a:lvl7pPr algn="ctr">
              <a:defRPr sz="2250" b="1">
                <a:solidFill>
                  <a:srgbClr val="182536"/>
                </a:solidFill>
                <a:latin typeface="Nimbus Sans"/>
                <a:ea typeface="Nimbus Sans"/>
                <a:cs typeface="Nimbus Sans"/>
              </a:defRPr>
            </a:lvl7pPr>
            <a:lvl8pPr algn="ctr">
              <a:defRPr sz="2250" b="1">
                <a:solidFill>
                  <a:srgbClr val="182536"/>
                </a:solidFill>
                <a:latin typeface="Nimbus Sans"/>
                <a:ea typeface="Nimbus Sans"/>
                <a:cs typeface="Nimbus Sans"/>
              </a:defRPr>
            </a:lvl8pPr>
            <a:lvl9pPr algn="ctr">
              <a:defRPr sz="2250" b="1">
                <a:solidFill>
                  <a:srgbClr val="182536"/>
                </a:solidFill>
                <a:latin typeface="Nimbus Sans"/>
                <a:ea typeface="Nimbus Sans"/>
                <a:cs typeface="Nimbus Sans"/>
              </a:defRPr>
            </a:lvl9pPr>
          </a:lstStyle>
          <a:p xmlns:a="http://schemas.openxmlformats.org/drawingml/2006/main">
            <a:pPr algn="ctr">
              <a:defRPr sz="2250" b="1">
                <a:solidFill>
                  <a:srgbClr val="182536"/>
                </a:solidFill>
                <a:latin typeface="Nimbus Sans"/>
                <a:ea typeface="Nimbus Sans"/>
                <a:cs typeface="Nimbus Sans"/>
              </a:defRPr>
            </a:pPr>
            <a:r>
              <a:rPr sz="2250" b="1">
                <a:solidFill>
                  <a:srgbClr val="182536"/>
                </a:solidFill>
                <a:latin typeface="Nimbus Sans"/>
                <a:ea typeface="Nimbus Sans"/>
                <a:cs typeface="Nimbus Sans"/>
              </a:rPr>
              <a:t>PCAP originale</a:t>
            </a:r>
          </a:p>
        </p:txBody>
      </p:sp>
      <p:sp>
        <p:nvSpPr>
          <p:cNvPr id="6" name="f126">
            <a:extLst xmlns:a="http://schemas.openxmlformats.org/drawingml/2006/main">
              <a:ext uri="{FF2B5EF4-FFF2-40B4-BE49-F238E27FC236}">
                <a16:creationId xmlns:a16="http://schemas.microsoft.com/office/drawing/2014/main" id="{EFF0F63E-F8C6-4A3C-A083-B3471651BE2B}"/>
              </a:ext>
            </a:extLst>
          </p:cNvPr>
          <p:cNvSpPr>
            <a:spLocks xmlns:a="http://schemas.openxmlformats.org/drawingml/2006/main" noGrp="1"/>
          </p:cNvSpPr>
          <p:nvPr/>
        </p:nvSpPr>
        <p:spPr>
          <a:xfrm xmlns:a="http://schemas.openxmlformats.org/drawingml/2006/main">
            <a:off x="3743325" y="2771775"/>
            <a:ext cx="1200150" cy="171450"/>
          </a:xfrm>
          <a:prstGeom xmlns:a="http://schemas.openxmlformats.org/drawingml/2006/main" prst="rightArrow">
            <a:avLst/>
          </a:prstGeom>
          <a:solidFill xmlns:a="http://schemas.openxmlformats.org/drawingml/2006/main">
            <a:srgbClr val="4264D0"/>
          </a:solidFill>
          <a:ln xmlns:a="http://schemas.openxmlformats.org/drawingml/2006/main" w="0">
            <a:noFill/>
            <a:prstDash val="solid"/>
          </a:ln>
        </p:spPr>
      </p:sp>
      <p:sp>
        <p:nvSpPr>
          <p:cNvPr id="7" name="f127">
            <a:extLst xmlns:a="http://schemas.openxmlformats.org/drawingml/2006/main">
              <a:ext uri="{FF2B5EF4-FFF2-40B4-BE49-F238E27FC236}">
                <a16:creationId xmlns:a16="http://schemas.microsoft.com/office/drawing/2014/main" id="{3517FA90-7391-4B89-82C1-591393465C73}"/>
              </a:ext>
            </a:extLst>
          </p:cNvPr>
          <p:cNvSpPr>
            <a:spLocks xmlns:a="http://schemas.openxmlformats.org/drawingml/2006/main" noGrp="1"/>
          </p:cNvSpPr>
          <p:nvPr/>
        </p:nvSpPr>
        <p:spPr>
          <a:xfrm xmlns:a="http://schemas.openxmlformats.org/drawingml/2006/main">
            <a:off x="5143500" y="2476500"/>
            <a:ext cx="4000500" cy="762000"/>
          </a:xfrm>
          <a:prstGeom xmlns:a="http://schemas.openxmlformats.org/drawingml/2006/main" prst="roundRect">
            <a:avLst>
              <a:gd name="adj" fmla="val 20000"/>
            </a:avLst>
          </a:prstGeom>
          <a:solidFill xmlns:a="http://schemas.openxmlformats.org/drawingml/2006/main">
            <a:srgbClr val="F0F4FF"/>
          </a:solidFill>
          <a:ln xmlns:a="http://schemas.openxmlformats.org/drawingml/2006/main" w="17145">
            <a:solidFill>
              <a:srgbClr val="D9E3EF"/>
            </a:solidFill>
            <a:prstDash val="solid"/>
          </a:ln>
        </p:spPr>
      </p:sp>
      <p:sp>
        <p:nvSpPr>
          <p:cNvPr id="8" name="f128">
            <a:extLst xmlns:a="http://schemas.openxmlformats.org/drawingml/2006/main">
              <a:ext uri="{FF2B5EF4-FFF2-40B4-BE49-F238E27FC236}">
                <a16:creationId xmlns:a16="http://schemas.microsoft.com/office/drawing/2014/main" id="{6F2B4A09-1EE9-4B4D-986F-3CBACBB061B4}"/>
              </a:ext>
            </a:extLst>
          </p:cNvPr>
          <p:cNvSpPr>
            <a:spLocks xmlns:a="http://schemas.openxmlformats.org/drawingml/2006/main" noGrp="1"/>
          </p:cNvSpPr>
          <p:nvPr/>
        </p:nvSpPr>
        <p:spPr>
          <a:xfrm xmlns:a="http://schemas.openxmlformats.org/drawingml/2006/main">
            <a:off x="5295900" y="2609850"/>
            <a:ext cx="36957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ctr">
              <a:defRPr sz="2325" b="1">
                <a:solidFill>
                  <a:srgbClr val="182536"/>
                </a:solidFill>
                <a:latin typeface="Nimbus Sans"/>
                <a:ea typeface="Nimbus Sans"/>
                <a:cs typeface="Nimbus Sans"/>
              </a:defRPr>
            </a:defPPr>
            <a:lvl1pPr algn="ctr">
              <a:defRPr sz="2325" b="1">
                <a:solidFill>
                  <a:srgbClr val="182536"/>
                </a:solidFill>
                <a:latin typeface="Nimbus Sans"/>
                <a:ea typeface="Nimbus Sans"/>
                <a:cs typeface="Nimbus Sans"/>
              </a:defRPr>
            </a:lvl1pPr>
            <a:lvl2pPr algn="ctr">
              <a:defRPr sz="2325" b="1">
                <a:solidFill>
                  <a:srgbClr val="182536"/>
                </a:solidFill>
                <a:latin typeface="Nimbus Sans"/>
                <a:ea typeface="Nimbus Sans"/>
                <a:cs typeface="Nimbus Sans"/>
              </a:defRPr>
            </a:lvl2pPr>
            <a:lvl3pPr algn="ctr">
              <a:defRPr sz="2325" b="1">
                <a:solidFill>
                  <a:srgbClr val="182536"/>
                </a:solidFill>
                <a:latin typeface="Nimbus Sans"/>
                <a:ea typeface="Nimbus Sans"/>
                <a:cs typeface="Nimbus Sans"/>
              </a:defRPr>
            </a:lvl3pPr>
            <a:lvl4pPr algn="ctr">
              <a:defRPr sz="2325" b="1">
                <a:solidFill>
                  <a:srgbClr val="182536"/>
                </a:solidFill>
                <a:latin typeface="Nimbus Sans"/>
                <a:ea typeface="Nimbus Sans"/>
                <a:cs typeface="Nimbus Sans"/>
              </a:defRPr>
            </a:lvl4pPr>
            <a:lvl5pPr algn="ctr">
              <a:defRPr sz="2325" b="1">
                <a:solidFill>
                  <a:srgbClr val="182536"/>
                </a:solidFill>
                <a:latin typeface="Nimbus Sans"/>
                <a:ea typeface="Nimbus Sans"/>
                <a:cs typeface="Nimbus Sans"/>
              </a:defRPr>
            </a:lvl5pPr>
            <a:lvl6pPr algn="ctr">
              <a:defRPr sz="2325" b="1">
                <a:solidFill>
                  <a:srgbClr val="182536"/>
                </a:solidFill>
                <a:latin typeface="Nimbus Sans"/>
                <a:ea typeface="Nimbus Sans"/>
                <a:cs typeface="Nimbus Sans"/>
              </a:defRPr>
            </a:lvl6pPr>
            <a:lvl7pPr algn="ctr">
              <a:defRPr sz="2325" b="1">
                <a:solidFill>
                  <a:srgbClr val="182536"/>
                </a:solidFill>
                <a:latin typeface="Nimbus Sans"/>
                <a:ea typeface="Nimbus Sans"/>
                <a:cs typeface="Nimbus Sans"/>
              </a:defRPr>
            </a:lvl7pPr>
            <a:lvl8pPr algn="ctr">
              <a:defRPr sz="2325" b="1">
                <a:solidFill>
                  <a:srgbClr val="182536"/>
                </a:solidFill>
                <a:latin typeface="Nimbus Sans"/>
                <a:ea typeface="Nimbus Sans"/>
                <a:cs typeface="Nimbus Sans"/>
              </a:defRPr>
            </a:lvl8pPr>
            <a:lvl9pPr algn="ctr">
              <a:defRPr sz="2325" b="1">
                <a:solidFill>
                  <a:srgbClr val="182536"/>
                </a:solidFill>
                <a:latin typeface="Nimbus Sans"/>
                <a:ea typeface="Nimbus Sans"/>
                <a:cs typeface="Nimbus Sans"/>
              </a:defRPr>
            </a:lvl9pPr>
          </a:lstStyle>
          <a:p xmlns:a="http://schemas.openxmlformats.org/drawingml/2006/main">
            <a:pPr algn="ctr">
              <a:defRPr sz="2325" b="1">
                <a:solidFill>
                  <a:srgbClr val="182536"/>
                </a:solidFill>
                <a:latin typeface="Nimbus Sans"/>
                <a:ea typeface="Nimbus Sans"/>
                <a:cs typeface="Nimbus Sans"/>
              </a:defRPr>
            </a:pPr>
            <a:r>
              <a:rPr sz="2325" b="1">
                <a:solidFill>
                  <a:srgbClr val="182536"/>
                </a:solidFill>
                <a:latin typeface="Nimbus Sans"/>
                <a:ea typeface="Nimbus Sans"/>
                <a:cs typeface="Nimbus Sans"/>
              </a:rPr>
              <a:t>Sistema di verifica</a:t>
            </a:r>
          </a:p>
        </p:txBody>
      </p:sp>
      <p:sp>
        <p:nvSpPr>
          <p:cNvPr id="9" name="f129">
            <a:extLst xmlns:a="http://schemas.openxmlformats.org/drawingml/2006/main">
              <a:ext uri="{FF2B5EF4-FFF2-40B4-BE49-F238E27FC236}">
                <a16:creationId xmlns:a16="http://schemas.microsoft.com/office/drawing/2014/main" id="{09AFE0EA-3C1B-47FE-8762-7AA5A4D09EB3}"/>
              </a:ext>
            </a:extLst>
          </p:cNvPr>
          <p:cNvSpPr>
            <a:spLocks xmlns:a="http://schemas.openxmlformats.org/drawingml/2006/main" noGrp="1"/>
          </p:cNvSpPr>
          <p:nvPr/>
        </p:nvSpPr>
        <p:spPr>
          <a:xfrm xmlns:a="http://schemas.openxmlformats.org/drawingml/2006/main">
            <a:off x="5295900" y="2962275"/>
            <a:ext cx="36957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ctr">
              <a:defRPr sz="1650" b="0">
                <a:solidFill>
                  <a:srgbClr val="4264D0"/>
                </a:solidFill>
                <a:latin typeface="Nimbus Sans"/>
                <a:ea typeface="Nimbus Sans"/>
                <a:cs typeface="Nimbus Sans"/>
              </a:defRPr>
            </a:defPPr>
            <a:lvl1pPr algn="ctr">
              <a:defRPr sz="1650" b="0">
                <a:solidFill>
                  <a:srgbClr val="4264D0"/>
                </a:solidFill>
                <a:latin typeface="Nimbus Sans"/>
                <a:ea typeface="Nimbus Sans"/>
                <a:cs typeface="Nimbus Sans"/>
              </a:defRPr>
            </a:lvl1pPr>
            <a:lvl2pPr algn="ctr">
              <a:defRPr sz="1650" b="0">
                <a:solidFill>
                  <a:srgbClr val="4264D0"/>
                </a:solidFill>
                <a:latin typeface="Nimbus Sans"/>
                <a:ea typeface="Nimbus Sans"/>
                <a:cs typeface="Nimbus Sans"/>
              </a:defRPr>
            </a:lvl2pPr>
            <a:lvl3pPr algn="ctr">
              <a:defRPr sz="1650" b="0">
                <a:solidFill>
                  <a:srgbClr val="4264D0"/>
                </a:solidFill>
                <a:latin typeface="Nimbus Sans"/>
                <a:ea typeface="Nimbus Sans"/>
                <a:cs typeface="Nimbus Sans"/>
              </a:defRPr>
            </a:lvl3pPr>
            <a:lvl4pPr algn="ctr">
              <a:defRPr sz="1650" b="0">
                <a:solidFill>
                  <a:srgbClr val="4264D0"/>
                </a:solidFill>
                <a:latin typeface="Nimbus Sans"/>
                <a:ea typeface="Nimbus Sans"/>
                <a:cs typeface="Nimbus Sans"/>
              </a:defRPr>
            </a:lvl4pPr>
            <a:lvl5pPr algn="ctr">
              <a:defRPr sz="1650" b="0">
                <a:solidFill>
                  <a:srgbClr val="4264D0"/>
                </a:solidFill>
                <a:latin typeface="Nimbus Sans"/>
                <a:ea typeface="Nimbus Sans"/>
                <a:cs typeface="Nimbus Sans"/>
              </a:defRPr>
            </a:lvl5pPr>
            <a:lvl6pPr algn="ctr">
              <a:defRPr sz="1650" b="0">
                <a:solidFill>
                  <a:srgbClr val="4264D0"/>
                </a:solidFill>
                <a:latin typeface="Nimbus Sans"/>
                <a:ea typeface="Nimbus Sans"/>
                <a:cs typeface="Nimbus Sans"/>
              </a:defRPr>
            </a:lvl6pPr>
            <a:lvl7pPr algn="ctr">
              <a:defRPr sz="1650" b="0">
                <a:solidFill>
                  <a:srgbClr val="4264D0"/>
                </a:solidFill>
                <a:latin typeface="Nimbus Sans"/>
                <a:ea typeface="Nimbus Sans"/>
                <a:cs typeface="Nimbus Sans"/>
              </a:defRPr>
            </a:lvl7pPr>
            <a:lvl8pPr algn="ctr">
              <a:defRPr sz="1650" b="0">
                <a:solidFill>
                  <a:srgbClr val="4264D0"/>
                </a:solidFill>
                <a:latin typeface="Nimbus Sans"/>
                <a:ea typeface="Nimbus Sans"/>
                <a:cs typeface="Nimbus Sans"/>
              </a:defRPr>
            </a:lvl8pPr>
            <a:lvl9pPr algn="ctr">
              <a:defRPr sz="1650" b="0">
                <a:solidFill>
                  <a:srgbClr val="4264D0"/>
                </a:solidFill>
                <a:latin typeface="Nimbus Sans"/>
                <a:ea typeface="Nimbus Sans"/>
                <a:cs typeface="Nimbus Sans"/>
              </a:defRPr>
            </a:lvl9pPr>
          </a:lstStyle>
          <a:p xmlns:a="http://schemas.openxmlformats.org/drawingml/2006/main">
            <a:pPr algn="ctr">
              <a:defRPr sz="1650" b="0">
                <a:solidFill>
                  <a:srgbClr val="4264D0"/>
                </a:solidFill>
                <a:latin typeface="Nimbus Sans"/>
                <a:ea typeface="Nimbus Sans"/>
                <a:cs typeface="Nimbus Sans"/>
              </a:defRPr>
            </a:pPr>
            <a:r>
              <a:rPr sz="1650" b="0">
                <a:solidFill>
                  <a:srgbClr val="4264D0"/>
                </a:solidFill>
                <a:latin typeface="Nimbus Sans"/>
                <a:ea typeface="Nimbus Sans"/>
                <a:cs typeface="Nimbus Sans"/>
              </a:rPr>
              <a:t>stessa DSL</a:t>
            </a:r>
          </a:p>
        </p:txBody>
      </p:sp>
      <p:sp>
        <p:nvSpPr>
          <p:cNvPr id="10" name="f130">
            <a:extLst xmlns:a="http://schemas.openxmlformats.org/drawingml/2006/main">
              <a:ext uri="{FF2B5EF4-FFF2-40B4-BE49-F238E27FC236}">
                <a16:creationId xmlns:a16="http://schemas.microsoft.com/office/drawing/2014/main" id="{21E601F2-4602-45AA-B413-642C6CA656BD}"/>
              </a:ext>
            </a:extLst>
          </p:cNvPr>
          <p:cNvSpPr>
            <a:spLocks xmlns:a="http://schemas.openxmlformats.org/drawingml/2006/main" noGrp="1"/>
          </p:cNvSpPr>
          <p:nvPr/>
        </p:nvSpPr>
        <p:spPr>
          <a:xfrm xmlns:a="http://schemas.openxmlformats.org/drawingml/2006/main">
            <a:off x="9334500" y="2771775"/>
            <a:ext cx="1514475" cy="171450"/>
          </a:xfrm>
          <a:prstGeom xmlns:a="http://schemas.openxmlformats.org/drawingml/2006/main" prst="rightArrow">
            <a:avLst/>
          </a:prstGeom>
          <a:solidFill xmlns:a="http://schemas.openxmlformats.org/drawingml/2006/main">
            <a:srgbClr val="4264D0"/>
          </a:solidFill>
          <a:ln xmlns:a="http://schemas.openxmlformats.org/drawingml/2006/main" w="0">
            <a:noFill/>
            <a:prstDash val="solid"/>
          </a:ln>
        </p:spPr>
      </p:sp>
      <p:sp>
        <p:nvSpPr>
          <p:cNvPr id="11" name="f131">
            <a:extLst xmlns:a="http://schemas.openxmlformats.org/drawingml/2006/main">
              <a:ext uri="{FF2B5EF4-FFF2-40B4-BE49-F238E27FC236}">
                <a16:creationId xmlns:a16="http://schemas.microsoft.com/office/drawing/2014/main" id="{51040886-9DDE-4300-91ED-DFBDB3E323CB}"/>
              </a:ext>
            </a:extLst>
          </p:cNvPr>
          <p:cNvSpPr>
            <a:spLocks xmlns:a="http://schemas.openxmlformats.org/drawingml/2006/main" noGrp="1"/>
          </p:cNvSpPr>
          <p:nvPr/>
        </p:nvSpPr>
        <p:spPr>
          <a:xfrm xmlns:a="http://schemas.openxmlformats.org/drawingml/2006/main">
            <a:off x="11049000" y="2476500"/>
            <a:ext cx="3124200" cy="762000"/>
          </a:xfrm>
          <a:prstGeom xmlns:a="http://schemas.openxmlformats.org/drawingml/2006/main" prst="roundRect">
            <a:avLst>
              <a:gd name="adj" fmla="val 20000"/>
            </a:avLst>
          </a:prstGeom>
          <a:solidFill xmlns:a="http://schemas.openxmlformats.org/drawingml/2006/main">
            <a:srgbClr val="FFFFFF"/>
          </a:solidFill>
          <a:ln xmlns:a="http://schemas.openxmlformats.org/drawingml/2006/main" w="17145">
            <a:solidFill>
              <a:srgbClr val="D9E3EF"/>
            </a:solidFill>
            <a:prstDash val="solid"/>
          </a:ln>
        </p:spPr>
      </p:sp>
      <p:sp>
        <p:nvSpPr>
          <p:cNvPr id="12" name="f132">
            <a:extLst xmlns:a="http://schemas.openxmlformats.org/drawingml/2006/main">
              <a:ext uri="{FF2B5EF4-FFF2-40B4-BE49-F238E27FC236}">
                <a16:creationId xmlns:a16="http://schemas.microsoft.com/office/drawing/2014/main" id="{0C612AF0-CAAD-4DFE-ADD4-0FA3F118F7E1}"/>
              </a:ext>
            </a:extLst>
          </p:cNvPr>
          <p:cNvSpPr>
            <a:spLocks xmlns:a="http://schemas.openxmlformats.org/drawingml/2006/main" noGrp="1"/>
          </p:cNvSpPr>
          <p:nvPr/>
        </p:nvSpPr>
        <p:spPr>
          <a:xfrm xmlns:a="http://schemas.openxmlformats.org/drawingml/2006/main">
            <a:off x="11201400" y="2724150"/>
            <a:ext cx="28194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ctr">
              <a:defRPr sz="2250" b="1">
                <a:solidFill>
                  <a:srgbClr val="182536"/>
                </a:solidFill>
                <a:latin typeface="Nimbus Sans"/>
                <a:ea typeface="Nimbus Sans"/>
                <a:cs typeface="Nimbus Sans"/>
              </a:defRPr>
            </a:defPPr>
            <a:lvl1pPr algn="ctr">
              <a:defRPr sz="2250" b="1">
                <a:solidFill>
                  <a:srgbClr val="182536"/>
                </a:solidFill>
                <a:latin typeface="Nimbus Sans"/>
                <a:ea typeface="Nimbus Sans"/>
                <a:cs typeface="Nimbus Sans"/>
              </a:defRPr>
            </a:lvl1pPr>
            <a:lvl2pPr algn="ctr">
              <a:defRPr sz="2250" b="1">
                <a:solidFill>
                  <a:srgbClr val="182536"/>
                </a:solidFill>
                <a:latin typeface="Nimbus Sans"/>
                <a:ea typeface="Nimbus Sans"/>
                <a:cs typeface="Nimbus Sans"/>
              </a:defRPr>
            </a:lvl2pPr>
            <a:lvl3pPr algn="ctr">
              <a:defRPr sz="2250" b="1">
                <a:solidFill>
                  <a:srgbClr val="182536"/>
                </a:solidFill>
                <a:latin typeface="Nimbus Sans"/>
                <a:ea typeface="Nimbus Sans"/>
                <a:cs typeface="Nimbus Sans"/>
              </a:defRPr>
            </a:lvl3pPr>
            <a:lvl4pPr algn="ctr">
              <a:defRPr sz="2250" b="1">
                <a:solidFill>
                  <a:srgbClr val="182536"/>
                </a:solidFill>
                <a:latin typeface="Nimbus Sans"/>
                <a:ea typeface="Nimbus Sans"/>
                <a:cs typeface="Nimbus Sans"/>
              </a:defRPr>
            </a:lvl4pPr>
            <a:lvl5pPr algn="ctr">
              <a:defRPr sz="2250" b="1">
                <a:solidFill>
                  <a:srgbClr val="182536"/>
                </a:solidFill>
                <a:latin typeface="Nimbus Sans"/>
                <a:ea typeface="Nimbus Sans"/>
                <a:cs typeface="Nimbus Sans"/>
              </a:defRPr>
            </a:lvl5pPr>
            <a:lvl6pPr algn="ctr">
              <a:defRPr sz="2250" b="1">
                <a:solidFill>
                  <a:srgbClr val="182536"/>
                </a:solidFill>
                <a:latin typeface="Nimbus Sans"/>
                <a:ea typeface="Nimbus Sans"/>
                <a:cs typeface="Nimbus Sans"/>
              </a:defRPr>
            </a:lvl6pPr>
            <a:lvl7pPr algn="ctr">
              <a:defRPr sz="2250" b="1">
                <a:solidFill>
                  <a:srgbClr val="182536"/>
                </a:solidFill>
                <a:latin typeface="Nimbus Sans"/>
                <a:ea typeface="Nimbus Sans"/>
                <a:cs typeface="Nimbus Sans"/>
              </a:defRPr>
            </a:lvl7pPr>
            <a:lvl8pPr algn="ctr">
              <a:defRPr sz="2250" b="1">
                <a:solidFill>
                  <a:srgbClr val="182536"/>
                </a:solidFill>
                <a:latin typeface="Nimbus Sans"/>
                <a:ea typeface="Nimbus Sans"/>
                <a:cs typeface="Nimbus Sans"/>
              </a:defRPr>
            </a:lvl8pPr>
            <a:lvl9pPr algn="ctr">
              <a:defRPr sz="2250" b="1">
                <a:solidFill>
                  <a:srgbClr val="182536"/>
                </a:solidFill>
                <a:latin typeface="Nimbus Sans"/>
                <a:ea typeface="Nimbus Sans"/>
                <a:cs typeface="Nimbus Sans"/>
              </a:defRPr>
            </a:lvl9pPr>
          </a:lstStyle>
          <a:p xmlns:a="http://schemas.openxmlformats.org/drawingml/2006/main">
            <a:pPr algn="ctr">
              <a:defRPr sz="2250" b="1">
                <a:solidFill>
                  <a:srgbClr val="182536"/>
                </a:solidFill>
                <a:latin typeface="Nimbus Sans"/>
                <a:ea typeface="Nimbus Sans"/>
                <a:cs typeface="Nimbus Sans"/>
              </a:defRPr>
            </a:pPr>
            <a:r>
              <a:rPr sz="2250" b="1">
                <a:solidFill>
                  <a:srgbClr val="182536"/>
                </a:solidFill>
                <a:latin typeface="Nimbus Sans"/>
                <a:ea typeface="Nimbus Sans"/>
                <a:cs typeface="Nimbus Sans"/>
              </a:rPr>
              <a:t>Report baseline</a:t>
            </a:r>
          </a:p>
        </p:txBody>
      </p:sp>
      <p:sp>
        <p:nvSpPr>
          <p:cNvPr id="13" name="f133">
            <a:extLst xmlns:a="http://schemas.openxmlformats.org/drawingml/2006/main">
              <a:ext uri="{FF2B5EF4-FFF2-40B4-BE49-F238E27FC236}">
                <a16:creationId xmlns:a16="http://schemas.microsoft.com/office/drawing/2014/main" id="{79D0E015-496E-4233-8FB2-FAF5C74FD03A}"/>
              </a:ext>
            </a:extLst>
          </p:cNvPr>
          <p:cNvSpPr>
            <a:spLocks xmlns:a="http://schemas.openxmlformats.org/drawingml/2006/main" noGrp="1"/>
          </p:cNvSpPr>
          <p:nvPr/>
        </p:nvSpPr>
        <p:spPr>
          <a:xfrm xmlns:a="http://schemas.openxmlformats.org/drawingml/2006/main">
            <a:off x="1809750" y="3238500"/>
            <a:ext cx="95" cy="695325"/>
          </a:xfrm>
          <a:prstGeom xmlns:a="http://schemas.openxmlformats.org/drawingml/2006/main" prst="line">
            <a:avLst/>
          </a:prstGeom>
          <a:noFill xmlns:a="http://schemas.openxmlformats.org/drawingml/2006/main"/>
          <a:ln xmlns:a="http://schemas.openxmlformats.org/drawingml/2006/main" w="28575">
            <a:solidFill>
              <a:srgbClr val="9D7139"/>
            </a:solidFill>
            <a:prstDash val="solid"/>
          </a:ln>
        </p:spPr>
      </p:sp>
      <p:sp>
        <p:nvSpPr>
          <p:cNvPr id="14" name="f134">
            <a:extLst xmlns:a="http://schemas.openxmlformats.org/drawingml/2006/main">
              <a:ext uri="{FF2B5EF4-FFF2-40B4-BE49-F238E27FC236}">
                <a16:creationId xmlns:a16="http://schemas.microsoft.com/office/drawing/2014/main" id="{B97BA756-656B-4D96-BDE3-E1E10619CC49}"/>
              </a:ext>
            </a:extLst>
          </p:cNvPr>
          <p:cNvSpPr>
            <a:spLocks xmlns:a="http://schemas.openxmlformats.org/drawingml/2006/main" noGrp="1"/>
          </p:cNvSpPr>
          <p:nvPr/>
        </p:nvSpPr>
        <p:spPr>
          <a:xfrm xmlns:a="http://schemas.openxmlformats.org/drawingml/2006/main">
            <a:off x="1724025" y="3933825"/>
            <a:ext cx="171450" cy="190500"/>
          </a:xfrm>
          <a:prstGeom xmlns:a="http://schemas.openxmlformats.org/drawingml/2006/main" prst="downArrow">
            <a:avLst/>
          </a:prstGeom>
          <a:solidFill xmlns:a="http://schemas.openxmlformats.org/drawingml/2006/main">
            <a:srgbClr val="9D7139"/>
          </a:solidFill>
          <a:ln xmlns:a="http://schemas.openxmlformats.org/drawingml/2006/main" w="0">
            <a:noFill/>
            <a:prstDash val="solid"/>
          </a:ln>
        </p:spPr>
      </p:sp>
      <p:sp>
        <p:nvSpPr>
          <p:cNvPr id="15" name="f135">
            <a:extLst xmlns:a="http://schemas.openxmlformats.org/drawingml/2006/main">
              <a:ext uri="{FF2B5EF4-FFF2-40B4-BE49-F238E27FC236}">
                <a16:creationId xmlns:a16="http://schemas.microsoft.com/office/drawing/2014/main" id="{D0CA2D9E-2E7E-45D2-AA32-DB9538AEC869}"/>
              </a:ext>
            </a:extLst>
          </p:cNvPr>
          <p:cNvSpPr>
            <a:spLocks xmlns:a="http://schemas.openxmlformats.org/drawingml/2006/main" noGrp="1"/>
          </p:cNvSpPr>
          <p:nvPr/>
        </p:nvSpPr>
        <p:spPr>
          <a:xfrm xmlns:a="http://schemas.openxmlformats.org/drawingml/2006/main">
            <a:off x="12611100" y="3238500"/>
            <a:ext cx="95" cy="428625"/>
          </a:xfrm>
          <a:prstGeom xmlns:a="http://schemas.openxmlformats.org/drawingml/2006/main" prst="line">
            <a:avLst/>
          </a:prstGeom>
          <a:noFill xmlns:a="http://schemas.openxmlformats.org/drawingml/2006/main"/>
          <a:ln xmlns:a="http://schemas.openxmlformats.org/drawingml/2006/main" w="28575">
            <a:solidFill>
              <a:srgbClr val="9D7139"/>
            </a:solidFill>
            <a:prstDash val="solid"/>
          </a:ln>
        </p:spPr>
      </p:sp>
      <p:sp>
        <p:nvSpPr>
          <p:cNvPr id="16" name="f136">
            <a:extLst xmlns:a="http://schemas.openxmlformats.org/drawingml/2006/main">
              <a:ext uri="{FF2B5EF4-FFF2-40B4-BE49-F238E27FC236}">
                <a16:creationId xmlns:a16="http://schemas.microsoft.com/office/drawing/2014/main" id="{8CAB9519-F36D-4929-A9A0-928057D70FCA}"/>
              </a:ext>
            </a:extLst>
          </p:cNvPr>
          <p:cNvSpPr>
            <a:spLocks xmlns:a="http://schemas.openxmlformats.org/drawingml/2006/main" noGrp="1"/>
          </p:cNvSpPr>
          <p:nvPr/>
        </p:nvSpPr>
        <p:spPr>
          <a:xfrm xmlns:a="http://schemas.openxmlformats.org/drawingml/2006/main">
            <a:off x="3286125" y="3667125"/>
            <a:ext cx="9324975" cy="95"/>
          </a:xfrm>
          <a:prstGeom xmlns:a="http://schemas.openxmlformats.org/drawingml/2006/main" prst="line">
            <a:avLst/>
          </a:prstGeom>
          <a:noFill xmlns:a="http://schemas.openxmlformats.org/drawingml/2006/main"/>
          <a:ln xmlns:a="http://schemas.openxmlformats.org/drawingml/2006/main" w="28575">
            <a:solidFill>
              <a:srgbClr val="9D7139"/>
            </a:solidFill>
            <a:prstDash val="solid"/>
          </a:ln>
        </p:spPr>
      </p:sp>
      <p:sp>
        <p:nvSpPr>
          <p:cNvPr id="17" name="f137">
            <a:extLst xmlns:a="http://schemas.openxmlformats.org/drawingml/2006/main">
              <a:ext uri="{FF2B5EF4-FFF2-40B4-BE49-F238E27FC236}">
                <a16:creationId xmlns:a16="http://schemas.microsoft.com/office/drawing/2014/main" id="{EE5BE6DF-643F-4B8F-8953-18F1BA4C7D74}"/>
              </a:ext>
            </a:extLst>
          </p:cNvPr>
          <p:cNvSpPr>
            <a:spLocks xmlns:a="http://schemas.openxmlformats.org/drawingml/2006/main" noGrp="1"/>
          </p:cNvSpPr>
          <p:nvPr/>
        </p:nvSpPr>
        <p:spPr>
          <a:xfrm xmlns:a="http://schemas.openxmlformats.org/drawingml/2006/main">
            <a:off x="3286125" y="3667125"/>
            <a:ext cx="95" cy="266700"/>
          </a:xfrm>
          <a:prstGeom xmlns:a="http://schemas.openxmlformats.org/drawingml/2006/main" prst="line">
            <a:avLst/>
          </a:prstGeom>
          <a:noFill xmlns:a="http://schemas.openxmlformats.org/drawingml/2006/main"/>
          <a:ln xmlns:a="http://schemas.openxmlformats.org/drawingml/2006/main" w="28575">
            <a:solidFill>
              <a:srgbClr val="9D7139"/>
            </a:solidFill>
            <a:prstDash val="solid"/>
          </a:ln>
        </p:spPr>
      </p:sp>
      <p:sp>
        <p:nvSpPr>
          <p:cNvPr id="18" name="f138">
            <a:extLst xmlns:a="http://schemas.openxmlformats.org/drawingml/2006/main">
              <a:ext uri="{FF2B5EF4-FFF2-40B4-BE49-F238E27FC236}">
                <a16:creationId xmlns:a16="http://schemas.microsoft.com/office/drawing/2014/main" id="{EE663C5B-BE51-4DB5-B16A-819D4193B59E}"/>
              </a:ext>
            </a:extLst>
          </p:cNvPr>
          <p:cNvSpPr>
            <a:spLocks xmlns:a="http://schemas.openxmlformats.org/drawingml/2006/main" noGrp="1"/>
          </p:cNvSpPr>
          <p:nvPr/>
        </p:nvSpPr>
        <p:spPr>
          <a:xfrm xmlns:a="http://schemas.openxmlformats.org/drawingml/2006/main">
            <a:off x="3200400" y="3933825"/>
            <a:ext cx="171450" cy="190500"/>
          </a:xfrm>
          <a:prstGeom xmlns:a="http://schemas.openxmlformats.org/drawingml/2006/main" prst="downArrow">
            <a:avLst/>
          </a:prstGeom>
          <a:solidFill xmlns:a="http://schemas.openxmlformats.org/drawingml/2006/main">
            <a:srgbClr val="9D7139"/>
          </a:solidFill>
          <a:ln xmlns:a="http://schemas.openxmlformats.org/drawingml/2006/main" w="0">
            <a:noFill/>
            <a:prstDash val="solid"/>
          </a:ln>
        </p:spPr>
      </p:sp>
      <p:sp>
        <p:nvSpPr>
          <p:cNvPr id="19" name="f139">
            <a:extLst xmlns:a="http://schemas.openxmlformats.org/drawingml/2006/main">
              <a:ext uri="{FF2B5EF4-FFF2-40B4-BE49-F238E27FC236}">
                <a16:creationId xmlns:a16="http://schemas.microsoft.com/office/drawing/2014/main" id="{55711BBA-A6BF-4507-95A9-A19B662385CB}"/>
              </a:ext>
            </a:extLst>
          </p:cNvPr>
          <p:cNvSpPr>
            <a:spLocks xmlns:a="http://schemas.openxmlformats.org/drawingml/2006/main" noGrp="1"/>
          </p:cNvSpPr>
          <p:nvPr/>
        </p:nvSpPr>
        <p:spPr>
          <a:xfrm xmlns:a="http://schemas.openxmlformats.org/drawingml/2006/main">
            <a:off x="6810375" y="3333750"/>
            <a:ext cx="42862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1725" b="0">
                <a:solidFill>
                  <a:srgbClr val="9D7139"/>
                </a:solidFill>
                <a:latin typeface="Nimbus Sans"/>
                <a:ea typeface="Nimbus Sans"/>
                <a:cs typeface="Nimbus Sans"/>
              </a:defRPr>
            </a:defPPr>
            <a:lvl1pPr algn="l">
              <a:defRPr sz="1725" b="0">
                <a:solidFill>
                  <a:srgbClr val="9D7139"/>
                </a:solidFill>
                <a:latin typeface="Nimbus Sans"/>
                <a:ea typeface="Nimbus Sans"/>
                <a:cs typeface="Nimbus Sans"/>
              </a:defRPr>
            </a:lvl1pPr>
            <a:lvl2pPr algn="l">
              <a:defRPr sz="1725" b="0">
                <a:solidFill>
                  <a:srgbClr val="9D7139"/>
                </a:solidFill>
                <a:latin typeface="Nimbus Sans"/>
                <a:ea typeface="Nimbus Sans"/>
                <a:cs typeface="Nimbus Sans"/>
              </a:defRPr>
            </a:lvl2pPr>
            <a:lvl3pPr algn="l">
              <a:defRPr sz="1725" b="0">
                <a:solidFill>
                  <a:srgbClr val="9D7139"/>
                </a:solidFill>
                <a:latin typeface="Nimbus Sans"/>
                <a:ea typeface="Nimbus Sans"/>
                <a:cs typeface="Nimbus Sans"/>
              </a:defRPr>
            </a:lvl3pPr>
            <a:lvl4pPr algn="l">
              <a:defRPr sz="1725" b="0">
                <a:solidFill>
                  <a:srgbClr val="9D7139"/>
                </a:solidFill>
                <a:latin typeface="Nimbus Sans"/>
                <a:ea typeface="Nimbus Sans"/>
                <a:cs typeface="Nimbus Sans"/>
              </a:defRPr>
            </a:lvl4pPr>
            <a:lvl5pPr algn="l">
              <a:defRPr sz="1725" b="0">
                <a:solidFill>
                  <a:srgbClr val="9D7139"/>
                </a:solidFill>
                <a:latin typeface="Nimbus Sans"/>
                <a:ea typeface="Nimbus Sans"/>
                <a:cs typeface="Nimbus Sans"/>
              </a:defRPr>
            </a:lvl5pPr>
            <a:lvl6pPr algn="l">
              <a:defRPr sz="1725" b="0">
                <a:solidFill>
                  <a:srgbClr val="9D7139"/>
                </a:solidFill>
                <a:latin typeface="Nimbus Sans"/>
                <a:ea typeface="Nimbus Sans"/>
                <a:cs typeface="Nimbus Sans"/>
              </a:defRPr>
            </a:lvl6pPr>
            <a:lvl7pPr algn="l">
              <a:defRPr sz="1725" b="0">
                <a:solidFill>
                  <a:srgbClr val="9D7139"/>
                </a:solidFill>
                <a:latin typeface="Nimbus Sans"/>
                <a:ea typeface="Nimbus Sans"/>
                <a:cs typeface="Nimbus Sans"/>
              </a:defRPr>
            </a:lvl7pPr>
            <a:lvl8pPr algn="l">
              <a:defRPr sz="1725" b="0">
                <a:solidFill>
                  <a:srgbClr val="9D7139"/>
                </a:solidFill>
                <a:latin typeface="Nimbus Sans"/>
                <a:ea typeface="Nimbus Sans"/>
                <a:cs typeface="Nimbus Sans"/>
              </a:defRPr>
            </a:lvl8pPr>
            <a:lvl9pPr algn="l">
              <a:defRPr sz="1725" b="0">
                <a:solidFill>
                  <a:srgbClr val="9D7139"/>
                </a:solidFill>
                <a:latin typeface="Nimbus Sans"/>
                <a:ea typeface="Nimbus Sans"/>
                <a:cs typeface="Nimbus Sans"/>
              </a:defRPr>
            </a:lvl9pPr>
          </a:lstStyle>
          <a:p xmlns:a="http://schemas.openxmlformats.org/drawingml/2006/main">
            <a:pPr algn="l">
              <a:defRPr sz="1725" b="0">
                <a:solidFill>
                  <a:srgbClr val="9D7139"/>
                </a:solidFill>
                <a:latin typeface="Nimbus Sans"/>
                <a:ea typeface="Nimbus Sans"/>
                <a:cs typeface="Nimbus Sans"/>
              </a:defRPr>
            </a:pPr>
            <a:r>
              <a:rPr sz="1725" b="0">
                <a:solidFill>
                  <a:srgbClr val="9D7139"/>
                </a:solidFill>
                <a:latin typeface="Nimbus Sans"/>
                <a:ea typeface="Nimbus Sans"/>
                <a:cs typeface="Nimbus Sans"/>
              </a:rPr>
              <a:t>evidenze del report</a:t>
            </a:r>
          </a:p>
        </p:txBody>
      </p:sp>
      <p:sp>
        <p:nvSpPr>
          <p:cNvPr id="20" name="f140">
            <a:extLst xmlns:a="http://schemas.openxmlformats.org/drawingml/2006/main">
              <a:ext uri="{FF2B5EF4-FFF2-40B4-BE49-F238E27FC236}">
                <a16:creationId xmlns:a16="http://schemas.microsoft.com/office/drawing/2014/main" id="{ABFCA9FB-3543-42CF-A16B-060CC0EA64E3}"/>
              </a:ext>
            </a:extLst>
          </p:cNvPr>
          <p:cNvSpPr>
            <a:spLocks xmlns:a="http://schemas.openxmlformats.org/drawingml/2006/main" noGrp="1"/>
          </p:cNvSpPr>
          <p:nvPr/>
        </p:nvSpPr>
        <p:spPr>
          <a:xfrm xmlns:a="http://schemas.openxmlformats.org/drawingml/2006/main">
            <a:off x="1066800" y="4238625"/>
            <a:ext cx="2857500" cy="762000"/>
          </a:xfrm>
          <a:prstGeom xmlns:a="http://schemas.openxmlformats.org/drawingml/2006/main" prst="roundRect">
            <a:avLst>
              <a:gd name="adj" fmla="val 20000"/>
            </a:avLst>
          </a:prstGeom>
          <a:solidFill xmlns:a="http://schemas.openxmlformats.org/drawingml/2006/main">
            <a:srgbClr val="FFF7E9"/>
          </a:solidFill>
          <a:ln xmlns:a="http://schemas.openxmlformats.org/drawingml/2006/main" w="17145">
            <a:solidFill>
              <a:srgbClr val="E8D6B6"/>
            </a:solidFill>
            <a:prstDash val="solid"/>
          </a:ln>
        </p:spPr>
      </p:sp>
      <p:sp>
        <p:nvSpPr>
          <p:cNvPr id="21" name="f141">
            <a:extLst xmlns:a="http://schemas.openxmlformats.org/drawingml/2006/main">
              <a:ext uri="{FF2B5EF4-FFF2-40B4-BE49-F238E27FC236}">
                <a16:creationId xmlns:a16="http://schemas.microsoft.com/office/drawing/2014/main" id="{271FE6D6-0252-4539-8514-2AD92FB93A09}"/>
              </a:ext>
            </a:extLst>
          </p:cNvPr>
          <p:cNvSpPr>
            <a:spLocks xmlns:a="http://schemas.openxmlformats.org/drawingml/2006/main" noGrp="1"/>
          </p:cNvSpPr>
          <p:nvPr/>
        </p:nvSpPr>
        <p:spPr>
          <a:xfrm xmlns:a="http://schemas.openxmlformats.org/drawingml/2006/main">
            <a:off x="1219200" y="4467225"/>
            <a:ext cx="2552700" cy="4095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ctr">
              <a:defRPr sz="2175" b="1">
                <a:solidFill>
                  <a:srgbClr val="9D7139"/>
                </a:solidFill>
                <a:latin typeface="Nimbus Sans"/>
                <a:ea typeface="Nimbus Sans"/>
                <a:cs typeface="Nimbus Sans"/>
              </a:defRPr>
            </a:defPPr>
            <a:lvl1pPr algn="ctr">
              <a:defRPr sz="2175" b="1">
                <a:solidFill>
                  <a:srgbClr val="9D7139"/>
                </a:solidFill>
                <a:latin typeface="Nimbus Sans"/>
                <a:ea typeface="Nimbus Sans"/>
                <a:cs typeface="Nimbus Sans"/>
              </a:defRPr>
            </a:lvl1pPr>
            <a:lvl2pPr algn="ctr">
              <a:defRPr sz="2175" b="1">
                <a:solidFill>
                  <a:srgbClr val="9D7139"/>
                </a:solidFill>
                <a:latin typeface="Nimbus Sans"/>
                <a:ea typeface="Nimbus Sans"/>
                <a:cs typeface="Nimbus Sans"/>
              </a:defRPr>
            </a:lvl2pPr>
            <a:lvl3pPr algn="ctr">
              <a:defRPr sz="2175" b="1">
                <a:solidFill>
                  <a:srgbClr val="9D7139"/>
                </a:solidFill>
                <a:latin typeface="Nimbus Sans"/>
                <a:ea typeface="Nimbus Sans"/>
                <a:cs typeface="Nimbus Sans"/>
              </a:defRPr>
            </a:lvl3pPr>
            <a:lvl4pPr algn="ctr">
              <a:defRPr sz="2175" b="1">
                <a:solidFill>
                  <a:srgbClr val="9D7139"/>
                </a:solidFill>
                <a:latin typeface="Nimbus Sans"/>
                <a:ea typeface="Nimbus Sans"/>
                <a:cs typeface="Nimbus Sans"/>
              </a:defRPr>
            </a:lvl4pPr>
            <a:lvl5pPr algn="ctr">
              <a:defRPr sz="2175" b="1">
                <a:solidFill>
                  <a:srgbClr val="9D7139"/>
                </a:solidFill>
                <a:latin typeface="Nimbus Sans"/>
                <a:ea typeface="Nimbus Sans"/>
                <a:cs typeface="Nimbus Sans"/>
              </a:defRPr>
            </a:lvl5pPr>
            <a:lvl6pPr algn="ctr">
              <a:defRPr sz="2175" b="1">
                <a:solidFill>
                  <a:srgbClr val="9D7139"/>
                </a:solidFill>
                <a:latin typeface="Nimbus Sans"/>
                <a:ea typeface="Nimbus Sans"/>
                <a:cs typeface="Nimbus Sans"/>
              </a:defRPr>
            </a:lvl6pPr>
            <a:lvl7pPr algn="ctr">
              <a:defRPr sz="2175" b="1">
                <a:solidFill>
                  <a:srgbClr val="9D7139"/>
                </a:solidFill>
                <a:latin typeface="Nimbus Sans"/>
                <a:ea typeface="Nimbus Sans"/>
                <a:cs typeface="Nimbus Sans"/>
              </a:defRPr>
            </a:lvl7pPr>
            <a:lvl8pPr algn="ctr">
              <a:defRPr sz="2175" b="1">
                <a:solidFill>
                  <a:srgbClr val="9D7139"/>
                </a:solidFill>
                <a:latin typeface="Nimbus Sans"/>
                <a:ea typeface="Nimbus Sans"/>
                <a:cs typeface="Nimbus Sans"/>
              </a:defRPr>
            </a:lvl8pPr>
            <a:lvl9pPr algn="ctr">
              <a:defRPr sz="2175" b="1">
                <a:solidFill>
                  <a:srgbClr val="9D7139"/>
                </a:solidFill>
                <a:latin typeface="Nimbus Sans"/>
                <a:ea typeface="Nimbus Sans"/>
                <a:cs typeface="Nimbus Sans"/>
              </a:defRPr>
            </a:lvl9pPr>
          </a:lstStyle>
          <a:p xmlns:a="http://schemas.openxmlformats.org/drawingml/2006/main">
            <a:pPr algn="ctr">
              <a:defRPr sz="2175" b="1">
                <a:solidFill>
                  <a:srgbClr val="9D7139"/>
                </a:solidFill>
                <a:latin typeface="Nimbus Sans"/>
                <a:ea typeface="Nimbus Sans"/>
                <a:cs typeface="Nimbus Sans"/>
              </a:defRPr>
            </a:pPr>
            <a:r>
              <a:rPr sz="2175" b="1">
                <a:solidFill>
                  <a:srgbClr val="9D7139"/>
                </a:solidFill>
                <a:latin typeface="Nimbus Sans"/>
                <a:ea typeface="Nimbus Sans"/>
                <a:cs typeface="Nimbus Sans"/>
              </a:rPr>
              <a:t>Mutatore separato</a:t>
            </a:r>
          </a:p>
        </p:txBody>
      </p:sp>
      <p:sp>
        <p:nvSpPr>
          <p:cNvPr id="22" name="f142">
            <a:extLst xmlns:a="http://schemas.openxmlformats.org/drawingml/2006/main">
              <a:ext uri="{FF2B5EF4-FFF2-40B4-BE49-F238E27FC236}">
                <a16:creationId xmlns:a16="http://schemas.microsoft.com/office/drawing/2014/main" id="{DF1BEF89-DBD1-44B1-AC55-4B21227DA5F8}"/>
              </a:ext>
            </a:extLst>
          </p:cNvPr>
          <p:cNvSpPr>
            <a:spLocks xmlns:a="http://schemas.openxmlformats.org/drawingml/2006/main" noGrp="1"/>
          </p:cNvSpPr>
          <p:nvPr/>
        </p:nvSpPr>
        <p:spPr>
          <a:xfrm xmlns:a="http://schemas.openxmlformats.org/drawingml/2006/main">
            <a:off x="4067175" y="4524375"/>
            <a:ext cx="428625" cy="171450"/>
          </a:xfrm>
          <a:prstGeom xmlns:a="http://schemas.openxmlformats.org/drawingml/2006/main" prst="rightArrow">
            <a:avLst/>
          </a:prstGeom>
          <a:solidFill xmlns:a="http://schemas.openxmlformats.org/drawingml/2006/main">
            <a:srgbClr val="9D7139"/>
          </a:solidFill>
          <a:ln xmlns:a="http://schemas.openxmlformats.org/drawingml/2006/main" w="0">
            <a:noFill/>
            <a:prstDash val="solid"/>
          </a:ln>
        </p:spPr>
      </p:sp>
      <p:sp>
        <p:nvSpPr>
          <p:cNvPr id="23" name="f143">
            <a:extLst xmlns:a="http://schemas.openxmlformats.org/drawingml/2006/main">
              <a:ext uri="{FF2B5EF4-FFF2-40B4-BE49-F238E27FC236}">
                <a16:creationId xmlns:a16="http://schemas.microsoft.com/office/drawing/2014/main" id="{F2CE79F8-EC49-41E9-95DF-79031D00727E}"/>
              </a:ext>
            </a:extLst>
          </p:cNvPr>
          <p:cNvSpPr>
            <a:spLocks xmlns:a="http://schemas.openxmlformats.org/drawingml/2006/main" noGrp="1"/>
          </p:cNvSpPr>
          <p:nvPr/>
        </p:nvSpPr>
        <p:spPr>
          <a:xfrm xmlns:a="http://schemas.openxmlformats.org/drawingml/2006/main">
            <a:off x="4667250" y="4238625"/>
            <a:ext cx="2381250" cy="762000"/>
          </a:xfrm>
          <a:prstGeom xmlns:a="http://schemas.openxmlformats.org/drawingml/2006/main" prst="roundRect">
            <a:avLst>
              <a:gd name="adj" fmla="val 20000"/>
            </a:avLst>
          </a:prstGeom>
          <a:solidFill xmlns:a="http://schemas.openxmlformats.org/drawingml/2006/main">
            <a:srgbClr val="FFFFFF"/>
          </a:solidFill>
          <a:ln xmlns:a="http://schemas.openxmlformats.org/drawingml/2006/main" w="17145">
            <a:solidFill>
              <a:srgbClr val="D9E3EF"/>
            </a:solidFill>
            <a:prstDash val="solid"/>
          </a:ln>
        </p:spPr>
      </p:sp>
      <p:sp>
        <p:nvSpPr>
          <p:cNvPr id="24" name="f144">
            <a:extLst xmlns:a="http://schemas.openxmlformats.org/drawingml/2006/main">
              <a:ext uri="{FF2B5EF4-FFF2-40B4-BE49-F238E27FC236}">
                <a16:creationId xmlns:a16="http://schemas.microsoft.com/office/drawing/2014/main" id="{331771F4-539F-49E3-A831-69D3BABADC52}"/>
              </a:ext>
            </a:extLst>
          </p:cNvPr>
          <p:cNvSpPr>
            <a:spLocks xmlns:a="http://schemas.openxmlformats.org/drawingml/2006/main" noGrp="1"/>
          </p:cNvSpPr>
          <p:nvPr/>
        </p:nvSpPr>
        <p:spPr>
          <a:xfrm xmlns:a="http://schemas.openxmlformats.org/drawingml/2006/main">
            <a:off x="4819650" y="4486275"/>
            <a:ext cx="20764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ctr">
              <a:defRPr sz="2250" b="1">
                <a:solidFill>
                  <a:srgbClr val="182536"/>
                </a:solidFill>
                <a:latin typeface="Nimbus Sans"/>
                <a:ea typeface="Nimbus Sans"/>
                <a:cs typeface="Nimbus Sans"/>
              </a:defRPr>
            </a:defPPr>
            <a:lvl1pPr algn="ctr">
              <a:defRPr sz="2250" b="1">
                <a:solidFill>
                  <a:srgbClr val="182536"/>
                </a:solidFill>
                <a:latin typeface="Nimbus Sans"/>
                <a:ea typeface="Nimbus Sans"/>
                <a:cs typeface="Nimbus Sans"/>
              </a:defRPr>
            </a:lvl1pPr>
            <a:lvl2pPr algn="ctr">
              <a:defRPr sz="2250" b="1">
                <a:solidFill>
                  <a:srgbClr val="182536"/>
                </a:solidFill>
                <a:latin typeface="Nimbus Sans"/>
                <a:ea typeface="Nimbus Sans"/>
                <a:cs typeface="Nimbus Sans"/>
              </a:defRPr>
            </a:lvl2pPr>
            <a:lvl3pPr algn="ctr">
              <a:defRPr sz="2250" b="1">
                <a:solidFill>
                  <a:srgbClr val="182536"/>
                </a:solidFill>
                <a:latin typeface="Nimbus Sans"/>
                <a:ea typeface="Nimbus Sans"/>
                <a:cs typeface="Nimbus Sans"/>
              </a:defRPr>
            </a:lvl3pPr>
            <a:lvl4pPr algn="ctr">
              <a:defRPr sz="2250" b="1">
                <a:solidFill>
                  <a:srgbClr val="182536"/>
                </a:solidFill>
                <a:latin typeface="Nimbus Sans"/>
                <a:ea typeface="Nimbus Sans"/>
                <a:cs typeface="Nimbus Sans"/>
              </a:defRPr>
            </a:lvl4pPr>
            <a:lvl5pPr algn="ctr">
              <a:defRPr sz="2250" b="1">
                <a:solidFill>
                  <a:srgbClr val="182536"/>
                </a:solidFill>
                <a:latin typeface="Nimbus Sans"/>
                <a:ea typeface="Nimbus Sans"/>
                <a:cs typeface="Nimbus Sans"/>
              </a:defRPr>
            </a:lvl5pPr>
            <a:lvl6pPr algn="ctr">
              <a:defRPr sz="2250" b="1">
                <a:solidFill>
                  <a:srgbClr val="182536"/>
                </a:solidFill>
                <a:latin typeface="Nimbus Sans"/>
                <a:ea typeface="Nimbus Sans"/>
                <a:cs typeface="Nimbus Sans"/>
              </a:defRPr>
            </a:lvl6pPr>
            <a:lvl7pPr algn="ctr">
              <a:defRPr sz="2250" b="1">
                <a:solidFill>
                  <a:srgbClr val="182536"/>
                </a:solidFill>
                <a:latin typeface="Nimbus Sans"/>
                <a:ea typeface="Nimbus Sans"/>
                <a:cs typeface="Nimbus Sans"/>
              </a:defRPr>
            </a:lvl7pPr>
            <a:lvl8pPr algn="ctr">
              <a:defRPr sz="2250" b="1">
                <a:solidFill>
                  <a:srgbClr val="182536"/>
                </a:solidFill>
                <a:latin typeface="Nimbus Sans"/>
                <a:ea typeface="Nimbus Sans"/>
                <a:cs typeface="Nimbus Sans"/>
              </a:defRPr>
            </a:lvl8pPr>
            <a:lvl9pPr algn="ctr">
              <a:defRPr sz="2250" b="1">
                <a:solidFill>
                  <a:srgbClr val="182536"/>
                </a:solidFill>
                <a:latin typeface="Nimbus Sans"/>
                <a:ea typeface="Nimbus Sans"/>
                <a:cs typeface="Nimbus Sans"/>
              </a:defRPr>
            </a:lvl9pPr>
          </a:lstStyle>
          <a:p xmlns:a="http://schemas.openxmlformats.org/drawingml/2006/main">
            <a:pPr algn="ctr">
              <a:defRPr sz="2250" b="1">
                <a:solidFill>
                  <a:srgbClr val="182536"/>
                </a:solidFill>
                <a:latin typeface="Nimbus Sans"/>
                <a:ea typeface="Nimbus Sans"/>
                <a:cs typeface="Nimbus Sans"/>
              </a:defRPr>
            </a:pPr>
            <a:r>
              <a:rPr sz="2250" b="1">
                <a:solidFill>
                  <a:srgbClr val="182536"/>
                </a:solidFill>
                <a:latin typeface="Nimbus Sans"/>
                <a:ea typeface="Nimbus Sans"/>
                <a:cs typeface="Nimbus Sans"/>
              </a:rPr>
              <a:t>PCAP mutata</a:t>
            </a:r>
          </a:p>
        </p:txBody>
      </p:sp>
      <p:sp>
        <p:nvSpPr>
          <p:cNvPr id="25" name="f145">
            <a:extLst xmlns:a="http://schemas.openxmlformats.org/drawingml/2006/main">
              <a:ext uri="{FF2B5EF4-FFF2-40B4-BE49-F238E27FC236}">
                <a16:creationId xmlns:a16="http://schemas.microsoft.com/office/drawing/2014/main" id="{EF738670-CEB0-47F4-A3E7-9E02C26213EC}"/>
              </a:ext>
            </a:extLst>
          </p:cNvPr>
          <p:cNvSpPr>
            <a:spLocks xmlns:a="http://schemas.openxmlformats.org/drawingml/2006/main" noGrp="1"/>
          </p:cNvSpPr>
          <p:nvPr/>
        </p:nvSpPr>
        <p:spPr>
          <a:xfrm xmlns:a="http://schemas.openxmlformats.org/drawingml/2006/main">
            <a:off x="7219950" y="4524375"/>
            <a:ext cx="466725" cy="171450"/>
          </a:xfrm>
          <a:prstGeom xmlns:a="http://schemas.openxmlformats.org/drawingml/2006/main" prst="rightArrow">
            <a:avLst/>
          </a:prstGeom>
          <a:solidFill xmlns:a="http://schemas.openxmlformats.org/drawingml/2006/main">
            <a:srgbClr val="4264D0"/>
          </a:solidFill>
          <a:ln xmlns:a="http://schemas.openxmlformats.org/drawingml/2006/main" w="0">
            <a:noFill/>
            <a:prstDash val="solid"/>
          </a:ln>
        </p:spPr>
      </p:sp>
      <p:sp>
        <p:nvSpPr>
          <p:cNvPr id="26" name="f146">
            <a:extLst xmlns:a="http://schemas.openxmlformats.org/drawingml/2006/main">
              <a:ext uri="{FF2B5EF4-FFF2-40B4-BE49-F238E27FC236}">
                <a16:creationId xmlns:a16="http://schemas.microsoft.com/office/drawing/2014/main" id="{7A56DF72-95C2-4303-A43A-1F035917796D}"/>
              </a:ext>
            </a:extLst>
          </p:cNvPr>
          <p:cNvSpPr>
            <a:spLocks xmlns:a="http://schemas.openxmlformats.org/drawingml/2006/main" noGrp="1"/>
          </p:cNvSpPr>
          <p:nvPr/>
        </p:nvSpPr>
        <p:spPr>
          <a:xfrm xmlns:a="http://schemas.openxmlformats.org/drawingml/2006/main">
            <a:off x="7858125" y="4238625"/>
            <a:ext cx="3333750" cy="762000"/>
          </a:xfrm>
          <a:prstGeom xmlns:a="http://schemas.openxmlformats.org/drawingml/2006/main" prst="roundRect">
            <a:avLst>
              <a:gd name="adj" fmla="val 20000"/>
            </a:avLst>
          </a:prstGeom>
          <a:solidFill xmlns:a="http://schemas.openxmlformats.org/drawingml/2006/main">
            <a:srgbClr val="F0F4FF"/>
          </a:solidFill>
          <a:ln xmlns:a="http://schemas.openxmlformats.org/drawingml/2006/main" w="17145">
            <a:solidFill>
              <a:srgbClr val="D9E3EF"/>
            </a:solidFill>
            <a:prstDash val="solid"/>
          </a:ln>
        </p:spPr>
      </p:sp>
      <p:sp>
        <p:nvSpPr>
          <p:cNvPr id="27" name="f147">
            <a:extLst xmlns:a="http://schemas.openxmlformats.org/drawingml/2006/main">
              <a:ext uri="{FF2B5EF4-FFF2-40B4-BE49-F238E27FC236}">
                <a16:creationId xmlns:a16="http://schemas.microsoft.com/office/drawing/2014/main" id="{6CCB460B-45CD-41D4-A47A-DFC891E37353}"/>
              </a:ext>
            </a:extLst>
          </p:cNvPr>
          <p:cNvSpPr>
            <a:spLocks xmlns:a="http://schemas.openxmlformats.org/drawingml/2006/main" noGrp="1"/>
          </p:cNvSpPr>
          <p:nvPr/>
        </p:nvSpPr>
        <p:spPr>
          <a:xfrm xmlns:a="http://schemas.openxmlformats.org/drawingml/2006/main">
            <a:off x="8010525" y="4371975"/>
            <a:ext cx="30289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ctr">
              <a:defRPr sz="2325" b="1">
                <a:solidFill>
                  <a:srgbClr val="182536"/>
                </a:solidFill>
                <a:latin typeface="Nimbus Sans"/>
                <a:ea typeface="Nimbus Sans"/>
                <a:cs typeface="Nimbus Sans"/>
              </a:defRPr>
            </a:defPPr>
            <a:lvl1pPr algn="ctr">
              <a:defRPr sz="2325" b="1">
                <a:solidFill>
                  <a:srgbClr val="182536"/>
                </a:solidFill>
                <a:latin typeface="Nimbus Sans"/>
                <a:ea typeface="Nimbus Sans"/>
                <a:cs typeface="Nimbus Sans"/>
              </a:defRPr>
            </a:lvl1pPr>
            <a:lvl2pPr algn="ctr">
              <a:defRPr sz="2325" b="1">
                <a:solidFill>
                  <a:srgbClr val="182536"/>
                </a:solidFill>
                <a:latin typeface="Nimbus Sans"/>
                <a:ea typeface="Nimbus Sans"/>
                <a:cs typeface="Nimbus Sans"/>
              </a:defRPr>
            </a:lvl2pPr>
            <a:lvl3pPr algn="ctr">
              <a:defRPr sz="2325" b="1">
                <a:solidFill>
                  <a:srgbClr val="182536"/>
                </a:solidFill>
                <a:latin typeface="Nimbus Sans"/>
                <a:ea typeface="Nimbus Sans"/>
                <a:cs typeface="Nimbus Sans"/>
              </a:defRPr>
            </a:lvl3pPr>
            <a:lvl4pPr algn="ctr">
              <a:defRPr sz="2325" b="1">
                <a:solidFill>
                  <a:srgbClr val="182536"/>
                </a:solidFill>
                <a:latin typeface="Nimbus Sans"/>
                <a:ea typeface="Nimbus Sans"/>
                <a:cs typeface="Nimbus Sans"/>
              </a:defRPr>
            </a:lvl4pPr>
            <a:lvl5pPr algn="ctr">
              <a:defRPr sz="2325" b="1">
                <a:solidFill>
                  <a:srgbClr val="182536"/>
                </a:solidFill>
                <a:latin typeface="Nimbus Sans"/>
                <a:ea typeface="Nimbus Sans"/>
                <a:cs typeface="Nimbus Sans"/>
              </a:defRPr>
            </a:lvl5pPr>
            <a:lvl6pPr algn="ctr">
              <a:defRPr sz="2325" b="1">
                <a:solidFill>
                  <a:srgbClr val="182536"/>
                </a:solidFill>
                <a:latin typeface="Nimbus Sans"/>
                <a:ea typeface="Nimbus Sans"/>
                <a:cs typeface="Nimbus Sans"/>
              </a:defRPr>
            </a:lvl6pPr>
            <a:lvl7pPr algn="ctr">
              <a:defRPr sz="2325" b="1">
                <a:solidFill>
                  <a:srgbClr val="182536"/>
                </a:solidFill>
                <a:latin typeface="Nimbus Sans"/>
                <a:ea typeface="Nimbus Sans"/>
                <a:cs typeface="Nimbus Sans"/>
              </a:defRPr>
            </a:lvl7pPr>
            <a:lvl8pPr algn="ctr">
              <a:defRPr sz="2325" b="1">
                <a:solidFill>
                  <a:srgbClr val="182536"/>
                </a:solidFill>
                <a:latin typeface="Nimbus Sans"/>
                <a:ea typeface="Nimbus Sans"/>
                <a:cs typeface="Nimbus Sans"/>
              </a:defRPr>
            </a:lvl8pPr>
            <a:lvl9pPr algn="ctr">
              <a:defRPr sz="2325" b="1">
                <a:solidFill>
                  <a:srgbClr val="182536"/>
                </a:solidFill>
                <a:latin typeface="Nimbus Sans"/>
                <a:ea typeface="Nimbus Sans"/>
                <a:cs typeface="Nimbus Sans"/>
              </a:defRPr>
            </a:lvl9pPr>
          </a:lstStyle>
          <a:p xmlns:a="http://schemas.openxmlformats.org/drawingml/2006/main">
            <a:pPr algn="ctr">
              <a:defRPr sz="2325" b="1">
                <a:solidFill>
                  <a:srgbClr val="182536"/>
                </a:solidFill>
                <a:latin typeface="Nimbus Sans"/>
                <a:ea typeface="Nimbus Sans"/>
                <a:cs typeface="Nimbus Sans"/>
              </a:defRPr>
            </a:pPr>
            <a:r>
              <a:rPr sz="2325" b="1">
                <a:solidFill>
                  <a:srgbClr val="182536"/>
                </a:solidFill>
                <a:latin typeface="Nimbus Sans"/>
                <a:ea typeface="Nimbus Sans"/>
                <a:cs typeface="Nimbus Sans"/>
              </a:rPr>
              <a:t>Stesso sistema</a:t>
            </a:r>
          </a:p>
        </p:txBody>
      </p:sp>
      <p:sp>
        <p:nvSpPr>
          <p:cNvPr id="28" name="f148">
            <a:extLst xmlns:a="http://schemas.openxmlformats.org/drawingml/2006/main">
              <a:ext uri="{FF2B5EF4-FFF2-40B4-BE49-F238E27FC236}">
                <a16:creationId xmlns:a16="http://schemas.microsoft.com/office/drawing/2014/main" id="{9C8E9B14-0488-4140-A84A-915C6C2F992E}"/>
              </a:ext>
            </a:extLst>
          </p:cNvPr>
          <p:cNvSpPr>
            <a:spLocks xmlns:a="http://schemas.openxmlformats.org/drawingml/2006/main" noGrp="1"/>
          </p:cNvSpPr>
          <p:nvPr/>
        </p:nvSpPr>
        <p:spPr>
          <a:xfrm xmlns:a="http://schemas.openxmlformats.org/drawingml/2006/main">
            <a:off x="8010525" y="4724400"/>
            <a:ext cx="30289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ctr">
              <a:defRPr sz="1650" b="0">
                <a:solidFill>
                  <a:srgbClr val="4264D0"/>
                </a:solidFill>
                <a:latin typeface="Nimbus Sans"/>
                <a:ea typeface="Nimbus Sans"/>
                <a:cs typeface="Nimbus Sans"/>
              </a:defRPr>
            </a:defPPr>
            <a:lvl1pPr algn="ctr">
              <a:defRPr sz="1650" b="0">
                <a:solidFill>
                  <a:srgbClr val="4264D0"/>
                </a:solidFill>
                <a:latin typeface="Nimbus Sans"/>
                <a:ea typeface="Nimbus Sans"/>
                <a:cs typeface="Nimbus Sans"/>
              </a:defRPr>
            </a:lvl1pPr>
            <a:lvl2pPr algn="ctr">
              <a:defRPr sz="1650" b="0">
                <a:solidFill>
                  <a:srgbClr val="4264D0"/>
                </a:solidFill>
                <a:latin typeface="Nimbus Sans"/>
                <a:ea typeface="Nimbus Sans"/>
                <a:cs typeface="Nimbus Sans"/>
              </a:defRPr>
            </a:lvl2pPr>
            <a:lvl3pPr algn="ctr">
              <a:defRPr sz="1650" b="0">
                <a:solidFill>
                  <a:srgbClr val="4264D0"/>
                </a:solidFill>
                <a:latin typeface="Nimbus Sans"/>
                <a:ea typeface="Nimbus Sans"/>
                <a:cs typeface="Nimbus Sans"/>
              </a:defRPr>
            </a:lvl3pPr>
            <a:lvl4pPr algn="ctr">
              <a:defRPr sz="1650" b="0">
                <a:solidFill>
                  <a:srgbClr val="4264D0"/>
                </a:solidFill>
                <a:latin typeface="Nimbus Sans"/>
                <a:ea typeface="Nimbus Sans"/>
                <a:cs typeface="Nimbus Sans"/>
              </a:defRPr>
            </a:lvl4pPr>
            <a:lvl5pPr algn="ctr">
              <a:defRPr sz="1650" b="0">
                <a:solidFill>
                  <a:srgbClr val="4264D0"/>
                </a:solidFill>
                <a:latin typeface="Nimbus Sans"/>
                <a:ea typeface="Nimbus Sans"/>
                <a:cs typeface="Nimbus Sans"/>
              </a:defRPr>
            </a:lvl5pPr>
            <a:lvl6pPr algn="ctr">
              <a:defRPr sz="1650" b="0">
                <a:solidFill>
                  <a:srgbClr val="4264D0"/>
                </a:solidFill>
                <a:latin typeface="Nimbus Sans"/>
                <a:ea typeface="Nimbus Sans"/>
                <a:cs typeface="Nimbus Sans"/>
              </a:defRPr>
            </a:lvl6pPr>
            <a:lvl7pPr algn="ctr">
              <a:defRPr sz="1650" b="0">
                <a:solidFill>
                  <a:srgbClr val="4264D0"/>
                </a:solidFill>
                <a:latin typeface="Nimbus Sans"/>
                <a:ea typeface="Nimbus Sans"/>
                <a:cs typeface="Nimbus Sans"/>
              </a:defRPr>
            </a:lvl7pPr>
            <a:lvl8pPr algn="ctr">
              <a:defRPr sz="1650" b="0">
                <a:solidFill>
                  <a:srgbClr val="4264D0"/>
                </a:solidFill>
                <a:latin typeface="Nimbus Sans"/>
                <a:ea typeface="Nimbus Sans"/>
                <a:cs typeface="Nimbus Sans"/>
              </a:defRPr>
            </a:lvl8pPr>
            <a:lvl9pPr algn="ctr">
              <a:defRPr sz="1650" b="0">
                <a:solidFill>
                  <a:srgbClr val="4264D0"/>
                </a:solidFill>
                <a:latin typeface="Nimbus Sans"/>
                <a:ea typeface="Nimbus Sans"/>
                <a:cs typeface="Nimbus Sans"/>
              </a:defRPr>
            </a:lvl9pPr>
          </a:lstStyle>
          <a:p xmlns:a="http://schemas.openxmlformats.org/drawingml/2006/main">
            <a:pPr algn="ctr">
              <a:defRPr sz="1650" b="0">
                <a:solidFill>
                  <a:srgbClr val="4264D0"/>
                </a:solidFill>
                <a:latin typeface="Nimbus Sans"/>
                <a:ea typeface="Nimbus Sans"/>
                <a:cs typeface="Nimbus Sans"/>
              </a:defRPr>
            </a:pPr>
            <a:r>
              <a:rPr sz="1650" b="0">
                <a:solidFill>
                  <a:srgbClr val="4264D0"/>
                </a:solidFill>
                <a:latin typeface="Nimbus Sans"/>
                <a:ea typeface="Nimbus Sans"/>
                <a:cs typeface="Nimbus Sans"/>
              </a:rPr>
              <a:t>stessa DSL</a:t>
            </a:r>
          </a:p>
        </p:txBody>
      </p:sp>
      <p:sp>
        <p:nvSpPr>
          <p:cNvPr id="29" name="f149">
            <a:extLst xmlns:a="http://schemas.openxmlformats.org/drawingml/2006/main">
              <a:ext uri="{FF2B5EF4-FFF2-40B4-BE49-F238E27FC236}">
                <a16:creationId xmlns:a16="http://schemas.microsoft.com/office/drawing/2014/main" id="{C519CBA2-A4AC-4EDF-A589-8BECCAA22DBE}"/>
              </a:ext>
            </a:extLst>
          </p:cNvPr>
          <p:cNvSpPr>
            <a:spLocks xmlns:a="http://schemas.openxmlformats.org/drawingml/2006/main" noGrp="1"/>
          </p:cNvSpPr>
          <p:nvPr/>
        </p:nvSpPr>
        <p:spPr>
          <a:xfrm xmlns:a="http://schemas.openxmlformats.org/drawingml/2006/main">
            <a:off x="11363325" y="4524375"/>
            <a:ext cx="466725" cy="171450"/>
          </a:xfrm>
          <a:prstGeom xmlns:a="http://schemas.openxmlformats.org/drawingml/2006/main" prst="rightArrow">
            <a:avLst/>
          </a:prstGeom>
          <a:solidFill xmlns:a="http://schemas.openxmlformats.org/drawingml/2006/main">
            <a:srgbClr val="4264D0"/>
          </a:solidFill>
          <a:ln xmlns:a="http://schemas.openxmlformats.org/drawingml/2006/main" w="0">
            <a:noFill/>
            <a:prstDash val="solid"/>
          </a:ln>
        </p:spPr>
      </p:sp>
      <p:sp>
        <p:nvSpPr>
          <p:cNvPr id="30" name="f150">
            <a:extLst xmlns:a="http://schemas.openxmlformats.org/drawingml/2006/main">
              <a:ext uri="{FF2B5EF4-FFF2-40B4-BE49-F238E27FC236}">
                <a16:creationId xmlns:a16="http://schemas.microsoft.com/office/drawing/2014/main" id="{F4FF3056-7012-4D34-8533-26D540CEEA4B}"/>
              </a:ext>
            </a:extLst>
          </p:cNvPr>
          <p:cNvSpPr>
            <a:spLocks xmlns:a="http://schemas.openxmlformats.org/drawingml/2006/main" noGrp="1"/>
          </p:cNvSpPr>
          <p:nvPr/>
        </p:nvSpPr>
        <p:spPr>
          <a:xfrm xmlns:a="http://schemas.openxmlformats.org/drawingml/2006/main">
            <a:off x="12001500" y="4238625"/>
            <a:ext cx="2171700" cy="762000"/>
          </a:xfrm>
          <a:prstGeom xmlns:a="http://schemas.openxmlformats.org/drawingml/2006/main" prst="roundRect">
            <a:avLst>
              <a:gd name="adj" fmla="val 20000"/>
            </a:avLst>
          </a:prstGeom>
          <a:solidFill xmlns:a="http://schemas.openxmlformats.org/drawingml/2006/main">
            <a:srgbClr val="FFFFFF"/>
          </a:solidFill>
          <a:ln xmlns:a="http://schemas.openxmlformats.org/drawingml/2006/main" w="17145">
            <a:solidFill>
              <a:srgbClr val="D9E3EF"/>
            </a:solidFill>
            <a:prstDash val="solid"/>
          </a:ln>
        </p:spPr>
      </p:sp>
      <p:sp>
        <p:nvSpPr>
          <p:cNvPr id="31" name="f151">
            <a:extLst xmlns:a="http://schemas.openxmlformats.org/drawingml/2006/main">
              <a:ext uri="{FF2B5EF4-FFF2-40B4-BE49-F238E27FC236}">
                <a16:creationId xmlns:a16="http://schemas.microsoft.com/office/drawing/2014/main" id="{37D32487-6B6C-410A-AB88-9A1582EEDE30}"/>
              </a:ext>
            </a:extLst>
          </p:cNvPr>
          <p:cNvSpPr>
            <a:spLocks xmlns:a="http://schemas.openxmlformats.org/drawingml/2006/main" noGrp="1"/>
          </p:cNvSpPr>
          <p:nvPr/>
        </p:nvSpPr>
        <p:spPr>
          <a:xfrm xmlns:a="http://schemas.openxmlformats.org/drawingml/2006/main">
            <a:off x="12134850" y="4486275"/>
            <a:ext cx="1905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ctr">
              <a:defRPr sz="2100" b="1">
                <a:solidFill>
                  <a:srgbClr val="182536"/>
                </a:solidFill>
                <a:latin typeface="Nimbus Sans"/>
                <a:ea typeface="Nimbus Sans"/>
                <a:cs typeface="Nimbus Sans"/>
              </a:defRPr>
            </a:defPPr>
            <a:lvl1pPr algn="ctr">
              <a:defRPr sz="2100" b="1">
                <a:solidFill>
                  <a:srgbClr val="182536"/>
                </a:solidFill>
                <a:latin typeface="Nimbus Sans"/>
                <a:ea typeface="Nimbus Sans"/>
                <a:cs typeface="Nimbus Sans"/>
              </a:defRPr>
            </a:lvl1pPr>
            <a:lvl2pPr algn="ctr">
              <a:defRPr sz="2100" b="1">
                <a:solidFill>
                  <a:srgbClr val="182536"/>
                </a:solidFill>
                <a:latin typeface="Nimbus Sans"/>
                <a:ea typeface="Nimbus Sans"/>
                <a:cs typeface="Nimbus Sans"/>
              </a:defRPr>
            </a:lvl2pPr>
            <a:lvl3pPr algn="ctr">
              <a:defRPr sz="2100" b="1">
                <a:solidFill>
                  <a:srgbClr val="182536"/>
                </a:solidFill>
                <a:latin typeface="Nimbus Sans"/>
                <a:ea typeface="Nimbus Sans"/>
                <a:cs typeface="Nimbus Sans"/>
              </a:defRPr>
            </a:lvl3pPr>
            <a:lvl4pPr algn="ctr">
              <a:defRPr sz="2100" b="1">
                <a:solidFill>
                  <a:srgbClr val="182536"/>
                </a:solidFill>
                <a:latin typeface="Nimbus Sans"/>
                <a:ea typeface="Nimbus Sans"/>
                <a:cs typeface="Nimbus Sans"/>
              </a:defRPr>
            </a:lvl4pPr>
            <a:lvl5pPr algn="ctr">
              <a:defRPr sz="2100" b="1">
                <a:solidFill>
                  <a:srgbClr val="182536"/>
                </a:solidFill>
                <a:latin typeface="Nimbus Sans"/>
                <a:ea typeface="Nimbus Sans"/>
                <a:cs typeface="Nimbus Sans"/>
              </a:defRPr>
            </a:lvl5pPr>
            <a:lvl6pPr algn="ctr">
              <a:defRPr sz="2100" b="1">
                <a:solidFill>
                  <a:srgbClr val="182536"/>
                </a:solidFill>
                <a:latin typeface="Nimbus Sans"/>
                <a:ea typeface="Nimbus Sans"/>
                <a:cs typeface="Nimbus Sans"/>
              </a:defRPr>
            </a:lvl6pPr>
            <a:lvl7pPr algn="ctr">
              <a:defRPr sz="2100" b="1">
                <a:solidFill>
                  <a:srgbClr val="182536"/>
                </a:solidFill>
                <a:latin typeface="Nimbus Sans"/>
                <a:ea typeface="Nimbus Sans"/>
                <a:cs typeface="Nimbus Sans"/>
              </a:defRPr>
            </a:lvl7pPr>
            <a:lvl8pPr algn="ctr">
              <a:defRPr sz="2100" b="1">
                <a:solidFill>
                  <a:srgbClr val="182536"/>
                </a:solidFill>
                <a:latin typeface="Nimbus Sans"/>
                <a:ea typeface="Nimbus Sans"/>
                <a:cs typeface="Nimbus Sans"/>
              </a:defRPr>
            </a:lvl8pPr>
            <a:lvl9pPr algn="ctr">
              <a:defRPr sz="2100" b="1">
                <a:solidFill>
                  <a:srgbClr val="182536"/>
                </a:solidFill>
                <a:latin typeface="Nimbus Sans"/>
                <a:ea typeface="Nimbus Sans"/>
                <a:cs typeface="Nimbus Sans"/>
              </a:defRPr>
            </a:lvl9pPr>
          </a:lstStyle>
          <a:p xmlns:a="http://schemas.openxmlformats.org/drawingml/2006/main">
            <a:pPr algn="ctr">
              <a:defRPr sz="2100" b="1">
                <a:solidFill>
                  <a:srgbClr val="182536"/>
                </a:solidFill>
                <a:latin typeface="Nimbus Sans"/>
                <a:ea typeface="Nimbus Sans"/>
                <a:cs typeface="Nimbus Sans"/>
              </a:defRPr>
            </a:pPr>
            <a:r>
              <a:rPr sz="2100" b="1">
                <a:solidFill>
                  <a:srgbClr val="182536"/>
                </a:solidFill>
                <a:latin typeface="Nimbus Sans"/>
                <a:ea typeface="Nimbus Sans"/>
                <a:cs typeface="Nimbus Sans"/>
              </a:rPr>
              <a:t>Report mutato</a:t>
            </a:r>
          </a:p>
        </p:txBody>
      </p:sp>
      <p:graphicFrame>
        <p:nvGraphicFramePr>
          <p:cNvPr id="32" name="">
            <a:extLst xmlns:a="http://schemas.openxmlformats.org/drawingml/2006/main">
              <a:ext uri="{FF2B5EF4-FFF2-40B4-BE49-F238E27FC236}">
                <a16:creationId xmlns:a16="http://schemas.microsoft.com/office/drawing/2014/main" id="{0BCC9272-6648-42A8-8A95-134C66FD09C6}"/>
              </a:ext>
            </a:extLst>
          </p:cNvPr>
          <p:cNvGraphicFramePr/>
          <p:nvPr/>
        </p:nvGraphicFramePr>
        <p:xfrm>
          <a:off xmlns:a="http://schemas.openxmlformats.org/drawingml/2006/main" x="1066800" y="5419725"/>
          <a:ext xmlns:a="http://schemas.openxmlformats.org/drawingml/2006/main" cx="13106400" cy="1676400"/>
        </p:xfrm>
        <a:graphic xmlns:a="http://schemas.openxmlformats.org/drawingml/2006/main">
          <a:graphicData uri="http://schemas.openxmlformats.org/drawingml/2006/table">
            <a:tbl>
              <a:tblPr firstRow="0" bandRow="0"/>
              <a:tblGrid>
                <a:gridCol w="7810500"/>
                <a:gridCol w="2647950"/>
                <a:gridCol w="2647950"/>
              </a:tblGrid>
              <a:tr h="419100">
                <a:tc>
                  <a:txBody>
                    <a:bodyPr wrap="none">
                      <a:noAutofit/>
                    </a:bodyPr>
                    <a:lstStyle/>
                    <a:p>
                      <a:pPr algn="l"/>
                      <a:r>
                        <a:rPr sz="1875" b="1">
                          <a:solidFill>
                            <a:srgbClr val="182536"/>
                          </a:solidFill>
                          <a:latin typeface="Nimbus Sans"/>
                          <a:ea typeface="Nimbus Sans"/>
                          <a:cs typeface="Nimbus Sans"/>
                        </a:rPr>
                        <a:t>Esempio di mutazione</a:t>
                      </a:r>
                    </a:p>
                  </a:txBody>
                  <a:tcPr marL="171450" marR="171450" marT="76200" marB="76200" anchor="ctr">
                    <a:lnL w="14288">
                      <a:solidFill>
                        <a:srgbClr val="D9E3EF"/>
                      </a:solidFill>
                      <a:prstDash val="solid"/>
                    </a:lnL>
                    <a:lnR w="14288">
                      <a:solidFill>
                        <a:srgbClr val="D9E3EF"/>
                      </a:solidFill>
                      <a:prstDash val="solid"/>
                    </a:lnR>
                    <a:lnT w="14288">
                      <a:solidFill>
                        <a:srgbClr val="D9E3EF"/>
                      </a:solidFill>
                      <a:prstDash val="solid"/>
                    </a:lnT>
                    <a:lnB w="14288">
                      <a:solidFill>
                        <a:srgbClr val="D9E3EF"/>
                      </a:solidFill>
                      <a:prstDash val="solid"/>
                    </a:lnB>
                    <a:solidFill>
                      <a:srgbClr val="F0F4FF"/>
                    </a:solidFill>
                  </a:tcPr>
                </a:tc>
                <a:tc>
                  <a:txBody>
                    <a:bodyPr wrap="none">
                      <a:noAutofit/>
                    </a:bodyPr>
                    <a:lstStyle/>
                    <a:p>
                      <a:pPr algn="ctr"/>
                      <a:r>
                        <a:rPr sz="1875" b="1">
                          <a:solidFill>
                            <a:srgbClr val="182536"/>
                          </a:solidFill>
                          <a:latin typeface="Nimbus Sans"/>
                          <a:ea typeface="Nimbus Sans"/>
                          <a:cs typeface="Nimbus Sans"/>
                        </a:rPr>
                        <a:t>Originale</a:t>
                      </a:r>
                    </a:p>
                  </a:txBody>
                  <a:tcPr marL="171450" marR="171450" marT="76200" marB="76200" anchor="ctr">
                    <a:lnR w="14288">
                      <a:solidFill>
                        <a:srgbClr val="D9E3EF"/>
                      </a:solidFill>
                      <a:prstDash val="solid"/>
                    </a:lnR>
                    <a:lnT w="14288">
                      <a:solidFill>
                        <a:srgbClr val="D9E3EF"/>
                      </a:solidFill>
                      <a:prstDash val="solid"/>
                    </a:lnT>
                    <a:lnB w="14288">
                      <a:solidFill>
                        <a:srgbClr val="D9E3EF"/>
                      </a:solidFill>
                      <a:prstDash val="solid"/>
                    </a:lnB>
                    <a:solidFill>
                      <a:srgbClr val="F0F4FF"/>
                    </a:solidFill>
                  </a:tcPr>
                </a:tc>
                <a:tc>
                  <a:txBody>
                    <a:bodyPr wrap="none">
                      <a:noAutofit/>
                    </a:bodyPr>
                    <a:lstStyle/>
                    <a:p>
                      <a:pPr algn="ctr"/>
                      <a:r>
                        <a:rPr sz="1875" b="1">
                          <a:solidFill>
                            <a:srgbClr val="182536"/>
                          </a:solidFill>
                          <a:latin typeface="Nimbus Sans"/>
                          <a:ea typeface="Nimbus Sans"/>
                          <a:cs typeface="Nimbus Sans"/>
                        </a:rPr>
                        <a:t>Mutato</a:t>
                      </a:r>
                    </a:p>
                  </a:txBody>
                  <a:tcPr marL="171450" marR="171450" marT="76200" marB="76200" anchor="ctr">
                    <a:lnR w="14288">
                      <a:solidFill>
                        <a:srgbClr val="D9E3EF"/>
                      </a:solidFill>
                      <a:prstDash val="solid"/>
                    </a:lnR>
                    <a:lnT w="14288">
                      <a:solidFill>
                        <a:srgbClr val="D9E3EF"/>
                      </a:solidFill>
                      <a:prstDash val="solid"/>
                    </a:lnT>
                    <a:lnB w="14288">
                      <a:solidFill>
                        <a:srgbClr val="D9E3EF"/>
                      </a:solidFill>
                      <a:prstDash val="solid"/>
                    </a:lnB>
                    <a:solidFill>
                      <a:srgbClr val="F0F4FF"/>
                    </a:solidFill>
                  </a:tcPr>
                </a:tc>
              </a:tr>
              <a:tr h="419100">
                <a:tc>
                  <a:txBody>
                    <a:bodyPr wrap="none">
                      <a:noAutofit/>
                    </a:bodyPr>
                    <a:lstStyle/>
                    <a:p>
                      <a:pPr algn="l"/>
                      <a:r>
                        <a:rPr sz="1875" b="0">
                          <a:solidFill>
                            <a:srgbClr val="182536"/>
                          </a:solidFill>
                          <a:latin typeface="Nimbus Sans"/>
                          <a:ea typeface="Nimbus Sans"/>
                          <a:cs typeface="Nimbus Sans"/>
                        </a:rPr>
                        <a:t>NRF: HTTP 200 → 403</a:t>
                      </a:r>
                    </a:p>
                  </a:txBody>
                  <a:tcPr marL="171450" marR="171450" marT="76200" marB="76200" anchor="ctr">
                    <a:lnL w="14288">
                      <a:solidFill>
                        <a:srgbClr val="D9E3EF"/>
                      </a:solidFill>
                      <a:prstDash val="solid"/>
                    </a:lnL>
                    <a:lnR w="14288">
                      <a:solidFill>
                        <a:srgbClr val="D9E3EF"/>
                      </a:solidFill>
                      <a:prstDash val="solid"/>
                    </a:lnR>
                    <a:lnB w="14288">
                      <a:solidFill>
                        <a:srgbClr val="D9E3EF"/>
                      </a:solidFill>
                      <a:prstDash val="solid"/>
                    </a:lnB>
                    <a:solidFill>
                      <a:srgbClr val="FFFFFF"/>
                    </a:solidFill>
                  </a:tcPr>
                </a:tc>
                <a:tc>
                  <a:txBody>
                    <a:bodyPr wrap="none">
                      <a:noAutofit/>
                    </a:bodyPr>
                    <a:lstStyle/>
                    <a:p>
                      <a:pPr algn="ctr"/>
                      <a:r>
                        <a:rPr sz="1875" b="1">
                          <a:solidFill>
                            <a:srgbClr val="B64B56"/>
                          </a:solidFill>
                          <a:latin typeface="Nimbus Sans"/>
                          <a:ea typeface="Nimbus Sans"/>
                          <a:cs typeface="Nimbus Sans"/>
                        </a:rPr>
                        <a:t>FAIL</a:t>
                      </a:r>
                    </a:p>
                  </a:txBody>
                  <a:tcPr marL="171450" marR="171450" marT="76200" marB="76200" anchor="ctr">
                    <a:lnR w="14288">
                      <a:solidFill>
                        <a:srgbClr val="D9E3EF"/>
                      </a:solidFill>
                      <a:prstDash val="solid"/>
                    </a:lnR>
                    <a:lnB w="14288">
                      <a:solidFill>
                        <a:srgbClr val="D9E3EF"/>
                      </a:solidFill>
                      <a:prstDash val="solid"/>
                    </a:lnB>
                    <a:solidFill>
                      <a:srgbClr val="FFFFFF"/>
                    </a:solidFill>
                  </a:tcPr>
                </a:tc>
                <a:tc>
                  <a:txBody>
                    <a:bodyPr wrap="none">
                      <a:noAutofit/>
                    </a:bodyPr>
                    <a:lstStyle/>
                    <a:p>
                      <a:pPr algn="ctr"/>
                      <a:r>
                        <a:rPr sz="1875" b="1">
                          <a:solidFill>
                            <a:srgbClr val="278766"/>
                          </a:solidFill>
                          <a:latin typeface="Nimbus Sans"/>
                          <a:ea typeface="Nimbus Sans"/>
                          <a:cs typeface="Nimbus Sans"/>
                        </a:rPr>
                        <a:t>PASS</a:t>
                      </a:r>
                    </a:p>
                  </a:txBody>
                  <a:tcPr marL="171450" marR="171450" marT="76200" marB="76200" anchor="ctr">
                    <a:lnR w="14288">
                      <a:solidFill>
                        <a:srgbClr val="D9E3EF"/>
                      </a:solidFill>
                      <a:prstDash val="solid"/>
                    </a:lnR>
                    <a:lnB w="14288">
                      <a:solidFill>
                        <a:srgbClr val="D9E3EF"/>
                      </a:solidFill>
                      <a:prstDash val="solid"/>
                    </a:lnB>
                    <a:solidFill>
                      <a:srgbClr val="FFFFFF"/>
                    </a:solidFill>
                  </a:tcPr>
                </a:tc>
              </a:tr>
              <a:tr h="419100">
                <a:tc>
                  <a:txBody>
                    <a:bodyPr wrap="none">
                      <a:noAutofit/>
                    </a:bodyPr>
                    <a:lstStyle/>
                    <a:p>
                      <a:pPr algn="l"/>
                      <a:r>
                        <a:rPr sz="1875" b="0">
                          <a:solidFill>
                            <a:srgbClr val="182536"/>
                          </a:solidFill>
                          <a:latin typeface="Nimbus Sans"/>
                          <a:ea typeface="Nimbus Sans"/>
                          <a:cs typeface="Nimbus Sans"/>
                        </a:rPr>
                        <a:t>UDM SUCI: SUPI alterato</a:t>
                      </a:r>
                    </a:p>
                  </a:txBody>
                  <a:tcPr marL="171450" marR="171450" marT="76200" marB="76200" anchor="ctr">
                    <a:lnL w="14288">
                      <a:solidFill>
                        <a:srgbClr val="D9E3EF"/>
                      </a:solidFill>
                      <a:prstDash val="solid"/>
                    </a:lnL>
                    <a:lnR w="14288">
                      <a:solidFill>
                        <a:srgbClr val="D9E3EF"/>
                      </a:solidFill>
                      <a:prstDash val="solid"/>
                    </a:lnR>
                    <a:lnB w="14288">
                      <a:solidFill>
                        <a:srgbClr val="D9E3EF"/>
                      </a:solidFill>
                      <a:prstDash val="solid"/>
                    </a:lnB>
                    <a:solidFill>
                      <a:srgbClr val="FFFFFF"/>
                    </a:solidFill>
                  </a:tcPr>
                </a:tc>
                <a:tc>
                  <a:txBody>
                    <a:bodyPr wrap="none">
                      <a:noAutofit/>
                    </a:bodyPr>
                    <a:lstStyle/>
                    <a:p>
                      <a:pPr algn="ctr"/>
                      <a:r>
                        <a:rPr sz="1875" b="1">
                          <a:solidFill>
                            <a:srgbClr val="278766"/>
                          </a:solidFill>
                          <a:latin typeface="Nimbus Sans"/>
                          <a:ea typeface="Nimbus Sans"/>
                          <a:cs typeface="Nimbus Sans"/>
                        </a:rPr>
                        <a:t>PASS</a:t>
                      </a:r>
                    </a:p>
                  </a:txBody>
                  <a:tcPr marL="171450" marR="171450" marT="76200" marB="76200" anchor="ctr">
                    <a:lnR w="14288">
                      <a:solidFill>
                        <a:srgbClr val="D9E3EF"/>
                      </a:solidFill>
                      <a:prstDash val="solid"/>
                    </a:lnR>
                    <a:lnB w="14288">
                      <a:solidFill>
                        <a:srgbClr val="D9E3EF"/>
                      </a:solidFill>
                      <a:prstDash val="solid"/>
                    </a:lnB>
                    <a:solidFill>
                      <a:srgbClr val="FFFFFF"/>
                    </a:solidFill>
                  </a:tcPr>
                </a:tc>
                <a:tc>
                  <a:txBody>
                    <a:bodyPr wrap="none">
                      <a:noAutofit/>
                    </a:bodyPr>
                    <a:lstStyle/>
                    <a:p>
                      <a:pPr algn="ctr"/>
                      <a:r>
                        <a:rPr sz="1875" b="1">
                          <a:solidFill>
                            <a:srgbClr val="B64B56"/>
                          </a:solidFill>
                          <a:latin typeface="Nimbus Sans"/>
                          <a:ea typeface="Nimbus Sans"/>
                          <a:cs typeface="Nimbus Sans"/>
                        </a:rPr>
                        <a:t>FAIL</a:t>
                      </a:r>
                    </a:p>
                  </a:txBody>
                  <a:tcPr marL="171450" marR="171450" marT="76200" marB="76200" anchor="ctr">
                    <a:lnR w="14288">
                      <a:solidFill>
                        <a:srgbClr val="D9E3EF"/>
                      </a:solidFill>
                      <a:prstDash val="solid"/>
                    </a:lnR>
                    <a:lnB w="14288">
                      <a:solidFill>
                        <a:srgbClr val="D9E3EF"/>
                      </a:solidFill>
                      <a:prstDash val="solid"/>
                    </a:lnB>
                    <a:solidFill>
                      <a:srgbClr val="FFFFFF"/>
                    </a:solidFill>
                  </a:tcPr>
                </a:tc>
              </a:tr>
              <a:tr h="419100">
                <a:tc>
                  <a:txBody>
                    <a:bodyPr wrap="none">
                      <a:noAutofit/>
                    </a:bodyPr>
                    <a:lstStyle/>
                    <a:p>
                      <a:pPr algn="l"/>
                      <a:r>
                        <a:rPr sz="1875" b="0">
                          <a:solidFill>
                            <a:srgbClr val="182536"/>
                          </a:solidFill>
                          <a:latin typeface="Nimbus Sans"/>
                          <a:ea typeface="Nimbus Sans"/>
                          <a:cs typeface="Nimbus Sans"/>
                        </a:rPr>
                        <a:t>UPF: F-TEID duplicato</a:t>
                      </a:r>
                    </a:p>
                  </a:txBody>
                  <a:tcPr marL="171450" marR="171450" marT="76200" marB="76200" anchor="ctr">
                    <a:lnL w="14288">
                      <a:solidFill>
                        <a:srgbClr val="D9E3EF"/>
                      </a:solidFill>
                      <a:prstDash val="solid"/>
                    </a:lnL>
                    <a:lnR w="14288">
                      <a:solidFill>
                        <a:srgbClr val="D9E3EF"/>
                      </a:solidFill>
                      <a:prstDash val="solid"/>
                    </a:lnR>
                    <a:lnB w="14288">
                      <a:solidFill>
                        <a:srgbClr val="D9E3EF"/>
                      </a:solidFill>
                      <a:prstDash val="solid"/>
                    </a:lnB>
                    <a:solidFill>
                      <a:srgbClr val="FFFFFF"/>
                    </a:solidFill>
                  </a:tcPr>
                </a:tc>
                <a:tc>
                  <a:txBody>
                    <a:bodyPr wrap="none">
                      <a:noAutofit/>
                    </a:bodyPr>
                    <a:lstStyle/>
                    <a:p>
                      <a:pPr algn="ctr"/>
                      <a:r>
                        <a:rPr sz="1875" b="1">
                          <a:solidFill>
                            <a:srgbClr val="278766"/>
                          </a:solidFill>
                          <a:latin typeface="Nimbus Sans"/>
                          <a:ea typeface="Nimbus Sans"/>
                          <a:cs typeface="Nimbus Sans"/>
                        </a:rPr>
                        <a:t>PASS</a:t>
                      </a:r>
                    </a:p>
                  </a:txBody>
                  <a:tcPr marL="171450" marR="171450" marT="76200" marB="76200" anchor="ctr">
                    <a:lnR w="14288">
                      <a:solidFill>
                        <a:srgbClr val="D9E3EF"/>
                      </a:solidFill>
                      <a:prstDash val="solid"/>
                    </a:lnR>
                    <a:lnB w="14288">
                      <a:solidFill>
                        <a:srgbClr val="D9E3EF"/>
                      </a:solidFill>
                      <a:prstDash val="solid"/>
                    </a:lnB>
                    <a:solidFill>
                      <a:srgbClr val="FFFFFF"/>
                    </a:solidFill>
                  </a:tcPr>
                </a:tc>
                <a:tc>
                  <a:txBody>
                    <a:bodyPr wrap="none">
                      <a:noAutofit/>
                    </a:bodyPr>
                    <a:lstStyle/>
                    <a:p>
                      <a:pPr algn="ctr"/>
                      <a:r>
                        <a:rPr sz="1875" b="1">
                          <a:solidFill>
                            <a:srgbClr val="B64B56"/>
                          </a:solidFill>
                          <a:latin typeface="Nimbus Sans"/>
                          <a:ea typeface="Nimbus Sans"/>
                          <a:cs typeface="Nimbus Sans"/>
                        </a:rPr>
                        <a:t>FAIL</a:t>
                      </a:r>
                    </a:p>
                  </a:txBody>
                  <a:tcPr marL="171450" marR="171450" marT="76200" marB="76200" anchor="ctr">
                    <a:lnR w="14288">
                      <a:solidFill>
                        <a:srgbClr val="D9E3EF"/>
                      </a:solidFill>
                      <a:prstDash val="solid"/>
                    </a:lnR>
                    <a:lnB w="14288">
                      <a:solidFill>
                        <a:srgbClr val="D9E3EF"/>
                      </a:solidFill>
                      <a:prstDash val="solid"/>
                    </a:lnB>
                    <a:solidFill>
                      <a:srgbClr val="FFFFFF"/>
                    </a:solidFill>
                  </a:tcPr>
                </a:tc>
              </a:tr>
            </a:tbl>
          </a:graphicData>
        </a:graphic>
      </p:graphicFrame>
      <p:sp>
        <p:nvSpPr>
          <p:cNvPr id="33" name="f153">
            <a:extLst xmlns:a="http://schemas.openxmlformats.org/drawingml/2006/main">
              <a:ext uri="{FF2B5EF4-FFF2-40B4-BE49-F238E27FC236}">
                <a16:creationId xmlns:a16="http://schemas.microsoft.com/office/drawing/2014/main" id="{89977CC9-A65B-4DBF-A82E-25573DEEB18E}"/>
              </a:ext>
            </a:extLst>
          </p:cNvPr>
          <p:cNvSpPr>
            <a:spLocks xmlns:a="http://schemas.openxmlformats.org/drawingml/2006/main" noGrp="1"/>
          </p:cNvSpPr>
          <p:nvPr/>
        </p:nvSpPr>
        <p:spPr>
          <a:xfrm xmlns:a="http://schemas.openxmlformats.org/drawingml/2006/main">
            <a:off x="1066800" y="7353300"/>
            <a:ext cx="2762250" cy="800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5175" b="1">
                <a:solidFill>
                  <a:srgbClr val="4264D0"/>
                </a:solidFill>
                <a:latin typeface="Nimbus Sans"/>
                <a:ea typeface="Nimbus Sans"/>
                <a:cs typeface="Nimbus Sans"/>
              </a:defRPr>
            </a:defPPr>
            <a:lvl1pPr algn="l">
              <a:defRPr sz="5175" b="1">
                <a:solidFill>
                  <a:srgbClr val="4264D0"/>
                </a:solidFill>
                <a:latin typeface="Nimbus Sans"/>
                <a:ea typeface="Nimbus Sans"/>
                <a:cs typeface="Nimbus Sans"/>
              </a:defRPr>
            </a:lvl1pPr>
            <a:lvl2pPr algn="l">
              <a:defRPr sz="5175" b="1">
                <a:solidFill>
                  <a:srgbClr val="4264D0"/>
                </a:solidFill>
                <a:latin typeface="Nimbus Sans"/>
                <a:ea typeface="Nimbus Sans"/>
                <a:cs typeface="Nimbus Sans"/>
              </a:defRPr>
            </a:lvl2pPr>
            <a:lvl3pPr algn="l">
              <a:defRPr sz="5175" b="1">
                <a:solidFill>
                  <a:srgbClr val="4264D0"/>
                </a:solidFill>
                <a:latin typeface="Nimbus Sans"/>
                <a:ea typeface="Nimbus Sans"/>
                <a:cs typeface="Nimbus Sans"/>
              </a:defRPr>
            </a:lvl3pPr>
            <a:lvl4pPr algn="l">
              <a:defRPr sz="5175" b="1">
                <a:solidFill>
                  <a:srgbClr val="4264D0"/>
                </a:solidFill>
                <a:latin typeface="Nimbus Sans"/>
                <a:ea typeface="Nimbus Sans"/>
                <a:cs typeface="Nimbus Sans"/>
              </a:defRPr>
            </a:lvl4pPr>
            <a:lvl5pPr algn="l">
              <a:defRPr sz="5175" b="1">
                <a:solidFill>
                  <a:srgbClr val="4264D0"/>
                </a:solidFill>
                <a:latin typeface="Nimbus Sans"/>
                <a:ea typeface="Nimbus Sans"/>
                <a:cs typeface="Nimbus Sans"/>
              </a:defRPr>
            </a:lvl5pPr>
            <a:lvl6pPr algn="l">
              <a:defRPr sz="5175" b="1">
                <a:solidFill>
                  <a:srgbClr val="4264D0"/>
                </a:solidFill>
                <a:latin typeface="Nimbus Sans"/>
                <a:ea typeface="Nimbus Sans"/>
                <a:cs typeface="Nimbus Sans"/>
              </a:defRPr>
            </a:lvl6pPr>
            <a:lvl7pPr algn="l">
              <a:defRPr sz="5175" b="1">
                <a:solidFill>
                  <a:srgbClr val="4264D0"/>
                </a:solidFill>
                <a:latin typeface="Nimbus Sans"/>
                <a:ea typeface="Nimbus Sans"/>
                <a:cs typeface="Nimbus Sans"/>
              </a:defRPr>
            </a:lvl7pPr>
            <a:lvl8pPr algn="l">
              <a:defRPr sz="5175" b="1">
                <a:solidFill>
                  <a:srgbClr val="4264D0"/>
                </a:solidFill>
                <a:latin typeface="Nimbus Sans"/>
                <a:ea typeface="Nimbus Sans"/>
                <a:cs typeface="Nimbus Sans"/>
              </a:defRPr>
            </a:lvl8pPr>
            <a:lvl9pPr algn="l">
              <a:defRPr sz="5175" b="1">
                <a:solidFill>
                  <a:srgbClr val="4264D0"/>
                </a:solidFill>
                <a:latin typeface="Nimbus Sans"/>
                <a:ea typeface="Nimbus Sans"/>
                <a:cs typeface="Nimbus Sans"/>
              </a:defRPr>
            </a:lvl9pPr>
          </a:lstStyle>
          <a:p xmlns:a="http://schemas.openxmlformats.org/drawingml/2006/main">
            <a:pPr algn="l">
              <a:defRPr sz="5175" b="1">
                <a:solidFill>
                  <a:srgbClr val="4264D0"/>
                </a:solidFill>
                <a:latin typeface="Nimbus Sans"/>
                <a:ea typeface="Nimbus Sans"/>
                <a:cs typeface="Nimbus Sans"/>
              </a:defRPr>
            </a:pPr>
            <a:r>
              <a:rPr sz="5175" b="1">
                <a:solidFill>
                  <a:srgbClr val="4264D0"/>
                </a:solidFill>
                <a:latin typeface="Nimbus Sans"/>
                <a:ea typeface="Nimbus Sans"/>
                <a:cs typeface="Nimbus Sans"/>
              </a:rPr>
              <a:t>13/13</a:t>
            </a:r>
          </a:p>
        </p:txBody>
      </p:sp>
      <p:sp>
        <p:nvSpPr>
          <p:cNvPr id="34" name="f154">
            <a:extLst xmlns:a="http://schemas.openxmlformats.org/drawingml/2006/main">
              <a:ext uri="{FF2B5EF4-FFF2-40B4-BE49-F238E27FC236}">
                <a16:creationId xmlns:a16="http://schemas.microsoft.com/office/drawing/2014/main" id="{D08137D1-63FE-4EA2-9117-7793B35C1A20}"/>
              </a:ext>
            </a:extLst>
          </p:cNvPr>
          <p:cNvSpPr>
            <a:spLocks xmlns:a="http://schemas.openxmlformats.org/drawingml/2006/main" noGrp="1"/>
          </p:cNvSpPr>
          <p:nvPr/>
        </p:nvSpPr>
        <p:spPr>
          <a:xfrm xmlns:a="http://schemas.openxmlformats.org/drawingml/2006/main">
            <a:off x="4143375" y="7572375"/>
            <a:ext cx="10029825"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2475" b="1">
                <a:solidFill>
                  <a:srgbClr val="182536"/>
                </a:solidFill>
                <a:latin typeface="Nimbus Sans"/>
                <a:ea typeface="Nimbus Sans"/>
                <a:cs typeface="Nimbus Sans"/>
              </a:defRPr>
            </a:defPPr>
            <a:lvl1pPr algn="l">
              <a:defRPr sz="2475" b="1">
                <a:solidFill>
                  <a:srgbClr val="182536"/>
                </a:solidFill>
                <a:latin typeface="Nimbus Sans"/>
                <a:ea typeface="Nimbus Sans"/>
                <a:cs typeface="Nimbus Sans"/>
              </a:defRPr>
            </a:lvl1pPr>
            <a:lvl2pPr algn="l">
              <a:defRPr sz="2475" b="1">
                <a:solidFill>
                  <a:srgbClr val="182536"/>
                </a:solidFill>
                <a:latin typeface="Nimbus Sans"/>
                <a:ea typeface="Nimbus Sans"/>
                <a:cs typeface="Nimbus Sans"/>
              </a:defRPr>
            </a:lvl2pPr>
            <a:lvl3pPr algn="l">
              <a:defRPr sz="2475" b="1">
                <a:solidFill>
                  <a:srgbClr val="182536"/>
                </a:solidFill>
                <a:latin typeface="Nimbus Sans"/>
                <a:ea typeface="Nimbus Sans"/>
                <a:cs typeface="Nimbus Sans"/>
              </a:defRPr>
            </a:lvl3pPr>
            <a:lvl4pPr algn="l">
              <a:defRPr sz="2475" b="1">
                <a:solidFill>
                  <a:srgbClr val="182536"/>
                </a:solidFill>
                <a:latin typeface="Nimbus Sans"/>
                <a:ea typeface="Nimbus Sans"/>
                <a:cs typeface="Nimbus Sans"/>
              </a:defRPr>
            </a:lvl4pPr>
            <a:lvl5pPr algn="l">
              <a:defRPr sz="2475" b="1">
                <a:solidFill>
                  <a:srgbClr val="182536"/>
                </a:solidFill>
                <a:latin typeface="Nimbus Sans"/>
                <a:ea typeface="Nimbus Sans"/>
                <a:cs typeface="Nimbus Sans"/>
              </a:defRPr>
            </a:lvl5pPr>
            <a:lvl6pPr algn="l">
              <a:defRPr sz="2475" b="1">
                <a:solidFill>
                  <a:srgbClr val="182536"/>
                </a:solidFill>
                <a:latin typeface="Nimbus Sans"/>
                <a:ea typeface="Nimbus Sans"/>
                <a:cs typeface="Nimbus Sans"/>
              </a:defRPr>
            </a:lvl6pPr>
            <a:lvl7pPr algn="l">
              <a:defRPr sz="2475" b="1">
                <a:solidFill>
                  <a:srgbClr val="182536"/>
                </a:solidFill>
                <a:latin typeface="Nimbus Sans"/>
                <a:ea typeface="Nimbus Sans"/>
                <a:cs typeface="Nimbus Sans"/>
              </a:defRPr>
            </a:lvl7pPr>
            <a:lvl8pPr algn="l">
              <a:defRPr sz="2475" b="1">
                <a:solidFill>
                  <a:srgbClr val="182536"/>
                </a:solidFill>
                <a:latin typeface="Nimbus Sans"/>
                <a:ea typeface="Nimbus Sans"/>
                <a:cs typeface="Nimbus Sans"/>
              </a:defRPr>
            </a:lvl8pPr>
            <a:lvl9pPr algn="l">
              <a:defRPr sz="2475" b="1">
                <a:solidFill>
                  <a:srgbClr val="182536"/>
                </a:solidFill>
                <a:latin typeface="Nimbus Sans"/>
                <a:ea typeface="Nimbus Sans"/>
                <a:cs typeface="Nimbus Sans"/>
              </a:defRPr>
            </a:lvl9pPr>
          </a:lstStyle>
          <a:p xmlns:a="http://schemas.openxmlformats.org/drawingml/2006/main">
            <a:pPr algn="l">
              <a:defRPr sz="2475" b="1">
                <a:solidFill>
                  <a:srgbClr val="182536"/>
                </a:solidFill>
                <a:latin typeface="Nimbus Sans"/>
                <a:ea typeface="Nimbus Sans"/>
                <a:cs typeface="Nimbus Sans"/>
              </a:defRPr>
            </a:pPr>
            <a:r>
              <a:rPr sz="2475" b="1">
                <a:solidFill>
                  <a:srgbClr val="182536"/>
                </a:solidFill>
                <a:latin typeface="Nimbus Sans"/>
                <a:ea typeface="Nimbus Sans"/>
                <a:cs typeface="Nimbus Sans"/>
              </a:rPr>
              <a:t>scenari completati · risultato atteso</a:t>
            </a:r>
          </a:p>
        </p:txBody>
      </p:sp>
      <p:sp>
        <p:nvSpPr>
          <p:cNvPr id="35" name="f155">
            <a:extLst xmlns:a="http://schemas.openxmlformats.org/drawingml/2006/main">
              <a:ext uri="{FF2B5EF4-FFF2-40B4-BE49-F238E27FC236}">
                <a16:creationId xmlns:a16="http://schemas.microsoft.com/office/drawing/2014/main" id="{995F93EF-0515-411A-9579-2385D7D7A4F1}"/>
              </a:ext>
            </a:extLst>
          </p:cNvPr>
          <p:cNvSpPr>
            <a:spLocks xmlns:a="http://schemas.openxmlformats.org/drawingml/2006/main" noGrp="1"/>
          </p:cNvSpPr>
          <p:nvPr/>
        </p:nvSpPr>
        <p:spPr>
          <a:xfrm xmlns:a="http://schemas.openxmlformats.org/drawingml/2006/main">
            <a:off x="1066800" y="8191500"/>
            <a:ext cx="131064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1650" b="0">
                <a:solidFill>
                  <a:srgbClr val="52627B"/>
                </a:solidFill>
                <a:latin typeface="Nimbus Sans"/>
                <a:ea typeface="Nimbus Sans"/>
                <a:cs typeface="Nimbus Sans"/>
              </a:defRPr>
            </a:defPPr>
            <a:lvl1pPr algn="l">
              <a:defRPr sz="1650" b="0">
                <a:solidFill>
                  <a:srgbClr val="52627B"/>
                </a:solidFill>
                <a:latin typeface="Nimbus Sans"/>
                <a:ea typeface="Nimbus Sans"/>
                <a:cs typeface="Nimbus Sans"/>
              </a:defRPr>
            </a:lvl1pPr>
            <a:lvl2pPr algn="l">
              <a:defRPr sz="1650" b="0">
                <a:solidFill>
                  <a:srgbClr val="52627B"/>
                </a:solidFill>
                <a:latin typeface="Nimbus Sans"/>
                <a:ea typeface="Nimbus Sans"/>
                <a:cs typeface="Nimbus Sans"/>
              </a:defRPr>
            </a:lvl2pPr>
            <a:lvl3pPr algn="l">
              <a:defRPr sz="1650" b="0">
                <a:solidFill>
                  <a:srgbClr val="52627B"/>
                </a:solidFill>
                <a:latin typeface="Nimbus Sans"/>
                <a:ea typeface="Nimbus Sans"/>
                <a:cs typeface="Nimbus Sans"/>
              </a:defRPr>
            </a:lvl3pPr>
            <a:lvl4pPr algn="l">
              <a:defRPr sz="1650" b="0">
                <a:solidFill>
                  <a:srgbClr val="52627B"/>
                </a:solidFill>
                <a:latin typeface="Nimbus Sans"/>
                <a:ea typeface="Nimbus Sans"/>
                <a:cs typeface="Nimbus Sans"/>
              </a:defRPr>
            </a:lvl4pPr>
            <a:lvl5pPr algn="l">
              <a:defRPr sz="1650" b="0">
                <a:solidFill>
                  <a:srgbClr val="52627B"/>
                </a:solidFill>
                <a:latin typeface="Nimbus Sans"/>
                <a:ea typeface="Nimbus Sans"/>
                <a:cs typeface="Nimbus Sans"/>
              </a:defRPr>
            </a:lvl5pPr>
            <a:lvl6pPr algn="l">
              <a:defRPr sz="1650" b="0">
                <a:solidFill>
                  <a:srgbClr val="52627B"/>
                </a:solidFill>
                <a:latin typeface="Nimbus Sans"/>
                <a:ea typeface="Nimbus Sans"/>
                <a:cs typeface="Nimbus Sans"/>
              </a:defRPr>
            </a:lvl6pPr>
            <a:lvl7pPr algn="l">
              <a:defRPr sz="1650" b="0">
                <a:solidFill>
                  <a:srgbClr val="52627B"/>
                </a:solidFill>
                <a:latin typeface="Nimbus Sans"/>
                <a:ea typeface="Nimbus Sans"/>
                <a:cs typeface="Nimbus Sans"/>
              </a:defRPr>
            </a:lvl7pPr>
            <a:lvl8pPr algn="l">
              <a:defRPr sz="1650" b="0">
                <a:solidFill>
                  <a:srgbClr val="52627B"/>
                </a:solidFill>
                <a:latin typeface="Nimbus Sans"/>
                <a:ea typeface="Nimbus Sans"/>
                <a:cs typeface="Nimbus Sans"/>
              </a:defRPr>
            </a:lvl8pPr>
            <a:lvl9pPr algn="l">
              <a:defRPr sz="1650" b="0">
                <a:solidFill>
                  <a:srgbClr val="52627B"/>
                </a:solidFill>
                <a:latin typeface="Nimbus Sans"/>
                <a:ea typeface="Nimbus Sans"/>
                <a:cs typeface="Nimbus Sans"/>
              </a:defRPr>
            </a:lvl9pPr>
          </a:lstStyle>
          <a:p xmlns:a="http://schemas.openxmlformats.org/drawingml/2006/main">
            <a:pPr algn="l">
              <a:defRPr sz="1650" b="0">
                <a:solidFill>
                  <a:srgbClr val="52627B"/>
                </a:solidFill>
                <a:latin typeface="Nimbus Sans"/>
                <a:ea typeface="Nimbus Sans"/>
                <a:cs typeface="Nimbus Sans"/>
              </a:defRPr>
            </a:pPr>
            <a:r>
              <a:rPr sz="1650" b="0">
                <a:solidFill>
                  <a:srgbClr val="52627B"/>
                </a:solidFill>
                <a:latin typeface="Nimbus Sans"/>
                <a:ea typeface="Nimbus Sans"/>
                <a:cs typeface="Nimbus Sans"/>
              </a:rPr>
              <a:t>15 previsti. Due casi AMF Case B temporali/combinati non completati per limiti del mutatore.</a:t>
            </a:r>
          </a:p>
        </p:txBody>
      </p:sp>
    </p:spTree>
    <p:extLst>
      <p:ext uri="{BB962C8B-B14F-4D97-AF65-F5344CB8AC3E}">
        <p14:creationId xmlns:p14="http://schemas.microsoft.com/office/powerpoint/2010/main" val="949451529"/>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2026-10-28T14:29:35.5650000Z</dcterms:created>
  <dcterms:modified xsi:type="dcterms:W3CDTF">2026-10-28T14:29:35.5650000Z</dcterms:modified>
</coreProperties>
</file>