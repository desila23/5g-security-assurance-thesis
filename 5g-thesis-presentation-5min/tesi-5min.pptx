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7b344838f64010" /><Relationship Type="http://schemas.openxmlformats.org/officeDocument/2006/relationships/extended-properties" Target="/docProps/app.xml" Id="Rcd39c64af89f4f12" /><Relationship Type="http://schemas.openxmlformats.org/officeDocument/2006/relationships/officeDocument" Target="/ppt/presentation.xml" Id="R6fef49dc2c054662" /></Relationships>
</file>

<file path=ppt/presentation.xml><?xml version="1.0" encoding="utf-8"?>
<p:presentation xmlns:p="http://schemas.openxmlformats.org/presentationml/2006/main">
  <p:sldMasterIdLst>
    <p:sldMasterId xmlns:r="http://schemas.openxmlformats.org/officeDocument/2006/relationships" id="2147483648" r:id="R080e829da4934443"/>
  </p:sldMasterIdLst>
  <p:notesMasterIdLst>
    <p:notesMasterId xmlns:r="http://schemas.openxmlformats.org/officeDocument/2006/relationships" r:id="Rf2006a3f0b4742e3"/>
  </p:notesMasterIdLst>
  <p:sldIdLst>
    <p:sldId xmlns:r="http://schemas.openxmlformats.org/officeDocument/2006/relationships" id="256" r:id="R7ebcd7383ebe4b0f"/>
    <p:sldId xmlns:r="http://schemas.openxmlformats.org/officeDocument/2006/relationships" id="257" r:id="Rf8a1fc615f8c4bc4"/>
    <p:sldId xmlns:r="http://schemas.openxmlformats.org/officeDocument/2006/relationships" id="258" r:id="Rbce2ee4c1c3a4fd4"/>
    <p:sldId xmlns:r="http://schemas.openxmlformats.org/officeDocument/2006/relationships" id="259" r:id="Rb8d0b8ef55664195"/>
    <p:sldId xmlns:r="http://schemas.openxmlformats.org/officeDocument/2006/relationships" id="260" r:id="Re670753c6e354911"/>
    <p:sldId xmlns:r="http://schemas.openxmlformats.org/officeDocument/2006/relationships" id="261" r:id="R127d50fc892543ed"/>
    <p:sldId xmlns:r="http://schemas.openxmlformats.org/officeDocument/2006/relationships" id="262" r:id="Ra176352badf542d1"/>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68fcc19a464e5a" /><Relationship Type="http://schemas.openxmlformats.org/officeDocument/2006/relationships/slideMaster" Target="/ppt/slideMasters/slideMaster1.xml" Id="R080e829da4934443" /><Relationship Type="http://schemas.openxmlformats.org/officeDocument/2006/relationships/notesMaster" Target="/ppt/notesMasters/notesMaster1.xml" Id="Rf2006a3f0b4742e3" /><Relationship Type="http://schemas.openxmlformats.org/officeDocument/2006/relationships/presProps" Target="/ppt/presProps.xml" Id="R2d87289ed4624c56" /><Relationship Type="http://schemas.openxmlformats.org/officeDocument/2006/relationships/tableStyles" Target="/ppt/tableStyles.xml" Id="R733f8c67bfe54005" /><Relationship Type="http://schemas.openxmlformats.org/officeDocument/2006/relationships/slide" Target="/ppt/slides/slide1.xml" Id="R7ebcd7383ebe4b0f" /><Relationship Type="http://schemas.openxmlformats.org/officeDocument/2006/relationships/slide" Target="/ppt/slides/slide2.xml" Id="Rf8a1fc615f8c4bc4" /><Relationship Type="http://schemas.openxmlformats.org/officeDocument/2006/relationships/slide" Target="/ppt/slides/slide3.xml" Id="Rbce2ee4c1c3a4fd4" /><Relationship Type="http://schemas.openxmlformats.org/officeDocument/2006/relationships/slide" Target="/ppt/slides/slide4.xml" Id="Rb8d0b8ef55664195" /><Relationship Type="http://schemas.openxmlformats.org/officeDocument/2006/relationships/slide" Target="/ppt/slides/slide5.xml" Id="Re670753c6e354911" /><Relationship Type="http://schemas.openxmlformats.org/officeDocument/2006/relationships/slide" Target="/ppt/slides/slide6.xml" Id="R127d50fc892543ed" /><Relationship Type="http://schemas.openxmlformats.org/officeDocument/2006/relationships/slide" Target="/ppt/slides/slide7.xml" Id="Ra176352badf542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4850fc286ea40e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0bbc9dbf3b4b84" /><Relationship Type="http://schemas.openxmlformats.org/officeDocument/2006/relationships/notesMaster" Target="/ppt/notesMasters/notesMaster1.xml" Id="R95b9a707a963431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3a09fded604581" /><Relationship Type="http://schemas.openxmlformats.org/officeDocument/2006/relationships/notesMaster" Target="/ppt/notesMasters/notesMaster1.xml" Id="Rb278d380717d44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8d76da17e74f15" /><Relationship Type="http://schemas.openxmlformats.org/officeDocument/2006/relationships/notesMaster" Target="/ppt/notesMasters/notesMaster1.xml" Id="R86e353495075435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919d2d8d56e4b89" /><Relationship Type="http://schemas.openxmlformats.org/officeDocument/2006/relationships/notesMaster" Target="/ppt/notesMasters/notesMaster1.xml" Id="Ra71280df35264d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76ee37830a4aaf" /><Relationship Type="http://schemas.openxmlformats.org/officeDocument/2006/relationships/notesMaster" Target="/ppt/notesMasters/notesMaster1.xml" Id="R68ffa9ab0b4641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b38d72e57c40d1" /><Relationship Type="http://schemas.openxmlformats.org/officeDocument/2006/relationships/notesMaster" Target="/ppt/notesMasters/notesMaster1.xml" Id="R84a8634e642045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3ee5a42f2de49a2" /><Relationship Type="http://schemas.openxmlformats.org/officeDocument/2006/relationships/notesMaster" Target="/ppt/notesMasters/notesMaster1.xml" Id="R58909a872c8f4c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primo contributo è il DSL progettato. 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Le catture sono state ottenute tramite lo strumento esterno SCASDK, come precisato dall’autore. Per NRF e UDM sono stati adattati alcuni componenti.</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 fasi con due clic: A baseline, B generazione della PCAP mutata dal motore, C verifica della mutazione. Gli esempi a destra restano sempre visibili. DSL e pipeline sono in evidenza nelle fasi A e C.] 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Gli esempi mostrano il cambio di stato NRF da HTTP 200 a 403, la violazione dell’intervallo temporale nel caso AMF A e la rimozione degli F-TEID disponibili per la verifica UPF. In quest’ultimo esperimento sono state rimosse le risposte PFCP rilevanti, producendo INCONCLUSIVE.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8a6d224aa54c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9ef96b1d2604c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ee231d0ef94f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fe660f7b5b241b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6965e8d2ae64bb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ec27185d1734c2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9D4EF0-DAE2-4CBE-AFAA-364F5523ADA5}"/>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2C4BBCF-E99E-49DE-82E5-CD19BC22D76D}"/>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20B08C7-9900-468E-ACF3-E04D8BDBCC5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BBD0890-E6FA-46C4-BF42-6374E589E42A}"/>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F78370C-E516-4283-A947-63C2D2A9971B}"/>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868E99-1987-44EF-B031-D32A4566018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911FD3-3F68-477F-A529-8DCEC112553A}"/>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43E4415-0E2D-48B8-AB25-581E79558945}"/>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780E46-88F6-4ED8-8E03-18D614C4EE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1D9725-9953-4C39-B25C-1FEAFC25E147}"/>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7895b3dca54fbc" /><Relationship Type="http://schemas.openxmlformats.org/officeDocument/2006/relationships/slideLayout" Target="/ppt/slideLayouts/slideLayout1.xml" Id="R322b171288f247fd" /><Relationship Type="http://schemas.openxmlformats.org/officeDocument/2006/relationships/slideLayout" Target="/ppt/slideLayouts/slideLayout2.xml" Id="R7c7a73203a384888" /><Relationship Type="http://schemas.openxmlformats.org/officeDocument/2006/relationships/slideLayout" Target="/ppt/slideLayouts/slideLayout3.xml" Id="Rde42efc10431451e" /><Relationship Type="http://schemas.openxmlformats.org/officeDocument/2006/relationships/slideLayout" Target="/ppt/slideLayouts/slideLayout4.xml" Id="R9e8e37f8e5a142c9" /><Relationship Type="http://schemas.openxmlformats.org/officeDocument/2006/relationships/slideLayout" Target="/ppt/slideLayouts/slideLayout5.xml" Id="Reafdd39df2b043f4" /><Relationship Type="http://schemas.openxmlformats.org/officeDocument/2006/relationships/slideLayout" Target="/ppt/slideLayouts/slideLayout6.xml" Id="Rf548e6d54aba46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2b171288f247fd"/>
    <p:sldLayoutId xmlns:r="http://schemas.openxmlformats.org/officeDocument/2006/relationships" id="2147483650" r:id="R7c7a73203a384888"/>
    <p:sldLayoutId xmlns:r="http://schemas.openxmlformats.org/officeDocument/2006/relationships" id="2147483651" r:id="Rde42efc10431451e"/>
    <p:sldLayoutId xmlns:r="http://schemas.openxmlformats.org/officeDocument/2006/relationships" id="2147483652" r:id="R9e8e37f8e5a142c9"/>
    <p:sldLayoutId xmlns:r="http://schemas.openxmlformats.org/officeDocument/2006/relationships" id="2147483653" r:id="Reafdd39df2b043f4"/>
    <p:sldLayoutId xmlns:r="http://schemas.openxmlformats.org/officeDocument/2006/relationships" id="2147483654" r:id="Rf548e6d54aba46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52f477295249df" /><Relationship Type="http://schemas.openxmlformats.org/officeDocument/2006/relationships/image" Target="/ppt/media/image.png" Id="R6b867c90f8524082" /><Relationship Type="http://schemas.openxmlformats.org/officeDocument/2006/relationships/notesSlide" Target="/ppt/notesSlides/notesSlide1.xml" Id="Rd775a14391e449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160bec86c6484b" /><Relationship Type="http://schemas.openxmlformats.org/officeDocument/2006/relationships/notesSlide" Target="/ppt/notesSlides/notesSlide2.xml" Id="R8670496153a348a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759f69eb29c4042" /><Relationship Type="http://schemas.openxmlformats.org/officeDocument/2006/relationships/image" Target="/ppt/media/image2.png" Id="Rb7fdc70e3687479b" /><Relationship Type="http://schemas.openxmlformats.org/officeDocument/2006/relationships/notesSlide" Target="/ppt/notesSlides/notesSlide3.xml" Id="R5a11708c45764f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9596daaca2c4aa5" /><Relationship Type="http://schemas.openxmlformats.org/officeDocument/2006/relationships/notesSlide" Target="/ppt/notesSlides/notesSlide4.xml" Id="Rc8d7e325e7c847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b90bc639cc4052" /><Relationship Type="http://schemas.openxmlformats.org/officeDocument/2006/relationships/image" Target="/ppt/media/image3.png" Id="R155686fbcecd4b65" /><Relationship Type="http://schemas.openxmlformats.org/officeDocument/2006/relationships/notesSlide" Target="/ppt/notesSlides/notesSlide5.xml" Id="Rb07ae3c0c1f34bd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c5c3f1653884fb1" /><Relationship Type="http://schemas.openxmlformats.org/officeDocument/2006/relationships/notesSlide" Target="/ppt/notesSlides/notesSlide6.xml" Id="Rfc5fe124f44442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68aaebe576240a4" /><Relationship Type="http://schemas.openxmlformats.org/officeDocument/2006/relationships/notesSlide" Target="/ppt/notesSlides/notesSlide7.xml" Id="Re17b4d44a5b049c2"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657D2786-6C97-4B9A-AFEB-E2F14EA1590D}"/>
              </a:ext>
            </a:extLst>
          </p:cNvPr>
          <p:cNvPicPr>
            <a:picLocks xmlns:a="http://schemas.openxmlformats.org/drawingml/2006/main" noChangeAspect="1"/>
          </p:cNvPicPr>
          <p:nvPr/>
        </p:nvPicPr>
        <p:blipFill>
          <a:blip xmlns:r="http://schemas.openxmlformats.org/officeDocument/2006/relationships" xmlns:a="http://schemas.openxmlformats.org/drawingml/2006/main" r:embed="R6b867c90f852408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29ABFA5E-9420-4E41-8AA0-1B7F482EFE59}"/>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2367EF65-31D1-4485-AE5D-767CB5BE5DB9}"/>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0BAB1DC3-0D8F-484F-A212-522DB1E8157F}"/>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D2E8966A-AF1F-4988-8441-B7365EC245C1}"/>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C7BB09E2-E3CF-4865-8A8C-ED45A26F1C17}"/>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EDEEE779-3543-4F80-9435-7DA3CE51A1DD}"/>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F4B5FC35-330C-4C1D-9076-5CB0AD513F91}"/>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62067359-B5A9-459E-A9B0-0A9E36DA902F}"/>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5DA44565-0873-40D4-A4BF-1C0CF7ACEF44}"/>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1AEB2D7A-3B24-4DA1-BC84-18C4FAFE3A14}"/>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55780277-F541-45F6-8F2B-8D7C5A9B90CA}"/>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33838266-49BE-4337-ACE4-9AA4098C4358}"/>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0DA2BD25-AC39-4ED2-9298-079C9D5C2D5A}"/>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2CC299C9-667B-4EA2-B6E5-9652A6E71B53}"/>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82ABDDB2-A76C-4D3F-B010-A5D301072B40}"/>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28545612-A992-49BA-94B3-7D9C6471A642}"/>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EC47CD08-80E2-4169-A38C-485B65FC5A4C}"/>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15B098D0-5631-476D-95F1-19FB35A51686}"/>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87274623-171C-41BC-9A9D-593D5682D4FC}"/>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210442549"/>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8CB3FFCF-38F0-4A0D-9BC6-7ACA96271C9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9BF28147-A552-4E06-8E48-B6B06355886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E6A41F6A-025B-4855-B3F0-3CCB4B07BE94}"/>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5BE1E8F8-2CD6-44C7-A347-B065AAE66E52}"/>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di sicurezza non garantisce che venga rispettato.</a:t>
            </a:r>
          </a:p>
        </p:txBody>
      </p:sp>
      <p:sp>
        <p:nvSpPr>
          <p:cNvPr id="5" name="f25">
            <a:extLst xmlns:a="http://schemas.openxmlformats.org/drawingml/2006/main">
              <a:ext uri="{FF2B5EF4-FFF2-40B4-BE49-F238E27FC236}">
                <a16:creationId xmlns:a16="http://schemas.microsoft.com/office/drawing/2014/main" id="{40676EF3-07AA-45BC-A0E8-B20A03D4ECD0}"/>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6778F7EC-FFE9-4F6D-9484-8745E1DE4A35}"/>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793D4F68-A06C-483B-A4C6-F8C3F58896E0}"/>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AA900B61-2A66-4077-AB66-0AADEDCA2642}"/>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B787AB46-108B-4A72-A6C8-8A11AB36F264}"/>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41FD3305-911E-4D68-9B3C-02EDEAD9F207}"/>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CBA52584-C9D4-475C-8B87-26B5DB5A1C96}"/>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4ECAB9D3-6A18-431C-BBA5-6F96DED3709D}"/>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AB62E352-E176-4CE1-B3A7-2516D93FDF46}"/>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C24AC88F-72A9-46B0-A70C-7D38A52B3FA6}"/>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C1AE2DB6-16BA-4F30-8099-EDFDB565430F}"/>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BA0D7D9B-F878-48E4-A931-310DA8F02B95}"/>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490A2AB2-125A-4123-9405-01AE0CB592D8}"/>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1766EF5B-E7C1-46D8-BFBD-2470D35F805F}"/>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4A86ED31-F2DC-4C61-9074-2860F1524B40}"/>
              </a:ext>
            </a:extLst>
          </p:cNvPr>
          <p:cNvSpPr>
            <a:spLocks xmlns:a="http://schemas.openxmlformats.org/drawingml/2006/main" noGrp="1"/>
          </p:cNvSpPr>
          <p:nvPr/>
        </p:nvSpPr>
        <p:spPr>
          <a:xfrm xmlns:a="http://schemas.openxmlformats.org/drawingml/2006/main">
            <a:off x="5943600" y="3638550"/>
            <a:ext cx="3352800" cy="1390650"/>
          </a:xfrm>
          <a:prstGeom xmlns:a="http://schemas.openxmlformats.org/drawingml/2006/main" prst="roundRect">
            <a:avLst>
              <a:gd name="adj" fmla="val 10959"/>
            </a:avLst>
          </a:prstGeom>
          <a:solidFill xmlns:a="http://schemas.openxmlformats.org/drawingml/2006/main">
            <a:srgbClr val="F0F4FF"/>
          </a:solidFill>
          <a:ln xmlns:a="http://schemas.openxmlformats.org/drawingml/2006/main" w="17145">
            <a:solidFill>
              <a:srgbClr val="C7D5FA"/>
            </a:solidFill>
            <a:prstDash val="solid"/>
          </a:ln>
        </p:spPr>
      </p:sp>
      <p:sp>
        <p:nvSpPr>
          <p:cNvPr id="20" name="f40">
            <a:extLst xmlns:a="http://schemas.openxmlformats.org/drawingml/2006/main">
              <a:ext uri="{FF2B5EF4-FFF2-40B4-BE49-F238E27FC236}">
                <a16:creationId xmlns:a16="http://schemas.microsoft.com/office/drawing/2014/main" id="{638DF816-4637-4025-8CF1-0C1A25616C92}"/>
              </a:ext>
            </a:extLst>
          </p:cNvPr>
          <p:cNvSpPr>
            <a:spLocks xmlns:a="http://schemas.openxmlformats.org/drawingml/2006/main" noGrp="1"/>
          </p:cNvSpPr>
          <p:nvPr/>
        </p:nvSpPr>
        <p:spPr>
          <a:xfrm xmlns:a="http://schemas.openxmlformats.org/drawingml/2006/main">
            <a:off x="6048375" y="38671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850" b="1">
                <a:solidFill>
                  <a:srgbClr val="4264D0"/>
                </a:solidFill>
                <a:latin typeface="Nimbus Sans"/>
                <a:ea typeface="Nimbus Sans"/>
                <a:cs typeface="Nimbus Sans"/>
              </a:defRPr>
            </a:defPPr>
            <a:lvl1pPr algn="ctr">
              <a:defRPr sz="2850" b="1">
                <a:solidFill>
                  <a:srgbClr val="4264D0"/>
                </a:solidFill>
                <a:latin typeface="Nimbus Sans"/>
                <a:ea typeface="Nimbus Sans"/>
                <a:cs typeface="Nimbus Sans"/>
              </a:defRPr>
            </a:lvl1pPr>
            <a:lvl2pPr algn="ctr">
              <a:defRPr sz="2850" b="1">
                <a:solidFill>
                  <a:srgbClr val="4264D0"/>
                </a:solidFill>
                <a:latin typeface="Nimbus Sans"/>
                <a:ea typeface="Nimbus Sans"/>
                <a:cs typeface="Nimbus Sans"/>
              </a:defRPr>
            </a:lvl2pPr>
            <a:lvl3pPr algn="ctr">
              <a:defRPr sz="2850" b="1">
                <a:solidFill>
                  <a:srgbClr val="4264D0"/>
                </a:solidFill>
                <a:latin typeface="Nimbus Sans"/>
                <a:ea typeface="Nimbus Sans"/>
                <a:cs typeface="Nimbus Sans"/>
              </a:defRPr>
            </a:lvl3pPr>
            <a:lvl4pPr algn="ctr">
              <a:defRPr sz="2850" b="1">
                <a:solidFill>
                  <a:srgbClr val="4264D0"/>
                </a:solidFill>
                <a:latin typeface="Nimbus Sans"/>
                <a:ea typeface="Nimbus Sans"/>
                <a:cs typeface="Nimbus Sans"/>
              </a:defRPr>
            </a:lvl4pPr>
            <a:lvl5pPr algn="ctr">
              <a:defRPr sz="2850" b="1">
                <a:solidFill>
                  <a:srgbClr val="4264D0"/>
                </a:solidFill>
                <a:latin typeface="Nimbus Sans"/>
                <a:ea typeface="Nimbus Sans"/>
                <a:cs typeface="Nimbus Sans"/>
              </a:defRPr>
            </a:lvl5pPr>
            <a:lvl6pPr algn="ctr">
              <a:defRPr sz="2850" b="1">
                <a:solidFill>
                  <a:srgbClr val="4264D0"/>
                </a:solidFill>
                <a:latin typeface="Nimbus Sans"/>
                <a:ea typeface="Nimbus Sans"/>
                <a:cs typeface="Nimbus Sans"/>
              </a:defRPr>
            </a:lvl6pPr>
            <a:lvl7pPr algn="ctr">
              <a:defRPr sz="2850" b="1">
                <a:solidFill>
                  <a:srgbClr val="4264D0"/>
                </a:solidFill>
                <a:latin typeface="Nimbus Sans"/>
                <a:ea typeface="Nimbus Sans"/>
                <a:cs typeface="Nimbus Sans"/>
              </a:defRPr>
            </a:lvl7pPr>
            <a:lvl8pPr algn="ctr">
              <a:defRPr sz="2850" b="1">
                <a:solidFill>
                  <a:srgbClr val="4264D0"/>
                </a:solidFill>
                <a:latin typeface="Nimbus Sans"/>
                <a:ea typeface="Nimbus Sans"/>
                <a:cs typeface="Nimbus Sans"/>
              </a:defRPr>
            </a:lvl8pPr>
            <a:lvl9pPr algn="ctr">
              <a:defRPr sz="2850" b="1">
                <a:solidFill>
                  <a:srgbClr val="4264D0"/>
                </a:solidFill>
                <a:latin typeface="Nimbus Sans"/>
                <a:ea typeface="Nimbus Sans"/>
                <a:cs typeface="Nimbus Sans"/>
              </a:defRPr>
            </a:lvl9pPr>
          </a:lstStyle>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Security</a:t>
            </a:r>
          </a:p>
          <a:p xmlns:a="http://schemas.openxmlformats.org/drawingml/2006/main">
            <a:pPr algn="ctr">
              <a:defRPr sz="2850" b="1">
                <a:solidFill>
                  <a:srgbClr val="4264D0"/>
                </a:solidFill>
                <a:latin typeface="Nimbus Sans"/>
                <a:ea typeface="Nimbus Sans"/>
                <a:cs typeface="Nimbus Sans"/>
              </a:defRPr>
            </a:pPr>
            <a:r>
              <a:rPr sz="2850" b="1">
                <a:solidFill>
                  <a:srgbClr val="4264D0"/>
                </a:solidFill>
                <a:latin typeface="Nimbus Sans"/>
                <a:ea typeface="Nimbus Sans"/>
                <a:cs typeface="Nimbus Sans"/>
              </a:rPr>
              <a:t>Assurance</a:t>
            </a:r>
          </a:p>
        </p:txBody>
      </p:sp>
      <p:sp>
        <p:nvSpPr>
          <p:cNvPr id="21" name="f41">
            <a:extLst xmlns:a="http://schemas.openxmlformats.org/drawingml/2006/main">
              <a:ext uri="{FF2B5EF4-FFF2-40B4-BE49-F238E27FC236}">
                <a16:creationId xmlns:a16="http://schemas.microsoft.com/office/drawing/2014/main" id="{5FEF9C71-5273-41C2-B05D-3EB6EF8798F9}"/>
              </a:ext>
            </a:extLst>
          </p:cNvPr>
          <p:cNvSpPr>
            <a:spLocks xmlns:a="http://schemas.openxmlformats.org/drawingml/2006/main" noGrp="1"/>
          </p:cNvSpPr>
          <p:nvPr/>
        </p:nvSpPr>
        <p:spPr>
          <a:xfrm xmlns:a="http://schemas.openxmlformats.org/drawingml/2006/main">
            <a:off x="5619750" y="5286375"/>
            <a:ext cx="4000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52627B"/>
                </a:solidFill>
                <a:latin typeface="Nimbus Sans"/>
                <a:ea typeface="Nimbus Sans"/>
                <a:cs typeface="Nimbus Sans"/>
              </a:defRPr>
            </a:defPPr>
            <a:lvl1pPr algn="ctr">
              <a:defRPr sz="1950" b="0">
                <a:solidFill>
                  <a:srgbClr val="52627B"/>
                </a:solidFill>
                <a:latin typeface="Nimbus Sans"/>
                <a:ea typeface="Nimbus Sans"/>
                <a:cs typeface="Nimbus Sans"/>
              </a:defRPr>
            </a:lvl1pPr>
            <a:lvl2pPr algn="ctr">
              <a:defRPr sz="1950" b="0">
                <a:solidFill>
                  <a:srgbClr val="52627B"/>
                </a:solidFill>
                <a:latin typeface="Nimbus Sans"/>
                <a:ea typeface="Nimbus Sans"/>
                <a:cs typeface="Nimbus Sans"/>
              </a:defRPr>
            </a:lvl2pPr>
            <a:lvl3pPr algn="ctr">
              <a:defRPr sz="1950" b="0">
                <a:solidFill>
                  <a:srgbClr val="52627B"/>
                </a:solidFill>
                <a:latin typeface="Nimbus Sans"/>
                <a:ea typeface="Nimbus Sans"/>
                <a:cs typeface="Nimbus Sans"/>
              </a:defRPr>
            </a:lvl3pPr>
            <a:lvl4pPr algn="ctr">
              <a:defRPr sz="1950" b="0">
                <a:solidFill>
                  <a:srgbClr val="52627B"/>
                </a:solidFill>
                <a:latin typeface="Nimbus Sans"/>
                <a:ea typeface="Nimbus Sans"/>
                <a:cs typeface="Nimbus Sans"/>
              </a:defRPr>
            </a:lvl4pPr>
            <a:lvl5pPr algn="ctr">
              <a:defRPr sz="1950" b="0">
                <a:solidFill>
                  <a:srgbClr val="52627B"/>
                </a:solidFill>
                <a:latin typeface="Nimbus Sans"/>
                <a:ea typeface="Nimbus Sans"/>
                <a:cs typeface="Nimbus Sans"/>
              </a:defRPr>
            </a:lvl5pPr>
            <a:lvl6pPr algn="ctr">
              <a:defRPr sz="1950" b="0">
                <a:solidFill>
                  <a:srgbClr val="52627B"/>
                </a:solidFill>
                <a:latin typeface="Nimbus Sans"/>
                <a:ea typeface="Nimbus Sans"/>
                <a:cs typeface="Nimbus Sans"/>
              </a:defRPr>
            </a:lvl6pPr>
            <a:lvl7pPr algn="ctr">
              <a:defRPr sz="1950" b="0">
                <a:solidFill>
                  <a:srgbClr val="52627B"/>
                </a:solidFill>
                <a:latin typeface="Nimbus Sans"/>
                <a:ea typeface="Nimbus Sans"/>
                <a:cs typeface="Nimbus Sans"/>
              </a:defRPr>
            </a:lvl7pPr>
            <a:lvl8pPr algn="ctr">
              <a:defRPr sz="1950" b="0">
                <a:solidFill>
                  <a:srgbClr val="52627B"/>
                </a:solidFill>
                <a:latin typeface="Nimbus Sans"/>
                <a:ea typeface="Nimbus Sans"/>
                <a:cs typeface="Nimbus Sans"/>
              </a:defRPr>
            </a:lvl8pPr>
            <a:lvl9pPr algn="ctr">
              <a:defRPr sz="1950" b="0">
                <a:solidFill>
                  <a:srgbClr val="52627B"/>
                </a:solidFill>
                <a:latin typeface="Nimbus Sans"/>
                <a:ea typeface="Nimbus Sans"/>
                <a:cs typeface="Nimbus Sans"/>
              </a:defRPr>
            </a:lvl9pPr>
          </a:lstStyle>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Verifica se il requisito</a:t>
            </a:r>
          </a:p>
          <a:p xmlns:a="http://schemas.openxmlformats.org/drawingml/2006/main">
            <a:pPr algn="ctr">
              <a:defRPr sz="1950" b="0">
                <a:solidFill>
                  <a:srgbClr val="52627B"/>
                </a:solidFill>
                <a:latin typeface="Nimbus Sans"/>
                <a:ea typeface="Nimbus Sans"/>
                <a:cs typeface="Nimbus Sans"/>
              </a:defRPr>
            </a:pPr>
            <a:r>
              <a:rPr sz="1950" b="0">
                <a:solidFill>
                  <a:srgbClr val="52627B"/>
                </a:solidFill>
                <a:latin typeface="Nimbus Sans"/>
                <a:ea typeface="Nimbus Sans"/>
                <a:cs typeface="Nimbus Sans"/>
              </a:rPr>
              <a:t>è rispettato</a:t>
            </a:r>
          </a:p>
        </p:txBody>
      </p:sp>
      <p:sp>
        <p:nvSpPr>
          <p:cNvPr id="22" name="f42">
            <a:extLst xmlns:a="http://schemas.openxmlformats.org/drawingml/2006/main">
              <a:ext uri="{FF2B5EF4-FFF2-40B4-BE49-F238E27FC236}">
                <a16:creationId xmlns:a16="http://schemas.microsoft.com/office/drawing/2014/main" id="{96A85D91-0AEF-4D2C-96A7-12936BA8B67A}"/>
              </a:ext>
            </a:extLst>
          </p:cNvPr>
          <p:cNvSpPr>
            <a:spLocks xmlns:a="http://schemas.openxmlformats.org/drawingml/2006/main" noGrp="1"/>
          </p:cNvSpPr>
          <p:nvPr/>
        </p:nvSpPr>
        <p:spPr>
          <a:xfrm xmlns:a="http://schemas.openxmlformats.org/drawingml/2006/main">
            <a:off x="106680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previsto</a:t>
            </a:r>
          </a:p>
        </p:txBody>
      </p:sp>
      <p:sp>
        <p:nvSpPr>
          <p:cNvPr id="23" name="f43">
            <a:extLst xmlns:a="http://schemas.openxmlformats.org/drawingml/2006/main">
              <a:ext uri="{FF2B5EF4-FFF2-40B4-BE49-F238E27FC236}">
                <a16:creationId xmlns:a16="http://schemas.microsoft.com/office/drawing/2014/main" id="{BF5D71EB-2F6A-4D39-A10C-8183318DF725}"/>
              </a:ext>
            </a:extLst>
          </p:cNvPr>
          <p:cNvSpPr>
            <a:spLocks xmlns:a="http://schemas.openxmlformats.org/drawingml/2006/main" noGrp="1"/>
          </p:cNvSpPr>
          <p:nvPr/>
        </p:nvSpPr>
        <p:spPr>
          <a:xfrm xmlns:a="http://schemas.openxmlformats.org/drawingml/2006/main">
            <a:off x="9696450" y="5762625"/>
            <a:ext cx="4476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950" b="0">
                <a:solidFill>
                  <a:srgbClr val="182536"/>
                </a:solidFill>
                <a:latin typeface="Nimbus Sans"/>
                <a:ea typeface="Nimbus Sans"/>
                <a:cs typeface="Nimbus Sans"/>
              </a:defRPr>
            </a:defPPr>
            <a:lvl1pPr algn="ctr">
              <a:defRPr sz="1950" b="0">
                <a:solidFill>
                  <a:srgbClr val="182536"/>
                </a:solidFill>
                <a:latin typeface="Nimbus Sans"/>
                <a:ea typeface="Nimbus Sans"/>
                <a:cs typeface="Nimbus Sans"/>
              </a:defRPr>
            </a:lvl1pPr>
            <a:lvl2pPr algn="ctr">
              <a:defRPr sz="1950" b="0">
                <a:solidFill>
                  <a:srgbClr val="182536"/>
                </a:solidFill>
                <a:latin typeface="Nimbus Sans"/>
                <a:ea typeface="Nimbus Sans"/>
                <a:cs typeface="Nimbus Sans"/>
              </a:defRPr>
            </a:lvl2pPr>
            <a:lvl3pPr algn="ctr">
              <a:defRPr sz="1950" b="0">
                <a:solidFill>
                  <a:srgbClr val="182536"/>
                </a:solidFill>
                <a:latin typeface="Nimbus Sans"/>
                <a:ea typeface="Nimbus Sans"/>
                <a:cs typeface="Nimbus Sans"/>
              </a:defRPr>
            </a:lvl3pPr>
            <a:lvl4pPr algn="ctr">
              <a:defRPr sz="1950" b="0">
                <a:solidFill>
                  <a:srgbClr val="182536"/>
                </a:solidFill>
                <a:latin typeface="Nimbus Sans"/>
                <a:ea typeface="Nimbus Sans"/>
                <a:cs typeface="Nimbus Sans"/>
              </a:defRPr>
            </a:lvl4pPr>
            <a:lvl5pPr algn="ctr">
              <a:defRPr sz="1950" b="0">
                <a:solidFill>
                  <a:srgbClr val="182536"/>
                </a:solidFill>
                <a:latin typeface="Nimbus Sans"/>
                <a:ea typeface="Nimbus Sans"/>
                <a:cs typeface="Nimbus Sans"/>
              </a:defRPr>
            </a:lvl5pPr>
            <a:lvl6pPr algn="ctr">
              <a:defRPr sz="1950" b="0">
                <a:solidFill>
                  <a:srgbClr val="182536"/>
                </a:solidFill>
                <a:latin typeface="Nimbus Sans"/>
                <a:ea typeface="Nimbus Sans"/>
                <a:cs typeface="Nimbus Sans"/>
              </a:defRPr>
            </a:lvl6pPr>
            <a:lvl7pPr algn="ctr">
              <a:defRPr sz="1950" b="0">
                <a:solidFill>
                  <a:srgbClr val="182536"/>
                </a:solidFill>
                <a:latin typeface="Nimbus Sans"/>
                <a:ea typeface="Nimbus Sans"/>
                <a:cs typeface="Nimbus Sans"/>
              </a:defRPr>
            </a:lvl7pPr>
            <a:lvl8pPr algn="ctr">
              <a:defRPr sz="1950" b="0">
                <a:solidFill>
                  <a:srgbClr val="182536"/>
                </a:solidFill>
                <a:latin typeface="Nimbus Sans"/>
                <a:ea typeface="Nimbus Sans"/>
                <a:cs typeface="Nimbus Sans"/>
              </a:defRPr>
            </a:lvl8pPr>
            <a:lvl9pPr algn="ctr">
              <a:defRPr sz="1950" b="0">
                <a:solidFill>
                  <a:srgbClr val="182536"/>
                </a:solidFill>
                <a:latin typeface="Nimbus Sans"/>
                <a:ea typeface="Nimbus Sans"/>
                <a:cs typeface="Nimbus Sans"/>
              </a:defRPr>
            </a:lvl9pPr>
          </a:lstStyle>
          <a:p xmlns:a="http://schemas.openxmlformats.org/drawingml/2006/main">
            <a:pPr algn="ctr">
              <a:defRPr sz="1950" b="0">
                <a:solidFill>
                  <a:srgbClr val="182536"/>
                </a:solidFill>
                <a:latin typeface="Nimbus Sans"/>
                <a:ea typeface="Nimbus Sans"/>
                <a:cs typeface="Nimbus Sans"/>
              </a:defRPr>
            </a:pPr>
            <a:r>
              <a:rPr sz="1950" b="0">
                <a:solidFill>
                  <a:srgbClr val="182536"/>
                </a:solidFill>
                <a:latin typeface="Nimbus Sans"/>
                <a:ea typeface="Nimbus Sans"/>
                <a:cs typeface="Nimbus Sans"/>
              </a:rPr>
              <a:t>Comportamento reale</a:t>
            </a:r>
          </a:p>
        </p:txBody>
      </p:sp>
    </p:spTree>
    <p:extLst>
      <p:ext uri="{BB962C8B-B14F-4D97-AF65-F5344CB8AC3E}">
        <p14:creationId xmlns:p14="http://schemas.microsoft.com/office/powerpoint/2010/main" val="194224418"/>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423523A1-599C-442D-9E0F-8DA550A09024}"/>
              </a:ext>
            </a:extLst>
          </p:cNvPr>
          <p:cNvPicPr>
            <a:picLocks xmlns:a="http://schemas.openxmlformats.org/drawingml/2006/main" noChangeAspect="1"/>
          </p:cNvPicPr>
          <p:nvPr/>
        </p:nvPicPr>
        <p:blipFill>
          <a:blip xmlns:r="http://schemas.openxmlformats.org/officeDocument/2006/relationships" xmlns:a="http://schemas.openxmlformats.org/drawingml/2006/main" r:embed="Rb7fdc70e3687479b"/>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7D75330C-B570-469B-B8CB-1A3EE13E4488}"/>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DF1E634D-0682-47BF-90FE-9C3B4BA3B63C}"/>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F28DA352-8762-4B32-BE95-AB03C2FA062B}"/>
              </a:ext>
            </a:extLst>
          </p:cNvPr>
          <p:cNvSpPr>
            <a:spLocks xmlns:a="http://schemas.openxmlformats.org/drawingml/2006/main" noGrp="1"/>
          </p:cNvSpPr>
          <p:nvPr/>
        </p:nvSpPr>
        <p:spPr>
          <a:xfrm xmlns:a="http://schemas.openxmlformats.org/drawingml/2006/main">
            <a:off x="1066800" y="1163765"/>
            <a:ext cx="7395418"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Security Assurance nel 5G</a:t>
            </a:r>
          </a:p>
        </p:txBody>
      </p:sp>
      <p:sp>
        <p:nvSpPr>
          <p:cNvPr id="5" name="f48">
            <a:extLst xmlns:a="http://schemas.openxmlformats.org/drawingml/2006/main">
              <a:ext uri="{FF2B5EF4-FFF2-40B4-BE49-F238E27FC236}">
                <a16:creationId xmlns:a16="http://schemas.microsoft.com/office/drawing/2014/main" id="{AA42897C-E606-4EA9-BCA1-7F4D12308DE5}"/>
              </a:ext>
            </a:extLst>
          </p:cNvPr>
          <p:cNvSpPr>
            <a:spLocks xmlns:a="http://schemas.openxmlformats.org/drawingml/2006/main" noGrp="1"/>
          </p:cNvSpPr>
          <p:nvPr/>
        </p:nvSpPr>
        <p:spPr>
          <a:xfrm xmlns:a="http://schemas.openxmlformats.org/drawingml/2006/main">
            <a:off x="1066800" y="1901095"/>
            <a:ext cx="12059096"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Nel 5G, la sicurezza riguarda anche le Network Functions, componenti software che comunicano tra loro.</a:t>
            </a:r>
          </a:p>
        </p:txBody>
      </p:sp>
      <p:sp>
        <p:nvSpPr>
          <p:cNvPr id="6" name="f49">
            <a:extLst xmlns:a="http://schemas.openxmlformats.org/drawingml/2006/main">
              <a:ext uri="{FF2B5EF4-FFF2-40B4-BE49-F238E27FC236}">
                <a16:creationId xmlns:a16="http://schemas.microsoft.com/office/drawing/2014/main" id="{B8E933E6-6D41-49AC-AE1F-A78FCAF0AF58}"/>
              </a:ext>
            </a:extLst>
          </p:cNvPr>
          <p:cNvSpPr>
            <a:spLocks xmlns:a="http://schemas.openxmlformats.org/drawingml/2006/main" noGrp="1"/>
          </p:cNvSpPr>
          <p:nvPr/>
        </p:nvSpPr>
        <p:spPr>
          <a:xfrm xmlns:a="http://schemas.openxmlformats.org/drawingml/2006/main">
            <a:off x="2801234" y="275098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7" name="f50">
            <a:extLst xmlns:a="http://schemas.openxmlformats.org/drawingml/2006/main">
              <a:ext uri="{FF2B5EF4-FFF2-40B4-BE49-F238E27FC236}">
                <a16:creationId xmlns:a16="http://schemas.microsoft.com/office/drawing/2014/main" id="{3E836F38-DFB3-4858-8B25-B8E0057702AE}"/>
              </a:ext>
            </a:extLst>
          </p:cNvPr>
          <p:cNvSpPr>
            <a:spLocks xmlns:a="http://schemas.openxmlformats.org/drawingml/2006/main" noGrp="1"/>
          </p:cNvSpPr>
          <p:nvPr/>
        </p:nvSpPr>
        <p:spPr>
          <a:xfrm xmlns:a="http://schemas.openxmlformats.org/drawingml/2006/main">
            <a:off x="7994359" y="275098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8" name="f51">
            <a:extLst xmlns:a="http://schemas.openxmlformats.org/drawingml/2006/main">
              <a:ext uri="{FF2B5EF4-FFF2-40B4-BE49-F238E27FC236}">
                <a16:creationId xmlns:a16="http://schemas.microsoft.com/office/drawing/2014/main" id="{9FF42805-3588-4CE4-A4B0-30411C3600F5}"/>
              </a:ext>
            </a:extLst>
          </p:cNvPr>
          <p:cNvSpPr>
            <a:spLocks xmlns:a="http://schemas.openxmlformats.org/drawingml/2006/main" noGrp="1"/>
          </p:cNvSpPr>
          <p:nvPr/>
        </p:nvSpPr>
        <p:spPr>
          <a:xfrm xmlns:a="http://schemas.openxmlformats.org/drawingml/2006/main">
            <a:off x="5868924" y="341197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9" name="f52">
            <a:extLst xmlns:a="http://schemas.openxmlformats.org/drawingml/2006/main">
              <a:ext uri="{FF2B5EF4-FFF2-40B4-BE49-F238E27FC236}">
                <a16:creationId xmlns:a16="http://schemas.microsoft.com/office/drawing/2014/main" id="{411EAB08-B9F8-4130-80AF-34431FF645EE}"/>
              </a:ext>
            </a:extLst>
          </p:cNvPr>
          <p:cNvSpPr>
            <a:spLocks xmlns:a="http://schemas.openxmlformats.org/drawingml/2006/main" noGrp="1"/>
          </p:cNvSpPr>
          <p:nvPr/>
        </p:nvSpPr>
        <p:spPr>
          <a:xfrm xmlns:a="http://schemas.openxmlformats.org/drawingml/2006/main">
            <a:off x="5868924" y="713225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0" name="f53">
            <a:extLst xmlns:a="http://schemas.openxmlformats.org/drawingml/2006/main">
              <a:ext uri="{FF2B5EF4-FFF2-40B4-BE49-F238E27FC236}">
                <a16:creationId xmlns:a16="http://schemas.microsoft.com/office/drawing/2014/main" id="{6F08BCC0-9B1E-4604-9824-F38904BC953D}"/>
              </a:ext>
            </a:extLst>
          </p:cNvPr>
          <p:cNvSpPr>
            <a:spLocks xmlns:a="http://schemas.openxmlformats.org/drawingml/2006/main" noGrp="1"/>
          </p:cNvSpPr>
          <p:nvPr/>
        </p:nvSpPr>
        <p:spPr>
          <a:xfrm xmlns:a="http://schemas.openxmlformats.org/drawingml/2006/main">
            <a:off x="6026789" y="410545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1" name="f54">
            <a:extLst xmlns:a="http://schemas.openxmlformats.org/drawingml/2006/main">
              <a:ext uri="{FF2B5EF4-FFF2-40B4-BE49-F238E27FC236}">
                <a16:creationId xmlns:a16="http://schemas.microsoft.com/office/drawing/2014/main" id="{1A934ECB-56AA-4C78-9D08-CF11D54FC036}"/>
              </a:ext>
            </a:extLst>
          </p:cNvPr>
          <p:cNvSpPr>
            <a:spLocks xmlns:a="http://schemas.openxmlformats.org/drawingml/2006/main" noGrp="1"/>
          </p:cNvSpPr>
          <p:nvPr/>
        </p:nvSpPr>
        <p:spPr>
          <a:xfrm xmlns:a="http://schemas.openxmlformats.org/drawingml/2006/main">
            <a:off x="7563770" y="410545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2" name="f55">
            <a:extLst xmlns:a="http://schemas.openxmlformats.org/drawingml/2006/main">
              <a:ext uri="{FF2B5EF4-FFF2-40B4-BE49-F238E27FC236}">
                <a16:creationId xmlns:a16="http://schemas.microsoft.com/office/drawing/2014/main" id="{F5ACEB8D-E859-4CFB-8E81-FBF4AC0DF766}"/>
              </a:ext>
            </a:extLst>
          </p:cNvPr>
          <p:cNvSpPr>
            <a:spLocks xmlns:a="http://schemas.openxmlformats.org/drawingml/2006/main" noGrp="1"/>
          </p:cNvSpPr>
          <p:nvPr/>
        </p:nvSpPr>
        <p:spPr>
          <a:xfrm xmlns:a="http://schemas.openxmlformats.org/drawingml/2006/main">
            <a:off x="9004087" y="410545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3" name="f56">
            <a:extLst xmlns:a="http://schemas.openxmlformats.org/drawingml/2006/main">
              <a:ext uri="{FF2B5EF4-FFF2-40B4-BE49-F238E27FC236}">
                <a16:creationId xmlns:a16="http://schemas.microsoft.com/office/drawing/2014/main" id="{E82CA93B-77ED-4A49-B4FB-94AF788357B8}"/>
              </a:ext>
            </a:extLst>
          </p:cNvPr>
          <p:cNvSpPr>
            <a:spLocks xmlns:a="http://schemas.openxmlformats.org/drawingml/2006/main" noGrp="1"/>
          </p:cNvSpPr>
          <p:nvPr/>
        </p:nvSpPr>
        <p:spPr>
          <a:xfrm xmlns:a="http://schemas.openxmlformats.org/drawingml/2006/main">
            <a:off x="10595539" y="410545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4" name="f57">
            <a:extLst xmlns:a="http://schemas.openxmlformats.org/drawingml/2006/main">
              <a:ext uri="{FF2B5EF4-FFF2-40B4-BE49-F238E27FC236}">
                <a16:creationId xmlns:a16="http://schemas.microsoft.com/office/drawing/2014/main" id="{4EC9C149-2225-46A7-B7E5-F476545ED1CD}"/>
              </a:ext>
            </a:extLst>
          </p:cNvPr>
          <p:cNvSpPr>
            <a:spLocks xmlns:a="http://schemas.openxmlformats.org/drawingml/2006/main" noGrp="1"/>
          </p:cNvSpPr>
          <p:nvPr/>
        </p:nvSpPr>
        <p:spPr>
          <a:xfrm xmlns:a="http://schemas.openxmlformats.org/drawingml/2006/main">
            <a:off x="7573667" y="623545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5" name="f58">
            <a:extLst xmlns:a="http://schemas.openxmlformats.org/drawingml/2006/main">
              <a:ext uri="{FF2B5EF4-FFF2-40B4-BE49-F238E27FC236}">
                <a16:creationId xmlns:a16="http://schemas.microsoft.com/office/drawing/2014/main" id="{5E08B6D7-C735-4362-A95A-B1E3F4416F55}"/>
              </a:ext>
            </a:extLst>
          </p:cNvPr>
          <p:cNvSpPr>
            <a:spLocks xmlns:a="http://schemas.openxmlformats.org/drawingml/2006/main" noGrp="1"/>
          </p:cNvSpPr>
          <p:nvPr/>
        </p:nvSpPr>
        <p:spPr>
          <a:xfrm xmlns:a="http://schemas.openxmlformats.org/drawingml/2006/main">
            <a:off x="11398758" y="341748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6" name="f59">
            <a:extLst xmlns:a="http://schemas.openxmlformats.org/drawingml/2006/main">
              <a:ext uri="{FF2B5EF4-FFF2-40B4-BE49-F238E27FC236}">
                <a16:creationId xmlns:a16="http://schemas.microsoft.com/office/drawing/2014/main" id="{7D8E5A4C-0264-4254-8980-61DEF06E62F9}"/>
              </a:ext>
            </a:extLst>
          </p:cNvPr>
          <p:cNvSpPr>
            <a:spLocks xmlns:a="http://schemas.openxmlformats.org/drawingml/2006/main" noGrp="1"/>
          </p:cNvSpPr>
          <p:nvPr/>
        </p:nvSpPr>
        <p:spPr>
          <a:xfrm xmlns:a="http://schemas.openxmlformats.org/drawingml/2006/main">
            <a:off x="8139303" y="524401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7" name="f60">
            <a:extLst xmlns:a="http://schemas.openxmlformats.org/drawingml/2006/main">
              <a:ext uri="{FF2B5EF4-FFF2-40B4-BE49-F238E27FC236}">
                <a16:creationId xmlns:a16="http://schemas.microsoft.com/office/drawing/2014/main" id="{B35975A0-0E73-4675-B695-D2C925C61EC3}"/>
              </a:ext>
            </a:extLst>
          </p:cNvPr>
          <p:cNvSpPr>
            <a:spLocks xmlns:a="http://schemas.openxmlformats.org/drawingml/2006/main" noGrp="1"/>
          </p:cNvSpPr>
          <p:nvPr/>
        </p:nvSpPr>
        <p:spPr>
          <a:xfrm xmlns:a="http://schemas.openxmlformats.org/drawingml/2006/main">
            <a:off x="2286420" y="706121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8" name="f61">
            <a:extLst xmlns:a="http://schemas.openxmlformats.org/drawingml/2006/main">
              <a:ext uri="{FF2B5EF4-FFF2-40B4-BE49-F238E27FC236}">
                <a16:creationId xmlns:a16="http://schemas.microsoft.com/office/drawing/2014/main" id="{DE788D6F-A820-4E4D-8FD0-83735BE74DAF}"/>
              </a:ext>
            </a:extLst>
          </p:cNvPr>
          <p:cNvSpPr>
            <a:spLocks xmlns:a="http://schemas.openxmlformats.org/drawingml/2006/main" noGrp="1"/>
          </p:cNvSpPr>
          <p:nvPr/>
        </p:nvSpPr>
        <p:spPr>
          <a:xfrm xmlns:a="http://schemas.openxmlformats.org/drawingml/2006/main">
            <a:off x="3753609" y="706121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19" name="f62">
            <a:extLst xmlns:a="http://schemas.openxmlformats.org/drawingml/2006/main">
              <a:ext uri="{FF2B5EF4-FFF2-40B4-BE49-F238E27FC236}">
                <a16:creationId xmlns:a16="http://schemas.microsoft.com/office/drawing/2014/main" id="{0FCEE583-597D-4B0A-9369-2C47F50DE32E}"/>
              </a:ext>
            </a:extLst>
          </p:cNvPr>
          <p:cNvSpPr>
            <a:spLocks xmlns:a="http://schemas.openxmlformats.org/drawingml/2006/main" noGrp="1"/>
          </p:cNvSpPr>
          <p:nvPr/>
        </p:nvSpPr>
        <p:spPr>
          <a:xfrm xmlns:a="http://schemas.openxmlformats.org/drawingml/2006/main">
            <a:off x="5018946" y="495178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0" name="f63">
            <a:extLst xmlns:a="http://schemas.openxmlformats.org/drawingml/2006/main">
              <a:ext uri="{FF2B5EF4-FFF2-40B4-BE49-F238E27FC236}">
                <a16:creationId xmlns:a16="http://schemas.microsoft.com/office/drawing/2014/main" id="{0E4CCAF4-73DD-47B9-9DFA-1892B67039E5}"/>
              </a:ext>
            </a:extLst>
          </p:cNvPr>
          <p:cNvSpPr>
            <a:spLocks xmlns:a="http://schemas.openxmlformats.org/drawingml/2006/main" noGrp="1"/>
          </p:cNvSpPr>
          <p:nvPr/>
        </p:nvSpPr>
        <p:spPr>
          <a:xfrm xmlns:a="http://schemas.openxmlformats.org/drawingml/2006/main">
            <a:off x="6206109"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1" name="f64">
            <a:extLst xmlns:a="http://schemas.openxmlformats.org/drawingml/2006/main">
              <a:ext uri="{FF2B5EF4-FFF2-40B4-BE49-F238E27FC236}">
                <a16:creationId xmlns:a16="http://schemas.microsoft.com/office/drawing/2014/main" id="{5AAFAFD0-D881-4457-ADA6-48DBC34D7FF1}"/>
              </a:ext>
            </a:extLst>
          </p:cNvPr>
          <p:cNvSpPr>
            <a:spLocks xmlns:a="http://schemas.openxmlformats.org/drawingml/2006/main" noGrp="1"/>
          </p:cNvSpPr>
          <p:nvPr/>
        </p:nvSpPr>
        <p:spPr>
          <a:xfrm xmlns:a="http://schemas.openxmlformats.org/drawingml/2006/main">
            <a:off x="10544556" y="604201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2" name="f65">
            <a:extLst xmlns:a="http://schemas.openxmlformats.org/drawingml/2006/main">
              <a:ext uri="{FF2B5EF4-FFF2-40B4-BE49-F238E27FC236}">
                <a16:creationId xmlns:a16="http://schemas.microsoft.com/office/drawing/2014/main" id="{C6D359DF-C806-4215-8B48-084A3595E8FC}"/>
              </a:ext>
            </a:extLst>
          </p:cNvPr>
          <p:cNvSpPr>
            <a:spLocks xmlns:a="http://schemas.openxmlformats.org/drawingml/2006/main" noGrp="1"/>
          </p:cNvSpPr>
          <p:nvPr/>
        </p:nvSpPr>
        <p:spPr>
          <a:xfrm xmlns:a="http://schemas.openxmlformats.org/drawingml/2006/main">
            <a:off x="12291670" y="706121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382457258"/>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8" name="f66">
            <a:extLst xmlns:a="http://schemas.openxmlformats.org/drawingml/2006/main">
              <a:ext uri="{FF2B5EF4-FFF2-40B4-BE49-F238E27FC236}">
                <a16:creationId xmlns:a16="http://schemas.microsoft.com/office/drawing/2014/main" id="{EC49C9F4-67C3-4032-9379-CC0C0BCAC7EB}"/>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2" name="f67">
            <a:extLst xmlns:a="http://schemas.openxmlformats.org/drawingml/2006/main">
              <a:ext uri="{FF2B5EF4-FFF2-40B4-BE49-F238E27FC236}">
                <a16:creationId xmlns:a16="http://schemas.microsoft.com/office/drawing/2014/main" id="{CCF1BC29-9354-4D6D-A57E-46F76186573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8">
            <a:extLst xmlns:a="http://schemas.openxmlformats.org/drawingml/2006/main">
              <a:ext uri="{FF2B5EF4-FFF2-40B4-BE49-F238E27FC236}">
                <a16:creationId xmlns:a16="http://schemas.microsoft.com/office/drawing/2014/main" id="{AD92D764-A0CE-458C-933C-284EA0287B10}"/>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71">
            <a:extLst xmlns:a="http://schemas.openxmlformats.org/drawingml/2006/main">
              <a:ext uri="{FF2B5EF4-FFF2-40B4-BE49-F238E27FC236}">
                <a16:creationId xmlns:a16="http://schemas.microsoft.com/office/drawing/2014/main" id="{9EF78936-2487-48AE-8296-538B85854201}"/>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Il DSL permette di rappresentare queste operazioni attraverso regole riutilizzabili.</a:t>
            </a:r>
          </a:p>
        </p:txBody>
      </p:sp>
      <p:sp>
        <p:nvSpPr>
          <p:cNvPr id="5" name="f105">
            <a:extLst xmlns:a="http://schemas.openxmlformats.org/drawingml/2006/main">
              <a:ext uri="{FF2B5EF4-FFF2-40B4-BE49-F238E27FC236}">
                <a16:creationId xmlns:a16="http://schemas.microsoft.com/office/drawing/2014/main" id="{203B02F9-9D7D-4D0F-A6C9-604591925041}"/>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Rappresentazione della regola</a:t>
            </a:r>
          </a:p>
        </p:txBody>
      </p:sp>
      <p:sp>
        <p:nvSpPr>
          <p:cNvPr id="6" name="f106">
            <a:extLst xmlns:a="http://schemas.openxmlformats.org/drawingml/2006/main">
              <a:ext uri="{FF2B5EF4-FFF2-40B4-BE49-F238E27FC236}">
                <a16:creationId xmlns:a16="http://schemas.microsoft.com/office/drawing/2014/main" id="{CE66D002-BA51-4EED-A3AE-63F2C8C45F99}"/>
              </a:ext>
            </a:extLst>
          </p:cNvPr>
          <p:cNvSpPr>
            <a:spLocks xmlns:a="http://schemas.openxmlformats.org/drawingml/2006/main" noGrp="1"/>
          </p:cNvSpPr>
          <p:nvPr/>
        </p:nvSpPr>
        <p:spPr>
          <a:xfrm xmlns:a="http://schemas.openxmlformats.org/drawingml/2006/main">
            <a:off x="1066800" y="3381375"/>
            <a:ext cx="7239000" cy="3581400"/>
          </a:xfrm>
          <a:prstGeom xmlns:a="http://schemas.openxmlformats.org/drawingml/2006/main" prst="roundRect">
            <a:avLst>
              <a:gd name="adj" fmla="val 4255"/>
            </a:avLst>
          </a:prstGeom>
          <a:solidFill xmlns:a="http://schemas.openxmlformats.org/drawingml/2006/main">
            <a:srgbClr val="FFFFFF"/>
          </a:solidFill>
          <a:ln xmlns:a="http://schemas.openxmlformats.org/drawingml/2006/main" w="17145">
            <a:solidFill>
              <a:srgbClr val="D9E3EF"/>
            </a:solidFill>
            <a:prstDash val="solid"/>
          </a:ln>
        </p:spPr>
      </p:sp>
      <p:sp>
        <p:nvSpPr>
          <p:cNvPr id="7" name="f107">
            <a:extLst xmlns:a="http://schemas.openxmlformats.org/drawingml/2006/main">
              <a:ext uri="{FF2B5EF4-FFF2-40B4-BE49-F238E27FC236}">
                <a16:creationId xmlns:a16="http://schemas.microsoft.com/office/drawing/2014/main" id="{5D011F89-3A57-4F76-8728-99CE9620ECAF}"/>
              </a:ext>
            </a:extLst>
          </p:cNvPr>
          <p:cNvSpPr>
            <a:spLocks xmlns:a="http://schemas.openxmlformats.org/drawingml/2006/main" noGrp="1"/>
          </p:cNvSpPr>
          <p:nvPr/>
        </p:nvSpPr>
        <p:spPr>
          <a:xfrm xmlns:a="http://schemas.openxmlformats.org/drawingml/2006/main">
            <a:off x="1295400" y="36385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8">
            <a:extLst xmlns:a="http://schemas.openxmlformats.org/drawingml/2006/main">
              <a:ext uri="{FF2B5EF4-FFF2-40B4-BE49-F238E27FC236}">
                <a16:creationId xmlns:a16="http://schemas.microsoft.com/office/drawing/2014/main" id="{60937D08-3012-44AE-8B2F-BE3DB4B76D5B}"/>
              </a:ext>
            </a:extLst>
          </p:cNvPr>
          <p:cNvSpPr>
            <a:spLocks xmlns:a="http://schemas.openxmlformats.org/drawingml/2006/main" noGrp="1"/>
          </p:cNvSpPr>
          <p:nvPr/>
        </p:nvSpPr>
        <p:spPr>
          <a:xfrm xmlns:a="http://schemas.openxmlformats.org/drawingml/2006/main">
            <a:off x="1295400" y="4067175"/>
            <a:ext cx="6781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p:txBody>
      </p:sp>
      <p:sp>
        <p:nvSpPr>
          <p:cNvPr id="9" name="f109">
            <a:extLst xmlns:a="http://schemas.openxmlformats.org/drawingml/2006/main">
              <a:ext uri="{FF2B5EF4-FFF2-40B4-BE49-F238E27FC236}">
                <a16:creationId xmlns:a16="http://schemas.microsoft.com/office/drawing/2014/main" id="{7C23A772-FD19-4338-B9B6-07121DBFADC0}"/>
              </a:ext>
            </a:extLst>
          </p:cNvPr>
          <p:cNvSpPr>
            <a:spLocks xmlns:a="http://schemas.openxmlformats.org/drawingml/2006/main" noGrp="1"/>
          </p:cNvSpPr>
          <p:nvPr/>
        </p:nvSpPr>
        <p:spPr>
          <a:xfrm xmlns:a="http://schemas.openxmlformats.org/drawingml/2006/main">
            <a:off x="1295400" y="4781550"/>
            <a:ext cx="6781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a:t>
            </a:r>
          </a:p>
        </p:txBody>
      </p:sp>
      <p:sp>
        <p:nvSpPr>
          <p:cNvPr id="10" name="f110">
            <a:extLst xmlns:a="http://schemas.openxmlformats.org/drawingml/2006/main">
              <a:ext uri="{FF2B5EF4-FFF2-40B4-BE49-F238E27FC236}">
                <a16:creationId xmlns:a16="http://schemas.microsoft.com/office/drawing/2014/main" id="{871998AE-699C-41EC-BA10-855746DF1032}"/>
              </a:ext>
            </a:extLst>
          </p:cNvPr>
          <p:cNvSpPr>
            <a:spLocks xmlns:a="http://schemas.openxmlformats.org/drawingml/2006/main" noGrp="1"/>
          </p:cNvSpPr>
          <p:nvPr/>
        </p:nvSpPr>
        <p:spPr>
          <a:xfrm xmlns:a="http://schemas.openxmlformats.org/drawingml/2006/main">
            <a:off x="1295400" y="62388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1" name="f111">
            <a:extLst xmlns:a="http://schemas.openxmlformats.org/drawingml/2006/main">
              <a:ext uri="{FF2B5EF4-FFF2-40B4-BE49-F238E27FC236}">
                <a16:creationId xmlns:a16="http://schemas.microsoft.com/office/drawing/2014/main" id="{293C0933-2A78-4B2C-B318-EF2918F2ED39}"/>
              </a:ext>
            </a:extLst>
          </p:cNvPr>
          <p:cNvSpPr>
            <a:spLocks xmlns:a="http://schemas.openxmlformats.org/drawingml/2006/main" noGrp="1"/>
          </p:cNvSpPr>
          <p:nvPr/>
        </p:nvSpPr>
        <p:spPr>
          <a:xfrm xmlns:a="http://schemas.openxmlformats.org/drawingml/2006/main">
            <a:off x="8382000" y="438150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2" name="f112">
            <a:extLst xmlns:a="http://schemas.openxmlformats.org/drawingml/2006/main">
              <a:ext uri="{FF2B5EF4-FFF2-40B4-BE49-F238E27FC236}">
                <a16:creationId xmlns:a16="http://schemas.microsoft.com/office/drawing/2014/main" id="{E916163A-1BD5-4C2C-BF71-EA31C717DC5B}"/>
              </a:ext>
            </a:extLst>
          </p:cNvPr>
          <p:cNvSpPr>
            <a:spLocks xmlns:a="http://schemas.openxmlformats.org/drawingml/2006/main" noGrp="1"/>
          </p:cNvSpPr>
          <p:nvPr/>
        </p:nvSpPr>
        <p:spPr>
          <a:xfrm xmlns:a="http://schemas.openxmlformats.org/drawingml/2006/main">
            <a:off x="8382000" y="636270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3" name="f113">
            <a:extLst xmlns:a="http://schemas.openxmlformats.org/drawingml/2006/main">
              <a:ext uri="{FF2B5EF4-FFF2-40B4-BE49-F238E27FC236}">
                <a16:creationId xmlns:a16="http://schemas.microsoft.com/office/drawing/2014/main" id="{AF90BA0E-869D-4A72-A1BB-50C2CA5DE990}"/>
              </a:ext>
            </a:extLst>
          </p:cNvPr>
          <p:cNvSpPr>
            <a:spLocks xmlns:a="http://schemas.openxmlformats.org/drawingml/2006/main" noGrp="1"/>
          </p:cNvSpPr>
          <p:nvPr/>
        </p:nvSpPr>
        <p:spPr>
          <a:xfrm xmlns:a="http://schemas.openxmlformats.org/drawingml/2006/main">
            <a:off x="1066800" y="72390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4" name="f114">
            <a:extLst xmlns:a="http://schemas.openxmlformats.org/drawingml/2006/main">
              <a:ext uri="{FF2B5EF4-FFF2-40B4-BE49-F238E27FC236}">
                <a16:creationId xmlns:a16="http://schemas.microsoft.com/office/drawing/2014/main" id="{21EC9D3D-53C6-4A90-A4F6-E28C6E7C9823}"/>
              </a:ext>
            </a:extLst>
          </p:cNvPr>
          <p:cNvSpPr>
            <a:spLocks xmlns:a="http://schemas.openxmlformats.org/drawingml/2006/main" noGrp="1"/>
          </p:cNvSpPr>
          <p:nvPr/>
        </p:nvSpPr>
        <p:spPr>
          <a:xfrm xmlns:a="http://schemas.openxmlformats.org/drawingml/2006/main">
            <a:off x="10001250" y="3857625"/>
            <a:ext cx="4171950" cy="1219200"/>
          </a:xfrm>
          <a:prstGeom xmlns:a="http://schemas.openxmlformats.org/drawingml/2006/main" prst="roundRect">
            <a:avLst>
              <a:gd name="adj" fmla="val 10938"/>
            </a:avLst>
          </a:prstGeom>
          <a:solidFill xmlns:a="http://schemas.openxmlformats.org/drawingml/2006/main">
            <a:srgbClr val="F0F4FF"/>
          </a:solidFill>
          <a:ln xmlns:a="http://schemas.openxmlformats.org/drawingml/2006/main" w="17145">
            <a:solidFill>
              <a:srgbClr val="4264D0"/>
            </a:solidFill>
            <a:prstDash val="solid"/>
          </a:ln>
        </p:spPr>
      </p:sp>
      <p:sp>
        <p:nvSpPr>
          <p:cNvPr id="15" name="f115">
            <a:extLst xmlns:a="http://schemas.openxmlformats.org/drawingml/2006/main">
              <a:ext uri="{FF2B5EF4-FFF2-40B4-BE49-F238E27FC236}">
                <a16:creationId xmlns:a16="http://schemas.microsoft.com/office/drawing/2014/main" id="{406C6930-A031-4393-80EC-7F59B6A086FB}"/>
              </a:ext>
            </a:extLst>
          </p:cNvPr>
          <p:cNvSpPr>
            <a:spLocks xmlns:a="http://schemas.openxmlformats.org/drawingml/2006/main" noGrp="1"/>
          </p:cNvSpPr>
          <p:nvPr/>
        </p:nvSpPr>
        <p:spPr>
          <a:xfrm xmlns:a="http://schemas.openxmlformats.org/drawingml/2006/main">
            <a:off x="10191750" y="4105275"/>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4264D0"/>
                </a:solidFill>
                <a:latin typeface="Nimbus Sans"/>
                <a:ea typeface="Nimbus Sans"/>
                <a:cs typeface="Nimbus Sans"/>
              </a:defRPr>
            </a:defPPr>
            <a:lvl1pPr algn="ctr">
              <a:defRPr sz="2700" b="1">
                <a:solidFill>
                  <a:srgbClr val="4264D0"/>
                </a:solidFill>
                <a:latin typeface="Nimbus Sans"/>
                <a:ea typeface="Nimbus Sans"/>
                <a:cs typeface="Nimbus Sans"/>
              </a:defRPr>
            </a:lvl1pPr>
            <a:lvl2pPr algn="ctr">
              <a:defRPr sz="2700" b="1">
                <a:solidFill>
                  <a:srgbClr val="4264D0"/>
                </a:solidFill>
                <a:latin typeface="Nimbus Sans"/>
                <a:ea typeface="Nimbus Sans"/>
                <a:cs typeface="Nimbus Sans"/>
              </a:defRPr>
            </a:lvl2pPr>
            <a:lvl3pPr algn="ctr">
              <a:defRPr sz="2700" b="1">
                <a:solidFill>
                  <a:srgbClr val="4264D0"/>
                </a:solidFill>
                <a:latin typeface="Nimbus Sans"/>
                <a:ea typeface="Nimbus Sans"/>
                <a:cs typeface="Nimbus Sans"/>
              </a:defRPr>
            </a:lvl3pPr>
            <a:lvl4pPr algn="ctr">
              <a:defRPr sz="2700" b="1">
                <a:solidFill>
                  <a:srgbClr val="4264D0"/>
                </a:solidFill>
                <a:latin typeface="Nimbus Sans"/>
                <a:ea typeface="Nimbus Sans"/>
                <a:cs typeface="Nimbus Sans"/>
              </a:defRPr>
            </a:lvl4pPr>
            <a:lvl5pPr algn="ctr">
              <a:defRPr sz="2700" b="1">
                <a:solidFill>
                  <a:srgbClr val="4264D0"/>
                </a:solidFill>
                <a:latin typeface="Nimbus Sans"/>
                <a:ea typeface="Nimbus Sans"/>
                <a:cs typeface="Nimbus Sans"/>
              </a:defRPr>
            </a:lvl5pPr>
            <a:lvl6pPr algn="ctr">
              <a:defRPr sz="2700" b="1">
                <a:solidFill>
                  <a:srgbClr val="4264D0"/>
                </a:solidFill>
                <a:latin typeface="Nimbus Sans"/>
                <a:ea typeface="Nimbus Sans"/>
                <a:cs typeface="Nimbus Sans"/>
              </a:defRPr>
            </a:lvl6pPr>
            <a:lvl7pPr algn="ctr">
              <a:defRPr sz="2700" b="1">
                <a:solidFill>
                  <a:srgbClr val="4264D0"/>
                </a:solidFill>
                <a:latin typeface="Nimbus Sans"/>
                <a:ea typeface="Nimbus Sans"/>
                <a:cs typeface="Nimbus Sans"/>
              </a:defRPr>
            </a:lvl7pPr>
            <a:lvl8pPr algn="ctr">
              <a:defRPr sz="2700" b="1">
                <a:solidFill>
                  <a:srgbClr val="4264D0"/>
                </a:solidFill>
                <a:latin typeface="Nimbus Sans"/>
                <a:ea typeface="Nimbus Sans"/>
                <a:cs typeface="Nimbus Sans"/>
              </a:defRPr>
            </a:lvl8pPr>
            <a:lvl9pPr algn="ctr">
              <a:defRPr sz="2700" b="1">
                <a:solidFill>
                  <a:srgbClr val="4264D0"/>
                </a:solidFill>
                <a:latin typeface="Nimbus Sans"/>
                <a:ea typeface="Nimbus Sans"/>
                <a:cs typeface="Nimbus Sans"/>
              </a:defRPr>
            </a:lvl9pPr>
          </a:lstStyle>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ctr">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6" name="f116">
            <a:extLst xmlns:a="http://schemas.openxmlformats.org/drawingml/2006/main">
              <a:ext uri="{FF2B5EF4-FFF2-40B4-BE49-F238E27FC236}">
                <a16:creationId xmlns:a16="http://schemas.microsoft.com/office/drawing/2014/main" id="{B5A1EBCF-24A4-4156-926B-2ED5F8759A97}"/>
              </a:ext>
            </a:extLst>
          </p:cNvPr>
          <p:cNvSpPr>
            <a:spLocks xmlns:a="http://schemas.openxmlformats.org/drawingml/2006/main" noGrp="1"/>
          </p:cNvSpPr>
          <p:nvPr/>
        </p:nvSpPr>
        <p:spPr>
          <a:xfrm xmlns:a="http://schemas.openxmlformats.org/drawingml/2006/main">
            <a:off x="10001250" y="5838825"/>
            <a:ext cx="4171950" cy="1219200"/>
          </a:xfrm>
          <a:prstGeom xmlns:a="http://schemas.openxmlformats.org/drawingml/2006/main" prst="roundRect">
            <a:avLst>
              <a:gd name="adj" fmla="val 10938"/>
            </a:avLst>
          </a:prstGeom>
          <a:solidFill xmlns:a="http://schemas.openxmlformats.org/drawingml/2006/main">
            <a:srgbClr val="EEF8F3"/>
          </a:solidFill>
          <a:ln xmlns:a="http://schemas.openxmlformats.org/drawingml/2006/main" w="17145">
            <a:solidFill>
              <a:srgbClr val="278766"/>
            </a:solidFill>
            <a:prstDash val="solid"/>
          </a:ln>
        </p:spPr>
      </p:sp>
      <p:sp>
        <p:nvSpPr>
          <p:cNvPr id="17" name="f117">
            <a:extLst xmlns:a="http://schemas.openxmlformats.org/drawingml/2006/main">
              <a:ext uri="{FF2B5EF4-FFF2-40B4-BE49-F238E27FC236}">
                <a16:creationId xmlns:a16="http://schemas.microsoft.com/office/drawing/2014/main" id="{45C04275-589D-4323-B052-440ACDA1585C}"/>
              </a:ext>
            </a:extLst>
          </p:cNvPr>
          <p:cNvSpPr>
            <a:spLocks xmlns:a="http://schemas.openxmlformats.org/drawingml/2006/main" noGrp="1"/>
          </p:cNvSpPr>
          <p:nvPr/>
        </p:nvSpPr>
        <p:spPr>
          <a:xfrm xmlns:a="http://schemas.openxmlformats.org/drawingml/2006/main">
            <a:off x="10191750" y="6076950"/>
            <a:ext cx="37909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278766"/>
                </a:solidFill>
                <a:latin typeface="Nimbus Sans"/>
                <a:ea typeface="Nimbus Sans"/>
                <a:cs typeface="Nimbus Sans"/>
              </a:defRPr>
            </a:defPPr>
            <a:lvl1pPr algn="ctr">
              <a:defRPr sz="2700" b="1">
                <a:solidFill>
                  <a:srgbClr val="278766"/>
                </a:solidFill>
                <a:latin typeface="Nimbus Sans"/>
                <a:ea typeface="Nimbus Sans"/>
                <a:cs typeface="Nimbus Sans"/>
              </a:defRPr>
            </a:lvl1pPr>
            <a:lvl2pPr algn="ctr">
              <a:defRPr sz="2700" b="1">
                <a:solidFill>
                  <a:srgbClr val="278766"/>
                </a:solidFill>
                <a:latin typeface="Nimbus Sans"/>
                <a:ea typeface="Nimbus Sans"/>
                <a:cs typeface="Nimbus Sans"/>
              </a:defRPr>
            </a:lvl2pPr>
            <a:lvl3pPr algn="ctr">
              <a:defRPr sz="2700" b="1">
                <a:solidFill>
                  <a:srgbClr val="278766"/>
                </a:solidFill>
                <a:latin typeface="Nimbus Sans"/>
                <a:ea typeface="Nimbus Sans"/>
                <a:cs typeface="Nimbus Sans"/>
              </a:defRPr>
            </a:lvl3pPr>
            <a:lvl4pPr algn="ctr">
              <a:defRPr sz="2700" b="1">
                <a:solidFill>
                  <a:srgbClr val="278766"/>
                </a:solidFill>
                <a:latin typeface="Nimbus Sans"/>
                <a:ea typeface="Nimbus Sans"/>
                <a:cs typeface="Nimbus Sans"/>
              </a:defRPr>
            </a:lvl4pPr>
            <a:lvl5pPr algn="ctr">
              <a:defRPr sz="2700" b="1">
                <a:solidFill>
                  <a:srgbClr val="278766"/>
                </a:solidFill>
                <a:latin typeface="Nimbus Sans"/>
                <a:ea typeface="Nimbus Sans"/>
                <a:cs typeface="Nimbus Sans"/>
              </a:defRPr>
            </a:lvl5pPr>
            <a:lvl6pPr algn="ctr">
              <a:defRPr sz="2700" b="1">
                <a:solidFill>
                  <a:srgbClr val="278766"/>
                </a:solidFill>
                <a:latin typeface="Nimbus Sans"/>
                <a:ea typeface="Nimbus Sans"/>
                <a:cs typeface="Nimbus Sans"/>
              </a:defRPr>
            </a:lvl6pPr>
            <a:lvl7pPr algn="ctr">
              <a:defRPr sz="2700" b="1">
                <a:solidFill>
                  <a:srgbClr val="278766"/>
                </a:solidFill>
                <a:latin typeface="Nimbus Sans"/>
                <a:ea typeface="Nimbus Sans"/>
                <a:cs typeface="Nimbus Sans"/>
              </a:defRPr>
            </a:lvl7pPr>
            <a:lvl8pPr algn="ctr">
              <a:defRPr sz="2700" b="1">
                <a:solidFill>
                  <a:srgbClr val="278766"/>
                </a:solidFill>
                <a:latin typeface="Nimbus Sans"/>
                <a:ea typeface="Nimbus Sans"/>
                <a:cs typeface="Nimbus Sans"/>
              </a:defRPr>
            </a:lvl8pPr>
            <a:lvl9pPr algn="ctr">
              <a:defRPr sz="2700" b="1">
                <a:solidFill>
                  <a:srgbClr val="278766"/>
                </a:solidFill>
                <a:latin typeface="Nimbus Sans"/>
                <a:ea typeface="Nimbus Sans"/>
                <a:cs typeface="Nimbus Sans"/>
              </a:defRPr>
            </a:lvl9pPr>
          </a:lstStyle>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ctr">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1981823958"/>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7727C81-12DF-4032-8B63-80D7830D9C6A}"/>
              </a:ext>
            </a:extLst>
          </p:cNvPr>
          <p:cNvPicPr>
            <a:picLocks xmlns:a="http://schemas.openxmlformats.org/drawingml/2006/main" noChangeAspect="1"/>
          </p:cNvPicPr>
          <p:nvPr/>
        </p:nvPicPr>
        <p:blipFill>
          <a:blip xmlns:r="http://schemas.openxmlformats.org/officeDocument/2006/relationships" xmlns:a="http://schemas.openxmlformats.org/drawingml/2006/main" r:embed="R155686fbcecd4b65"/>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9">
            <a:extLst xmlns:a="http://schemas.openxmlformats.org/drawingml/2006/main">
              <a:ext uri="{FF2B5EF4-FFF2-40B4-BE49-F238E27FC236}">
                <a16:creationId xmlns:a16="http://schemas.microsoft.com/office/drawing/2014/main" id="{ACDC2D8F-2150-4304-9A67-23115AE4A6FC}"/>
              </a:ext>
            </a:extLst>
          </p:cNvPr>
          <p:cNvSpPr>
            <a:spLocks xmlns:a="http://schemas.openxmlformats.org/drawingml/2006/main" noGrp="1"/>
          </p:cNvSpPr>
          <p:nvPr/>
        </p:nvSpPr>
        <p:spPr>
          <a:xfrm xmlns:a="http://schemas.openxmlformats.org/drawingml/2006/main">
            <a:off x="1066800" y="718185"/>
            <a:ext cx="2385417"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CONTRIBUTI DELLA TESI</a:t>
            </a:r>
          </a:p>
        </p:txBody>
      </p:sp>
      <p:sp>
        <p:nvSpPr>
          <p:cNvPr id="3" name="f120">
            <a:extLst xmlns:a="http://schemas.openxmlformats.org/drawingml/2006/main">
              <a:ext uri="{FF2B5EF4-FFF2-40B4-BE49-F238E27FC236}">
                <a16:creationId xmlns:a16="http://schemas.microsoft.com/office/drawing/2014/main" id="{BD28AB83-CE7A-4FBE-BA3C-07F791CABBB4}"/>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21">
            <a:extLst xmlns:a="http://schemas.openxmlformats.org/drawingml/2006/main">
              <a:ext uri="{FF2B5EF4-FFF2-40B4-BE49-F238E27FC236}">
                <a16:creationId xmlns:a16="http://schemas.microsoft.com/office/drawing/2014/main" id="{6BEBC79C-4519-4562-A743-B1A7C0130BAB}"/>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22">
            <a:extLst xmlns:a="http://schemas.openxmlformats.org/drawingml/2006/main">
              <a:ext uri="{FF2B5EF4-FFF2-40B4-BE49-F238E27FC236}">
                <a16:creationId xmlns:a16="http://schemas.microsoft.com/office/drawing/2014/main" id="{CBE175BE-9CD9-4520-A08A-47D382F43CCF}"/>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23">
            <a:extLst xmlns:a="http://schemas.openxmlformats.org/drawingml/2006/main">
              <a:ext uri="{FF2B5EF4-FFF2-40B4-BE49-F238E27FC236}">
                <a16:creationId xmlns:a16="http://schemas.microsoft.com/office/drawing/2014/main" id="{7BE6DE5F-4F0C-4976-84C1-A8972E9D440C}"/>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24">
            <a:extLst xmlns:a="http://schemas.openxmlformats.org/drawingml/2006/main">
              <a:ext uri="{FF2B5EF4-FFF2-40B4-BE49-F238E27FC236}">
                <a16:creationId xmlns:a16="http://schemas.microsoft.com/office/drawing/2014/main" id="{C7F57453-DBED-4E00-A34A-196265D05EC1}"/>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25">
            <a:extLst xmlns:a="http://schemas.openxmlformats.org/drawingml/2006/main">
              <a:ext uri="{FF2B5EF4-FFF2-40B4-BE49-F238E27FC236}">
                <a16:creationId xmlns:a16="http://schemas.microsoft.com/office/drawing/2014/main" id="{2E617DDE-DB62-4C5C-AE52-46EE4BCF1726}"/>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26">
            <a:extLst xmlns:a="http://schemas.openxmlformats.org/drawingml/2006/main">
              <a:ext uri="{FF2B5EF4-FFF2-40B4-BE49-F238E27FC236}">
                <a16:creationId xmlns:a16="http://schemas.microsoft.com/office/drawing/2014/main" id="{F81327E1-5183-4B5F-9AA7-2AF209747A75}"/>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7">
            <a:extLst xmlns:a="http://schemas.openxmlformats.org/drawingml/2006/main">
              <a:ext uri="{FF2B5EF4-FFF2-40B4-BE49-F238E27FC236}">
                <a16:creationId xmlns:a16="http://schemas.microsoft.com/office/drawing/2014/main" id="{CF8F7D91-2524-49A4-A4DF-BA85DEF31634}"/>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8">
            <a:extLst xmlns:a="http://schemas.openxmlformats.org/drawingml/2006/main">
              <a:ext uri="{FF2B5EF4-FFF2-40B4-BE49-F238E27FC236}">
                <a16:creationId xmlns:a16="http://schemas.microsoft.com/office/drawing/2014/main" id="{2E022BCF-567A-4914-9886-220D7179C021}"/>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9">
            <a:extLst xmlns:a="http://schemas.openxmlformats.org/drawingml/2006/main">
              <a:ext uri="{FF2B5EF4-FFF2-40B4-BE49-F238E27FC236}">
                <a16:creationId xmlns:a16="http://schemas.microsoft.com/office/drawing/2014/main" id="{CDF3392D-E213-4583-AF94-2B681E0B0742}"/>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30">
            <a:extLst xmlns:a="http://schemas.openxmlformats.org/drawingml/2006/main">
              <a:ext uri="{FF2B5EF4-FFF2-40B4-BE49-F238E27FC236}">
                <a16:creationId xmlns:a16="http://schemas.microsoft.com/office/drawing/2014/main" id="{14AD9C07-8E6D-4167-AEDC-067AC6D14928}"/>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31">
            <a:extLst xmlns:a="http://schemas.openxmlformats.org/drawingml/2006/main">
              <a:ext uri="{FF2B5EF4-FFF2-40B4-BE49-F238E27FC236}">
                <a16:creationId xmlns:a16="http://schemas.microsoft.com/office/drawing/2014/main" id="{7F4FB262-0538-45C1-80F4-1264D9ECB912}"/>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308923364"/>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32">
            <a:extLst xmlns:a="http://schemas.openxmlformats.org/drawingml/2006/main">
              <a:ext uri="{FF2B5EF4-FFF2-40B4-BE49-F238E27FC236}">
                <a16:creationId xmlns:a16="http://schemas.microsoft.com/office/drawing/2014/main" id="{3C327F76-1DF6-4B2C-BAE8-EC66702C6655}"/>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33">
            <a:extLst xmlns:a="http://schemas.openxmlformats.org/drawingml/2006/main">
              <a:ext uri="{FF2B5EF4-FFF2-40B4-BE49-F238E27FC236}">
                <a16:creationId xmlns:a16="http://schemas.microsoft.com/office/drawing/2014/main" id="{04BDE209-10E7-4F56-A01E-F83C25C78287}"/>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34">
            <a:extLst xmlns:a="http://schemas.openxmlformats.org/drawingml/2006/main">
              <a:ext uri="{FF2B5EF4-FFF2-40B4-BE49-F238E27FC236}">
                <a16:creationId xmlns:a16="http://schemas.microsoft.com/office/drawing/2014/main" id="{3BD40488-02A2-46BA-881A-ACD57C8B0AFE}"/>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35">
            <a:extLst xmlns:a="http://schemas.openxmlformats.org/drawingml/2006/main">
              <a:ext uri="{FF2B5EF4-FFF2-40B4-BE49-F238E27FC236}">
                <a16:creationId xmlns:a16="http://schemas.microsoft.com/office/drawing/2014/main" id="{55E3868C-103D-4C86-A2BD-5C2BED6ACD2D}"/>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16 catture di rete, con risultati ottenuti coerenti con quelli attesi.</a:t>
            </a:r>
          </a:p>
        </p:txBody>
      </p:sp>
      <p:graphicFrame>
        <p:nvGraphicFramePr>
          <p:cNvPr id="5" name="">
            <a:extLst xmlns:a="http://schemas.openxmlformats.org/drawingml/2006/main">
              <a:ext uri="{FF2B5EF4-FFF2-40B4-BE49-F238E27FC236}">
                <a16:creationId xmlns:a16="http://schemas.microsoft.com/office/drawing/2014/main" id="{599EDAC5-B0A4-4BCE-AD21-1FBFA61992D3}"/>
              </a:ext>
            </a:extLst>
          </p:cNvPr>
          <p:cNvGraphicFramePr/>
          <p:nvPr/>
        </p:nvGraphicFramePr>
        <p:xfrm>
          <a:off xmlns:a="http://schemas.openxmlformats.org/drawingml/2006/main" x="1066800" y="26193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1 PASS</a:t>
                      </a:r>
                      <a:r>
                        <a:rPr sz="1725" b="1">
                          <a:solidFill>
                            <a:srgbClr val="182536"/>
                          </a:solidFill>
                          <a:latin typeface="Nimbus Sans"/>
                          <a:ea typeface="Nimbus Sans"/>
                          <a:cs typeface="Nimbus Sans"/>
                        </a:rPr>
                        <a:t>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7">
            <a:extLst xmlns:a="http://schemas.openxmlformats.org/drawingml/2006/main">
              <a:ext uri="{FF2B5EF4-FFF2-40B4-BE49-F238E27FC236}">
                <a16:creationId xmlns:a16="http://schemas.microsoft.com/office/drawing/2014/main" id="{4E8ECAA4-92C0-4962-8748-C48070E17113}"/>
              </a:ext>
            </a:extLst>
          </p:cNvPr>
          <p:cNvSpPr>
            <a:spLocks xmlns:a="http://schemas.openxmlformats.org/drawingml/2006/main" noGrp="1"/>
          </p:cNvSpPr>
          <p:nvPr/>
        </p:nvSpPr>
        <p:spPr>
          <a:xfrm xmlns:a="http://schemas.openxmlformats.org/drawingml/2006/main">
            <a:off x="11049000" y="28956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8">
            <a:extLst xmlns:a="http://schemas.openxmlformats.org/drawingml/2006/main">
              <a:ext uri="{FF2B5EF4-FFF2-40B4-BE49-F238E27FC236}">
                <a16:creationId xmlns:a16="http://schemas.microsoft.com/office/drawing/2014/main" id="{DD1DDF96-FA31-4B98-B403-AA0D051E2161}"/>
              </a:ext>
            </a:extLst>
          </p:cNvPr>
          <p:cNvSpPr>
            <a:spLocks xmlns:a="http://schemas.openxmlformats.org/drawingml/2006/main" noGrp="1"/>
          </p:cNvSpPr>
          <p:nvPr/>
        </p:nvSpPr>
        <p:spPr>
          <a:xfrm xmlns:a="http://schemas.openxmlformats.org/drawingml/2006/main">
            <a:off x="11220450" y="34099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9">
            <a:extLst xmlns:a="http://schemas.openxmlformats.org/drawingml/2006/main">
              <a:ext uri="{FF2B5EF4-FFF2-40B4-BE49-F238E27FC236}">
                <a16:creationId xmlns:a16="http://schemas.microsoft.com/office/drawing/2014/main" id="{8925AF10-A27D-4B4E-AAA4-84CEF3DD52C0}"/>
              </a:ext>
            </a:extLst>
          </p:cNvPr>
          <p:cNvSpPr>
            <a:spLocks xmlns:a="http://schemas.openxmlformats.org/drawingml/2006/main" noGrp="1"/>
          </p:cNvSpPr>
          <p:nvPr/>
        </p:nvSpPr>
        <p:spPr>
          <a:xfrm xmlns:a="http://schemas.openxmlformats.org/drawingml/2006/main">
            <a:off x="11220450" y="44196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40">
            <a:extLst xmlns:a="http://schemas.openxmlformats.org/drawingml/2006/main">
              <a:ext uri="{FF2B5EF4-FFF2-40B4-BE49-F238E27FC236}">
                <a16:creationId xmlns:a16="http://schemas.microsoft.com/office/drawing/2014/main" id="{CBA63465-F630-473C-8C37-340A993DB60D}"/>
              </a:ext>
            </a:extLst>
          </p:cNvPr>
          <p:cNvSpPr>
            <a:spLocks xmlns:a="http://schemas.openxmlformats.org/drawingml/2006/main" noGrp="1"/>
          </p:cNvSpPr>
          <p:nvPr/>
        </p:nvSpPr>
        <p:spPr>
          <a:xfrm xmlns:a="http://schemas.openxmlformats.org/drawingml/2006/main">
            <a:off x="11258550" y="54673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41">
            <a:extLst xmlns:a="http://schemas.openxmlformats.org/drawingml/2006/main">
              <a:ext uri="{FF2B5EF4-FFF2-40B4-BE49-F238E27FC236}">
                <a16:creationId xmlns:a16="http://schemas.microsoft.com/office/drawing/2014/main" id="{AB11A6BA-6100-48A2-AFFA-FFBB27B026FC}"/>
              </a:ext>
            </a:extLst>
          </p:cNvPr>
          <p:cNvSpPr>
            <a:spLocks xmlns:a="http://schemas.openxmlformats.org/drawingml/2006/main" noGrp="1"/>
          </p:cNvSpPr>
          <p:nvPr/>
        </p:nvSpPr>
        <p:spPr>
          <a:xfrm xmlns:a="http://schemas.openxmlformats.org/drawingml/2006/main">
            <a:off x="11258550" y="59912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42">
            <a:extLst xmlns:a="http://schemas.openxmlformats.org/drawingml/2006/main">
              <a:ext uri="{FF2B5EF4-FFF2-40B4-BE49-F238E27FC236}">
                <a16:creationId xmlns:a16="http://schemas.microsoft.com/office/drawing/2014/main" id="{6E5DAECD-DCB7-4F25-A275-86AE11249E47}"/>
              </a:ext>
            </a:extLst>
          </p:cNvPr>
          <p:cNvSpPr>
            <a:spLocks xmlns:a="http://schemas.openxmlformats.org/drawingml/2006/main" noGrp="1"/>
          </p:cNvSpPr>
          <p:nvPr/>
        </p:nvSpPr>
        <p:spPr>
          <a:xfrm xmlns:a="http://schemas.openxmlformats.org/drawingml/2006/main">
            <a:off x="11258550" y="65151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43">
            <a:extLst xmlns:a="http://schemas.openxmlformats.org/drawingml/2006/main">
              <a:ext uri="{FF2B5EF4-FFF2-40B4-BE49-F238E27FC236}">
                <a16:creationId xmlns:a16="http://schemas.microsoft.com/office/drawing/2014/main" id="{142387E4-37F5-4C50-80D8-13C4F58E3CF0}"/>
              </a:ext>
            </a:extLst>
          </p:cNvPr>
          <p:cNvSpPr>
            <a:spLocks xmlns:a="http://schemas.openxmlformats.org/drawingml/2006/main" noGrp="1"/>
          </p:cNvSpPr>
          <p:nvPr/>
        </p:nvSpPr>
        <p:spPr>
          <a:xfrm xmlns:a="http://schemas.openxmlformats.org/drawingml/2006/main">
            <a:off x="1066800" y="7077075"/>
            <a:ext cx="942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Tutte le catture sono state ottenute tramite lo strumento esterno SCASDK.</a:t>
            </a:r>
          </a:p>
        </p:txBody>
      </p:sp>
    </p:spTree>
    <p:extLst>
      <p:ext uri="{BB962C8B-B14F-4D97-AF65-F5344CB8AC3E}">
        <p14:creationId xmlns:p14="http://schemas.microsoft.com/office/powerpoint/2010/main" val="557509514"/>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9" name="f144">
            <a:extLst xmlns:a="http://schemas.openxmlformats.org/drawingml/2006/main">
              <a:ext uri="{FF2B5EF4-FFF2-40B4-BE49-F238E27FC236}">
                <a16:creationId xmlns:a16="http://schemas.microsoft.com/office/drawing/2014/main" id="{1DDDF487-2240-452D-B61B-A2775F0C8F31}"/>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VALUTAZIONE</a:t>
            </a:r>
          </a:p>
        </p:txBody>
      </p:sp>
      <p:sp>
        <p:nvSpPr>
          <p:cNvPr id="2" name="f145">
            <a:extLst xmlns:a="http://schemas.openxmlformats.org/drawingml/2006/main">
              <a:ext uri="{FF2B5EF4-FFF2-40B4-BE49-F238E27FC236}">
                <a16:creationId xmlns:a16="http://schemas.microsoft.com/office/drawing/2014/main" id="{AFA9F55E-E6E1-4D8D-BADA-103EC1F974F9}"/>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46">
            <a:extLst xmlns:a="http://schemas.openxmlformats.org/drawingml/2006/main">
              <a:ext uri="{FF2B5EF4-FFF2-40B4-BE49-F238E27FC236}">
                <a16:creationId xmlns:a16="http://schemas.microsoft.com/office/drawing/2014/main" id="{89C89C12-B965-46E7-A9F2-3925BFF74009}"/>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7">
            <a:extLst xmlns:a="http://schemas.openxmlformats.org/drawingml/2006/main">
              <a:ext uri="{FF2B5EF4-FFF2-40B4-BE49-F238E27FC236}">
                <a16:creationId xmlns:a16="http://schemas.microsoft.com/office/drawing/2014/main" id="{8E96D920-3FC0-489C-9337-34D1D91D4B6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Mutazioni controllate sul PCAP originale e verifica mediante la stessa pipeline e le stesse regole DSL.</a:t>
            </a:r>
          </a:p>
        </p:txBody>
      </p:sp>
      <p:sp>
        <p:nvSpPr>
          <p:cNvPr id="50" name="dim_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5" name="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0:effectLst xmlns:ns0="http://schemas.openxmlformats.org/drawingml/2006/main">
            <ns0:outerShdw blurRad="57150" dist="38100" dir="5400000" algn="ctr" rotWithShape="0">
              <ns0:srgbClr val="182536">
                <ns0:alpha val="10000"/>
              </ns0:srgbClr>
            </ns0:outerShdw>
          </ns0:effectLst>
        </p:spPr>
      </p:sp>
      <p:sp>
        <p:nvSpPr>
          <p:cNvPr id="51" name="phaseC_f148">
            <a:extLst xmlns:a="http://schemas.openxmlformats.org/drawingml/2006/main">
              <a:ext uri="{FF2B5EF4-FFF2-40B4-BE49-F238E27FC236}">
                <a16:creationId xmlns:a16="http://schemas.microsoft.com/office/drawing/2014/main" id="{26586A5C-9C2C-4E52-AEDD-8F92C8E40361}"/>
              </a:ext>
            </a:extLst>
          </p:cNvPr>
          <p:cNvSpPr>
            <a:spLocks xmlns:a="http://schemas.openxmlformats.org/drawingml/2006/main" noGrp="1"/>
          </p:cNvSpPr>
          <p:nvPr/>
        </p:nvSpPr>
        <p:spPr>
          <a:xfrm xmlns:a="http://schemas.openxmlformats.org/drawingml/2006/main">
            <a:off x="571500" y="3048000"/>
            <a:ext cx="142875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0:effectLst xmlns:ns0="http://schemas.openxmlformats.org/drawingml/2006/main">
            <ns0:outerShdw blurRad="57150" dist="38100" dir="5400000" algn="ctr" rotWithShape="0">
              <ns0:srgbClr val="182536">
                <ns0:alpha val="10000"/>
              </ns0:srgbClr>
            </ns0:outerShdw>
          </ns0:effectLst>
        </p:spPr>
      </p:sp>
      <p:sp>
        <p:nvSpPr>
          <p:cNvPr id="52" name="dim_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7D2EF"/>
                </a:solidFill>
                <a:latin typeface="Nimbus Sans"/>
                <a:ea typeface="Nimbus Sans"/>
                <a:cs typeface="Nimbus Sans"/>
              </a:defRPr>
            </a:defPPr>
            <a:lvl1pPr algn="ctr">
              <a:defRPr sz="2250" b="1">
                <a:solidFill>
                  <a:srgbClr val="C7D2EF"/>
                </a:solidFill>
                <a:latin typeface="Nimbus Sans"/>
                <a:ea typeface="Nimbus Sans"/>
                <a:cs typeface="Nimbus Sans"/>
              </a:defRPr>
            </a:lvl1pPr>
            <a:lvl2pPr algn="ctr">
              <a:defRPr sz="2250" b="1">
                <a:solidFill>
                  <a:srgbClr val="C7D2EF"/>
                </a:solidFill>
                <a:latin typeface="Nimbus Sans"/>
                <a:ea typeface="Nimbus Sans"/>
                <a:cs typeface="Nimbus Sans"/>
              </a:defRPr>
            </a:lvl2pPr>
            <a:lvl3pPr algn="ctr">
              <a:defRPr sz="2250" b="1">
                <a:solidFill>
                  <a:srgbClr val="C7D2EF"/>
                </a:solidFill>
                <a:latin typeface="Nimbus Sans"/>
                <a:ea typeface="Nimbus Sans"/>
                <a:cs typeface="Nimbus Sans"/>
              </a:defRPr>
            </a:lvl3pPr>
            <a:lvl4pPr algn="ctr">
              <a:defRPr sz="2250" b="1">
                <a:solidFill>
                  <a:srgbClr val="C7D2EF"/>
                </a:solidFill>
                <a:latin typeface="Nimbus Sans"/>
                <a:ea typeface="Nimbus Sans"/>
                <a:cs typeface="Nimbus Sans"/>
              </a:defRPr>
            </a:lvl4pPr>
            <a:lvl5pPr algn="ctr">
              <a:defRPr sz="2250" b="1">
                <a:solidFill>
                  <a:srgbClr val="C7D2EF"/>
                </a:solidFill>
                <a:latin typeface="Nimbus Sans"/>
                <a:ea typeface="Nimbus Sans"/>
                <a:cs typeface="Nimbus Sans"/>
              </a:defRPr>
            </a:lvl5pPr>
            <a:lvl6pPr algn="ctr">
              <a:defRPr sz="2250" b="1">
                <a:solidFill>
                  <a:srgbClr val="C7D2EF"/>
                </a:solidFill>
                <a:latin typeface="Nimbus Sans"/>
                <a:ea typeface="Nimbus Sans"/>
                <a:cs typeface="Nimbus Sans"/>
              </a:defRPr>
            </a:lvl6pPr>
            <a:lvl7pPr algn="ctr">
              <a:defRPr sz="2250" b="1">
                <a:solidFill>
                  <a:srgbClr val="C7D2EF"/>
                </a:solidFill>
                <a:latin typeface="Nimbus Sans"/>
                <a:ea typeface="Nimbus Sans"/>
                <a:cs typeface="Nimbus Sans"/>
              </a:defRPr>
            </a:lvl7pPr>
            <a:lvl8pPr algn="ctr">
              <a:defRPr sz="2250" b="1">
                <a:solidFill>
                  <a:srgbClr val="C7D2EF"/>
                </a:solidFill>
                <a:latin typeface="Nimbus Sans"/>
                <a:ea typeface="Nimbus Sans"/>
                <a:cs typeface="Nimbus Sans"/>
              </a:defRPr>
            </a:lvl8pPr>
            <a:lvl9pPr algn="ctr">
              <a:defRPr sz="2250" b="1">
                <a:solidFill>
                  <a:srgbClr val="C7D2EF"/>
                </a:solidFill>
                <a:latin typeface="Nimbus Sans"/>
                <a:ea typeface="Nimbus Sans"/>
                <a:cs typeface="Nimbus Sans"/>
              </a:defRPr>
            </a:lvl9pPr>
          </a:lstStyle>
          <a:p xmlns:a="http://schemas.openxmlformats.org/drawingml/2006/main">
            <a:pPr algn="ctr">
              <a:defRPr sz="2250" b="1">
                <a:solidFill>
                  <a:srgbClr val="C7D2EF"/>
                </a:solidFill>
                <a:latin typeface="Nimbus Sans"/>
                <a:ea typeface="Nimbus Sans"/>
                <a:cs typeface="Nimbus Sans"/>
              </a:defRPr>
            </a:pPr>
            <a:r>
              <a:rPr sz="2250" b="1">
                <a:solidFill>
                  <a:srgbClr val="C7D2EF"/>
                </a:solidFill>
                <a:latin typeface="Nimbus Sans"/>
                <a:ea typeface="Nimbus Sans"/>
                <a:cs typeface="Nimbus Sans"/>
              </a:rPr>
              <a:t>DSL</a:t>
            </a:r>
          </a:p>
        </p:txBody>
      </p:sp>
      <p:sp>
        <p:nvSpPr>
          <p:cNvPr id="6" name="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53" name="phaseC_f149">
            <a:extLst xmlns:a="http://schemas.openxmlformats.org/drawingml/2006/main">
              <a:ext uri="{FF2B5EF4-FFF2-40B4-BE49-F238E27FC236}">
                <a16:creationId xmlns:a16="http://schemas.microsoft.com/office/drawing/2014/main" id="{4553D562-E450-4CBF-AB0A-841DD2B1FDE8}"/>
              </a:ext>
            </a:extLst>
          </p:cNvPr>
          <p:cNvSpPr>
            <a:spLocks xmlns:a="http://schemas.openxmlformats.org/drawingml/2006/main" noGrp="1"/>
          </p:cNvSpPr>
          <p:nvPr/>
        </p:nvSpPr>
        <p:spPr>
          <a:xfrm xmlns:a="http://schemas.openxmlformats.org/drawingml/2006/main">
            <a:off x="666750" y="320040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4264D0"/>
                </a:solidFill>
                <a:latin typeface="Nimbus Sans"/>
                <a:ea typeface="Nimbus Sans"/>
                <a:cs typeface="Nimbus Sans"/>
              </a:defRPr>
            </a:defPPr>
            <a:lvl1pPr algn="ctr">
              <a:defRPr sz="2250" b="1">
                <a:solidFill>
                  <a:srgbClr val="4264D0"/>
                </a:solidFill>
                <a:latin typeface="Nimbus Sans"/>
                <a:ea typeface="Nimbus Sans"/>
                <a:cs typeface="Nimbus Sans"/>
              </a:defRPr>
            </a:lvl1pPr>
            <a:lvl2pPr algn="ctr">
              <a:defRPr sz="2250" b="1">
                <a:solidFill>
                  <a:srgbClr val="4264D0"/>
                </a:solidFill>
                <a:latin typeface="Nimbus Sans"/>
                <a:ea typeface="Nimbus Sans"/>
                <a:cs typeface="Nimbus Sans"/>
              </a:defRPr>
            </a:lvl2pPr>
            <a:lvl3pPr algn="ctr">
              <a:defRPr sz="2250" b="1">
                <a:solidFill>
                  <a:srgbClr val="4264D0"/>
                </a:solidFill>
                <a:latin typeface="Nimbus Sans"/>
                <a:ea typeface="Nimbus Sans"/>
                <a:cs typeface="Nimbus Sans"/>
              </a:defRPr>
            </a:lvl3pPr>
            <a:lvl4pPr algn="ctr">
              <a:defRPr sz="2250" b="1">
                <a:solidFill>
                  <a:srgbClr val="4264D0"/>
                </a:solidFill>
                <a:latin typeface="Nimbus Sans"/>
                <a:ea typeface="Nimbus Sans"/>
                <a:cs typeface="Nimbus Sans"/>
              </a:defRPr>
            </a:lvl4pPr>
            <a:lvl5pPr algn="ctr">
              <a:defRPr sz="2250" b="1">
                <a:solidFill>
                  <a:srgbClr val="4264D0"/>
                </a:solidFill>
                <a:latin typeface="Nimbus Sans"/>
                <a:ea typeface="Nimbus Sans"/>
                <a:cs typeface="Nimbus Sans"/>
              </a:defRPr>
            </a:lvl5pPr>
            <a:lvl6pPr algn="ctr">
              <a:defRPr sz="2250" b="1">
                <a:solidFill>
                  <a:srgbClr val="4264D0"/>
                </a:solidFill>
                <a:latin typeface="Nimbus Sans"/>
                <a:ea typeface="Nimbus Sans"/>
                <a:cs typeface="Nimbus Sans"/>
              </a:defRPr>
            </a:lvl6pPr>
            <a:lvl7pPr algn="ctr">
              <a:defRPr sz="2250" b="1">
                <a:solidFill>
                  <a:srgbClr val="4264D0"/>
                </a:solidFill>
                <a:latin typeface="Nimbus Sans"/>
                <a:ea typeface="Nimbus Sans"/>
                <a:cs typeface="Nimbus Sans"/>
              </a:defRPr>
            </a:lvl7pPr>
            <a:lvl8pPr algn="ctr">
              <a:defRPr sz="2250" b="1">
                <a:solidFill>
                  <a:srgbClr val="4264D0"/>
                </a:solidFill>
                <a:latin typeface="Nimbus Sans"/>
                <a:ea typeface="Nimbus Sans"/>
                <a:cs typeface="Nimbus Sans"/>
              </a:defRPr>
            </a:lvl8pPr>
            <a:lvl9pPr algn="ctr">
              <a:defRPr sz="2250" b="1">
                <a:solidFill>
                  <a:srgbClr val="4264D0"/>
                </a:solidFill>
                <a:latin typeface="Nimbus Sans"/>
                <a:ea typeface="Nimbus Sans"/>
                <a:cs typeface="Nimbus Sans"/>
              </a:defRPr>
            </a:lvl9pPr>
          </a:lstStyle>
          <a:p xmlns:a="http://schemas.openxmlformats.org/drawingml/2006/main">
            <a:pPr algn="ctr">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DSL</a:t>
            </a:r>
          </a:p>
        </p:txBody>
      </p:sp>
      <p:sp>
        <p:nvSpPr>
          <p:cNvPr id="54" name="dim_f150">
            <a:extLst xmlns:a="http://schemas.openxmlformats.org/drawingml/2006/main">
              <a:ext uri="{FF2B5EF4-FFF2-40B4-BE49-F238E27FC236}">
                <a16:creationId xmlns:a16="http://schemas.microsoft.com/office/drawing/2014/main" id="{35FBC402-A4D0-4D86-8BC3-0A4AC2D62C01}"/>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7" name="f150">
            <a:extLst xmlns:a="http://schemas.openxmlformats.org/drawingml/2006/main">
              <a:ext uri="{FF2B5EF4-FFF2-40B4-BE49-F238E27FC236}">
                <a16:creationId xmlns:a16="http://schemas.microsoft.com/office/drawing/2014/main" id="{35FBC402-A4D0-4D86-8BC3-0A4AC2D62C01}"/>
              </a:ext>
            </a:extLst>
          </p:cNvPr>
          <p:cNvSpPr>
            <a:spLocks xmlns:a="http://schemas.openxmlformats.org/drawingml/2006/main" noGrp="1"/>
          </p:cNvSpPr>
          <p:nvPr/>
        </p:nvSpPr>
        <p:spPr>
          <a:xfrm xmlns:a="http://schemas.openxmlformats.org/drawingml/2006/main">
            <a:off x="2952750" y="3048000"/>
            <a:ext cx="2095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20955">
            <a:solidFill>
              <a:srgbClr val="D9E3EF"/>
            </a:solidFill>
            <a:prstDash val="solid"/>
          </a:ln>
          <ns1:effectLst xmlns:ns1="http://schemas.openxmlformats.org/drawingml/2006/main">
            <ns1:outerShdw blurRad="57150" dist="38100" dir="5400000" algn="ctr" rotWithShape="0">
              <ns1:srgbClr val="182536">
                <ns1:alpha val="10000"/>
              </ns1:srgbClr>
            </ns1:outerShdw>
          </ns1:effectLst>
        </p:spPr>
      </p:sp>
      <p:sp>
        <p:nvSpPr>
          <p:cNvPr id="55" name="dim_f151">
            <a:extLst xmlns:a="http://schemas.openxmlformats.org/drawingml/2006/main">
              <a:ext uri="{FF2B5EF4-FFF2-40B4-BE49-F238E27FC236}">
                <a16:creationId xmlns:a16="http://schemas.microsoft.com/office/drawing/2014/main" id="{09A7665F-1AA9-4034-B887-5A74DBD7707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ORIGINALE</a:t>
            </a:r>
          </a:p>
        </p:txBody>
      </p:sp>
      <p:sp>
        <p:nvSpPr>
          <p:cNvPr id="8" name="f151">
            <a:extLst xmlns:a="http://schemas.openxmlformats.org/drawingml/2006/main">
              <a:ext uri="{FF2B5EF4-FFF2-40B4-BE49-F238E27FC236}">
                <a16:creationId xmlns:a16="http://schemas.microsoft.com/office/drawing/2014/main" id="{09A7665F-1AA9-4034-B887-5A74DBD77070}"/>
              </a:ext>
            </a:extLst>
          </p:cNvPr>
          <p:cNvSpPr>
            <a:spLocks xmlns:a="http://schemas.openxmlformats.org/drawingml/2006/main" noGrp="1"/>
          </p:cNvSpPr>
          <p:nvPr/>
        </p:nvSpPr>
        <p:spPr>
          <a:xfrm xmlns:a="http://schemas.openxmlformats.org/drawingml/2006/main">
            <a:off x="3048000" y="3238500"/>
            <a:ext cx="190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ORIGINALE</a:t>
            </a:r>
          </a:p>
        </p:txBody>
      </p:sp>
      <p:sp>
        <p:nvSpPr>
          <p:cNvPr id="56" name="dim_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F2F6F8"/>
          </a:solidFill>
          <a:ln xmlns:a="http://schemas.openxmlformats.org/drawingml/2006/main" w="17145">
            <a:solidFill>
              <a:srgbClr val="E7F0F0"/>
            </a:solidFill>
            <a:prstDash val="solid"/>
          </a:ln>
        </p:spPr>
      </p:sp>
      <p:sp>
        <p:nvSpPr>
          <p:cNvPr id="9" name="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20955">
            <a:solidFill>
              <a:srgbClr val="C4DFD3"/>
            </a:solidFill>
            <a:prstDash val="solid"/>
          </a:ln>
          <ns2:effectLst xmlns:ns2="http://schemas.openxmlformats.org/drawingml/2006/main">
            <ns2:outerShdw blurRad="57150" dist="38100" dir="5400000" algn="ctr" rotWithShape="0">
              <ns2:srgbClr val="182536">
                <ns2:alpha val="10000"/>
              </ns2:srgbClr>
            </ns2:outerShdw>
          </ns2:effectLst>
        </p:spPr>
      </p:sp>
      <p:sp>
        <p:nvSpPr>
          <p:cNvPr id="57" name="phaseC_f152">
            <a:extLst xmlns:a="http://schemas.openxmlformats.org/drawingml/2006/main">
              <a:ext uri="{FF2B5EF4-FFF2-40B4-BE49-F238E27FC236}">
                <a16:creationId xmlns:a16="http://schemas.microsoft.com/office/drawing/2014/main" id="{032A6CD8-C12E-49DF-9C45-991B4315A69A}"/>
              </a:ext>
            </a:extLst>
          </p:cNvPr>
          <p:cNvSpPr>
            <a:spLocks xmlns:a="http://schemas.openxmlformats.org/drawingml/2006/main" noGrp="1"/>
          </p:cNvSpPr>
          <p:nvPr/>
        </p:nvSpPr>
        <p:spPr>
          <a:xfrm xmlns:a="http://schemas.openxmlformats.org/drawingml/2006/main">
            <a:off x="381000" y="4524375"/>
            <a:ext cx="4667250" cy="819150"/>
          </a:xfrm>
          <a:prstGeom xmlns:a="http://schemas.openxmlformats.org/drawingml/2006/main" prst="roundRect">
            <a:avLst>
              <a:gd name="adj" fmla="val 13953"/>
            </a:avLst>
          </a:prstGeom>
          <a:solidFill xmlns:a="http://schemas.openxmlformats.org/drawingml/2006/main">
            <a:srgbClr val="EEF8F3"/>
          </a:solidFill>
          <a:ln xmlns:a="http://schemas.openxmlformats.org/drawingml/2006/main" w="20955">
            <a:solidFill>
              <a:srgbClr val="C4DFD3"/>
            </a:solidFill>
            <a:prstDash val="solid"/>
          </a:ln>
          <ns2:effectLst xmlns:ns2="http://schemas.openxmlformats.org/drawingml/2006/main">
            <ns2:outerShdw blurRad="57150" dist="38100" dir="5400000" algn="ctr" rotWithShape="0">
              <ns2:srgbClr val="182536">
                <ns2:alpha val="10000"/>
              </ns2:srgbClr>
            </ns2:outerShdw>
          </ns2:effectLst>
        </p:spPr>
      </p:sp>
      <p:sp>
        <p:nvSpPr>
          <p:cNvPr id="58" name="dim_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C0DAD4"/>
                </a:solidFill>
                <a:latin typeface="Nimbus Sans"/>
                <a:ea typeface="Nimbus Sans"/>
                <a:cs typeface="Nimbus Sans"/>
              </a:defRPr>
            </a:defPPr>
            <a:lvl1pPr algn="ctr">
              <a:defRPr sz="2250" b="1">
                <a:solidFill>
                  <a:srgbClr val="C0DAD4"/>
                </a:solidFill>
                <a:latin typeface="Nimbus Sans"/>
                <a:ea typeface="Nimbus Sans"/>
                <a:cs typeface="Nimbus Sans"/>
              </a:defRPr>
            </a:lvl1pPr>
            <a:lvl2pPr algn="ctr">
              <a:defRPr sz="2250" b="1">
                <a:solidFill>
                  <a:srgbClr val="C0DAD4"/>
                </a:solidFill>
                <a:latin typeface="Nimbus Sans"/>
                <a:ea typeface="Nimbus Sans"/>
                <a:cs typeface="Nimbus Sans"/>
              </a:defRPr>
            </a:lvl2pPr>
            <a:lvl3pPr algn="ctr">
              <a:defRPr sz="2250" b="1">
                <a:solidFill>
                  <a:srgbClr val="C0DAD4"/>
                </a:solidFill>
                <a:latin typeface="Nimbus Sans"/>
                <a:ea typeface="Nimbus Sans"/>
                <a:cs typeface="Nimbus Sans"/>
              </a:defRPr>
            </a:lvl3pPr>
            <a:lvl4pPr algn="ctr">
              <a:defRPr sz="2250" b="1">
                <a:solidFill>
                  <a:srgbClr val="C0DAD4"/>
                </a:solidFill>
                <a:latin typeface="Nimbus Sans"/>
                <a:ea typeface="Nimbus Sans"/>
                <a:cs typeface="Nimbus Sans"/>
              </a:defRPr>
            </a:lvl4pPr>
            <a:lvl5pPr algn="ctr">
              <a:defRPr sz="2250" b="1">
                <a:solidFill>
                  <a:srgbClr val="C0DAD4"/>
                </a:solidFill>
                <a:latin typeface="Nimbus Sans"/>
                <a:ea typeface="Nimbus Sans"/>
                <a:cs typeface="Nimbus Sans"/>
              </a:defRPr>
            </a:lvl5pPr>
            <a:lvl6pPr algn="ctr">
              <a:defRPr sz="2250" b="1">
                <a:solidFill>
                  <a:srgbClr val="C0DAD4"/>
                </a:solidFill>
                <a:latin typeface="Nimbus Sans"/>
                <a:ea typeface="Nimbus Sans"/>
                <a:cs typeface="Nimbus Sans"/>
              </a:defRPr>
            </a:lvl6pPr>
            <a:lvl7pPr algn="ctr">
              <a:defRPr sz="2250" b="1">
                <a:solidFill>
                  <a:srgbClr val="C0DAD4"/>
                </a:solidFill>
                <a:latin typeface="Nimbus Sans"/>
                <a:ea typeface="Nimbus Sans"/>
                <a:cs typeface="Nimbus Sans"/>
              </a:defRPr>
            </a:lvl7pPr>
            <a:lvl8pPr algn="ctr">
              <a:defRPr sz="2250" b="1">
                <a:solidFill>
                  <a:srgbClr val="C0DAD4"/>
                </a:solidFill>
                <a:latin typeface="Nimbus Sans"/>
                <a:ea typeface="Nimbus Sans"/>
                <a:cs typeface="Nimbus Sans"/>
              </a:defRPr>
            </a:lvl8pPr>
            <a:lvl9pPr algn="ctr">
              <a:defRPr sz="2250" b="1">
                <a:solidFill>
                  <a:srgbClr val="C0DAD4"/>
                </a:solidFill>
                <a:latin typeface="Nimbus Sans"/>
                <a:ea typeface="Nimbus Sans"/>
                <a:cs typeface="Nimbus Sans"/>
              </a:defRPr>
            </a:lvl9pPr>
          </a:lstStyle>
          <a:p xmlns:a="http://schemas.openxmlformats.org/drawingml/2006/main">
            <a:pPr algn="ctr">
              <a:defRPr sz="2250" b="1">
                <a:solidFill>
                  <a:srgbClr val="C0DAD4"/>
                </a:solidFill>
                <a:latin typeface="Nimbus Sans"/>
                <a:ea typeface="Nimbus Sans"/>
                <a:cs typeface="Nimbus Sans"/>
              </a:defRPr>
            </a:pPr>
            <a:r>
              <a:rPr sz="2250" b="1">
                <a:solidFill>
                  <a:srgbClr val="C0DAD4"/>
                </a:solidFill>
                <a:latin typeface="Nimbus Sans"/>
                <a:ea typeface="Nimbus Sans"/>
                <a:cs typeface="Nimbus Sans"/>
              </a:rPr>
              <a:t>Pipeline di verifica</a:t>
            </a:r>
          </a:p>
        </p:txBody>
      </p:sp>
      <p:sp>
        <p:nvSpPr>
          <p:cNvPr id="10" name="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59" name="phaseC_f153">
            <a:extLst xmlns:a="http://schemas.openxmlformats.org/drawingml/2006/main">
              <a:ext uri="{FF2B5EF4-FFF2-40B4-BE49-F238E27FC236}">
                <a16:creationId xmlns:a16="http://schemas.microsoft.com/office/drawing/2014/main" id="{2B86DCDF-2D6F-49B8-B7F6-2BB3749C2CAC}"/>
              </a:ext>
            </a:extLst>
          </p:cNvPr>
          <p:cNvSpPr>
            <a:spLocks xmlns:a="http://schemas.openxmlformats.org/drawingml/2006/main" noGrp="1"/>
          </p:cNvSpPr>
          <p:nvPr/>
        </p:nvSpPr>
        <p:spPr>
          <a:xfrm xmlns:a="http://schemas.openxmlformats.org/drawingml/2006/main">
            <a:off x="476250" y="4791075"/>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 verifica</a:t>
            </a:r>
          </a:p>
        </p:txBody>
      </p:sp>
      <p:sp>
        <p:nvSpPr>
          <p:cNvPr id="60" name="dim_f154">
            <a:extLst xmlns:a="http://schemas.openxmlformats.org/drawingml/2006/main">
              <a:ext uri="{FF2B5EF4-FFF2-40B4-BE49-F238E27FC236}">
                <a16:creationId xmlns:a16="http://schemas.microsoft.com/office/drawing/2014/main" id="{7180FAF6-3DC8-40A1-A2F5-140B5F252CBB}"/>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1" name="f154">
            <a:extLst xmlns:a="http://schemas.openxmlformats.org/drawingml/2006/main">
              <a:ext uri="{FF2B5EF4-FFF2-40B4-BE49-F238E27FC236}">
                <a16:creationId xmlns:a16="http://schemas.microsoft.com/office/drawing/2014/main" id="{7180FAF6-3DC8-40A1-A2F5-140B5F252CBB}"/>
              </a:ext>
            </a:extLst>
          </p:cNvPr>
          <p:cNvSpPr>
            <a:spLocks xmlns:a="http://schemas.openxmlformats.org/drawingml/2006/main" noGrp="1"/>
          </p:cNvSpPr>
          <p:nvPr/>
        </p:nvSpPr>
        <p:spPr>
          <a:xfrm xmlns:a="http://schemas.openxmlformats.org/drawingml/2006/main">
            <a:off x="38100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3:effectLst xmlns:ns3="http://schemas.openxmlformats.org/drawingml/2006/main">
            <ns3:outerShdw blurRad="57150" dist="38100" dir="5400000" algn="ctr" rotWithShape="0">
              <ns3:srgbClr val="182536">
                <ns3:alpha val="10000"/>
              </ns3:srgbClr>
            </ns3:outerShdw>
          </ns3:effectLst>
        </p:spPr>
      </p:sp>
      <p:sp>
        <p:nvSpPr>
          <p:cNvPr id="61" name="dim_f155">
            <a:extLst xmlns:a="http://schemas.openxmlformats.org/drawingml/2006/main">
              <a:ext uri="{FF2B5EF4-FFF2-40B4-BE49-F238E27FC236}">
                <a16:creationId xmlns:a16="http://schemas.microsoft.com/office/drawing/2014/main" id="{76159C0C-0534-4820-8DC5-E4699B6F516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baseline</a:t>
            </a:r>
          </a:p>
        </p:txBody>
      </p:sp>
      <p:sp>
        <p:nvSpPr>
          <p:cNvPr id="12" name="f155">
            <a:extLst xmlns:a="http://schemas.openxmlformats.org/drawingml/2006/main">
              <a:ext uri="{FF2B5EF4-FFF2-40B4-BE49-F238E27FC236}">
                <a16:creationId xmlns:a16="http://schemas.microsoft.com/office/drawing/2014/main" id="{76159C0C-0534-4820-8DC5-E4699B6F5162}"/>
              </a:ext>
            </a:extLst>
          </p:cNvPr>
          <p:cNvSpPr>
            <a:spLocks xmlns:a="http://schemas.openxmlformats.org/drawingml/2006/main" noGrp="1"/>
          </p:cNvSpPr>
          <p:nvPr/>
        </p:nvSpPr>
        <p:spPr>
          <a:xfrm xmlns:a="http://schemas.openxmlformats.org/drawingml/2006/main">
            <a:off x="47625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baseline</a:t>
            </a:r>
          </a:p>
        </p:txBody>
      </p:sp>
      <p:sp>
        <p:nvSpPr>
          <p:cNvPr id="62" name="dim_f156">
            <a:extLst xmlns:a="http://schemas.openxmlformats.org/drawingml/2006/main">
              <a:ext uri="{FF2B5EF4-FFF2-40B4-BE49-F238E27FC236}">
                <a16:creationId xmlns:a16="http://schemas.microsoft.com/office/drawing/2014/main" id="{483A3DF5-D15F-4FD7-A3ED-637359E09182}"/>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2F6FA"/>
          </a:solidFill>
          <a:ln xmlns:a="http://schemas.openxmlformats.org/drawingml/2006/main" w="17145">
            <a:solidFill>
              <a:srgbClr val="ECF1F6"/>
            </a:solidFill>
            <a:prstDash val="solid"/>
          </a:ln>
        </p:spPr>
      </p:sp>
      <p:sp>
        <p:nvSpPr>
          <p:cNvPr id="13" name="f156">
            <a:extLst xmlns:a="http://schemas.openxmlformats.org/drawingml/2006/main">
              <a:ext uri="{FF2B5EF4-FFF2-40B4-BE49-F238E27FC236}">
                <a16:creationId xmlns:a16="http://schemas.microsoft.com/office/drawing/2014/main" id="{483A3DF5-D15F-4FD7-A3ED-637359E09182}"/>
              </a:ext>
            </a:extLst>
          </p:cNvPr>
          <p:cNvSpPr>
            <a:spLocks xmlns:a="http://schemas.openxmlformats.org/drawingml/2006/main" noGrp="1"/>
          </p:cNvSpPr>
          <p:nvPr/>
        </p:nvSpPr>
        <p:spPr>
          <a:xfrm xmlns:a="http://schemas.openxmlformats.org/drawingml/2006/main">
            <a:off x="2952750" y="6286500"/>
            <a:ext cx="2095500" cy="590550"/>
          </a:xfrm>
          <a:prstGeom xmlns:a="http://schemas.openxmlformats.org/drawingml/2006/main" prst="roundRect">
            <a:avLst>
              <a:gd name="adj" fmla="val 19355"/>
            </a:avLst>
          </a:prstGeom>
          <a:solidFill xmlns:a="http://schemas.openxmlformats.org/drawingml/2006/main">
            <a:srgbClr val="F0F4FF"/>
          </a:solidFill>
          <a:ln xmlns:a="http://schemas.openxmlformats.org/drawingml/2006/main" w="20955">
            <a:solidFill>
              <a:srgbClr val="D9E3EF"/>
            </a:solidFill>
            <a:prstDash val="solid"/>
          </a:ln>
          <ns4:effectLst xmlns:ns4="http://schemas.openxmlformats.org/drawingml/2006/main">
            <ns4:outerShdw blurRad="57150" dist="38100" dir="5400000" algn="ctr" rotWithShape="0">
              <ns4:srgbClr val="182536">
                <ns4:alpha val="10000"/>
              </ns4:srgbClr>
            </ns4:outerShdw>
          </ns4:effectLst>
        </p:spPr>
      </p:sp>
      <p:sp>
        <p:nvSpPr>
          <p:cNvPr id="63" name="dim_f157">
            <a:extLst xmlns:a="http://schemas.openxmlformats.org/drawingml/2006/main">
              <a:ext uri="{FF2B5EF4-FFF2-40B4-BE49-F238E27FC236}">
                <a16:creationId xmlns:a16="http://schemas.microsoft.com/office/drawing/2014/main" id="{0C68D93F-1CB2-4C4D-9004-76F2870941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C7D2EF"/>
                </a:solidFill>
                <a:latin typeface="Nimbus Sans"/>
                <a:ea typeface="Nimbus Sans"/>
                <a:cs typeface="Nimbus Sans"/>
              </a:defRPr>
            </a:defPPr>
            <a:lvl1pPr algn="ctr">
              <a:defRPr sz="1800" b="1">
                <a:solidFill>
                  <a:srgbClr val="C7D2EF"/>
                </a:solidFill>
                <a:latin typeface="Nimbus Sans"/>
                <a:ea typeface="Nimbus Sans"/>
                <a:cs typeface="Nimbus Sans"/>
              </a:defRPr>
            </a:lvl1pPr>
            <a:lvl2pPr algn="ctr">
              <a:defRPr sz="1800" b="1">
                <a:solidFill>
                  <a:srgbClr val="C7D2EF"/>
                </a:solidFill>
                <a:latin typeface="Nimbus Sans"/>
                <a:ea typeface="Nimbus Sans"/>
                <a:cs typeface="Nimbus Sans"/>
              </a:defRPr>
            </a:lvl2pPr>
            <a:lvl3pPr algn="ctr">
              <a:defRPr sz="1800" b="1">
                <a:solidFill>
                  <a:srgbClr val="C7D2EF"/>
                </a:solidFill>
                <a:latin typeface="Nimbus Sans"/>
                <a:ea typeface="Nimbus Sans"/>
                <a:cs typeface="Nimbus Sans"/>
              </a:defRPr>
            </a:lvl3pPr>
            <a:lvl4pPr algn="ctr">
              <a:defRPr sz="1800" b="1">
                <a:solidFill>
                  <a:srgbClr val="C7D2EF"/>
                </a:solidFill>
                <a:latin typeface="Nimbus Sans"/>
                <a:ea typeface="Nimbus Sans"/>
                <a:cs typeface="Nimbus Sans"/>
              </a:defRPr>
            </a:lvl4pPr>
            <a:lvl5pPr algn="ctr">
              <a:defRPr sz="1800" b="1">
                <a:solidFill>
                  <a:srgbClr val="C7D2EF"/>
                </a:solidFill>
                <a:latin typeface="Nimbus Sans"/>
                <a:ea typeface="Nimbus Sans"/>
                <a:cs typeface="Nimbus Sans"/>
              </a:defRPr>
            </a:lvl5pPr>
            <a:lvl6pPr algn="ctr">
              <a:defRPr sz="1800" b="1">
                <a:solidFill>
                  <a:srgbClr val="C7D2EF"/>
                </a:solidFill>
                <a:latin typeface="Nimbus Sans"/>
                <a:ea typeface="Nimbus Sans"/>
                <a:cs typeface="Nimbus Sans"/>
              </a:defRPr>
            </a:lvl6pPr>
            <a:lvl7pPr algn="ctr">
              <a:defRPr sz="1800" b="1">
                <a:solidFill>
                  <a:srgbClr val="C7D2EF"/>
                </a:solidFill>
                <a:latin typeface="Nimbus Sans"/>
                <a:ea typeface="Nimbus Sans"/>
                <a:cs typeface="Nimbus Sans"/>
              </a:defRPr>
            </a:lvl7pPr>
            <a:lvl8pPr algn="ctr">
              <a:defRPr sz="1800" b="1">
                <a:solidFill>
                  <a:srgbClr val="C7D2EF"/>
                </a:solidFill>
                <a:latin typeface="Nimbus Sans"/>
                <a:ea typeface="Nimbus Sans"/>
                <a:cs typeface="Nimbus Sans"/>
              </a:defRPr>
            </a:lvl8pPr>
            <a:lvl9pPr algn="ctr">
              <a:defRPr sz="1800" b="1">
                <a:solidFill>
                  <a:srgbClr val="C7D2EF"/>
                </a:solidFill>
                <a:latin typeface="Nimbus Sans"/>
                <a:ea typeface="Nimbus Sans"/>
                <a:cs typeface="Nimbus Sans"/>
              </a:defRPr>
            </a:lvl9pPr>
          </a:lstStyle>
          <a:p xmlns:a="http://schemas.openxmlformats.org/drawingml/2006/main">
            <a:pPr algn="ctr">
              <a:defRPr sz="1800" b="1">
                <a:solidFill>
                  <a:srgbClr val="C7D2EF"/>
                </a:solidFill>
                <a:latin typeface="Nimbus Sans"/>
                <a:ea typeface="Nimbus Sans"/>
                <a:cs typeface="Nimbus Sans"/>
              </a:defRPr>
            </a:pPr>
            <a:r>
              <a:rPr sz="1800" b="1">
                <a:solidFill>
                  <a:srgbClr val="C7D2EF"/>
                </a:solidFill>
                <a:latin typeface="Nimbus Sans"/>
                <a:ea typeface="Nimbus Sans"/>
                <a:cs typeface="Nimbus Sans"/>
              </a:rPr>
              <a:t>Report mutation</a:t>
            </a:r>
          </a:p>
        </p:txBody>
      </p:sp>
      <p:sp>
        <p:nvSpPr>
          <p:cNvPr id="14" name="f157">
            <a:extLst xmlns:a="http://schemas.openxmlformats.org/drawingml/2006/main">
              <a:ext uri="{FF2B5EF4-FFF2-40B4-BE49-F238E27FC236}">
                <a16:creationId xmlns:a16="http://schemas.microsoft.com/office/drawing/2014/main" id="{0C68D93F-1CB2-4C4D-9004-76F2870941C7}"/>
              </a:ext>
            </a:extLst>
          </p:cNvPr>
          <p:cNvSpPr>
            <a:spLocks xmlns:a="http://schemas.openxmlformats.org/drawingml/2006/main" noGrp="1"/>
          </p:cNvSpPr>
          <p:nvPr/>
        </p:nvSpPr>
        <p:spPr>
          <a:xfrm xmlns:a="http://schemas.openxmlformats.org/drawingml/2006/main">
            <a:off x="3048000" y="6467475"/>
            <a:ext cx="190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4264D0"/>
                </a:solidFill>
                <a:latin typeface="Nimbus Sans"/>
                <a:ea typeface="Nimbus Sans"/>
                <a:cs typeface="Nimbus Sans"/>
              </a:defRPr>
            </a:defPPr>
            <a:lvl1pPr algn="ctr">
              <a:defRPr sz="1800" b="1">
                <a:solidFill>
                  <a:srgbClr val="4264D0"/>
                </a:solidFill>
                <a:latin typeface="Nimbus Sans"/>
                <a:ea typeface="Nimbus Sans"/>
                <a:cs typeface="Nimbus Sans"/>
              </a:defRPr>
            </a:lvl1pPr>
            <a:lvl2pPr algn="ctr">
              <a:defRPr sz="1800" b="1">
                <a:solidFill>
                  <a:srgbClr val="4264D0"/>
                </a:solidFill>
                <a:latin typeface="Nimbus Sans"/>
                <a:ea typeface="Nimbus Sans"/>
                <a:cs typeface="Nimbus Sans"/>
              </a:defRPr>
            </a:lvl2pPr>
            <a:lvl3pPr algn="ctr">
              <a:defRPr sz="1800" b="1">
                <a:solidFill>
                  <a:srgbClr val="4264D0"/>
                </a:solidFill>
                <a:latin typeface="Nimbus Sans"/>
                <a:ea typeface="Nimbus Sans"/>
                <a:cs typeface="Nimbus Sans"/>
              </a:defRPr>
            </a:lvl3pPr>
            <a:lvl4pPr algn="ctr">
              <a:defRPr sz="1800" b="1">
                <a:solidFill>
                  <a:srgbClr val="4264D0"/>
                </a:solidFill>
                <a:latin typeface="Nimbus Sans"/>
                <a:ea typeface="Nimbus Sans"/>
                <a:cs typeface="Nimbus Sans"/>
              </a:defRPr>
            </a:lvl4pPr>
            <a:lvl5pPr algn="ctr">
              <a:defRPr sz="1800" b="1">
                <a:solidFill>
                  <a:srgbClr val="4264D0"/>
                </a:solidFill>
                <a:latin typeface="Nimbus Sans"/>
                <a:ea typeface="Nimbus Sans"/>
                <a:cs typeface="Nimbus Sans"/>
              </a:defRPr>
            </a:lvl5pPr>
            <a:lvl6pPr algn="ctr">
              <a:defRPr sz="1800" b="1">
                <a:solidFill>
                  <a:srgbClr val="4264D0"/>
                </a:solidFill>
                <a:latin typeface="Nimbus Sans"/>
                <a:ea typeface="Nimbus Sans"/>
                <a:cs typeface="Nimbus Sans"/>
              </a:defRPr>
            </a:lvl6pPr>
            <a:lvl7pPr algn="ctr">
              <a:defRPr sz="1800" b="1">
                <a:solidFill>
                  <a:srgbClr val="4264D0"/>
                </a:solidFill>
                <a:latin typeface="Nimbus Sans"/>
                <a:ea typeface="Nimbus Sans"/>
                <a:cs typeface="Nimbus Sans"/>
              </a:defRPr>
            </a:lvl7pPr>
            <a:lvl8pPr algn="ctr">
              <a:defRPr sz="1800" b="1">
                <a:solidFill>
                  <a:srgbClr val="4264D0"/>
                </a:solidFill>
                <a:latin typeface="Nimbus Sans"/>
                <a:ea typeface="Nimbus Sans"/>
                <a:cs typeface="Nimbus Sans"/>
              </a:defRPr>
            </a:lvl8pPr>
            <a:lvl9pPr algn="ctr">
              <a:defRPr sz="1800" b="1">
                <a:solidFill>
                  <a:srgbClr val="4264D0"/>
                </a:solidFill>
                <a:latin typeface="Nimbus Sans"/>
                <a:ea typeface="Nimbus Sans"/>
                <a:cs typeface="Nimbus Sans"/>
              </a:defRPr>
            </a:lvl9pPr>
          </a:lstStyle>
          <a:p xmlns:a="http://schemas.openxmlformats.org/drawingml/2006/main">
            <a:pPr algn="ctr">
              <a:defRPr sz="1800" b="1">
                <a:solidFill>
                  <a:srgbClr val="4264D0"/>
                </a:solidFill>
                <a:latin typeface="Nimbus Sans"/>
                <a:ea typeface="Nimbus Sans"/>
                <a:cs typeface="Nimbus Sans"/>
              </a:defRPr>
            </a:pPr>
            <a:r>
              <a:rPr sz="1800" b="1">
                <a:solidFill>
                  <a:srgbClr val="4264D0"/>
                </a:solidFill>
                <a:latin typeface="Nimbus Sans"/>
                <a:ea typeface="Nimbus Sans"/>
                <a:cs typeface="Nimbus Sans"/>
              </a:rPr>
              <a:t>Report mutation</a:t>
            </a:r>
          </a:p>
        </p:txBody>
      </p:sp>
      <p:sp>
        <p:nvSpPr>
          <p:cNvPr id="64" name="dim_f158">
            <a:extLst xmlns:a="http://schemas.openxmlformats.org/drawingml/2006/main">
              <a:ext uri="{FF2B5EF4-FFF2-40B4-BE49-F238E27FC236}">
                <a16:creationId xmlns:a16="http://schemas.microsoft.com/office/drawing/2014/main" id="{3788064E-0621-47C8-A4F9-51417F3CDB47}"/>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6F6F5"/>
          </a:solidFill>
          <a:ln xmlns:a="http://schemas.openxmlformats.org/drawingml/2006/main" w="17145">
            <a:solidFill>
              <a:srgbClr val="F1EEE6"/>
            </a:solidFill>
            <a:prstDash val="solid"/>
          </a:ln>
        </p:spPr>
      </p:sp>
      <p:sp>
        <p:nvSpPr>
          <p:cNvPr id="15" name="f158">
            <a:extLst xmlns:a="http://schemas.openxmlformats.org/drawingml/2006/main">
              <a:ext uri="{FF2B5EF4-FFF2-40B4-BE49-F238E27FC236}">
                <a16:creationId xmlns:a16="http://schemas.microsoft.com/office/drawing/2014/main" id="{3788064E-0621-47C8-A4F9-51417F3CDB47}"/>
              </a:ext>
            </a:extLst>
          </p:cNvPr>
          <p:cNvSpPr>
            <a:spLocks xmlns:a="http://schemas.openxmlformats.org/drawingml/2006/main" noGrp="1"/>
          </p:cNvSpPr>
          <p:nvPr/>
        </p:nvSpPr>
        <p:spPr>
          <a:xfrm xmlns:a="http://schemas.openxmlformats.org/drawingml/2006/main">
            <a:off x="5953125" y="5143500"/>
            <a:ext cx="1714500" cy="857250"/>
          </a:xfrm>
          <a:prstGeom xmlns:a="http://schemas.openxmlformats.org/drawingml/2006/main" prst="roundRect">
            <a:avLst>
              <a:gd name="adj" fmla="val 13333"/>
            </a:avLst>
          </a:prstGeom>
          <a:solidFill xmlns:a="http://schemas.openxmlformats.org/drawingml/2006/main">
            <a:srgbClr val="FFF7E9"/>
          </a:solidFill>
          <a:ln xmlns:a="http://schemas.openxmlformats.org/drawingml/2006/main" w="20955">
            <a:solidFill>
              <a:srgbClr val="ECD5AD"/>
            </a:solidFill>
            <a:prstDash val="solid"/>
          </a:ln>
          <ns5:effectLst xmlns:ns5="http://schemas.openxmlformats.org/drawingml/2006/main">
            <ns5:outerShdw blurRad="57150" dist="38100" dir="5400000" algn="ctr" rotWithShape="0">
              <ns5:srgbClr val="182536">
                <ns5:alpha val="10000"/>
              </ns5:srgbClr>
            </ns5:outerShdw>
          </ns5:effectLst>
        </p:spPr>
      </p:sp>
      <p:sp>
        <p:nvSpPr>
          <p:cNvPr id="65" name="dim_f159">
            <a:extLst xmlns:a="http://schemas.openxmlformats.org/drawingml/2006/main">
              <a:ext uri="{FF2B5EF4-FFF2-40B4-BE49-F238E27FC236}">
                <a16:creationId xmlns:a16="http://schemas.microsoft.com/office/drawing/2014/main" id="{F338787D-A4D4-494A-AC05-6AF2D907E96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DED5C9"/>
                </a:solidFill>
                <a:latin typeface="Nimbus Sans"/>
                <a:ea typeface="Nimbus Sans"/>
                <a:cs typeface="Nimbus Sans"/>
              </a:defRPr>
            </a:defPPr>
            <a:lvl1pPr algn="ctr">
              <a:defRPr sz="1875" b="1">
                <a:solidFill>
                  <a:srgbClr val="DED5C9"/>
                </a:solidFill>
                <a:latin typeface="Nimbus Sans"/>
                <a:ea typeface="Nimbus Sans"/>
                <a:cs typeface="Nimbus Sans"/>
              </a:defRPr>
            </a:lvl1pPr>
            <a:lvl2pPr algn="ctr">
              <a:defRPr sz="1875" b="1">
                <a:solidFill>
                  <a:srgbClr val="DED5C9"/>
                </a:solidFill>
                <a:latin typeface="Nimbus Sans"/>
                <a:ea typeface="Nimbus Sans"/>
                <a:cs typeface="Nimbus Sans"/>
              </a:defRPr>
            </a:lvl2pPr>
            <a:lvl3pPr algn="ctr">
              <a:defRPr sz="1875" b="1">
                <a:solidFill>
                  <a:srgbClr val="DED5C9"/>
                </a:solidFill>
                <a:latin typeface="Nimbus Sans"/>
                <a:ea typeface="Nimbus Sans"/>
                <a:cs typeface="Nimbus Sans"/>
              </a:defRPr>
            </a:lvl3pPr>
            <a:lvl4pPr algn="ctr">
              <a:defRPr sz="1875" b="1">
                <a:solidFill>
                  <a:srgbClr val="DED5C9"/>
                </a:solidFill>
                <a:latin typeface="Nimbus Sans"/>
                <a:ea typeface="Nimbus Sans"/>
                <a:cs typeface="Nimbus Sans"/>
              </a:defRPr>
            </a:lvl4pPr>
            <a:lvl5pPr algn="ctr">
              <a:defRPr sz="1875" b="1">
                <a:solidFill>
                  <a:srgbClr val="DED5C9"/>
                </a:solidFill>
                <a:latin typeface="Nimbus Sans"/>
                <a:ea typeface="Nimbus Sans"/>
                <a:cs typeface="Nimbus Sans"/>
              </a:defRPr>
            </a:lvl5pPr>
            <a:lvl6pPr algn="ctr">
              <a:defRPr sz="1875" b="1">
                <a:solidFill>
                  <a:srgbClr val="DED5C9"/>
                </a:solidFill>
                <a:latin typeface="Nimbus Sans"/>
                <a:ea typeface="Nimbus Sans"/>
                <a:cs typeface="Nimbus Sans"/>
              </a:defRPr>
            </a:lvl6pPr>
            <a:lvl7pPr algn="ctr">
              <a:defRPr sz="1875" b="1">
                <a:solidFill>
                  <a:srgbClr val="DED5C9"/>
                </a:solidFill>
                <a:latin typeface="Nimbus Sans"/>
                <a:ea typeface="Nimbus Sans"/>
                <a:cs typeface="Nimbus Sans"/>
              </a:defRPr>
            </a:lvl7pPr>
            <a:lvl8pPr algn="ctr">
              <a:defRPr sz="1875" b="1">
                <a:solidFill>
                  <a:srgbClr val="DED5C9"/>
                </a:solidFill>
                <a:latin typeface="Nimbus Sans"/>
                <a:ea typeface="Nimbus Sans"/>
                <a:cs typeface="Nimbus Sans"/>
              </a:defRPr>
            </a:lvl8pPr>
            <a:lvl9pPr algn="ctr">
              <a:defRPr sz="1875" b="1">
                <a:solidFill>
                  <a:srgbClr val="DED5C9"/>
                </a:solidFill>
                <a:latin typeface="Nimbus Sans"/>
                <a:ea typeface="Nimbus Sans"/>
                <a:cs typeface="Nimbus Sans"/>
              </a:defRPr>
            </a:lvl9pPr>
          </a:lstStyle>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MOTORE</a:t>
            </a:r>
          </a:p>
          <a:p xmlns:a="http://schemas.openxmlformats.org/drawingml/2006/main">
            <a:pPr algn="ctr">
              <a:defRPr sz="1875" b="1">
                <a:solidFill>
                  <a:srgbClr val="DED5C9"/>
                </a:solidFill>
                <a:latin typeface="Nimbus Sans"/>
                <a:ea typeface="Nimbus Sans"/>
                <a:cs typeface="Nimbus Sans"/>
              </a:defRPr>
            </a:pPr>
            <a:r>
              <a:rPr sz="1875" b="1">
                <a:solidFill>
                  <a:srgbClr val="DED5C9"/>
                </a:solidFill>
                <a:latin typeface="Nimbus Sans"/>
                <a:ea typeface="Nimbus Sans"/>
                <a:cs typeface="Nimbus Sans"/>
              </a:rPr>
              <a:t>di mutazione</a:t>
            </a:r>
          </a:p>
        </p:txBody>
      </p:sp>
      <p:sp>
        <p:nvSpPr>
          <p:cNvPr id="16" name="f159">
            <a:extLst xmlns:a="http://schemas.openxmlformats.org/drawingml/2006/main">
              <a:ext uri="{FF2B5EF4-FFF2-40B4-BE49-F238E27FC236}">
                <a16:creationId xmlns:a16="http://schemas.microsoft.com/office/drawing/2014/main" id="{F338787D-A4D4-494A-AC05-6AF2D907E969}"/>
              </a:ext>
            </a:extLst>
          </p:cNvPr>
          <p:cNvSpPr>
            <a:spLocks xmlns:a="http://schemas.openxmlformats.org/drawingml/2006/main" noGrp="1"/>
          </p:cNvSpPr>
          <p:nvPr/>
        </p:nvSpPr>
        <p:spPr>
          <a:xfrm xmlns:a="http://schemas.openxmlformats.org/drawingml/2006/main">
            <a:off x="6048375" y="5300663"/>
            <a:ext cx="1524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9D7139"/>
                </a:solidFill>
                <a:latin typeface="Nimbus Sans"/>
                <a:ea typeface="Nimbus Sans"/>
                <a:cs typeface="Nimbus Sans"/>
              </a:defRPr>
            </a:defPPr>
            <a:lvl1pPr algn="ctr">
              <a:defRPr sz="1875" b="1">
                <a:solidFill>
                  <a:srgbClr val="9D7139"/>
                </a:solidFill>
                <a:latin typeface="Nimbus Sans"/>
                <a:ea typeface="Nimbus Sans"/>
                <a:cs typeface="Nimbus Sans"/>
              </a:defRPr>
            </a:lvl1pPr>
            <a:lvl2pPr algn="ctr">
              <a:defRPr sz="1875" b="1">
                <a:solidFill>
                  <a:srgbClr val="9D7139"/>
                </a:solidFill>
                <a:latin typeface="Nimbus Sans"/>
                <a:ea typeface="Nimbus Sans"/>
                <a:cs typeface="Nimbus Sans"/>
              </a:defRPr>
            </a:lvl2pPr>
            <a:lvl3pPr algn="ctr">
              <a:defRPr sz="1875" b="1">
                <a:solidFill>
                  <a:srgbClr val="9D7139"/>
                </a:solidFill>
                <a:latin typeface="Nimbus Sans"/>
                <a:ea typeface="Nimbus Sans"/>
                <a:cs typeface="Nimbus Sans"/>
              </a:defRPr>
            </a:lvl3pPr>
            <a:lvl4pPr algn="ctr">
              <a:defRPr sz="1875" b="1">
                <a:solidFill>
                  <a:srgbClr val="9D7139"/>
                </a:solidFill>
                <a:latin typeface="Nimbus Sans"/>
                <a:ea typeface="Nimbus Sans"/>
                <a:cs typeface="Nimbus Sans"/>
              </a:defRPr>
            </a:lvl4pPr>
            <a:lvl5pPr algn="ctr">
              <a:defRPr sz="1875" b="1">
                <a:solidFill>
                  <a:srgbClr val="9D7139"/>
                </a:solidFill>
                <a:latin typeface="Nimbus Sans"/>
                <a:ea typeface="Nimbus Sans"/>
                <a:cs typeface="Nimbus Sans"/>
              </a:defRPr>
            </a:lvl5pPr>
            <a:lvl6pPr algn="ctr">
              <a:defRPr sz="1875" b="1">
                <a:solidFill>
                  <a:srgbClr val="9D7139"/>
                </a:solidFill>
                <a:latin typeface="Nimbus Sans"/>
                <a:ea typeface="Nimbus Sans"/>
                <a:cs typeface="Nimbus Sans"/>
              </a:defRPr>
            </a:lvl6pPr>
            <a:lvl7pPr algn="ctr">
              <a:defRPr sz="1875" b="1">
                <a:solidFill>
                  <a:srgbClr val="9D7139"/>
                </a:solidFill>
                <a:latin typeface="Nimbus Sans"/>
                <a:ea typeface="Nimbus Sans"/>
                <a:cs typeface="Nimbus Sans"/>
              </a:defRPr>
            </a:lvl7pPr>
            <a:lvl8pPr algn="ctr">
              <a:defRPr sz="1875" b="1">
                <a:solidFill>
                  <a:srgbClr val="9D7139"/>
                </a:solidFill>
                <a:latin typeface="Nimbus Sans"/>
                <a:ea typeface="Nimbus Sans"/>
                <a:cs typeface="Nimbus Sans"/>
              </a:defRPr>
            </a:lvl8pPr>
            <a:lvl9pPr algn="ctr">
              <a:defRPr sz="1875" b="1">
                <a:solidFill>
                  <a:srgbClr val="9D7139"/>
                </a:solidFill>
                <a:latin typeface="Nimbus Sans"/>
                <a:ea typeface="Nimbus Sans"/>
                <a:cs typeface="Nimbus Sans"/>
              </a:defRPr>
            </a:lvl9pPr>
          </a:lstStyle>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MOTORE</a:t>
            </a:r>
          </a:p>
          <a:p xmlns:a="http://schemas.openxmlformats.org/drawingml/2006/main">
            <a:pPr algn="ctr">
              <a:defRPr sz="1875" b="1">
                <a:solidFill>
                  <a:srgbClr val="9D7139"/>
                </a:solidFill>
                <a:latin typeface="Nimbus Sans"/>
                <a:ea typeface="Nimbus Sans"/>
                <a:cs typeface="Nimbus Sans"/>
              </a:defRPr>
            </a:pPr>
            <a:r>
              <a:rPr sz="1875" b="1">
                <a:solidFill>
                  <a:srgbClr val="9D7139"/>
                </a:solidFill>
                <a:latin typeface="Nimbus Sans"/>
                <a:ea typeface="Nimbus Sans"/>
                <a:cs typeface="Nimbus Sans"/>
              </a:rPr>
              <a:t>di mutazione</a:t>
            </a:r>
          </a:p>
        </p:txBody>
      </p:sp>
      <p:sp>
        <p:nvSpPr>
          <p:cNvPr id="66" name="dim_f160">
            <a:extLst xmlns:a="http://schemas.openxmlformats.org/drawingml/2006/main">
              <a:ext uri="{FF2B5EF4-FFF2-40B4-BE49-F238E27FC236}">
                <a16:creationId xmlns:a16="http://schemas.microsoft.com/office/drawing/2014/main" id="{18B439E4-F392-4E70-8F81-D07C0E7E418E}"/>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6F8FA"/>
          </a:solidFill>
          <a:ln xmlns:a="http://schemas.openxmlformats.org/drawingml/2006/main" w="17145">
            <a:solidFill>
              <a:srgbClr val="ECF1F6"/>
            </a:solidFill>
            <a:prstDash val="solid"/>
          </a:ln>
        </p:spPr>
      </p:sp>
      <p:sp>
        <p:nvSpPr>
          <p:cNvPr id="17" name="f160">
            <a:extLst xmlns:a="http://schemas.openxmlformats.org/drawingml/2006/main">
              <a:ext uri="{FF2B5EF4-FFF2-40B4-BE49-F238E27FC236}">
                <a16:creationId xmlns:a16="http://schemas.microsoft.com/office/drawing/2014/main" id="{18B439E4-F392-4E70-8F81-D07C0E7E418E}"/>
              </a:ext>
            </a:extLst>
          </p:cNvPr>
          <p:cNvSpPr>
            <a:spLocks xmlns:a="http://schemas.openxmlformats.org/drawingml/2006/main" noGrp="1"/>
          </p:cNvSpPr>
          <p:nvPr/>
        </p:nvSpPr>
        <p:spPr>
          <a:xfrm xmlns:a="http://schemas.openxmlformats.org/drawingml/2006/main">
            <a:off x="5953125" y="3714750"/>
            <a:ext cx="1714500" cy="590550"/>
          </a:xfrm>
          <a:prstGeom xmlns:a="http://schemas.openxmlformats.org/drawingml/2006/main" prst="roundRect">
            <a:avLst>
              <a:gd name="adj" fmla="val 19355"/>
            </a:avLst>
          </a:prstGeom>
          <a:solidFill xmlns:a="http://schemas.openxmlformats.org/drawingml/2006/main">
            <a:srgbClr val="FFFFFF"/>
          </a:solidFill>
          <a:ln xmlns:a="http://schemas.openxmlformats.org/drawingml/2006/main" w="20955">
            <a:solidFill>
              <a:srgbClr val="D9E3EF"/>
            </a:solidFill>
            <a:prstDash val="solid"/>
          </a:ln>
          <ns6:effectLst xmlns:ns6="http://schemas.openxmlformats.org/drawingml/2006/main">
            <ns6:outerShdw blurRad="57150" dist="38100" dir="5400000" algn="ctr" rotWithShape="0">
              <ns6:srgbClr val="182536">
                <ns6:alpha val="10000"/>
              </ns6:srgbClr>
            </ns6:outerShdw>
          </ns6:effectLst>
        </p:spPr>
      </p:sp>
      <p:sp>
        <p:nvSpPr>
          <p:cNvPr id="67" name="dim_f161">
            <a:extLst xmlns:a="http://schemas.openxmlformats.org/drawingml/2006/main">
              <a:ext uri="{FF2B5EF4-FFF2-40B4-BE49-F238E27FC236}">
                <a16:creationId xmlns:a16="http://schemas.microsoft.com/office/drawing/2014/main" id="{6C8915AE-5A18-439A-8AE5-C1F043E9FE0D}"/>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BCC2C8"/>
                </a:solidFill>
                <a:latin typeface="Nimbus Sans"/>
                <a:ea typeface="Nimbus Sans"/>
                <a:cs typeface="Nimbus Sans"/>
              </a:defRPr>
            </a:defPPr>
            <a:lvl1pPr algn="ctr">
              <a:defRPr sz="1650" b="1">
                <a:solidFill>
                  <a:srgbClr val="BCC2C8"/>
                </a:solidFill>
                <a:latin typeface="Nimbus Sans"/>
                <a:ea typeface="Nimbus Sans"/>
                <a:cs typeface="Nimbus Sans"/>
              </a:defRPr>
            </a:lvl1pPr>
            <a:lvl2pPr algn="ctr">
              <a:defRPr sz="1650" b="1">
                <a:solidFill>
                  <a:srgbClr val="BCC2C8"/>
                </a:solidFill>
                <a:latin typeface="Nimbus Sans"/>
                <a:ea typeface="Nimbus Sans"/>
                <a:cs typeface="Nimbus Sans"/>
              </a:defRPr>
            </a:lvl2pPr>
            <a:lvl3pPr algn="ctr">
              <a:defRPr sz="1650" b="1">
                <a:solidFill>
                  <a:srgbClr val="BCC2C8"/>
                </a:solidFill>
                <a:latin typeface="Nimbus Sans"/>
                <a:ea typeface="Nimbus Sans"/>
                <a:cs typeface="Nimbus Sans"/>
              </a:defRPr>
            </a:lvl3pPr>
            <a:lvl4pPr algn="ctr">
              <a:defRPr sz="1650" b="1">
                <a:solidFill>
                  <a:srgbClr val="BCC2C8"/>
                </a:solidFill>
                <a:latin typeface="Nimbus Sans"/>
                <a:ea typeface="Nimbus Sans"/>
                <a:cs typeface="Nimbus Sans"/>
              </a:defRPr>
            </a:lvl4pPr>
            <a:lvl5pPr algn="ctr">
              <a:defRPr sz="1650" b="1">
                <a:solidFill>
                  <a:srgbClr val="BCC2C8"/>
                </a:solidFill>
                <a:latin typeface="Nimbus Sans"/>
                <a:ea typeface="Nimbus Sans"/>
                <a:cs typeface="Nimbus Sans"/>
              </a:defRPr>
            </a:lvl5pPr>
            <a:lvl6pPr algn="ctr">
              <a:defRPr sz="1650" b="1">
                <a:solidFill>
                  <a:srgbClr val="BCC2C8"/>
                </a:solidFill>
                <a:latin typeface="Nimbus Sans"/>
                <a:ea typeface="Nimbus Sans"/>
                <a:cs typeface="Nimbus Sans"/>
              </a:defRPr>
            </a:lvl6pPr>
            <a:lvl7pPr algn="ctr">
              <a:defRPr sz="1650" b="1">
                <a:solidFill>
                  <a:srgbClr val="BCC2C8"/>
                </a:solidFill>
                <a:latin typeface="Nimbus Sans"/>
                <a:ea typeface="Nimbus Sans"/>
                <a:cs typeface="Nimbus Sans"/>
              </a:defRPr>
            </a:lvl7pPr>
            <a:lvl8pPr algn="ctr">
              <a:defRPr sz="1650" b="1">
                <a:solidFill>
                  <a:srgbClr val="BCC2C8"/>
                </a:solidFill>
                <a:latin typeface="Nimbus Sans"/>
                <a:ea typeface="Nimbus Sans"/>
                <a:cs typeface="Nimbus Sans"/>
              </a:defRPr>
            </a:lvl8pPr>
            <a:lvl9pPr algn="ctr">
              <a:defRPr sz="1650" b="1">
                <a:solidFill>
                  <a:srgbClr val="BCC2C8"/>
                </a:solidFill>
                <a:latin typeface="Nimbus Sans"/>
                <a:ea typeface="Nimbus Sans"/>
                <a:cs typeface="Nimbus Sans"/>
              </a:defRPr>
            </a:lvl9pPr>
          </a:lstStyle>
          <a:p xmlns:a="http://schemas.openxmlformats.org/drawingml/2006/main">
            <a:pPr algn="ctr">
              <a:defRPr sz="1650" b="1">
                <a:solidFill>
                  <a:srgbClr val="BCC2C8"/>
                </a:solidFill>
                <a:latin typeface="Nimbus Sans"/>
                <a:ea typeface="Nimbus Sans"/>
                <a:cs typeface="Nimbus Sans"/>
              </a:defRPr>
            </a:pPr>
            <a:r>
              <a:rPr sz="1650" b="1">
                <a:solidFill>
                  <a:srgbClr val="BCC2C8"/>
                </a:solidFill>
                <a:latin typeface="Nimbus Sans"/>
                <a:ea typeface="Nimbus Sans"/>
                <a:cs typeface="Nimbus Sans"/>
              </a:rPr>
              <a:t>PCAP MUTATA</a:t>
            </a:r>
          </a:p>
        </p:txBody>
      </p:sp>
      <p:sp>
        <p:nvSpPr>
          <p:cNvPr id="18" name="f161">
            <a:extLst xmlns:a="http://schemas.openxmlformats.org/drawingml/2006/main">
              <a:ext uri="{FF2B5EF4-FFF2-40B4-BE49-F238E27FC236}">
                <a16:creationId xmlns:a16="http://schemas.microsoft.com/office/drawing/2014/main" id="{6C8915AE-5A18-439A-8AE5-C1F043E9FE0D}"/>
              </a:ext>
            </a:extLst>
          </p:cNvPr>
          <p:cNvSpPr>
            <a:spLocks xmlns:a="http://schemas.openxmlformats.org/drawingml/2006/main" noGrp="1"/>
          </p:cNvSpPr>
          <p:nvPr/>
        </p:nvSpPr>
        <p:spPr>
          <a:xfrm xmlns:a="http://schemas.openxmlformats.org/drawingml/2006/main">
            <a:off x="6048375" y="39052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50" b="1">
                <a:solidFill>
                  <a:srgbClr val="182536"/>
                </a:solidFill>
                <a:latin typeface="Nimbus Sans"/>
                <a:ea typeface="Nimbus Sans"/>
                <a:cs typeface="Nimbus Sans"/>
              </a:defRPr>
            </a:defPPr>
            <a:lvl1pPr algn="ctr">
              <a:defRPr sz="1650" b="1">
                <a:solidFill>
                  <a:srgbClr val="182536"/>
                </a:solidFill>
                <a:latin typeface="Nimbus Sans"/>
                <a:ea typeface="Nimbus Sans"/>
                <a:cs typeface="Nimbus Sans"/>
              </a:defRPr>
            </a:lvl1pPr>
            <a:lvl2pPr algn="ctr">
              <a:defRPr sz="1650" b="1">
                <a:solidFill>
                  <a:srgbClr val="182536"/>
                </a:solidFill>
                <a:latin typeface="Nimbus Sans"/>
                <a:ea typeface="Nimbus Sans"/>
                <a:cs typeface="Nimbus Sans"/>
              </a:defRPr>
            </a:lvl2pPr>
            <a:lvl3pPr algn="ctr">
              <a:defRPr sz="1650" b="1">
                <a:solidFill>
                  <a:srgbClr val="182536"/>
                </a:solidFill>
                <a:latin typeface="Nimbus Sans"/>
                <a:ea typeface="Nimbus Sans"/>
                <a:cs typeface="Nimbus Sans"/>
              </a:defRPr>
            </a:lvl3pPr>
            <a:lvl4pPr algn="ctr">
              <a:defRPr sz="1650" b="1">
                <a:solidFill>
                  <a:srgbClr val="182536"/>
                </a:solidFill>
                <a:latin typeface="Nimbus Sans"/>
                <a:ea typeface="Nimbus Sans"/>
                <a:cs typeface="Nimbus Sans"/>
              </a:defRPr>
            </a:lvl4pPr>
            <a:lvl5pPr algn="ctr">
              <a:defRPr sz="1650" b="1">
                <a:solidFill>
                  <a:srgbClr val="182536"/>
                </a:solidFill>
                <a:latin typeface="Nimbus Sans"/>
                <a:ea typeface="Nimbus Sans"/>
                <a:cs typeface="Nimbus Sans"/>
              </a:defRPr>
            </a:lvl5pPr>
            <a:lvl6pPr algn="ctr">
              <a:defRPr sz="1650" b="1">
                <a:solidFill>
                  <a:srgbClr val="182536"/>
                </a:solidFill>
                <a:latin typeface="Nimbus Sans"/>
                <a:ea typeface="Nimbus Sans"/>
                <a:cs typeface="Nimbus Sans"/>
              </a:defRPr>
            </a:lvl6pPr>
            <a:lvl7pPr algn="ctr">
              <a:defRPr sz="1650" b="1">
                <a:solidFill>
                  <a:srgbClr val="182536"/>
                </a:solidFill>
                <a:latin typeface="Nimbus Sans"/>
                <a:ea typeface="Nimbus Sans"/>
                <a:cs typeface="Nimbus Sans"/>
              </a:defRPr>
            </a:lvl7pPr>
            <a:lvl8pPr algn="ctr">
              <a:defRPr sz="1650" b="1">
                <a:solidFill>
                  <a:srgbClr val="182536"/>
                </a:solidFill>
                <a:latin typeface="Nimbus Sans"/>
                <a:ea typeface="Nimbus Sans"/>
                <a:cs typeface="Nimbus Sans"/>
              </a:defRPr>
            </a:lvl8pPr>
            <a:lvl9pPr algn="ctr">
              <a:defRPr sz="1650" b="1">
                <a:solidFill>
                  <a:srgbClr val="182536"/>
                </a:solidFill>
                <a:latin typeface="Nimbus Sans"/>
                <a:ea typeface="Nimbus Sans"/>
                <a:cs typeface="Nimbus Sans"/>
              </a:defRPr>
            </a:lvl9pPr>
          </a:lstStyle>
          <a:p xmlns:a="http://schemas.openxmlformats.org/drawingml/2006/main">
            <a:pPr algn="ctr">
              <a:defRPr sz="1650" b="1">
                <a:solidFill>
                  <a:srgbClr val="182536"/>
                </a:solidFill>
                <a:latin typeface="Nimbus Sans"/>
                <a:ea typeface="Nimbus Sans"/>
                <a:cs typeface="Nimbus Sans"/>
              </a:defRPr>
            </a:pPr>
            <a:r>
              <a:rPr sz="1650" b="1">
                <a:solidFill>
                  <a:srgbClr val="182536"/>
                </a:solidFill>
                <a:latin typeface="Nimbus Sans"/>
                <a:ea typeface="Nimbus Sans"/>
                <a:cs typeface="Nimbus Sans"/>
              </a:rPr>
              <a:t>PCAP MUTATA</a:t>
            </a:r>
          </a:p>
        </p:txBody>
      </p:sp>
      <p:sp>
        <p:nvSpPr>
          <p:cNvPr id="68" name="dim_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19" name="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69" name="phaseC_f162">
            <a:extLst xmlns:a="http://schemas.openxmlformats.org/drawingml/2006/main">
              <a:ext uri="{FF2B5EF4-FFF2-40B4-BE49-F238E27FC236}">
                <a16:creationId xmlns:a16="http://schemas.microsoft.com/office/drawing/2014/main" id="{5A3CA7E9-6F29-4349-8EAE-963E63818A42}"/>
              </a:ext>
            </a:extLst>
          </p:cNvPr>
          <p:cNvSpPr>
            <a:spLocks xmlns:a="http://schemas.openxmlformats.org/drawingml/2006/main" noGrp="1"/>
          </p:cNvSpPr>
          <p:nvPr/>
        </p:nvSpPr>
        <p:spPr>
          <a:xfrm xmlns:a="http://schemas.openxmlformats.org/drawingml/2006/main">
            <a:off x="1285875"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0" name="dim_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0" name="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1" name="phaseC_f163">
            <a:extLst xmlns:a="http://schemas.openxmlformats.org/drawingml/2006/main">
              <a:ext uri="{FF2B5EF4-FFF2-40B4-BE49-F238E27FC236}">
                <a16:creationId xmlns:a16="http://schemas.microsoft.com/office/drawing/2014/main" id="{73153D25-025B-45FB-A577-0E8B888545E9}"/>
              </a:ext>
            </a:extLst>
          </p:cNvPr>
          <p:cNvSpPr>
            <a:spLocks xmlns:a="http://schemas.openxmlformats.org/drawingml/2006/main" noGrp="1"/>
          </p:cNvSpPr>
          <p:nvPr/>
        </p:nvSpPr>
        <p:spPr>
          <a:xfrm xmlns:a="http://schemas.openxmlformats.org/drawingml/2006/main" rot="10800000">
            <a:off x="1228725"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2" name="dim_f164">
            <a:extLst xmlns:a="http://schemas.openxmlformats.org/drawingml/2006/main">
              <a:ext uri="{FF2B5EF4-FFF2-40B4-BE49-F238E27FC236}">
                <a16:creationId xmlns:a16="http://schemas.microsoft.com/office/drawing/2014/main" id="{BC771DFA-E54B-4108-999C-0FE1C3A7C8E4}"/>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1" name="f164">
            <a:extLst xmlns:a="http://schemas.openxmlformats.org/drawingml/2006/main">
              <a:ext uri="{FF2B5EF4-FFF2-40B4-BE49-F238E27FC236}">
                <a16:creationId xmlns:a16="http://schemas.microsoft.com/office/drawing/2014/main" id="{BC771DFA-E54B-4108-999C-0FE1C3A7C8E4}"/>
              </a:ext>
            </a:extLst>
          </p:cNvPr>
          <p:cNvSpPr>
            <a:spLocks xmlns:a="http://schemas.openxmlformats.org/drawingml/2006/main" noGrp="1"/>
          </p:cNvSpPr>
          <p:nvPr/>
        </p:nvSpPr>
        <p:spPr>
          <a:xfrm xmlns:a="http://schemas.openxmlformats.org/drawingml/2006/main">
            <a:off x="4000500" y="3752850"/>
            <a:ext cx="95" cy="6191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3" name="dim_f165">
            <a:extLst xmlns:a="http://schemas.openxmlformats.org/drawingml/2006/main">
              <a:ext uri="{FF2B5EF4-FFF2-40B4-BE49-F238E27FC236}">
                <a16:creationId xmlns:a16="http://schemas.microsoft.com/office/drawing/2014/main" id="{28E57B43-2982-4C41-AFBD-FD12FA1C8757}"/>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2" name="f165">
            <a:extLst xmlns:a="http://schemas.openxmlformats.org/drawingml/2006/main">
              <a:ext uri="{FF2B5EF4-FFF2-40B4-BE49-F238E27FC236}">
                <a16:creationId xmlns:a16="http://schemas.microsoft.com/office/drawing/2014/main" id="{28E57B43-2982-4C41-AFBD-FD12FA1C8757}"/>
              </a:ext>
            </a:extLst>
          </p:cNvPr>
          <p:cNvSpPr>
            <a:spLocks xmlns:a="http://schemas.openxmlformats.org/drawingml/2006/main" noGrp="1"/>
          </p:cNvSpPr>
          <p:nvPr/>
        </p:nvSpPr>
        <p:spPr>
          <a:xfrm xmlns:a="http://schemas.openxmlformats.org/drawingml/2006/main" rot="10800000">
            <a:off x="3943350" y="4371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4" name="dim_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3" name="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5" name="phaseC_f166">
            <a:extLst xmlns:a="http://schemas.openxmlformats.org/drawingml/2006/main">
              <a:ext uri="{FF2B5EF4-FFF2-40B4-BE49-F238E27FC236}">
                <a16:creationId xmlns:a16="http://schemas.microsoft.com/office/drawing/2014/main" id="{085DC25B-1477-4F97-9E57-C2326CC3100D}"/>
              </a:ext>
            </a:extLst>
          </p:cNvPr>
          <p:cNvSpPr>
            <a:spLocks xmlns:a="http://schemas.openxmlformats.org/drawingml/2006/main" noGrp="1"/>
          </p:cNvSpPr>
          <p:nvPr/>
        </p:nvSpPr>
        <p:spPr>
          <a:xfrm xmlns:a="http://schemas.openxmlformats.org/drawingml/2006/main">
            <a:off x="2714625" y="5457825"/>
            <a:ext cx="95" cy="3143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6" name="dim_f167">
            <a:extLst xmlns:a="http://schemas.openxmlformats.org/drawingml/2006/main">
              <a:ext uri="{FF2B5EF4-FFF2-40B4-BE49-F238E27FC236}">
                <a16:creationId xmlns:a16="http://schemas.microsoft.com/office/drawing/2014/main" id="{5FF97A97-77E0-469B-9083-DA21F13C1586}"/>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4" name="f167">
            <a:extLst xmlns:a="http://schemas.openxmlformats.org/drawingml/2006/main">
              <a:ext uri="{FF2B5EF4-FFF2-40B4-BE49-F238E27FC236}">
                <a16:creationId xmlns:a16="http://schemas.microsoft.com/office/drawing/2014/main" id="{5FF97A97-77E0-469B-9083-DA21F13C1586}"/>
              </a:ext>
            </a:extLst>
          </p:cNvPr>
          <p:cNvSpPr>
            <a:spLocks xmlns:a="http://schemas.openxmlformats.org/drawingml/2006/main" noGrp="1"/>
          </p:cNvSpPr>
          <p:nvPr/>
        </p:nvSpPr>
        <p:spPr>
          <a:xfrm xmlns:a="http://schemas.openxmlformats.org/drawingml/2006/main">
            <a:off x="1428750"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7" name="dim_f168">
            <a:extLst xmlns:a="http://schemas.openxmlformats.org/drawingml/2006/main">
              <a:ext uri="{FF2B5EF4-FFF2-40B4-BE49-F238E27FC236}">
                <a16:creationId xmlns:a16="http://schemas.microsoft.com/office/drawing/2014/main" id="{689327B9-05D7-4FCB-BEA2-84FC4FABE238}"/>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5" name="f168">
            <a:extLst xmlns:a="http://schemas.openxmlformats.org/drawingml/2006/main">
              <a:ext uri="{FF2B5EF4-FFF2-40B4-BE49-F238E27FC236}">
                <a16:creationId xmlns:a16="http://schemas.microsoft.com/office/drawing/2014/main" id="{689327B9-05D7-4FCB-BEA2-84FC4FABE238}"/>
              </a:ext>
            </a:extLst>
          </p:cNvPr>
          <p:cNvSpPr>
            <a:spLocks xmlns:a="http://schemas.openxmlformats.org/drawingml/2006/main" noGrp="1"/>
          </p:cNvSpPr>
          <p:nvPr/>
        </p:nvSpPr>
        <p:spPr>
          <a:xfrm xmlns:a="http://schemas.openxmlformats.org/drawingml/2006/main">
            <a:off x="142875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78" name="dim_f169">
            <a:extLst xmlns:a="http://schemas.openxmlformats.org/drawingml/2006/main">
              <a:ext uri="{FF2B5EF4-FFF2-40B4-BE49-F238E27FC236}">
                <a16:creationId xmlns:a16="http://schemas.microsoft.com/office/drawing/2014/main" id="{13C6AB67-78A6-40A1-A828-1E83AFFECB11}"/>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6" name="f169">
            <a:extLst xmlns:a="http://schemas.openxmlformats.org/drawingml/2006/main">
              <a:ext uri="{FF2B5EF4-FFF2-40B4-BE49-F238E27FC236}">
                <a16:creationId xmlns:a16="http://schemas.microsoft.com/office/drawing/2014/main" id="{13C6AB67-78A6-40A1-A828-1E83AFFECB11}"/>
              </a:ext>
            </a:extLst>
          </p:cNvPr>
          <p:cNvSpPr>
            <a:spLocks xmlns:a="http://schemas.openxmlformats.org/drawingml/2006/main" noGrp="1"/>
          </p:cNvSpPr>
          <p:nvPr/>
        </p:nvSpPr>
        <p:spPr>
          <a:xfrm xmlns:a="http://schemas.openxmlformats.org/drawingml/2006/main" rot="10800000">
            <a:off x="137160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79" name="dim_f170">
            <a:extLst xmlns:a="http://schemas.openxmlformats.org/drawingml/2006/main">
              <a:ext uri="{FF2B5EF4-FFF2-40B4-BE49-F238E27FC236}">
                <a16:creationId xmlns:a16="http://schemas.microsoft.com/office/drawing/2014/main" id="{71F98747-0474-47FA-8086-51D8F3CE3F32}"/>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7" name="f170">
            <a:extLst xmlns:a="http://schemas.openxmlformats.org/drawingml/2006/main">
              <a:ext uri="{FF2B5EF4-FFF2-40B4-BE49-F238E27FC236}">
                <a16:creationId xmlns:a16="http://schemas.microsoft.com/office/drawing/2014/main" id="{71F98747-0474-47FA-8086-51D8F3CE3F32}"/>
              </a:ext>
            </a:extLst>
          </p:cNvPr>
          <p:cNvSpPr>
            <a:spLocks xmlns:a="http://schemas.openxmlformats.org/drawingml/2006/main" noGrp="1"/>
          </p:cNvSpPr>
          <p:nvPr/>
        </p:nvSpPr>
        <p:spPr>
          <a:xfrm xmlns:a="http://schemas.openxmlformats.org/drawingml/2006/main">
            <a:off x="2714625" y="5772150"/>
            <a:ext cx="12858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0" name="dim_f171">
            <a:extLst xmlns:a="http://schemas.openxmlformats.org/drawingml/2006/main">
              <a:ext uri="{FF2B5EF4-FFF2-40B4-BE49-F238E27FC236}">
                <a16:creationId xmlns:a16="http://schemas.microsoft.com/office/drawing/2014/main" id="{DFC60DF5-892E-4C97-90BB-0DE2742B7925}"/>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28" name="f171">
            <a:extLst xmlns:a="http://schemas.openxmlformats.org/drawingml/2006/main">
              <a:ext uri="{FF2B5EF4-FFF2-40B4-BE49-F238E27FC236}">
                <a16:creationId xmlns:a16="http://schemas.microsoft.com/office/drawing/2014/main" id="{DFC60DF5-892E-4C97-90BB-0DE2742B7925}"/>
              </a:ext>
            </a:extLst>
          </p:cNvPr>
          <p:cNvSpPr>
            <a:spLocks xmlns:a="http://schemas.openxmlformats.org/drawingml/2006/main" noGrp="1"/>
          </p:cNvSpPr>
          <p:nvPr/>
        </p:nvSpPr>
        <p:spPr>
          <a:xfrm xmlns:a="http://schemas.openxmlformats.org/drawingml/2006/main">
            <a:off x="4000500" y="57721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1" name="dim_f172">
            <a:extLst xmlns:a="http://schemas.openxmlformats.org/drawingml/2006/main">
              <a:ext uri="{FF2B5EF4-FFF2-40B4-BE49-F238E27FC236}">
                <a16:creationId xmlns:a16="http://schemas.microsoft.com/office/drawing/2014/main" id="{6CC3148C-7AF0-4649-BBAF-2F449C0E6141}"/>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29" name="f172">
            <a:extLst xmlns:a="http://schemas.openxmlformats.org/drawingml/2006/main">
              <a:ext uri="{FF2B5EF4-FFF2-40B4-BE49-F238E27FC236}">
                <a16:creationId xmlns:a16="http://schemas.microsoft.com/office/drawing/2014/main" id="{6CC3148C-7AF0-4649-BBAF-2F449C0E6141}"/>
              </a:ext>
            </a:extLst>
          </p:cNvPr>
          <p:cNvSpPr>
            <a:spLocks xmlns:a="http://schemas.openxmlformats.org/drawingml/2006/main" noGrp="1"/>
          </p:cNvSpPr>
          <p:nvPr/>
        </p:nvSpPr>
        <p:spPr>
          <a:xfrm xmlns:a="http://schemas.openxmlformats.org/drawingml/2006/main" rot="10800000">
            <a:off x="3943350" y="61245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2" name="dim_f173">
            <a:extLst xmlns:a="http://schemas.openxmlformats.org/drawingml/2006/main">
              <a:ext uri="{FF2B5EF4-FFF2-40B4-BE49-F238E27FC236}">
                <a16:creationId xmlns:a16="http://schemas.microsoft.com/office/drawing/2014/main" id="{1F94A9E1-8ACD-4E1E-AB63-0B9073C65A02}"/>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0" name="f173">
            <a:extLst xmlns:a="http://schemas.openxmlformats.org/drawingml/2006/main">
              <a:ext uri="{FF2B5EF4-FFF2-40B4-BE49-F238E27FC236}">
                <a16:creationId xmlns:a16="http://schemas.microsoft.com/office/drawing/2014/main" id="{1F94A9E1-8ACD-4E1E-AB63-0B9073C65A02}"/>
              </a:ext>
            </a:extLst>
          </p:cNvPr>
          <p:cNvSpPr>
            <a:spLocks xmlns:a="http://schemas.openxmlformats.org/drawingml/2006/main" noGrp="1"/>
          </p:cNvSpPr>
          <p:nvPr/>
        </p:nvSpPr>
        <p:spPr>
          <a:xfrm xmlns:a="http://schemas.openxmlformats.org/drawingml/2006/main">
            <a:off x="1428750" y="6877050"/>
            <a:ext cx="95" cy="6477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3" name="dim_f174">
            <a:extLst xmlns:a="http://schemas.openxmlformats.org/drawingml/2006/main">
              <a:ext uri="{FF2B5EF4-FFF2-40B4-BE49-F238E27FC236}">
                <a16:creationId xmlns:a16="http://schemas.microsoft.com/office/drawing/2014/main" id="{F086FB46-476F-424C-865A-FEE3640BB69C}"/>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1" name="f174">
            <a:extLst xmlns:a="http://schemas.openxmlformats.org/drawingml/2006/main">
              <a:ext uri="{FF2B5EF4-FFF2-40B4-BE49-F238E27FC236}">
                <a16:creationId xmlns:a16="http://schemas.microsoft.com/office/drawing/2014/main" id="{F086FB46-476F-424C-865A-FEE3640BB69C}"/>
              </a:ext>
            </a:extLst>
          </p:cNvPr>
          <p:cNvSpPr>
            <a:spLocks xmlns:a="http://schemas.openxmlformats.org/drawingml/2006/main" noGrp="1"/>
          </p:cNvSpPr>
          <p:nvPr/>
        </p:nvSpPr>
        <p:spPr>
          <a:xfrm xmlns:a="http://schemas.openxmlformats.org/drawingml/2006/main">
            <a:off x="1428750" y="7524750"/>
            <a:ext cx="53816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4" name="dim_f175">
            <a:extLst xmlns:a="http://schemas.openxmlformats.org/drawingml/2006/main">
              <a:ext uri="{FF2B5EF4-FFF2-40B4-BE49-F238E27FC236}">
                <a16:creationId xmlns:a16="http://schemas.microsoft.com/office/drawing/2014/main" id="{E657DBB7-0E07-4C82-B1BE-DA9895AEA06C}"/>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2" name="f175">
            <a:extLst xmlns:a="http://schemas.openxmlformats.org/drawingml/2006/main">
              <a:ext uri="{FF2B5EF4-FFF2-40B4-BE49-F238E27FC236}">
                <a16:creationId xmlns:a16="http://schemas.microsoft.com/office/drawing/2014/main" id="{E657DBB7-0E07-4C82-B1BE-DA9895AEA06C}"/>
              </a:ext>
            </a:extLst>
          </p:cNvPr>
          <p:cNvSpPr>
            <a:spLocks xmlns:a="http://schemas.openxmlformats.org/drawingml/2006/main" noGrp="1"/>
          </p:cNvSpPr>
          <p:nvPr/>
        </p:nvSpPr>
        <p:spPr>
          <a:xfrm xmlns:a="http://schemas.openxmlformats.org/drawingml/2006/main">
            <a:off x="6810375" y="6172200"/>
            <a:ext cx="95" cy="13525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5" name="dim_f176">
            <a:extLst xmlns:a="http://schemas.openxmlformats.org/drawingml/2006/main">
              <a:ext uri="{FF2B5EF4-FFF2-40B4-BE49-F238E27FC236}">
                <a16:creationId xmlns:a16="http://schemas.microsoft.com/office/drawing/2014/main" id="{1674C8AA-8714-4825-8D13-1BFD7D7AA969}"/>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3" name="f176">
            <a:extLst xmlns:a="http://schemas.openxmlformats.org/drawingml/2006/main">
              <a:ext uri="{FF2B5EF4-FFF2-40B4-BE49-F238E27FC236}">
                <a16:creationId xmlns:a16="http://schemas.microsoft.com/office/drawing/2014/main" id="{1674C8AA-8714-4825-8D13-1BFD7D7AA969}"/>
              </a:ext>
            </a:extLst>
          </p:cNvPr>
          <p:cNvSpPr>
            <a:spLocks xmlns:a="http://schemas.openxmlformats.org/drawingml/2006/main" noGrp="1"/>
          </p:cNvSpPr>
          <p:nvPr/>
        </p:nvSpPr>
        <p:spPr>
          <a:xfrm xmlns:a="http://schemas.openxmlformats.org/drawingml/2006/main" rot="0">
            <a:off x="6753225" y="605790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86" name="dim_f177">
            <a:extLst xmlns:a="http://schemas.openxmlformats.org/drawingml/2006/main">
              <a:ext uri="{FF2B5EF4-FFF2-40B4-BE49-F238E27FC236}">
                <a16:creationId xmlns:a16="http://schemas.microsoft.com/office/drawing/2014/main" id="{E96B493D-1AB8-425B-9398-008013999E6E}"/>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CBD1DA"/>
                </a:solidFill>
                <a:latin typeface="Nimbus Sans"/>
                <a:ea typeface="Nimbus Sans"/>
                <a:cs typeface="Nimbus Sans"/>
              </a:defRPr>
            </a:defPPr>
            <a:lvl1pPr algn="ctr">
              <a:defRPr sz="1575" b="0">
                <a:solidFill>
                  <a:srgbClr val="CBD1DA"/>
                </a:solidFill>
                <a:latin typeface="Nimbus Sans"/>
                <a:ea typeface="Nimbus Sans"/>
                <a:cs typeface="Nimbus Sans"/>
              </a:defRPr>
            </a:lvl1pPr>
            <a:lvl2pPr algn="ctr">
              <a:defRPr sz="1575" b="0">
                <a:solidFill>
                  <a:srgbClr val="CBD1DA"/>
                </a:solidFill>
                <a:latin typeface="Nimbus Sans"/>
                <a:ea typeface="Nimbus Sans"/>
                <a:cs typeface="Nimbus Sans"/>
              </a:defRPr>
            </a:lvl2pPr>
            <a:lvl3pPr algn="ctr">
              <a:defRPr sz="1575" b="0">
                <a:solidFill>
                  <a:srgbClr val="CBD1DA"/>
                </a:solidFill>
                <a:latin typeface="Nimbus Sans"/>
                <a:ea typeface="Nimbus Sans"/>
                <a:cs typeface="Nimbus Sans"/>
              </a:defRPr>
            </a:lvl3pPr>
            <a:lvl4pPr algn="ctr">
              <a:defRPr sz="1575" b="0">
                <a:solidFill>
                  <a:srgbClr val="CBD1DA"/>
                </a:solidFill>
                <a:latin typeface="Nimbus Sans"/>
                <a:ea typeface="Nimbus Sans"/>
                <a:cs typeface="Nimbus Sans"/>
              </a:defRPr>
            </a:lvl4pPr>
            <a:lvl5pPr algn="ctr">
              <a:defRPr sz="1575" b="0">
                <a:solidFill>
                  <a:srgbClr val="CBD1DA"/>
                </a:solidFill>
                <a:latin typeface="Nimbus Sans"/>
                <a:ea typeface="Nimbus Sans"/>
                <a:cs typeface="Nimbus Sans"/>
              </a:defRPr>
            </a:lvl5pPr>
            <a:lvl6pPr algn="ctr">
              <a:defRPr sz="1575" b="0">
                <a:solidFill>
                  <a:srgbClr val="CBD1DA"/>
                </a:solidFill>
                <a:latin typeface="Nimbus Sans"/>
                <a:ea typeface="Nimbus Sans"/>
                <a:cs typeface="Nimbus Sans"/>
              </a:defRPr>
            </a:lvl6pPr>
            <a:lvl7pPr algn="ctr">
              <a:defRPr sz="1575" b="0">
                <a:solidFill>
                  <a:srgbClr val="CBD1DA"/>
                </a:solidFill>
                <a:latin typeface="Nimbus Sans"/>
                <a:ea typeface="Nimbus Sans"/>
                <a:cs typeface="Nimbus Sans"/>
              </a:defRPr>
            </a:lvl7pPr>
            <a:lvl8pPr algn="ctr">
              <a:defRPr sz="1575" b="0">
                <a:solidFill>
                  <a:srgbClr val="CBD1DA"/>
                </a:solidFill>
                <a:latin typeface="Nimbus Sans"/>
                <a:ea typeface="Nimbus Sans"/>
                <a:cs typeface="Nimbus Sans"/>
              </a:defRPr>
            </a:lvl8pPr>
            <a:lvl9pPr algn="ctr">
              <a:defRPr sz="1575" b="0">
                <a:solidFill>
                  <a:srgbClr val="CBD1DA"/>
                </a:solidFill>
                <a:latin typeface="Nimbus Sans"/>
                <a:ea typeface="Nimbus Sans"/>
                <a:cs typeface="Nimbus Sans"/>
              </a:defRPr>
            </a:lvl9pPr>
          </a:lstStyle>
          <a:p xmlns:a="http://schemas.openxmlformats.org/drawingml/2006/main">
            <a:pPr algn="ctr">
              <a:defRPr sz="1575" b="0">
                <a:solidFill>
                  <a:srgbClr val="CBD1DA"/>
                </a:solidFill>
                <a:latin typeface="Nimbus Sans"/>
                <a:ea typeface="Nimbus Sans"/>
                <a:cs typeface="Nimbus Sans"/>
              </a:defRPr>
            </a:pPr>
            <a:r>
              <a:rPr sz="1575" b="0">
                <a:solidFill>
                  <a:srgbClr val="CBD1DA"/>
                </a:solidFill>
                <a:latin typeface="Nimbus Sans"/>
                <a:ea typeface="Nimbus Sans"/>
                <a:cs typeface="Nimbus Sans"/>
              </a:rPr>
              <a:t>Selezione dei frame rilevanti da modificare</a:t>
            </a:r>
          </a:p>
        </p:txBody>
      </p:sp>
      <p:sp>
        <p:nvSpPr>
          <p:cNvPr id="34" name="f177">
            <a:extLst xmlns:a="http://schemas.openxmlformats.org/drawingml/2006/main">
              <a:ext uri="{FF2B5EF4-FFF2-40B4-BE49-F238E27FC236}">
                <a16:creationId xmlns:a16="http://schemas.microsoft.com/office/drawing/2014/main" id="{E96B493D-1AB8-425B-9398-008013999E6E}"/>
              </a:ext>
            </a:extLst>
          </p:cNvPr>
          <p:cNvSpPr>
            <a:spLocks xmlns:a="http://schemas.openxmlformats.org/drawingml/2006/main" noGrp="1"/>
          </p:cNvSpPr>
          <p:nvPr/>
        </p:nvSpPr>
        <p:spPr>
          <a:xfrm xmlns:a="http://schemas.openxmlformats.org/drawingml/2006/main">
            <a:off x="1905000" y="716280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0">
                <a:solidFill>
                  <a:srgbClr val="52627B"/>
                </a:solidFill>
                <a:latin typeface="Nimbus Sans"/>
                <a:ea typeface="Nimbus Sans"/>
                <a:cs typeface="Nimbus Sans"/>
              </a:defRPr>
            </a:defPPr>
            <a:lvl1pPr algn="ctr">
              <a:defRPr sz="1575" b="0">
                <a:solidFill>
                  <a:srgbClr val="52627B"/>
                </a:solidFill>
                <a:latin typeface="Nimbus Sans"/>
                <a:ea typeface="Nimbus Sans"/>
                <a:cs typeface="Nimbus Sans"/>
              </a:defRPr>
            </a:lvl1pPr>
            <a:lvl2pPr algn="ctr">
              <a:defRPr sz="1575" b="0">
                <a:solidFill>
                  <a:srgbClr val="52627B"/>
                </a:solidFill>
                <a:latin typeface="Nimbus Sans"/>
                <a:ea typeface="Nimbus Sans"/>
                <a:cs typeface="Nimbus Sans"/>
              </a:defRPr>
            </a:lvl2pPr>
            <a:lvl3pPr algn="ctr">
              <a:defRPr sz="1575" b="0">
                <a:solidFill>
                  <a:srgbClr val="52627B"/>
                </a:solidFill>
                <a:latin typeface="Nimbus Sans"/>
                <a:ea typeface="Nimbus Sans"/>
                <a:cs typeface="Nimbus Sans"/>
              </a:defRPr>
            </a:lvl3pPr>
            <a:lvl4pPr algn="ctr">
              <a:defRPr sz="1575" b="0">
                <a:solidFill>
                  <a:srgbClr val="52627B"/>
                </a:solidFill>
                <a:latin typeface="Nimbus Sans"/>
                <a:ea typeface="Nimbus Sans"/>
                <a:cs typeface="Nimbus Sans"/>
              </a:defRPr>
            </a:lvl4pPr>
            <a:lvl5pPr algn="ctr">
              <a:defRPr sz="1575" b="0">
                <a:solidFill>
                  <a:srgbClr val="52627B"/>
                </a:solidFill>
                <a:latin typeface="Nimbus Sans"/>
                <a:ea typeface="Nimbus Sans"/>
                <a:cs typeface="Nimbus Sans"/>
              </a:defRPr>
            </a:lvl5pPr>
            <a:lvl6pPr algn="ctr">
              <a:defRPr sz="1575" b="0">
                <a:solidFill>
                  <a:srgbClr val="52627B"/>
                </a:solidFill>
                <a:latin typeface="Nimbus Sans"/>
                <a:ea typeface="Nimbus Sans"/>
                <a:cs typeface="Nimbus Sans"/>
              </a:defRPr>
            </a:lvl6pPr>
            <a:lvl7pPr algn="ctr">
              <a:defRPr sz="1575" b="0">
                <a:solidFill>
                  <a:srgbClr val="52627B"/>
                </a:solidFill>
                <a:latin typeface="Nimbus Sans"/>
                <a:ea typeface="Nimbus Sans"/>
                <a:cs typeface="Nimbus Sans"/>
              </a:defRPr>
            </a:lvl7pPr>
            <a:lvl8pPr algn="ctr">
              <a:defRPr sz="1575" b="0">
                <a:solidFill>
                  <a:srgbClr val="52627B"/>
                </a:solidFill>
                <a:latin typeface="Nimbus Sans"/>
                <a:ea typeface="Nimbus Sans"/>
                <a:cs typeface="Nimbus Sans"/>
              </a:defRPr>
            </a:lvl8pPr>
            <a:lvl9pPr algn="ctr">
              <a:defRPr sz="1575" b="0">
                <a:solidFill>
                  <a:srgbClr val="52627B"/>
                </a:solidFill>
                <a:latin typeface="Nimbus Sans"/>
                <a:ea typeface="Nimbus Sans"/>
                <a:cs typeface="Nimbus Sans"/>
              </a:defRPr>
            </a:lvl9pPr>
          </a:lstStyle>
          <a:p xmlns:a="http://schemas.openxmlformats.org/drawingml/2006/main">
            <a:pPr algn="ctr">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Selezione dei frame rilevanti da modificare</a:t>
            </a:r>
          </a:p>
        </p:txBody>
      </p:sp>
      <p:sp>
        <p:nvSpPr>
          <p:cNvPr id="87" name="dim_f178">
            <a:extLst xmlns:a="http://schemas.openxmlformats.org/drawingml/2006/main">
              <a:ext uri="{FF2B5EF4-FFF2-40B4-BE49-F238E27FC236}">
                <a16:creationId xmlns:a16="http://schemas.microsoft.com/office/drawing/2014/main" id="{D6AA45BA-A915-43F7-9278-1FF1F009113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5" name="f178">
            <a:extLst xmlns:a="http://schemas.openxmlformats.org/drawingml/2006/main">
              <a:ext uri="{FF2B5EF4-FFF2-40B4-BE49-F238E27FC236}">
                <a16:creationId xmlns:a16="http://schemas.microsoft.com/office/drawing/2014/main" id="{D6AA45BA-A915-43F7-9278-1FF1F0091132}"/>
              </a:ext>
            </a:extLst>
          </p:cNvPr>
          <p:cNvSpPr>
            <a:spLocks xmlns:a="http://schemas.openxmlformats.org/drawingml/2006/main" noGrp="1"/>
          </p:cNvSpPr>
          <p:nvPr/>
        </p:nvSpPr>
        <p:spPr>
          <a:xfrm xmlns:a="http://schemas.openxmlformats.org/drawingml/2006/main">
            <a:off x="5200650" y="3343275"/>
            <a:ext cx="28956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8" name="dim_f179">
            <a:extLst xmlns:a="http://schemas.openxmlformats.org/drawingml/2006/main">
              <a:ext uri="{FF2B5EF4-FFF2-40B4-BE49-F238E27FC236}">
                <a16:creationId xmlns:a16="http://schemas.microsoft.com/office/drawing/2014/main" id="{187A2D89-B88C-45AB-99C0-24E13466B66F}"/>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6" name="f179">
            <a:extLst xmlns:a="http://schemas.openxmlformats.org/drawingml/2006/main">
              <a:ext uri="{FF2B5EF4-FFF2-40B4-BE49-F238E27FC236}">
                <a16:creationId xmlns:a16="http://schemas.microsoft.com/office/drawing/2014/main" id="{187A2D89-B88C-45AB-99C0-24E13466B66F}"/>
              </a:ext>
            </a:extLst>
          </p:cNvPr>
          <p:cNvSpPr>
            <a:spLocks xmlns:a="http://schemas.openxmlformats.org/drawingml/2006/main" noGrp="1"/>
          </p:cNvSpPr>
          <p:nvPr/>
        </p:nvSpPr>
        <p:spPr>
          <a:xfrm xmlns:a="http://schemas.openxmlformats.org/drawingml/2006/main">
            <a:off x="8096250" y="3343275"/>
            <a:ext cx="95" cy="22288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89" name="dim_f180">
            <a:extLst xmlns:a="http://schemas.openxmlformats.org/drawingml/2006/main">
              <a:ext uri="{FF2B5EF4-FFF2-40B4-BE49-F238E27FC236}">
                <a16:creationId xmlns:a16="http://schemas.microsoft.com/office/drawing/2014/main" id="{D8B15C1C-FFDB-49DE-A6AF-C8D95B72080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7" name="f180">
            <a:extLst xmlns:a="http://schemas.openxmlformats.org/drawingml/2006/main">
              <a:ext uri="{FF2B5EF4-FFF2-40B4-BE49-F238E27FC236}">
                <a16:creationId xmlns:a16="http://schemas.microsoft.com/office/drawing/2014/main" id="{D8B15C1C-FFDB-49DE-A6AF-C8D95B720805}"/>
              </a:ext>
            </a:extLst>
          </p:cNvPr>
          <p:cNvSpPr>
            <a:spLocks xmlns:a="http://schemas.openxmlformats.org/drawingml/2006/main" noGrp="1"/>
          </p:cNvSpPr>
          <p:nvPr/>
        </p:nvSpPr>
        <p:spPr>
          <a:xfrm xmlns:a="http://schemas.openxmlformats.org/drawingml/2006/main">
            <a:off x="7839075" y="5572125"/>
            <a:ext cx="25717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0" name="dim_f181">
            <a:extLst xmlns:a="http://schemas.openxmlformats.org/drawingml/2006/main">
              <a:ext uri="{FF2B5EF4-FFF2-40B4-BE49-F238E27FC236}">
                <a16:creationId xmlns:a16="http://schemas.microsoft.com/office/drawing/2014/main" id="{E67F4B52-FD79-4CB0-9681-CF61A545DA56}"/>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38" name="f181">
            <a:extLst xmlns:a="http://schemas.openxmlformats.org/drawingml/2006/main">
              <a:ext uri="{FF2B5EF4-FFF2-40B4-BE49-F238E27FC236}">
                <a16:creationId xmlns:a16="http://schemas.microsoft.com/office/drawing/2014/main" id="{E67F4B52-FD79-4CB0-9681-CF61A545DA56}"/>
              </a:ext>
            </a:extLst>
          </p:cNvPr>
          <p:cNvSpPr>
            <a:spLocks xmlns:a="http://schemas.openxmlformats.org/drawingml/2006/main" noGrp="1"/>
          </p:cNvSpPr>
          <p:nvPr/>
        </p:nvSpPr>
        <p:spPr>
          <a:xfrm xmlns:a="http://schemas.openxmlformats.org/drawingml/2006/main" rot="16200000">
            <a:off x="7724775" y="5514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1" name="dim_f182">
            <a:extLst xmlns:a="http://schemas.openxmlformats.org/drawingml/2006/main">
              <a:ext uri="{FF2B5EF4-FFF2-40B4-BE49-F238E27FC236}">
                <a16:creationId xmlns:a16="http://schemas.microsoft.com/office/drawing/2014/main" id="{759989F0-EFD3-4463-9B2E-023F73D0057B}"/>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39" name="f182">
            <a:extLst xmlns:a="http://schemas.openxmlformats.org/drawingml/2006/main">
              <a:ext uri="{FF2B5EF4-FFF2-40B4-BE49-F238E27FC236}">
                <a16:creationId xmlns:a16="http://schemas.microsoft.com/office/drawing/2014/main" id="{759989F0-EFD3-4463-9B2E-023F73D0057B}"/>
              </a:ext>
            </a:extLst>
          </p:cNvPr>
          <p:cNvSpPr>
            <a:spLocks xmlns:a="http://schemas.openxmlformats.org/drawingml/2006/main" noGrp="1"/>
          </p:cNvSpPr>
          <p:nvPr/>
        </p:nvSpPr>
        <p:spPr>
          <a:xfrm xmlns:a="http://schemas.openxmlformats.org/drawingml/2006/main">
            <a:off x="6810375" y="4476750"/>
            <a:ext cx="95" cy="5524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2" name="dim_f183">
            <a:extLst xmlns:a="http://schemas.openxmlformats.org/drawingml/2006/main">
              <a:ext uri="{FF2B5EF4-FFF2-40B4-BE49-F238E27FC236}">
                <a16:creationId xmlns:a16="http://schemas.microsoft.com/office/drawing/2014/main" id="{E63C763D-43EF-4733-882A-A627F84B1604}"/>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0" name="f183">
            <a:extLst xmlns:a="http://schemas.openxmlformats.org/drawingml/2006/main">
              <a:ext uri="{FF2B5EF4-FFF2-40B4-BE49-F238E27FC236}">
                <a16:creationId xmlns:a16="http://schemas.microsoft.com/office/drawing/2014/main" id="{E63C763D-43EF-4733-882A-A627F84B1604}"/>
              </a:ext>
            </a:extLst>
          </p:cNvPr>
          <p:cNvSpPr>
            <a:spLocks xmlns:a="http://schemas.openxmlformats.org/drawingml/2006/main" noGrp="1"/>
          </p:cNvSpPr>
          <p:nvPr/>
        </p:nvSpPr>
        <p:spPr>
          <a:xfrm xmlns:a="http://schemas.openxmlformats.org/drawingml/2006/main" rot="0">
            <a:off x="6753225" y="4362450"/>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93" name="dim_f184">
            <a:extLst xmlns:a="http://schemas.openxmlformats.org/drawingml/2006/main">
              <a:ext uri="{FF2B5EF4-FFF2-40B4-BE49-F238E27FC236}">
                <a16:creationId xmlns:a16="http://schemas.microsoft.com/office/drawing/2014/main" id="{2418BC82-1F6F-43AC-8DA5-CA029F5D9B9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1" name="f184">
            <a:extLst xmlns:a="http://schemas.openxmlformats.org/drawingml/2006/main">
              <a:ext uri="{FF2B5EF4-FFF2-40B4-BE49-F238E27FC236}">
                <a16:creationId xmlns:a16="http://schemas.microsoft.com/office/drawing/2014/main" id="{2418BC82-1F6F-43AC-8DA5-CA029F5D9B92}"/>
              </a:ext>
            </a:extLst>
          </p:cNvPr>
          <p:cNvSpPr>
            <a:spLocks xmlns:a="http://schemas.openxmlformats.org/drawingml/2006/main" noGrp="1"/>
          </p:cNvSpPr>
          <p:nvPr/>
        </p:nvSpPr>
        <p:spPr>
          <a:xfrm xmlns:a="http://schemas.openxmlformats.org/drawingml/2006/main">
            <a:off x="5572125" y="40100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4" name="dim_f185">
            <a:extLst xmlns:a="http://schemas.openxmlformats.org/drawingml/2006/main">
              <a:ext uri="{FF2B5EF4-FFF2-40B4-BE49-F238E27FC236}">
                <a16:creationId xmlns:a16="http://schemas.microsoft.com/office/drawing/2014/main" id="{4164A735-0E79-418B-BCC0-048ABFE025FA}"/>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2" name="f185">
            <a:extLst xmlns:a="http://schemas.openxmlformats.org/drawingml/2006/main">
              <a:ext uri="{FF2B5EF4-FFF2-40B4-BE49-F238E27FC236}">
                <a16:creationId xmlns:a16="http://schemas.microsoft.com/office/drawing/2014/main" id="{4164A735-0E79-418B-BCC0-048ABFE025FA}"/>
              </a:ext>
            </a:extLst>
          </p:cNvPr>
          <p:cNvSpPr>
            <a:spLocks xmlns:a="http://schemas.openxmlformats.org/drawingml/2006/main" noGrp="1"/>
          </p:cNvSpPr>
          <p:nvPr/>
        </p:nvSpPr>
        <p:spPr>
          <a:xfrm xmlns:a="http://schemas.openxmlformats.org/drawingml/2006/main">
            <a:off x="5572125" y="4010025"/>
            <a:ext cx="95" cy="80010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5" name="dim_f186">
            <a:extLst xmlns:a="http://schemas.openxmlformats.org/drawingml/2006/main">
              <a:ext uri="{FF2B5EF4-FFF2-40B4-BE49-F238E27FC236}">
                <a16:creationId xmlns:a16="http://schemas.microsoft.com/office/drawing/2014/main" id="{E621B0A4-E124-41F9-BF3F-BD26980DCE48}"/>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C7D2EF"/>
            </a:solidFill>
            <a:prstDash val="solid"/>
          </a:ln>
        </p:spPr>
      </p:sp>
      <p:sp>
        <p:nvSpPr>
          <p:cNvPr id="43" name="f186">
            <a:extLst xmlns:a="http://schemas.openxmlformats.org/drawingml/2006/main">
              <a:ext uri="{FF2B5EF4-FFF2-40B4-BE49-F238E27FC236}">
                <a16:creationId xmlns:a16="http://schemas.microsoft.com/office/drawing/2014/main" id="{E621B0A4-E124-41F9-BF3F-BD26980DCE48}"/>
              </a:ext>
            </a:extLst>
          </p:cNvPr>
          <p:cNvSpPr>
            <a:spLocks xmlns:a="http://schemas.openxmlformats.org/drawingml/2006/main" noGrp="1"/>
          </p:cNvSpPr>
          <p:nvPr/>
        </p:nvSpPr>
        <p:spPr>
          <a:xfrm xmlns:a="http://schemas.openxmlformats.org/drawingml/2006/main">
            <a:off x="5219700" y="4810125"/>
            <a:ext cx="352425"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96" name="dim_f187">
            <a:extLst xmlns:a="http://schemas.openxmlformats.org/drawingml/2006/main">
              <a:ext uri="{FF2B5EF4-FFF2-40B4-BE49-F238E27FC236}">
                <a16:creationId xmlns:a16="http://schemas.microsoft.com/office/drawing/2014/main" id="{7C24E027-ECAD-46F7-8DCB-9C8829F2BB4B}"/>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C7D2EF"/>
          </a:solidFill>
          <a:ln xmlns:a="http://schemas.openxmlformats.org/drawingml/2006/main" w="0">
            <a:noFill/>
            <a:prstDash val="solid"/>
          </a:ln>
        </p:spPr>
      </p:sp>
      <p:sp>
        <p:nvSpPr>
          <p:cNvPr id="44" name="f187">
            <a:extLst xmlns:a="http://schemas.openxmlformats.org/drawingml/2006/main">
              <a:ext uri="{FF2B5EF4-FFF2-40B4-BE49-F238E27FC236}">
                <a16:creationId xmlns:a16="http://schemas.microsoft.com/office/drawing/2014/main" id="{7C24E027-ECAD-46F7-8DCB-9C8829F2BB4B}"/>
              </a:ext>
            </a:extLst>
          </p:cNvPr>
          <p:cNvSpPr>
            <a:spLocks xmlns:a="http://schemas.openxmlformats.org/drawingml/2006/main" noGrp="1"/>
          </p:cNvSpPr>
          <p:nvPr/>
        </p:nvSpPr>
        <p:spPr>
          <a:xfrm xmlns:a="http://schemas.openxmlformats.org/drawingml/2006/main" rot="16200000">
            <a:off x="5105400" y="4752975"/>
            <a:ext cx="114300" cy="114300"/>
          </a:xfrm>
          <a:prstGeom xmlns:a="http://schemas.openxmlformats.org/drawingml/2006/main" prst="triangle">
            <a:avLst/>
          </a:prstGeom>
          <a:solidFill xmlns:a="http://schemas.openxmlformats.org/drawingml/2006/main">
            <a:srgbClr val="4264D0"/>
          </a:solidFill>
          <a:ln xmlns:a="http://schemas.openxmlformats.org/drawingml/2006/main" w="0">
            <a:noFill/>
            <a:prstDash val="solid"/>
          </a:ln>
        </p:spPr>
      </p:sp>
      <p:sp>
        <p:nvSpPr>
          <p:cNvPr id="45" name="f188">
            <a:extLst xmlns:a="http://schemas.openxmlformats.org/drawingml/2006/main">
              <a:ext uri="{FF2B5EF4-FFF2-40B4-BE49-F238E27FC236}">
                <a16:creationId xmlns:a16="http://schemas.microsoft.com/office/drawing/2014/main" id="{F4B8E756-B76C-4B86-B251-C5461BB3DA31}"/>
              </a:ext>
            </a:extLst>
          </p:cNvPr>
          <p:cNvSpPr>
            <a:spLocks xmlns:a="http://schemas.openxmlformats.org/drawingml/2006/main" noGrp="1"/>
          </p:cNvSpPr>
          <p:nvPr/>
        </p:nvSpPr>
        <p:spPr>
          <a:xfrm xmlns:a="http://schemas.openxmlformats.org/drawingml/2006/main">
            <a:off x="8420100" y="2686050"/>
            <a:ext cx="5753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75" b="1">
                <a:solidFill>
                  <a:srgbClr val="182536"/>
                </a:solidFill>
                <a:latin typeface="Nimbus Sans"/>
                <a:ea typeface="Nimbus Sans"/>
                <a:cs typeface="Nimbus Sans"/>
              </a:defRPr>
            </a:defPPr>
            <a:lvl1pPr algn="l">
              <a:defRPr sz="2175" b="1">
                <a:solidFill>
                  <a:srgbClr val="182536"/>
                </a:solidFill>
                <a:latin typeface="Nimbus Sans"/>
                <a:ea typeface="Nimbus Sans"/>
                <a:cs typeface="Nimbus Sans"/>
              </a:defRPr>
            </a:lvl1pPr>
            <a:lvl2pPr algn="l">
              <a:defRPr sz="2175" b="1">
                <a:solidFill>
                  <a:srgbClr val="182536"/>
                </a:solidFill>
                <a:latin typeface="Nimbus Sans"/>
                <a:ea typeface="Nimbus Sans"/>
                <a:cs typeface="Nimbus Sans"/>
              </a:defRPr>
            </a:lvl2pPr>
            <a:lvl3pPr algn="l">
              <a:defRPr sz="2175" b="1">
                <a:solidFill>
                  <a:srgbClr val="182536"/>
                </a:solidFill>
                <a:latin typeface="Nimbus Sans"/>
                <a:ea typeface="Nimbus Sans"/>
                <a:cs typeface="Nimbus Sans"/>
              </a:defRPr>
            </a:lvl3pPr>
            <a:lvl4pPr algn="l">
              <a:defRPr sz="2175" b="1">
                <a:solidFill>
                  <a:srgbClr val="182536"/>
                </a:solidFill>
                <a:latin typeface="Nimbus Sans"/>
                <a:ea typeface="Nimbus Sans"/>
                <a:cs typeface="Nimbus Sans"/>
              </a:defRPr>
            </a:lvl4pPr>
            <a:lvl5pPr algn="l">
              <a:defRPr sz="2175" b="1">
                <a:solidFill>
                  <a:srgbClr val="182536"/>
                </a:solidFill>
                <a:latin typeface="Nimbus Sans"/>
                <a:ea typeface="Nimbus Sans"/>
                <a:cs typeface="Nimbus Sans"/>
              </a:defRPr>
            </a:lvl5pPr>
            <a:lvl6pPr algn="l">
              <a:defRPr sz="2175" b="1">
                <a:solidFill>
                  <a:srgbClr val="182536"/>
                </a:solidFill>
                <a:latin typeface="Nimbus Sans"/>
                <a:ea typeface="Nimbus Sans"/>
                <a:cs typeface="Nimbus Sans"/>
              </a:defRPr>
            </a:lvl6pPr>
            <a:lvl7pPr algn="l">
              <a:defRPr sz="2175" b="1">
                <a:solidFill>
                  <a:srgbClr val="182536"/>
                </a:solidFill>
                <a:latin typeface="Nimbus Sans"/>
                <a:ea typeface="Nimbus Sans"/>
                <a:cs typeface="Nimbus Sans"/>
              </a:defRPr>
            </a:lvl7pPr>
            <a:lvl8pPr algn="l">
              <a:defRPr sz="2175" b="1">
                <a:solidFill>
                  <a:srgbClr val="182536"/>
                </a:solidFill>
                <a:latin typeface="Nimbus Sans"/>
                <a:ea typeface="Nimbus Sans"/>
                <a:cs typeface="Nimbus Sans"/>
              </a:defRPr>
            </a:lvl8pPr>
            <a:lvl9pPr algn="l">
              <a:defRPr sz="2175" b="1">
                <a:solidFill>
                  <a:srgbClr val="182536"/>
                </a:solidFill>
                <a:latin typeface="Nimbus Sans"/>
                <a:ea typeface="Nimbus Sans"/>
                <a:cs typeface="Nimbus Sans"/>
              </a:defRPr>
            </a:lvl9pPr>
          </a:lstStyle>
          <a:p xmlns:a="http://schemas.openxmlformats.org/drawingml/2006/main">
            <a:pPr algn="l">
              <a:defRPr sz="2175" b="1">
                <a:solidFill>
                  <a:srgbClr val="182536"/>
                </a:solidFill>
                <a:latin typeface="Nimbus Sans"/>
                <a:ea typeface="Nimbus Sans"/>
                <a:cs typeface="Nimbus Sans"/>
              </a:defRPr>
            </a:pPr>
            <a:r>
              <a:rPr sz="2175" b="1">
                <a:solidFill>
                  <a:srgbClr val="182536"/>
                </a:solidFill>
                <a:latin typeface="Nimbus Sans"/>
                <a:ea typeface="Nimbus Sans"/>
                <a:cs typeface="Nimbus Sans"/>
              </a:rPr>
              <a:t>Esempi di tre mutazioni</a:t>
            </a:r>
          </a:p>
        </p:txBody>
      </p:sp>
      <p:graphicFrame>
        <p:nvGraphicFramePr>
          <p:cNvPr id="46" name="">
            <a:extLst xmlns:a="http://schemas.openxmlformats.org/drawingml/2006/main">
              <a:ext uri="{FF2B5EF4-FFF2-40B4-BE49-F238E27FC236}">
                <a16:creationId xmlns:a16="http://schemas.microsoft.com/office/drawing/2014/main" id="{50F8AB88-FDD7-4FC1-AA5F-5E8306831C88}"/>
              </a:ext>
            </a:extLst>
          </p:cNvPr>
          <p:cNvGraphicFramePr/>
          <p:nvPr/>
        </p:nvGraphicFramePr>
        <p:xfrm>
          <a:off xmlns:a="http://schemas.openxmlformats.org/drawingml/2006/main" x="8420100" y="3238500"/>
          <a:ext xmlns:a="http://schemas.openxmlformats.org/drawingml/2006/main" cx="5753100" cy="3371850"/>
        </p:xfrm>
        <a:graphic xmlns:a="http://schemas.openxmlformats.org/drawingml/2006/main">
          <a:graphicData uri="http://schemas.openxmlformats.org/drawingml/2006/table">
            <a:tbl>
              <a:tblPr firstRow="0" bandRow="0"/>
              <a:tblGrid>
                <a:gridCol w="2476500"/>
                <a:gridCol w="1352550"/>
                <a:gridCol w="1924050"/>
              </a:tblGrid>
              <a:tr h="5143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763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1104900">
                <a:tc>
                  <a:txBody>
                    <a:bodyPr wrap="none">
                      <a:noAutofit/>
                    </a:bodyPr>
                    <a:lstStyle/>
                    <a:p>
                      <a:pPr algn="l"/>
                      <a:r>
                        <a:rPr sz="1725" b="0">
                          <a:solidFill>
                            <a:srgbClr val="182536"/>
                          </a:solidFill>
                          <a:latin typeface="Nimbus Sans"/>
                          <a:ea typeface="Nimbus Sans"/>
                          <a:cs typeface="Nimbus Sans"/>
                        </a:rPr>
                        <a:t>AMF A: Intervallo</a:t>
                      </a:r>
                    </a:p>
                    <a:p>
                      <a:pPr algn="l"/>
                      <a:r>
                        <a:rPr sz="1725" b="0">
                          <a:solidFill>
                            <a:srgbClr val="182536"/>
                          </a:solidFill>
                          <a:latin typeface="Nimbus Sans"/>
                          <a:ea typeface="Nimbus Sans"/>
                          <a:cs typeface="Nimbus Sans"/>
                        </a:rPr>
                        <a:t>temporale non</a:t>
                      </a:r>
                    </a:p>
                    <a:p>
                      <a:pPr algn="l"/>
                      <a:r>
                        <a:rPr sz="1725" b="0">
                          <a:solidFill>
                            <a:srgbClr val="182536"/>
                          </a:solidFill>
                          <a:latin typeface="Nimbus Sans"/>
                          <a:ea typeface="Nimbus Sans"/>
                          <a:cs typeface="Nimbus Sans"/>
                        </a:rPr>
                        <a:t>rispettato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763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rimossi</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575" b="1">
                          <a:solidFill>
                            <a:srgbClr val="9D7139"/>
                          </a:solidFill>
                          <a:latin typeface="Nimbus Sans"/>
                          <a:ea typeface="Nimbus Sans"/>
                          <a:cs typeface="Nimbus Sans"/>
                        </a:rPr>
                        <a:t>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7" name="f190">
            <a:extLst xmlns:a="http://schemas.openxmlformats.org/drawingml/2006/main">
              <a:ext uri="{FF2B5EF4-FFF2-40B4-BE49-F238E27FC236}">
                <a16:creationId xmlns:a16="http://schemas.microsoft.com/office/drawing/2014/main" id="{DB013DA0-C5D0-4312-8ACB-D6EDC95AB21A}"/>
              </a:ext>
            </a:extLst>
          </p:cNvPr>
          <p:cNvSpPr>
            <a:spLocks xmlns:a="http://schemas.openxmlformats.org/drawingml/2006/main" noGrp="1"/>
          </p:cNvSpPr>
          <p:nvPr/>
        </p:nvSpPr>
        <p:spPr>
          <a:xfrm xmlns:a="http://schemas.openxmlformats.org/drawingml/2006/main">
            <a:off x="8420100" y="7038975"/>
            <a:ext cx="2000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250" b="1">
                <a:solidFill>
                  <a:srgbClr val="4264D0"/>
                </a:solidFill>
                <a:latin typeface="Nimbus Sans"/>
                <a:ea typeface="Nimbus Sans"/>
                <a:cs typeface="Nimbus Sans"/>
              </a:defRPr>
            </a:defPPr>
            <a:lvl1pPr algn="ctr">
              <a:defRPr sz="5250" b="1">
                <a:solidFill>
                  <a:srgbClr val="4264D0"/>
                </a:solidFill>
                <a:latin typeface="Nimbus Sans"/>
                <a:ea typeface="Nimbus Sans"/>
                <a:cs typeface="Nimbus Sans"/>
              </a:defRPr>
            </a:lvl1pPr>
            <a:lvl2pPr algn="ctr">
              <a:defRPr sz="5250" b="1">
                <a:solidFill>
                  <a:srgbClr val="4264D0"/>
                </a:solidFill>
                <a:latin typeface="Nimbus Sans"/>
                <a:ea typeface="Nimbus Sans"/>
                <a:cs typeface="Nimbus Sans"/>
              </a:defRPr>
            </a:lvl2pPr>
            <a:lvl3pPr algn="ctr">
              <a:defRPr sz="5250" b="1">
                <a:solidFill>
                  <a:srgbClr val="4264D0"/>
                </a:solidFill>
                <a:latin typeface="Nimbus Sans"/>
                <a:ea typeface="Nimbus Sans"/>
                <a:cs typeface="Nimbus Sans"/>
              </a:defRPr>
            </a:lvl3pPr>
            <a:lvl4pPr algn="ctr">
              <a:defRPr sz="5250" b="1">
                <a:solidFill>
                  <a:srgbClr val="4264D0"/>
                </a:solidFill>
                <a:latin typeface="Nimbus Sans"/>
                <a:ea typeface="Nimbus Sans"/>
                <a:cs typeface="Nimbus Sans"/>
              </a:defRPr>
            </a:lvl4pPr>
            <a:lvl5pPr algn="ctr">
              <a:defRPr sz="5250" b="1">
                <a:solidFill>
                  <a:srgbClr val="4264D0"/>
                </a:solidFill>
                <a:latin typeface="Nimbus Sans"/>
                <a:ea typeface="Nimbus Sans"/>
                <a:cs typeface="Nimbus Sans"/>
              </a:defRPr>
            </a:lvl5pPr>
            <a:lvl6pPr algn="ctr">
              <a:defRPr sz="5250" b="1">
                <a:solidFill>
                  <a:srgbClr val="4264D0"/>
                </a:solidFill>
                <a:latin typeface="Nimbus Sans"/>
                <a:ea typeface="Nimbus Sans"/>
                <a:cs typeface="Nimbus Sans"/>
              </a:defRPr>
            </a:lvl6pPr>
            <a:lvl7pPr algn="ctr">
              <a:defRPr sz="5250" b="1">
                <a:solidFill>
                  <a:srgbClr val="4264D0"/>
                </a:solidFill>
                <a:latin typeface="Nimbus Sans"/>
                <a:ea typeface="Nimbus Sans"/>
                <a:cs typeface="Nimbus Sans"/>
              </a:defRPr>
            </a:lvl7pPr>
            <a:lvl8pPr algn="ctr">
              <a:defRPr sz="5250" b="1">
                <a:solidFill>
                  <a:srgbClr val="4264D0"/>
                </a:solidFill>
                <a:latin typeface="Nimbus Sans"/>
                <a:ea typeface="Nimbus Sans"/>
                <a:cs typeface="Nimbus Sans"/>
              </a:defRPr>
            </a:lvl8pPr>
            <a:lvl9pPr algn="ctr">
              <a:defRPr sz="5250" b="1">
                <a:solidFill>
                  <a:srgbClr val="4264D0"/>
                </a:solidFill>
                <a:latin typeface="Nimbus Sans"/>
                <a:ea typeface="Nimbus Sans"/>
                <a:cs typeface="Nimbus Sans"/>
              </a:defRPr>
            </a:lvl9pPr>
          </a:lstStyle>
          <a:p xmlns:a="http://schemas.openxmlformats.org/drawingml/2006/main">
            <a:pPr algn="ctr">
              <a:defRPr sz="5250" b="1">
                <a:solidFill>
                  <a:srgbClr val="4264D0"/>
                </a:solidFill>
                <a:latin typeface="Nimbus Sans"/>
                <a:ea typeface="Nimbus Sans"/>
                <a:cs typeface="Nimbus Sans"/>
              </a:defRPr>
            </a:pPr>
            <a:r>
              <a:rPr sz="5250" b="1">
                <a:solidFill>
                  <a:srgbClr val="4264D0"/>
                </a:solidFill>
                <a:latin typeface="Nimbus Sans"/>
                <a:ea typeface="Nimbus Sans"/>
                <a:cs typeface="Nimbus Sans"/>
              </a:rPr>
              <a:t>13/13</a:t>
            </a:r>
          </a:p>
        </p:txBody>
      </p:sp>
      <p:sp>
        <p:nvSpPr>
          <p:cNvPr id="48" name="f191">
            <a:extLst xmlns:a="http://schemas.openxmlformats.org/drawingml/2006/main">
              <a:ext uri="{FF2B5EF4-FFF2-40B4-BE49-F238E27FC236}">
                <a16:creationId xmlns:a16="http://schemas.microsoft.com/office/drawing/2014/main" id="{DACFD009-A1CE-4BDB-BC6C-FDFB9624D885}"/>
              </a:ext>
            </a:extLst>
          </p:cNvPr>
          <p:cNvSpPr>
            <a:spLocks xmlns:a="http://schemas.openxmlformats.org/drawingml/2006/main" noGrp="1"/>
          </p:cNvSpPr>
          <p:nvPr/>
        </p:nvSpPr>
        <p:spPr>
          <a:xfrm xmlns:a="http://schemas.openxmlformats.org/drawingml/2006/main">
            <a:off x="10572750" y="7105650"/>
            <a:ext cx="3600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scenari completati</a:t>
            </a:r>
          </a:p>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con verdetto atteso</a:t>
            </a:r>
          </a:p>
        </p:txBody>
      </p:sp>
    </p:spTree>
    <p:extLst>
      <p:ext uri="{BB962C8B-B14F-4D97-AF65-F5344CB8AC3E}">
        <p14:creationId xmlns:p14="http://schemas.microsoft.com/office/powerpoint/2010/main" val="518081371"/>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1" nodeType="clickEffect">
                                  <p:stCondLst>
                                    <p:cond delay="0"/>
                                  </p:stCondLst>
                                  <p:childTnLst>
                                    <p:animEffect transition="out" filter="fade">
                                      <p:cBhvr>
                                        <p:cTn id="6" dur="350" fill="hold"/>
                                        <p:tgtEl>
                                          <p:spTgt spid="5"/>
                                        </p:tgtEl>
                                      </p:cBhvr>
                                    </p:animEffect>
                                    <p:set>
                                      <p:cBhvr>
                                        <p:cTn id="7" dur="1" fill="hold">
                                          <p:stCondLst>
                                            <p:cond delay="350"/>
                                          </p:stCondLst>
                                        </p:cTn>
                                        <p:tgtEl>
                                          <p:spTgt spid="5"/>
                                        </p:tgtEl>
                                        <p:attrNameLst>
                                          <p:attrName>style.visibility</p:attrName>
                                        </p:attrNameLst>
                                      </p:cBhvr>
                                      <p:to>
                                        <p:strVal val="hidden"/>
                                      </p:to>
                                    </p:set>
                                  </p:childTnLst>
                                </p:cTn>
                              </p:par>
                              <p:par>
                                <p:cTn id="8" presetID="10" presetClass="exit" presetSubtype="0" fill="hold" grpId="1" nodeType="withEffect">
                                  <p:stCondLst>
                                    <p:cond delay="0"/>
                                  </p:stCondLst>
                                  <p:childTnLst>
                                    <p:animEffect transition="out" filter="fade">
                                      <p:cBhvr>
                                        <p:cTn id="9" dur="350" fill="hold"/>
                                        <p:tgtEl>
                                          <p:spTgt spid="6"/>
                                        </p:tgtEl>
                                      </p:cBhvr>
                                    </p:animEffect>
                                    <p:set>
                                      <p:cBhvr>
                                        <p:cTn id="10" dur="1" fill="hold">
                                          <p:stCondLst>
                                            <p:cond delay="350"/>
                                          </p:stCondLst>
                                        </p:cTn>
                                        <p:tgtEl>
                                          <p:spTgt spid="6"/>
                                        </p:tgtEl>
                                        <p:attrNameLst>
                                          <p:attrName>style.visibility</p:attrName>
                                        </p:attrNameLst>
                                      </p:cBhvr>
                                      <p:to>
                                        <p:strVal val="hidden"/>
                                      </p:to>
                                    </p:set>
                                  </p:childTnLst>
                                </p:cTn>
                              </p:par>
                              <p:par>
                                <p:cTn id="11" presetID="10" presetClass="exit" presetSubtype="0" fill="hold" grpId="1" nodeType="withEffect">
                                  <p:stCondLst>
                                    <p:cond delay="0"/>
                                  </p:stCondLst>
                                  <p:childTnLst>
                                    <p:animEffect transition="out" filter="fade">
                                      <p:cBhvr>
                                        <p:cTn id="12" dur="350" fill="hold"/>
                                        <p:tgtEl>
                                          <p:spTgt spid="9"/>
                                        </p:tgtEl>
                                      </p:cBhvr>
                                    </p:animEffect>
                                    <p:set>
                                      <p:cBhvr>
                                        <p:cTn id="13" dur="1" fill="hold">
                                          <p:stCondLst>
                                            <p:cond delay="350"/>
                                          </p:stCondLst>
                                        </p:cTn>
                                        <p:tgtEl>
                                          <p:spTgt spid="9"/>
                                        </p:tgtEl>
                                        <p:attrNameLst>
                                          <p:attrName>style.visibility</p:attrName>
                                        </p:attrNameLst>
                                      </p:cBhvr>
                                      <p:to>
                                        <p:strVal val="hidden"/>
                                      </p:to>
                                    </p:set>
                                  </p:childTnLst>
                                </p:cTn>
                              </p:par>
                              <p:par>
                                <p:cTn id="14" presetID="10" presetClass="exit" presetSubtype="0" fill="hold" grpId="1" nodeType="withEffect">
                                  <p:stCondLst>
                                    <p:cond delay="0"/>
                                  </p:stCondLst>
                                  <p:childTnLst>
                                    <p:animEffect transition="out" filter="fade">
                                      <p:cBhvr>
                                        <p:cTn id="15" dur="350" fill="hold"/>
                                        <p:tgtEl>
                                          <p:spTgt spid="10"/>
                                        </p:tgtEl>
                                      </p:cBhvr>
                                    </p:animEffect>
                                    <p:set>
                                      <p:cBhvr>
                                        <p:cTn id="16" dur="1" fill="hold">
                                          <p:stCondLst>
                                            <p:cond delay="350"/>
                                          </p:stCondLst>
                                        </p:cTn>
                                        <p:tgtEl>
                                          <p:spTgt spid="10"/>
                                        </p:tgtEl>
                                        <p:attrNameLst>
                                          <p:attrName>style.visibility</p:attrName>
                                        </p:attrNameLst>
                                      </p:cBhvr>
                                      <p:to>
                                        <p:strVal val="hidden"/>
                                      </p:to>
                                    </p:set>
                                  </p:childTnLst>
                                </p:cTn>
                              </p:par>
                              <p:par>
                                <p:cTn id="17" presetID="10" presetClass="entr" presetSubtype="0" fill="hold" grpId="1" nodeType="withEffect">
                                  <p:stCondLst>
                                    <p:cond delay="0"/>
                                  </p:stCondLst>
                                  <p:childTnLst>
                                    <p:animEffect transition="in" filter="fade">
                                      <p:cBhvr>
                                        <p:cTn id="18" dur="350" fill="hold"/>
                                        <p:tgtEl>
                                          <p:spTgt spid="15"/>
                                        </p:tgtEl>
                                      </p:cBhvr>
                                    </p:animEffect>
                                    <p:set>
                                      <p:cBhvr>
                                        <p:cTn id="19" dur="1" fill="hold">
                                          <p:stCondLst>
                                            <p:cond delay="0"/>
                                          </p:stCondLst>
                                        </p:cTn>
                                        <p:tgtEl>
                                          <p:spTgt spid="15"/>
                                        </p:tgtEl>
                                        <p:attrNameLst>
                                          <p:attrName>style.visibility</p:attrName>
                                        </p:attrNameLst>
                                      </p:cBhvr>
                                      <p:to>
                                        <p:strVal val="visible"/>
                                      </p:to>
                                    </p:set>
                                  </p:childTnLst>
                                </p:cTn>
                              </p:par>
                              <p:par>
                                <p:cTn id="20" presetID="10" presetClass="entr" presetSubtype="0" fill="hold" grpId="1" nodeType="withEffect">
                                  <p:stCondLst>
                                    <p:cond delay="0"/>
                                  </p:stCondLst>
                                  <p:childTnLst>
                                    <p:animEffect transition="in" filter="fade">
                                      <p:cBhvr>
                                        <p:cTn id="21" dur="350" fill="hold"/>
                                        <p:tgtEl>
                                          <p:spTgt spid="16"/>
                                        </p:tgtEl>
                                      </p:cBhvr>
                                    </p:animEffect>
                                    <p:set>
                                      <p:cBhvr>
                                        <p:cTn id="22" dur="1" fill="hold">
                                          <p:stCondLst>
                                            <p:cond delay="0"/>
                                          </p:stCondLst>
                                        </p:cTn>
                                        <p:tgtEl>
                                          <p:spTgt spid="16"/>
                                        </p:tgtEl>
                                        <p:attrNameLst>
                                          <p:attrName>style.visibility</p:attrName>
                                        </p:attrNameLst>
                                      </p:cBhvr>
                                      <p:to>
                                        <p:strVal val="visible"/>
                                      </p:to>
                                    </p:set>
                                  </p:childTnLst>
                                </p:cTn>
                              </p:par>
                              <p:par>
                                <p:cTn id="23" presetID="10" presetClass="entr" presetSubtype="0" fill="hold" grpId="1" nodeType="withEffect">
                                  <p:stCondLst>
                                    <p:cond delay="0"/>
                                  </p:stCondLst>
                                  <p:childTnLst>
                                    <p:animEffect transition="in" filter="fade">
                                      <p:cBhvr>
                                        <p:cTn id="24" dur="350" fill="hold"/>
                                        <p:tgtEl>
                                          <p:spTgt spid="17"/>
                                        </p:tgtEl>
                                      </p:cBhvr>
                                    </p:animEffect>
                                    <p:set>
                                      <p:cBhvr>
                                        <p:cTn id="25" dur="1" fill="hold">
                                          <p:stCondLst>
                                            <p:cond delay="0"/>
                                          </p:stCondLst>
                                        </p:cTn>
                                        <p:tgtEl>
                                          <p:spTgt spid="17"/>
                                        </p:tgtEl>
                                        <p:attrNameLst>
                                          <p:attrName>style.visibility</p:attrName>
                                        </p:attrNameLst>
                                      </p:cBhvr>
                                      <p:to>
                                        <p:strVal val="visible"/>
                                      </p:to>
                                    </p:set>
                                  </p:childTnLst>
                                </p:cTn>
                              </p:par>
                              <p:par>
                                <p:cTn id="26" presetID="10" presetClass="entr" presetSubtype="0" fill="hold" grpId="1" nodeType="withEffect">
                                  <p:stCondLst>
                                    <p:cond delay="0"/>
                                  </p:stCondLst>
                                  <p:childTnLst>
                                    <p:animEffect transition="in" filter="fade">
                                      <p:cBhvr>
                                        <p:cTn id="27" dur="350" fill="hold"/>
                                        <p:tgtEl>
                                          <p:spTgt spid="18"/>
                                        </p:tgtEl>
                                      </p:cBhvr>
                                    </p:animEffect>
                                    <p:set>
                                      <p:cBhvr>
                                        <p:cTn id="28" dur="1" fill="hold">
                                          <p:stCondLst>
                                            <p:cond delay="0"/>
                                          </p:stCondLst>
                                        </p:cTn>
                                        <p:tgtEl>
                                          <p:spTgt spid="18"/>
                                        </p:tgtEl>
                                        <p:attrNameLst>
                                          <p:attrName>style.visibility</p:attrName>
                                        </p:attrNameLst>
                                      </p:cBhvr>
                                      <p:to>
                                        <p:strVal val="visible"/>
                                      </p:to>
                                    </p:set>
                                  </p:childTnLst>
                                </p:cTn>
                              </p:par>
                              <p:par>
                                <p:cTn id="29" presetID="10" presetClass="exit" presetSubtype="0" fill="hold" grpId="1" nodeType="withEffect">
                                  <p:stCondLst>
                                    <p:cond delay="0"/>
                                  </p:stCondLst>
                                  <p:childTnLst>
                                    <p:animEffect transition="out" filter="fade">
                                      <p:cBhvr>
                                        <p:cTn id="30" dur="350" fill="hold"/>
                                        <p:tgtEl>
                                          <p:spTgt spid="19"/>
                                        </p:tgtEl>
                                      </p:cBhvr>
                                    </p:animEffect>
                                    <p:set>
                                      <p:cBhvr>
                                        <p:cTn id="31" dur="1" fill="hold">
                                          <p:stCondLst>
                                            <p:cond delay="350"/>
                                          </p:stCondLst>
                                        </p:cTn>
                                        <p:tgtEl>
                                          <p:spTgt spid="19"/>
                                        </p:tgtEl>
                                        <p:attrNameLst>
                                          <p:attrName>style.visibility</p:attrName>
                                        </p:attrNameLst>
                                      </p:cBhvr>
                                      <p:to>
                                        <p:strVal val="hidden"/>
                                      </p:to>
                                    </p:set>
                                  </p:childTnLst>
                                </p:cTn>
                              </p:par>
                              <p:par>
                                <p:cTn id="32" presetID="10" presetClass="exit" presetSubtype="0" fill="hold" grpId="1" nodeType="withEffect">
                                  <p:stCondLst>
                                    <p:cond delay="0"/>
                                  </p:stCondLst>
                                  <p:childTnLst>
                                    <p:animEffect transition="out" filter="fade">
                                      <p:cBhvr>
                                        <p:cTn id="33" dur="350" fill="hold"/>
                                        <p:tgtEl>
                                          <p:spTgt spid="20"/>
                                        </p:tgtEl>
                                      </p:cBhvr>
                                    </p:animEffect>
                                    <p:set>
                                      <p:cBhvr>
                                        <p:cTn id="34" dur="1" fill="hold">
                                          <p:stCondLst>
                                            <p:cond delay="350"/>
                                          </p:stCondLst>
                                        </p:cTn>
                                        <p:tgtEl>
                                          <p:spTgt spid="20"/>
                                        </p:tgtEl>
                                        <p:attrNameLst>
                                          <p:attrName>style.visibility</p:attrName>
                                        </p:attrNameLst>
                                      </p:cBhvr>
                                      <p:to>
                                        <p:strVal val="hidden"/>
                                      </p:to>
                                    </p:set>
                                  </p:childTnLst>
                                </p:cTn>
                              </p:par>
                              <p:par>
                                <p:cTn id="35" presetID="10" presetClass="exit" presetSubtype="0" fill="hold" grpId="1" nodeType="withEffect">
                                  <p:stCondLst>
                                    <p:cond delay="0"/>
                                  </p:stCondLst>
                                  <p:childTnLst>
                                    <p:animEffect transition="out" filter="fade">
                                      <p:cBhvr>
                                        <p:cTn id="36" dur="350" fill="hold"/>
                                        <p:tgtEl>
                                          <p:spTgt spid="21"/>
                                        </p:tgtEl>
                                      </p:cBhvr>
                                    </p:animEffect>
                                    <p:set>
                                      <p:cBhvr>
                                        <p:cTn id="37" dur="1" fill="hold">
                                          <p:stCondLst>
                                            <p:cond delay="350"/>
                                          </p:stCondLst>
                                        </p:cTn>
                                        <p:tgtEl>
                                          <p:spTgt spid="21"/>
                                        </p:tgtEl>
                                        <p:attrNameLst>
                                          <p:attrName>style.visibility</p:attrName>
                                        </p:attrNameLst>
                                      </p:cBhvr>
                                      <p:to>
                                        <p:strVal val="hidden"/>
                                      </p:to>
                                    </p:set>
                                  </p:childTnLst>
                                </p:cTn>
                              </p:par>
                              <p:par>
                                <p:cTn id="38" presetID="10" presetClass="exit" presetSubtype="0" fill="hold" grpId="1" nodeType="withEffect">
                                  <p:stCondLst>
                                    <p:cond delay="0"/>
                                  </p:stCondLst>
                                  <p:childTnLst>
                                    <p:animEffect transition="out" filter="fade">
                                      <p:cBhvr>
                                        <p:cTn id="39" dur="350" fill="hold"/>
                                        <p:tgtEl>
                                          <p:spTgt spid="22"/>
                                        </p:tgtEl>
                                      </p:cBhvr>
                                    </p:animEffect>
                                    <p:set>
                                      <p:cBhvr>
                                        <p:cTn id="40" dur="1" fill="hold">
                                          <p:stCondLst>
                                            <p:cond delay="350"/>
                                          </p:stCondLst>
                                        </p:cTn>
                                        <p:tgtEl>
                                          <p:spTgt spid="22"/>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350" fill="hold"/>
                                        <p:tgtEl>
                                          <p:spTgt spid="23"/>
                                        </p:tgtEl>
                                      </p:cBhvr>
                                    </p:animEffect>
                                    <p:set>
                                      <p:cBhvr>
                                        <p:cTn id="43" dur="1" fill="hold">
                                          <p:stCondLst>
                                            <p:cond delay="350"/>
                                          </p:stCondLst>
                                        </p:cTn>
                                        <p:tgtEl>
                                          <p:spTgt spid="23"/>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350" fill="hold"/>
                                        <p:tgtEl>
                                          <p:spTgt spid="24"/>
                                        </p:tgtEl>
                                      </p:cBhvr>
                                    </p:animEffect>
                                    <p:set>
                                      <p:cBhvr>
                                        <p:cTn id="46" dur="1" fill="hold">
                                          <p:stCondLst>
                                            <p:cond delay="350"/>
                                          </p:stCondLst>
                                        </p:cTn>
                                        <p:tgtEl>
                                          <p:spTgt spid="24"/>
                                        </p:tgtEl>
                                        <p:attrNameLst>
                                          <p:attrName>style.visibility</p:attrName>
                                        </p:attrNameLst>
                                      </p:cBhvr>
                                      <p:to>
                                        <p:strVal val="hidden"/>
                                      </p:to>
                                    </p:set>
                                  </p:childTnLst>
                                </p:cTn>
                              </p:par>
                              <p:par>
                                <p:cTn id="47" presetID="10" presetClass="exit" presetSubtype="0" fill="hold" grpId="1" nodeType="withEffect">
                                  <p:stCondLst>
                                    <p:cond delay="0"/>
                                  </p:stCondLst>
                                  <p:childTnLst>
                                    <p:animEffect transition="out" filter="fade">
                                      <p:cBhvr>
                                        <p:cTn id="48" dur="350" fill="hold"/>
                                        <p:tgtEl>
                                          <p:spTgt spid="25"/>
                                        </p:tgtEl>
                                      </p:cBhvr>
                                    </p:animEffect>
                                    <p:set>
                                      <p:cBhvr>
                                        <p:cTn id="49" dur="1" fill="hold">
                                          <p:stCondLst>
                                            <p:cond delay="350"/>
                                          </p:stCondLst>
                                        </p:cTn>
                                        <p:tgtEl>
                                          <p:spTgt spid="25"/>
                                        </p:tgtEl>
                                        <p:attrNameLst>
                                          <p:attrName>style.visibility</p:attrName>
                                        </p:attrNameLst>
                                      </p:cBhvr>
                                      <p:to>
                                        <p:strVal val="hidden"/>
                                      </p:to>
                                    </p:set>
                                  </p:childTnLst>
                                </p:cTn>
                              </p:par>
                              <p:par>
                                <p:cTn id="50" presetID="10" presetClass="exit" presetSubtype="0" fill="hold" grpId="1" nodeType="withEffect">
                                  <p:stCondLst>
                                    <p:cond delay="0"/>
                                  </p:stCondLst>
                                  <p:childTnLst>
                                    <p:animEffect transition="out" filter="fade">
                                      <p:cBhvr>
                                        <p:cTn id="51" dur="350" fill="hold"/>
                                        <p:tgtEl>
                                          <p:spTgt spid="26"/>
                                        </p:tgtEl>
                                      </p:cBhvr>
                                    </p:animEffect>
                                    <p:set>
                                      <p:cBhvr>
                                        <p:cTn id="52" dur="1" fill="hold">
                                          <p:stCondLst>
                                            <p:cond delay="350"/>
                                          </p:stCondLst>
                                        </p:cTn>
                                        <p:tgtEl>
                                          <p:spTgt spid="26"/>
                                        </p:tgtEl>
                                        <p:attrNameLst>
                                          <p:attrName>style.visibility</p:attrName>
                                        </p:attrNameLst>
                                      </p:cBhvr>
                                      <p:to>
                                        <p:strVal val="hidden"/>
                                      </p:to>
                                    </p:set>
                                  </p:childTnLst>
                                </p:cTn>
                              </p:par>
                              <p:par>
                                <p:cTn id="53" presetID="10" presetClass="entr" presetSubtype="0" fill="hold" grpId="1" nodeType="withEffect">
                                  <p:stCondLst>
                                    <p:cond delay="0"/>
                                  </p:stCondLst>
                                  <p:childTnLst>
                                    <p:animEffect transition="in" filter="fade">
                                      <p:cBhvr>
                                        <p:cTn id="54" dur="350" fill="hold"/>
                                        <p:tgtEl>
                                          <p:spTgt spid="30"/>
                                        </p:tgtEl>
                                      </p:cBhvr>
                                    </p:animEffect>
                                    <p:set>
                                      <p:cBhvr>
                                        <p:cTn id="55" dur="1" fill="hold">
                                          <p:stCondLst>
                                            <p:cond delay="0"/>
                                          </p:stCondLst>
                                        </p:cTn>
                                        <p:tgtEl>
                                          <p:spTgt spid="30"/>
                                        </p:tgtEl>
                                        <p:attrNameLst>
                                          <p:attrName>style.visibility</p:attrName>
                                        </p:attrNameLst>
                                      </p:cBhvr>
                                      <p:to>
                                        <p:strVal val="visible"/>
                                      </p:to>
                                    </p:set>
                                  </p:childTnLst>
                                </p:cTn>
                              </p:par>
                              <p:par>
                                <p:cTn id="56" presetID="10" presetClass="entr" presetSubtype="0" fill="hold" grpId="1" nodeType="withEffect">
                                  <p:stCondLst>
                                    <p:cond delay="0"/>
                                  </p:stCondLst>
                                  <p:childTnLst>
                                    <p:animEffect transition="in" filter="fade">
                                      <p:cBhvr>
                                        <p:cTn id="57" dur="350" fill="hold"/>
                                        <p:tgtEl>
                                          <p:spTgt spid="31"/>
                                        </p:tgtEl>
                                      </p:cBhvr>
                                    </p:animEffect>
                                    <p:set>
                                      <p:cBhvr>
                                        <p:cTn id="58" dur="1" fill="hold">
                                          <p:stCondLst>
                                            <p:cond delay="0"/>
                                          </p:stCondLst>
                                        </p:cTn>
                                        <p:tgtEl>
                                          <p:spTgt spid="31"/>
                                        </p:tgtEl>
                                        <p:attrNameLst>
                                          <p:attrName>style.visibility</p:attrName>
                                        </p:attrNameLst>
                                      </p:cBhvr>
                                      <p:to>
                                        <p:strVal val="visible"/>
                                      </p:to>
                                    </p:set>
                                  </p:childTnLst>
                                </p:cTn>
                              </p:par>
                              <p:par>
                                <p:cTn id="59" presetID="10" presetClass="entr" presetSubtype="0" fill="hold" grpId="1" nodeType="withEffect">
                                  <p:stCondLst>
                                    <p:cond delay="0"/>
                                  </p:stCondLst>
                                  <p:childTnLst>
                                    <p:animEffect transition="in" filter="fade">
                                      <p:cBhvr>
                                        <p:cTn id="60" dur="350" fill="hold"/>
                                        <p:tgtEl>
                                          <p:spTgt spid="32"/>
                                        </p:tgtEl>
                                      </p:cBhvr>
                                    </p:animEffect>
                                    <p:set>
                                      <p:cBhvr>
                                        <p:cTn id="61" dur="1" fill="hold">
                                          <p:stCondLst>
                                            <p:cond delay="0"/>
                                          </p:stCondLst>
                                        </p:cTn>
                                        <p:tgtEl>
                                          <p:spTgt spid="32"/>
                                        </p:tgtEl>
                                        <p:attrNameLst>
                                          <p:attrName>style.visibility</p:attrName>
                                        </p:attrNameLst>
                                      </p:cBhvr>
                                      <p:to>
                                        <p:strVal val="visible"/>
                                      </p:to>
                                    </p:set>
                                  </p:childTnLst>
                                </p:cTn>
                              </p:par>
                              <p:par>
                                <p:cTn id="62" presetID="10" presetClass="entr" presetSubtype="0" fill="hold" grpId="1" nodeType="withEffect">
                                  <p:stCondLst>
                                    <p:cond delay="0"/>
                                  </p:stCondLst>
                                  <p:childTnLst>
                                    <p:animEffect transition="in" filter="fade">
                                      <p:cBhvr>
                                        <p:cTn id="63" dur="350" fill="hold"/>
                                        <p:tgtEl>
                                          <p:spTgt spid="33"/>
                                        </p:tgtEl>
                                      </p:cBhvr>
                                    </p:animEffect>
                                    <p:set>
                                      <p:cBhvr>
                                        <p:cTn id="64" dur="1" fill="hold">
                                          <p:stCondLst>
                                            <p:cond delay="0"/>
                                          </p:stCondLst>
                                        </p:cTn>
                                        <p:tgtEl>
                                          <p:spTgt spid="33"/>
                                        </p:tgtEl>
                                        <p:attrNameLst>
                                          <p:attrName>style.visibility</p:attrName>
                                        </p:attrNameLst>
                                      </p:cBhvr>
                                      <p:to>
                                        <p:strVal val="visible"/>
                                      </p:to>
                                    </p:set>
                                  </p:childTnLst>
                                </p:cTn>
                              </p:par>
                              <p:par>
                                <p:cTn id="65" presetID="10" presetClass="entr" presetSubtype="0" fill="hold" grpId="1" nodeType="withEffect">
                                  <p:stCondLst>
                                    <p:cond delay="0"/>
                                  </p:stCondLst>
                                  <p:childTnLst>
                                    <p:animEffect transition="in" filter="fade">
                                      <p:cBhvr>
                                        <p:cTn id="66" dur="350" fill="hold"/>
                                        <p:tgtEl>
                                          <p:spTgt spid="34"/>
                                        </p:tgtEl>
                                      </p:cBhvr>
                                    </p:animEffect>
                                    <p:set>
                                      <p:cBhvr>
                                        <p:cTn id="67" dur="1" fill="hold">
                                          <p:stCondLst>
                                            <p:cond delay="0"/>
                                          </p:stCondLst>
                                        </p:cTn>
                                        <p:tgtEl>
                                          <p:spTgt spid="34"/>
                                        </p:tgtEl>
                                        <p:attrNameLst>
                                          <p:attrName>style.visibility</p:attrName>
                                        </p:attrNameLst>
                                      </p:cBhvr>
                                      <p:to>
                                        <p:strVal val="visible"/>
                                      </p:to>
                                    </p:set>
                                  </p:childTnLst>
                                </p:cTn>
                              </p:par>
                              <p:par>
                                <p:cTn id="68" presetID="10" presetClass="entr" presetSubtype="0" fill="hold" grpId="1" nodeType="withEffect">
                                  <p:stCondLst>
                                    <p:cond delay="0"/>
                                  </p:stCondLst>
                                  <p:childTnLst>
                                    <p:animEffect transition="in" filter="fade">
                                      <p:cBhvr>
                                        <p:cTn id="69" dur="350" fill="hold"/>
                                        <p:tgtEl>
                                          <p:spTgt spid="35"/>
                                        </p:tgtEl>
                                      </p:cBhvr>
                                    </p:animEffect>
                                    <p:set>
                                      <p:cBhvr>
                                        <p:cTn id="70" dur="1" fill="hold">
                                          <p:stCondLst>
                                            <p:cond delay="0"/>
                                          </p:stCondLst>
                                        </p:cTn>
                                        <p:tgtEl>
                                          <p:spTgt spid="35"/>
                                        </p:tgtEl>
                                        <p:attrNameLst>
                                          <p:attrName>style.visibility</p:attrName>
                                        </p:attrNameLst>
                                      </p:cBhvr>
                                      <p:to>
                                        <p:strVal val="visible"/>
                                      </p:to>
                                    </p:set>
                                  </p:childTnLst>
                                </p:cTn>
                              </p:par>
                              <p:par>
                                <p:cTn id="71" presetID="10" presetClass="entr" presetSubtype="0" fill="hold" grpId="1" nodeType="withEffect">
                                  <p:stCondLst>
                                    <p:cond delay="0"/>
                                  </p:stCondLst>
                                  <p:childTnLst>
                                    <p:animEffect transition="in" filter="fade">
                                      <p:cBhvr>
                                        <p:cTn id="72" dur="350" fill="hold"/>
                                        <p:tgtEl>
                                          <p:spTgt spid="36"/>
                                        </p:tgtEl>
                                      </p:cBhvr>
                                    </p:animEffect>
                                    <p:set>
                                      <p:cBhvr>
                                        <p:cTn id="73" dur="1" fill="hold">
                                          <p:stCondLst>
                                            <p:cond delay="0"/>
                                          </p:stCondLst>
                                        </p:cTn>
                                        <p:tgtEl>
                                          <p:spTgt spid="36"/>
                                        </p:tgtEl>
                                        <p:attrNameLst>
                                          <p:attrName>style.visibility</p:attrName>
                                        </p:attrNameLst>
                                      </p:cBhvr>
                                      <p:to>
                                        <p:strVal val="visible"/>
                                      </p:to>
                                    </p:set>
                                  </p:childTnLst>
                                </p:cTn>
                              </p:par>
                              <p:par>
                                <p:cTn id="74" presetID="10" presetClass="entr" presetSubtype="0" fill="hold" grpId="1" nodeType="withEffect">
                                  <p:stCondLst>
                                    <p:cond delay="0"/>
                                  </p:stCondLst>
                                  <p:childTnLst>
                                    <p:animEffect transition="in" filter="fade">
                                      <p:cBhvr>
                                        <p:cTn id="75" dur="350" fill="hold"/>
                                        <p:tgtEl>
                                          <p:spTgt spid="37"/>
                                        </p:tgtEl>
                                      </p:cBhvr>
                                    </p:animEffect>
                                    <p:set>
                                      <p:cBhvr>
                                        <p:cTn id="76" dur="1" fill="hold">
                                          <p:stCondLst>
                                            <p:cond delay="0"/>
                                          </p:stCondLst>
                                        </p:cTn>
                                        <p:tgtEl>
                                          <p:spTgt spid="37"/>
                                        </p:tgtEl>
                                        <p:attrNameLst>
                                          <p:attrName>style.visibility</p:attrName>
                                        </p:attrNameLst>
                                      </p:cBhvr>
                                      <p:to>
                                        <p:strVal val="visible"/>
                                      </p:to>
                                    </p:set>
                                  </p:childTnLst>
                                </p:cTn>
                              </p:par>
                              <p:par>
                                <p:cTn id="77" presetID="10" presetClass="entr" presetSubtype="0" fill="hold" grpId="1" nodeType="withEffect">
                                  <p:stCondLst>
                                    <p:cond delay="0"/>
                                  </p:stCondLst>
                                  <p:childTnLst>
                                    <p:animEffect transition="in" filter="fade">
                                      <p:cBhvr>
                                        <p:cTn id="78" dur="350" fill="hold"/>
                                        <p:tgtEl>
                                          <p:spTgt spid="38"/>
                                        </p:tgtEl>
                                      </p:cBhvr>
                                    </p:animEffect>
                                    <p:set>
                                      <p:cBhvr>
                                        <p:cTn id="79" dur="1" fill="hold">
                                          <p:stCondLst>
                                            <p:cond delay="0"/>
                                          </p:stCondLst>
                                        </p:cTn>
                                        <p:tgtEl>
                                          <p:spTgt spid="38"/>
                                        </p:tgtEl>
                                        <p:attrNameLst>
                                          <p:attrName>style.visibility</p:attrName>
                                        </p:attrNameLst>
                                      </p:cBhvr>
                                      <p:to>
                                        <p:strVal val="visible"/>
                                      </p:to>
                                    </p:set>
                                  </p:childTnLst>
                                </p:cTn>
                              </p:par>
                              <p:par>
                                <p:cTn id="80" presetID="10" presetClass="entr" presetSubtype="0" fill="hold" grpId="1" nodeType="withEffect">
                                  <p:stCondLst>
                                    <p:cond delay="0"/>
                                  </p:stCondLst>
                                  <p:childTnLst>
                                    <p:animEffect transition="in" filter="fade">
                                      <p:cBhvr>
                                        <p:cTn id="81" dur="350" fill="hold"/>
                                        <p:tgtEl>
                                          <p:spTgt spid="39"/>
                                        </p:tgtEl>
                                      </p:cBhvr>
                                    </p:animEffect>
                                    <p:set>
                                      <p:cBhvr>
                                        <p:cTn id="82" dur="1" fill="hold">
                                          <p:stCondLst>
                                            <p:cond delay="0"/>
                                          </p:stCondLst>
                                        </p:cTn>
                                        <p:tgtEl>
                                          <p:spTgt spid="39"/>
                                        </p:tgtEl>
                                        <p:attrNameLst>
                                          <p:attrName>style.visibility</p:attrName>
                                        </p:attrNameLst>
                                      </p:cBhvr>
                                      <p:to>
                                        <p:strVal val="visible"/>
                                      </p:to>
                                    </p:set>
                                  </p:childTnLst>
                                </p:cTn>
                              </p:par>
                              <p:par>
                                <p:cTn id="83" presetID="10" presetClass="entr" presetSubtype="0" fill="hold" grpId="1" nodeType="withEffect">
                                  <p:stCondLst>
                                    <p:cond delay="0"/>
                                  </p:stCondLst>
                                  <p:childTnLst>
                                    <p:animEffect transition="in" filter="fade">
                                      <p:cBhvr>
                                        <p:cTn id="84" dur="350" fill="hold"/>
                                        <p:tgtEl>
                                          <p:spTgt spid="40"/>
                                        </p:tgtEl>
                                      </p:cBhvr>
                                    </p:animEffect>
                                    <p:set>
                                      <p:cBhvr>
                                        <p:cTn id="85" dur="1" fill="hold">
                                          <p:stCondLst>
                                            <p:cond delay="0"/>
                                          </p:stCondLst>
                                        </p:cTn>
                                        <p:tgtEl>
                                          <p:spTgt spid="40"/>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2" nodeType="clickEffect">
                                  <p:stCondLst>
                                    <p:cond delay="0"/>
                                  </p:stCondLst>
                                  <p:childTnLst>
                                    <p:animEffect transition="in" filter="fade">
                                      <p:cBhvr>
                                        <p:cTn id="89" dur="350" fill="hold"/>
                                        <p:tgtEl>
                                          <p:spTgt spid="51"/>
                                        </p:tgtEl>
                                      </p:cBhvr>
                                    </p:animEffect>
                                    <p:set>
                                      <p:cBhvr>
                                        <p:cTn id="90" dur="1" fill="hold">
                                          <p:stCondLst>
                                            <p:cond delay="0"/>
                                          </p:stCondLst>
                                        </p:cTn>
                                        <p:tgtEl>
                                          <p:spTgt spid="51"/>
                                        </p:tgtEl>
                                        <p:attrNameLst>
                                          <p:attrName>style.visibility</p:attrName>
                                        </p:attrNameLst>
                                      </p:cBhvr>
                                      <p:to>
                                        <p:strVal val="visible"/>
                                      </p:to>
                                    </p:set>
                                  </p:childTnLst>
                                </p:cTn>
                              </p:par>
                              <p:par>
                                <p:cTn id="91" presetID="10" presetClass="entr" presetSubtype="0" fill="hold" grpId="2" nodeType="withEffect">
                                  <p:stCondLst>
                                    <p:cond delay="0"/>
                                  </p:stCondLst>
                                  <p:childTnLst>
                                    <p:animEffect transition="in" filter="fade">
                                      <p:cBhvr>
                                        <p:cTn id="92" dur="350" fill="hold"/>
                                        <p:tgtEl>
                                          <p:spTgt spid="53"/>
                                        </p:tgtEl>
                                      </p:cBhvr>
                                    </p:animEffect>
                                    <p:set>
                                      <p:cBhvr>
                                        <p:cTn id="93" dur="1" fill="hold">
                                          <p:stCondLst>
                                            <p:cond delay="0"/>
                                          </p:stCondLst>
                                        </p:cTn>
                                        <p:tgtEl>
                                          <p:spTgt spid="53"/>
                                        </p:tgtEl>
                                        <p:attrNameLst>
                                          <p:attrName>style.visibility</p:attrName>
                                        </p:attrNameLst>
                                      </p:cBhvr>
                                      <p:to>
                                        <p:strVal val="visible"/>
                                      </p:to>
                                    </p:set>
                                  </p:childTnLst>
                                </p:cTn>
                              </p:par>
                              <p:par>
                                <p:cTn id="94" presetID="10" presetClass="exit" presetSubtype="0" fill="hold" grpId="2" nodeType="withEffect">
                                  <p:stCondLst>
                                    <p:cond delay="0"/>
                                  </p:stCondLst>
                                  <p:childTnLst>
                                    <p:animEffect transition="out" filter="fade">
                                      <p:cBhvr>
                                        <p:cTn id="95" dur="350" fill="hold"/>
                                        <p:tgtEl>
                                          <p:spTgt spid="7"/>
                                        </p:tgtEl>
                                      </p:cBhvr>
                                    </p:animEffect>
                                    <p:set>
                                      <p:cBhvr>
                                        <p:cTn id="96" dur="1" fill="hold">
                                          <p:stCondLst>
                                            <p:cond delay="350"/>
                                          </p:stCondLst>
                                        </p:cTn>
                                        <p:tgtEl>
                                          <p:spTgt spid="7"/>
                                        </p:tgtEl>
                                        <p:attrNameLst>
                                          <p:attrName>style.visibility</p:attrName>
                                        </p:attrNameLst>
                                      </p:cBhvr>
                                      <p:to>
                                        <p:strVal val="hidden"/>
                                      </p:to>
                                    </p:set>
                                  </p:childTnLst>
                                </p:cTn>
                              </p:par>
                              <p:par>
                                <p:cTn id="97" presetID="10" presetClass="exit" presetSubtype="0" fill="hold" grpId="2" nodeType="withEffect">
                                  <p:stCondLst>
                                    <p:cond delay="0"/>
                                  </p:stCondLst>
                                  <p:childTnLst>
                                    <p:animEffect transition="out" filter="fade">
                                      <p:cBhvr>
                                        <p:cTn id="98" dur="350" fill="hold"/>
                                        <p:tgtEl>
                                          <p:spTgt spid="8"/>
                                        </p:tgtEl>
                                      </p:cBhvr>
                                    </p:animEffect>
                                    <p:set>
                                      <p:cBhvr>
                                        <p:cTn id="99" dur="1" fill="hold">
                                          <p:stCondLst>
                                            <p:cond delay="350"/>
                                          </p:stCondLst>
                                        </p:cTn>
                                        <p:tgtEl>
                                          <p:spTgt spid="8"/>
                                        </p:tgtEl>
                                        <p:attrNameLst>
                                          <p:attrName>style.visibility</p:attrName>
                                        </p:attrNameLst>
                                      </p:cBhvr>
                                      <p:to>
                                        <p:strVal val="hidden"/>
                                      </p:to>
                                    </p:set>
                                  </p:childTnLst>
                                </p:cTn>
                              </p:par>
                              <p:par>
                                <p:cTn id="100" presetID="10" presetClass="entr" presetSubtype="0" fill="hold" grpId="2" nodeType="withEffect">
                                  <p:stCondLst>
                                    <p:cond delay="0"/>
                                  </p:stCondLst>
                                  <p:childTnLst>
                                    <p:animEffect transition="in" filter="fade">
                                      <p:cBhvr>
                                        <p:cTn id="101" dur="350" fill="hold"/>
                                        <p:tgtEl>
                                          <p:spTgt spid="57"/>
                                        </p:tgtEl>
                                      </p:cBhvr>
                                    </p:animEffect>
                                    <p:set>
                                      <p:cBhvr>
                                        <p:cTn id="102" dur="1" fill="hold">
                                          <p:stCondLst>
                                            <p:cond delay="0"/>
                                          </p:stCondLst>
                                        </p:cTn>
                                        <p:tgtEl>
                                          <p:spTgt spid="57"/>
                                        </p:tgtEl>
                                        <p:attrNameLst>
                                          <p:attrName>style.visibility</p:attrName>
                                        </p:attrNameLst>
                                      </p:cBhvr>
                                      <p:to>
                                        <p:strVal val="visible"/>
                                      </p:to>
                                    </p:set>
                                  </p:childTnLst>
                                </p:cTn>
                              </p:par>
                              <p:par>
                                <p:cTn id="103" presetID="10" presetClass="entr" presetSubtype="0" fill="hold" grpId="2" nodeType="withEffect">
                                  <p:stCondLst>
                                    <p:cond delay="0"/>
                                  </p:stCondLst>
                                  <p:childTnLst>
                                    <p:animEffect transition="in" filter="fade">
                                      <p:cBhvr>
                                        <p:cTn id="104" dur="350" fill="hold"/>
                                        <p:tgtEl>
                                          <p:spTgt spid="59"/>
                                        </p:tgtEl>
                                      </p:cBhvr>
                                    </p:animEffect>
                                    <p:set>
                                      <p:cBhvr>
                                        <p:cTn id="105" dur="1" fill="hold">
                                          <p:stCondLst>
                                            <p:cond delay="0"/>
                                          </p:stCondLst>
                                        </p:cTn>
                                        <p:tgtEl>
                                          <p:spTgt spid="59"/>
                                        </p:tgtEl>
                                        <p:attrNameLst>
                                          <p:attrName>style.visibility</p:attrName>
                                        </p:attrNameLst>
                                      </p:cBhvr>
                                      <p:to>
                                        <p:strVal val="visible"/>
                                      </p:to>
                                    </p:set>
                                  </p:childTnLst>
                                </p:cTn>
                              </p:par>
                              <p:par>
                                <p:cTn id="106" presetID="10" presetClass="exit" presetSubtype="0" fill="hold" grpId="2" nodeType="withEffect">
                                  <p:stCondLst>
                                    <p:cond delay="0"/>
                                  </p:stCondLst>
                                  <p:childTnLst>
                                    <p:animEffect transition="out" filter="fade">
                                      <p:cBhvr>
                                        <p:cTn id="107" dur="350" fill="hold"/>
                                        <p:tgtEl>
                                          <p:spTgt spid="11"/>
                                        </p:tgtEl>
                                      </p:cBhvr>
                                    </p:animEffect>
                                    <p:set>
                                      <p:cBhvr>
                                        <p:cTn id="108" dur="1" fill="hold">
                                          <p:stCondLst>
                                            <p:cond delay="350"/>
                                          </p:stCondLst>
                                        </p:cTn>
                                        <p:tgtEl>
                                          <p:spTgt spid="11"/>
                                        </p:tgtEl>
                                        <p:attrNameLst>
                                          <p:attrName>style.visibility</p:attrName>
                                        </p:attrNameLst>
                                      </p:cBhvr>
                                      <p:to>
                                        <p:strVal val="hidden"/>
                                      </p:to>
                                    </p:set>
                                  </p:childTnLst>
                                </p:cTn>
                              </p:par>
                              <p:par>
                                <p:cTn id="109" presetID="10" presetClass="exit" presetSubtype="0" fill="hold" grpId="2" nodeType="withEffect">
                                  <p:stCondLst>
                                    <p:cond delay="0"/>
                                  </p:stCondLst>
                                  <p:childTnLst>
                                    <p:animEffect transition="out" filter="fade">
                                      <p:cBhvr>
                                        <p:cTn id="110" dur="350" fill="hold"/>
                                        <p:tgtEl>
                                          <p:spTgt spid="12"/>
                                        </p:tgtEl>
                                      </p:cBhvr>
                                    </p:animEffect>
                                    <p:set>
                                      <p:cBhvr>
                                        <p:cTn id="111" dur="1" fill="hold">
                                          <p:stCondLst>
                                            <p:cond delay="350"/>
                                          </p:stCondLst>
                                        </p:cTn>
                                        <p:tgtEl>
                                          <p:spTgt spid="12"/>
                                        </p:tgtEl>
                                        <p:attrNameLst>
                                          <p:attrName>style.visibility</p:attrName>
                                        </p:attrNameLst>
                                      </p:cBhvr>
                                      <p:to>
                                        <p:strVal val="hidden"/>
                                      </p:to>
                                    </p:set>
                                  </p:childTnLst>
                                </p:cTn>
                              </p:par>
                              <p:par>
                                <p:cTn id="112" presetID="10" presetClass="entr" presetSubtype="0" fill="hold" grpId="2" nodeType="withEffect">
                                  <p:stCondLst>
                                    <p:cond delay="0"/>
                                  </p:stCondLst>
                                  <p:childTnLst>
                                    <p:animEffect transition="in" filter="fade">
                                      <p:cBhvr>
                                        <p:cTn id="113" dur="350" fill="hold"/>
                                        <p:tgtEl>
                                          <p:spTgt spid="13"/>
                                        </p:tgtEl>
                                      </p:cBhvr>
                                    </p:animEffect>
                                    <p:set>
                                      <p:cBhvr>
                                        <p:cTn id="114" dur="1" fill="hold">
                                          <p:stCondLst>
                                            <p:cond delay="0"/>
                                          </p:stCondLst>
                                        </p:cTn>
                                        <p:tgtEl>
                                          <p:spTgt spid="13"/>
                                        </p:tgtEl>
                                        <p:attrNameLst>
                                          <p:attrName>style.visibility</p:attrName>
                                        </p:attrNameLst>
                                      </p:cBhvr>
                                      <p:to>
                                        <p:strVal val="visible"/>
                                      </p:to>
                                    </p:set>
                                  </p:childTnLst>
                                </p:cTn>
                              </p:par>
                              <p:par>
                                <p:cTn id="115" presetID="10" presetClass="entr" presetSubtype="0" fill="hold" grpId="2" nodeType="withEffect">
                                  <p:stCondLst>
                                    <p:cond delay="0"/>
                                  </p:stCondLst>
                                  <p:childTnLst>
                                    <p:animEffect transition="in" filter="fade">
                                      <p:cBhvr>
                                        <p:cTn id="116" dur="350" fill="hold"/>
                                        <p:tgtEl>
                                          <p:spTgt spid="14"/>
                                        </p:tgtEl>
                                      </p:cBhvr>
                                    </p:animEffect>
                                    <p:set>
                                      <p:cBhvr>
                                        <p:cTn id="117" dur="1" fill="hold">
                                          <p:stCondLst>
                                            <p:cond delay="0"/>
                                          </p:stCondLst>
                                        </p:cTn>
                                        <p:tgtEl>
                                          <p:spTgt spid="14"/>
                                        </p:tgtEl>
                                        <p:attrNameLst>
                                          <p:attrName>style.visibility</p:attrName>
                                        </p:attrNameLst>
                                      </p:cBhvr>
                                      <p:to>
                                        <p:strVal val="visible"/>
                                      </p:to>
                                    </p:set>
                                  </p:childTnLst>
                                </p:cTn>
                              </p:par>
                              <p:par>
                                <p:cTn id="118" presetID="10" presetClass="exit" presetSubtype="0" fill="hold" grpId="2" nodeType="withEffect">
                                  <p:stCondLst>
                                    <p:cond delay="0"/>
                                  </p:stCondLst>
                                  <p:childTnLst>
                                    <p:animEffect transition="out" filter="fade">
                                      <p:cBhvr>
                                        <p:cTn id="119" dur="350" fill="hold"/>
                                        <p:tgtEl>
                                          <p:spTgt spid="15"/>
                                        </p:tgtEl>
                                      </p:cBhvr>
                                    </p:animEffect>
                                    <p:set>
                                      <p:cBhvr>
                                        <p:cTn id="120" dur="1" fill="hold">
                                          <p:stCondLst>
                                            <p:cond delay="350"/>
                                          </p:stCondLst>
                                        </p:cTn>
                                        <p:tgtEl>
                                          <p:spTgt spid="15"/>
                                        </p:tgtEl>
                                        <p:attrNameLst>
                                          <p:attrName>style.visibility</p:attrName>
                                        </p:attrNameLst>
                                      </p:cBhvr>
                                      <p:to>
                                        <p:strVal val="hidden"/>
                                      </p:to>
                                    </p:set>
                                  </p:childTnLst>
                                </p:cTn>
                              </p:par>
                              <p:par>
                                <p:cTn id="121" presetID="10" presetClass="exit" presetSubtype="0" fill="hold" grpId="2" nodeType="withEffect">
                                  <p:stCondLst>
                                    <p:cond delay="0"/>
                                  </p:stCondLst>
                                  <p:childTnLst>
                                    <p:animEffect transition="out" filter="fade">
                                      <p:cBhvr>
                                        <p:cTn id="122" dur="350" fill="hold"/>
                                        <p:tgtEl>
                                          <p:spTgt spid="16"/>
                                        </p:tgtEl>
                                      </p:cBhvr>
                                    </p:animEffect>
                                    <p:set>
                                      <p:cBhvr>
                                        <p:cTn id="123" dur="1" fill="hold">
                                          <p:stCondLst>
                                            <p:cond delay="350"/>
                                          </p:stCondLst>
                                        </p:cTn>
                                        <p:tgtEl>
                                          <p:spTgt spid="16"/>
                                        </p:tgtEl>
                                        <p:attrNameLst>
                                          <p:attrName>style.visibility</p:attrName>
                                        </p:attrNameLst>
                                      </p:cBhvr>
                                      <p:to>
                                        <p:strVal val="hidden"/>
                                      </p:to>
                                    </p:set>
                                  </p:childTnLst>
                                </p:cTn>
                              </p:par>
                              <p:par>
                                <p:cTn id="124" presetID="10" presetClass="entr" presetSubtype="0" fill="hold" grpId="2" nodeType="withEffect">
                                  <p:stCondLst>
                                    <p:cond delay="0"/>
                                  </p:stCondLst>
                                  <p:childTnLst>
                                    <p:animEffect transition="in" filter="fade">
                                      <p:cBhvr>
                                        <p:cTn id="125" dur="350" fill="hold"/>
                                        <p:tgtEl>
                                          <p:spTgt spid="69"/>
                                        </p:tgtEl>
                                      </p:cBhvr>
                                    </p:animEffect>
                                    <p:set>
                                      <p:cBhvr>
                                        <p:cTn id="126" dur="1" fill="hold">
                                          <p:stCondLst>
                                            <p:cond delay="0"/>
                                          </p:stCondLst>
                                        </p:cTn>
                                        <p:tgtEl>
                                          <p:spTgt spid="69"/>
                                        </p:tgtEl>
                                        <p:attrNameLst>
                                          <p:attrName>style.visibility</p:attrName>
                                        </p:attrNameLst>
                                      </p:cBhvr>
                                      <p:to>
                                        <p:strVal val="visible"/>
                                      </p:to>
                                    </p:set>
                                  </p:childTnLst>
                                </p:cTn>
                              </p:par>
                              <p:par>
                                <p:cTn id="127" presetID="10" presetClass="entr" presetSubtype="0" fill="hold" grpId="2" nodeType="withEffect">
                                  <p:stCondLst>
                                    <p:cond delay="0"/>
                                  </p:stCondLst>
                                  <p:childTnLst>
                                    <p:animEffect transition="in" filter="fade">
                                      <p:cBhvr>
                                        <p:cTn id="128" dur="350" fill="hold"/>
                                        <p:tgtEl>
                                          <p:spTgt spid="71"/>
                                        </p:tgtEl>
                                      </p:cBhvr>
                                    </p:animEffect>
                                    <p:set>
                                      <p:cBhvr>
                                        <p:cTn id="129" dur="1" fill="hold">
                                          <p:stCondLst>
                                            <p:cond delay="0"/>
                                          </p:stCondLst>
                                        </p:cTn>
                                        <p:tgtEl>
                                          <p:spTgt spid="71"/>
                                        </p:tgtEl>
                                        <p:attrNameLst>
                                          <p:attrName>style.visibility</p:attrName>
                                        </p:attrNameLst>
                                      </p:cBhvr>
                                      <p:to>
                                        <p:strVal val="visible"/>
                                      </p:to>
                                    </p:set>
                                  </p:childTnLst>
                                </p:cTn>
                              </p:par>
                              <p:par>
                                <p:cTn id="130" presetID="10" presetClass="entr" presetSubtype="0" fill="hold" grpId="2" nodeType="withEffect">
                                  <p:stCondLst>
                                    <p:cond delay="0"/>
                                  </p:stCondLst>
                                  <p:childTnLst>
                                    <p:animEffect transition="in" filter="fade">
                                      <p:cBhvr>
                                        <p:cTn id="131" dur="350" fill="hold"/>
                                        <p:tgtEl>
                                          <p:spTgt spid="75"/>
                                        </p:tgtEl>
                                      </p:cBhvr>
                                    </p:animEffect>
                                    <p:set>
                                      <p:cBhvr>
                                        <p:cTn id="132" dur="1" fill="hold">
                                          <p:stCondLst>
                                            <p:cond delay="0"/>
                                          </p:stCondLst>
                                        </p:cTn>
                                        <p:tgtEl>
                                          <p:spTgt spid="75"/>
                                        </p:tgtEl>
                                        <p:attrNameLst>
                                          <p:attrName>style.visibility</p:attrName>
                                        </p:attrNameLst>
                                      </p:cBhvr>
                                      <p:to>
                                        <p:strVal val="visible"/>
                                      </p:to>
                                    </p:set>
                                  </p:childTnLst>
                                </p:cTn>
                              </p:par>
                              <p:par>
                                <p:cTn id="133" presetID="10" presetClass="entr" presetSubtype="0" fill="hold" grpId="2" nodeType="withEffect">
                                  <p:stCondLst>
                                    <p:cond delay="0"/>
                                  </p:stCondLst>
                                  <p:childTnLst>
                                    <p:animEffect transition="in" filter="fade">
                                      <p:cBhvr>
                                        <p:cTn id="134" dur="350" fill="hold"/>
                                        <p:tgtEl>
                                          <p:spTgt spid="27"/>
                                        </p:tgtEl>
                                      </p:cBhvr>
                                    </p:animEffect>
                                    <p:set>
                                      <p:cBhvr>
                                        <p:cTn id="135" dur="1" fill="hold">
                                          <p:stCondLst>
                                            <p:cond delay="0"/>
                                          </p:stCondLst>
                                        </p:cTn>
                                        <p:tgtEl>
                                          <p:spTgt spid="27"/>
                                        </p:tgtEl>
                                        <p:attrNameLst>
                                          <p:attrName>style.visibility</p:attrName>
                                        </p:attrNameLst>
                                      </p:cBhvr>
                                      <p:to>
                                        <p:strVal val="visible"/>
                                      </p:to>
                                    </p:set>
                                  </p:childTnLst>
                                </p:cTn>
                              </p:par>
                              <p:par>
                                <p:cTn id="136" presetID="10" presetClass="entr" presetSubtype="0" fill="hold" grpId="2" nodeType="withEffect">
                                  <p:stCondLst>
                                    <p:cond delay="0"/>
                                  </p:stCondLst>
                                  <p:childTnLst>
                                    <p:animEffect transition="in" filter="fade">
                                      <p:cBhvr>
                                        <p:cTn id="137" dur="350" fill="hold"/>
                                        <p:tgtEl>
                                          <p:spTgt spid="28"/>
                                        </p:tgtEl>
                                      </p:cBhvr>
                                    </p:animEffect>
                                    <p:set>
                                      <p:cBhvr>
                                        <p:cTn id="138" dur="1" fill="hold">
                                          <p:stCondLst>
                                            <p:cond delay="0"/>
                                          </p:stCondLst>
                                        </p:cTn>
                                        <p:tgtEl>
                                          <p:spTgt spid="28"/>
                                        </p:tgtEl>
                                        <p:attrNameLst>
                                          <p:attrName>style.visibility</p:attrName>
                                        </p:attrNameLst>
                                      </p:cBhvr>
                                      <p:to>
                                        <p:strVal val="visible"/>
                                      </p:to>
                                    </p:set>
                                  </p:childTnLst>
                                </p:cTn>
                              </p:par>
                              <p:par>
                                <p:cTn id="139" presetID="10" presetClass="entr" presetSubtype="0" fill="hold" grpId="2" nodeType="withEffect">
                                  <p:stCondLst>
                                    <p:cond delay="0"/>
                                  </p:stCondLst>
                                  <p:childTnLst>
                                    <p:animEffect transition="in" filter="fade">
                                      <p:cBhvr>
                                        <p:cTn id="140" dur="350" fill="hold"/>
                                        <p:tgtEl>
                                          <p:spTgt spid="29"/>
                                        </p:tgtEl>
                                      </p:cBhvr>
                                    </p:animEffect>
                                    <p:set>
                                      <p:cBhvr>
                                        <p:cTn id="141" dur="1" fill="hold">
                                          <p:stCondLst>
                                            <p:cond delay="0"/>
                                          </p:stCondLst>
                                        </p:cTn>
                                        <p:tgtEl>
                                          <p:spTgt spid="29"/>
                                        </p:tgtEl>
                                        <p:attrNameLst>
                                          <p:attrName>style.visibility</p:attrName>
                                        </p:attrNameLst>
                                      </p:cBhvr>
                                      <p:to>
                                        <p:strVal val="visible"/>
                                      </p:to>
                                    </p:set>
                                  </p:childTnLst>
                                </p:cTn>
                              </p:par>
                              <p:par>
                                <p:cTn id="142" presetID="10" presetClass="exit" presetSubtype="0" fill="hold" grpId="2" nodeType="withEffect">
                                  <p:stCondLst>
                                    <p:cond delay="0"/>
                                  </p:stCondLst>
                                  <p:childTnLst>
                                    <p:animEffect transition="out" filter="fade">
                                      <p:cBhvr>
                                        <p:cTn id="143" dur="350" fill="hold"/>
                                        <p:tgtEl>
                                          <p:spTgt spid="30"/>
                                        </p:tgtEl>
                                      </p:cBhvr>
                                    </p:animEffect>
                                    <p:set>
                                      <p:cBhvr>
                                        <p:cTn id="144" dur="1" fill="hold">
                                          <p:stCondLst>
                                            <p:cond delay="350"/>
                                          </p:stCondLst>
                                        </p:cTn>
                                        <p:tgtEl>
                                          <p:spTgt spid="30"/>
                                        </p:tgtEl>
                                        <p:attrNameLst>
                                          <p:attrName>style.visibility</p:attrName>
                                        </p:attrNameLst>
                                      </p:cBhvr>
                                      <p:to>
                                        <p:strVal val="hidden"/>
                                      </p:to>
                                    </p:set>
                                  </p:childTnLst>
                                </p:cTn>
                              </p:par>
                              <p:par>
                                <p:cTn id="145" presetID="10" presetClass="exit" presetSubtype="0" fill="hold" grpId="2" nodeType="withEffect">
                                  <p:stCondLst>
                                    <p:cond delay="0"/>
                                  </p:stCondLst>
                                  <p:childTnLst>
                                    <p:animEffect transition="out" filter="fade">
                                      <p:cBhvr>
                                        <p:cTn id="146" dur="350" fill="hold"/>
                                        <p:tgtEl>
                                          <p:spTgt spid="31"/>
                                        </p:tgtEl>
                                      </p:cBhvr>
                                    </p:animEffect>
                                    <p:set>
                                      <p:cBhvr>
                                        <p:cTn id="147" dur="1" fill="hold">
                                          <p:stCondLst>
                                            <p:cond delay="350"/>
                                          </p:stCondLst>
                                        </p:cTn>
                                        <p:tgtEl>
                                          <p:spTgt spid="31"/>
                                        </p:tgtEl>
                                        <p:attrNameLst>
                                          <p:attrName>style.visibility</p:attrName>
                                        </p:attrNameLst>
                                      </p:cBhvr>
                                      <p:to>
                                        <p:strVal val="hidden"/>
                                      </p:to>
                                    </p:set>
                                  </p:childTnLst>
                                </p:cTn>
                              </p:par>
                              <p:par>
                                <p:cTn id="148" presetID="10" presetClass="exit" presetSubtype="0" fill="hold" grpId="2" nodeType="withEffect">
                                  <p:stCondLst>
                                    <p:cond delay="0"/>
                                  </p:stCondLst>
                                  <p:childTnLst>
                                    <p:animEffect transition="out" filter="fade">
                                      <p:cBhvr>
                                        <p:cTn id="149" dur="350" fill="hold"/>
                                        <p:tgtEl>
                                          <p:spTgt spid="32"/>
                                        </p:tgtEl>
                                      </p:cBhvr>
                                    </p:animEffect>
                                    <p:set>
                                      <p:cBhvr>
                                        <p:cTn id="150" dur="1" fill="hold">
                                          <p:stCondLst>
                                            <p:cond delay="350"/>
                                          </p:stCondLst>
                                        </p:cTn>
                                        <p:tgtEl>
                                          <p:spTgt spid="32"/>
                                        </p:tgtEl>
                                        <p:attrNameLst>
                                          <p:attrName>style.visibility</p:attrName>
                                        </p:attrNameLst>
                                      </p:cBhvr>
                                      <p:to>
                                        <p:strVal val="hidden"/>
                                      </p:to>
                                    </p:set>
                                  </p:childTnLst>
                                </p:cTn>
                              </p:par>
                              <p:par>
                                <p:cTn id="151" presetID="10" presetClass="exit" presetSubtype="0" fill="hold" grpId="2" nodeType="withEffect">
                                  <p:stCondLst>
                                    <p:cond delay="0"/>
                                  </p:stCondLst>
                                  <p:childTnLst>
                                    <p:animEffect transition="out" filter="fade">
                                      <p:cBhvr>
                                        <p:cTn id="152" dur="350" fill="hold"/>
                                        <p:tgtEl>
                                          <p:spTgt spid="33"/>
                                        </p:tgtEl>
                                      </p:cBhvr>
                                    </p:animEffect>
                                    <p:set>
                                      <p:cBhvr>
                                        <p:cTn id="153" dur="1" fill="hold">
                                          <p:stCondLst>
                                            <p:cond delay="350"/>
                                          </p:stCondLst>
                                        </p:cTn>
                                        <p:tgtEl>
                                          <p:spTgt spid="33"/>
                                        </p:tgtEl>
                                        <p:attrNameLst>
                                          <p:attrName>style.visibility</p:attrName>
                                        </p:attrNameLst>
                                      </p:cBhvr>
                                      <p:to>
                                        <p:strVal val="hidden"/>
                                      </p:to>
                                    </p:set>
                                  </p:childTnLst>
                                </p:cTn>
                              </p:par>
                              <p:par>
                                <p:cTn id="154" presetID="10" presetClass="exit" presetSubtype="0" fill="hold" grpId="2" nodeType="withEffect">
                                  <p:stCondLst>
                                    <p:cond delay="0"/>
                                  </p:stCondLst>
                                  <p:childTnLst>
                                    <p:animEffect transition="out" filter="fade">
                                      <p:cBhvr>
                                        <p:cTn id="155" dur="350" fill="hold"/>
                                        <p:tgtEl>
                                          <p:spTgt spid="34"/>
                                        </p:tgtEl>
                                      </p:cBhvr>
                                    </p:animEffect>
                                    <p:set>
                                      <p:cBhvr>
                                        <p:cTn id="156" dur="1" fill="hold">
                                          <p:stCondLst>
                                            <p:cond delay="350"/>
                                          </p:stCondLst>
                                        </p:cTn>
                                        <p:tgtEl>
                                          <p:spTgt spid="34"/>
                                        </p:tgtEl>
                                        <p:attrNameLst>
                                          <p:attrName>style.visibility</p:attrName>
                                        </p:attrNameLst>
                                      </p:cBhvr>
                                      <p:to>
                                        <p:strVal val="hidden"/>
                                      </p:to>
                                    </p:set>
                                  </p:childTnLst>
                                </p:cTn>
                              </p:par>
                              <p:par>
                                <p:cTn id="157" presetID="10" presetClass="exit" presetSubtype="0" fill="hold" grpId="2" nodeType="withEffect">
                                  <p:stCondLst>
                                    <p:cond delay="0"/>
                                  </p:stCondLst>
                                  <p:childTnLst>
                                    <p:animEffect transition="out" filter="fade">
                                      <p:cBhvr>
                                        <p:cTn id="158" dur="350" fill="hold"/>
                                        <p:tgtEl>
                                          <p:spTgt spid="35"/>
                                        </p:tgtEl>
                                      </p:cBhvr>
                                    </p:animEffect>
                                    <p:set>
                                      <p:cBhvr>
                                        <p:cTn id="159" dur="1" fill="hold">
                                          <p:stCondLst>
                                            <p:cond delay="350"/>
                                          </p:stCondLst>
                                        </p:cTn>
                                        <p:tgtEl>
                                          <p:spTgt spid="35"/>
                                        </p:tgtEl>
                                        <p:attrNameLst>
                                          <p:attrName>style.visibility</p:attrName>
                                        </p:attrNameLst>
                                      </p:cBhvr>
                                      <p:to>
                                        <p:strVal val="hidden"/>
                                      </p:to>
                                    </p:set>
                                  </p:childTnLst>
                                </p:cTn>
                              </p:par>
                              <p:par>
                                <p:cTn id="160" presetID="10" presetClass="exit" presetSubtype="0" fill="hold" grpId="2" nodeType="withEffect">
                                  <p:stCondLst>
                                    <p:cond delay="0"/>
                                  </p:stCondLst>
                                  <p:childTnLst>
                                    <p:animEffect transition="out" filter="fade">
                                      <p:cBhvr>
                                        <p:cTn id="161" dur="350" fill="hold"/>
                                        <p:tgtEl>
                                          <p:spTgt spid="36"/>
                                        </p:tgtEl>
                                      </p:cBhvr>
                                    </p:animEffect>
                                    <p:set>
                                      <p:cBhvr>
                                        <p:cTn id="162" dur="1" fill="hold">
                                          <p:stCondLst>
                                            <p:cond delay="350"/>
                                          </p:stCondLst>
                                        </p:cTn>
                                        <p:tgtEl>
                                          <p:spTgt spid="36"/>
                                        </p:tgtEl>
                                        <p:attrNameLst>
                                          <p:attrName>style.visibility</p:attrName>
                                        </p:attrNameLst>
                                      </p:cBhvr>
                                      <p:to>
                                        <p:strVal val="hidden"/>
                                      </p:to>
                                    </p:set>
                                  </p:childTnLst>
                                </p:cTn>
                              </p:par>
                              <p:par>
                                <p:cTn id="163" presetID="10" presetClass="exit" presetSubtype="0" fill="hold" grpId="2" nodeType="withEffect">
                                  <p:stCondLst>
                                    <p:cond delay="0"/>
                                  </p:stCondLst>
                                  <p:childTnLst>
                                    <p:animEffect transition="out" filter="fade">
                                      <p:cBhvr>
                                        <p:cTn id="164" dur="350" fill="hold"/>
                                        <p:tgtEl>
                                          <p:spTgt spid="37"/>
                                        </p:tgtEl>
                                      </p:cBhvr>
                                    </p:animEffect>
                                    <p:set>
                                      <p:cBhvr>
                                        <p:cTn id="165" dur="1" fill="hold">
                                          <p:stCondLst>
                                            <p:cond delay="350"/>
                                          </p:stCondLst>
                                        </p:cTn>
                                        <p:tgtEl>
                                          <p:spTgt spid="37"/>
                                        </p:tgtEl>
                                        <p:attrNameLst>
                                          <p:attrName>style.visibility</p:attrName>
                                        </p:attrNameLst>
                                      </p:cBhvr>
                                      <p:to>
                                        <p:strVal val="hidden"/>
                                      </p:to>
                                    </p:set>
                                  </p:childTnLst>
                                </p:cTn>
                              </p:par>
                              <p:par>
                                <p:cTn id="166" presetID="10" presetClass="exit" presetSubtype="0" fill="hold" grpId="2" nodeType="withEffect">
                                  <p:stCondLst>
                                    <p:cond delay="0"/>
                                  </p:stCondLst>
                                  <p:childTnLst>
                                    <p:animEffect transition="out" filter="fade">
                                      <p:cBhvr>
                                        <p:cTn id="167" dur="350" fill="hold"/>
                                        <p:tgtEl>
                                          <p:spTgt spid="38"/>
                                        </p:tgtEl>
                                      </p:cBhvr>
                                    </p:animEffect>
                                    <p:set>
                                      <p:cBhvr>
                                        <p:cTn id="168" dur="1" fill="hold">
                                          <p:stCondLst>
                                            <p:cond delay="350"/>
                                          </p:stCondLst>
                                        </p:cTn>
                                        <p:tgtEl>
                                          <p:spTgt spid="38"/>
                                        </p:tgtEl>
                                        <p:attrNameLst>
                                          <p:attrName>style.visibility</p:attrName>
                                        </p:attrNameLst>
                                      </p:cBhvr>
                                      <p:to>
                                        <p:strVal val="hidden"/>
                                      </p:to>
                                    </p:set>
                                  </p:childTnLst>
                                </p:cTn>
                              </p:par>
                              <p:par>
                                <p:cTn id="169" presetID="10" presetClass="exit" presetSubtype="0" fill="hold" grpId="2" nodeType="withEffect">
                                  <p:stCondLst>
                                    <p:cond delay="0"/>
                                  </p:stCondLst>
                                  <p:childTnLst>
                                    <p:animEffect transition="out" filter="fade">
                                      <p:cBhvr>
                                        <p:cTn id="170" dur="350" fill="hold"/>
                                        <p:tgtEl>
                                          <p:spTgt spid="39"/>
                                        </p:tgtEl>
                                      </p:cBhvr>
                                    </p:animEffect>
                                    <p:set>
                                      <p:cBhvr>
                                        <p:cTn id="171" dur="1" fill="hold">
                                          <p:stCondLst>
                                            <p:cond delay="350"/>
                                          </p:stCondLst>
                                        </p:cTn>
                                        <p:tgtEl>
                                          <p:spTgt spid="39"/>
                                        </p:tgtEl>
                                        <p:attrNameLst>
                                          <p:attrName>style.visibility</p:attrName>
                                        </p:attrNameLst>
                                      </p:cBhvr>
                                      <p:to>
                                        <p:strVal val="hidden"/>
                                      </p:to>
                                    </p:set>
                                  </p:childTnLst>
                                </p:cTn>
                              </p:par>
                              <p:par>
                                <p:cTn id="172" presetID="10" presetClass="exit" presetSubtype="0" fill="hold" grpId="2" nodeType="withEffect">
                                  <p:stCondLst>
                                    <p:cond delay="0"/>
                                  </p:stCondLst>
                                  <p:childTnLst>
                                    <p:animEffect transition="out" filter="fade">
                                      <p:cBhvr>
                                        <p:cTn id="173" dur="350" fill="hold"/>
                                        <p:tgtEl>
                                          <p:spTgt spid="40"/>
                                        </p:tgtEl>
                                      </p:cBhvr>
                                    </p:animEffect>
                                    <p:set>
                                      <p:cBhvr>
                                        <p:cTn id="174" dur="1" fill="hold">
                                          <p:stCondLst>
                                            <p:cond delay="350"/>
                                          </p:stCondLst>
                                        </p:cTn>
                                        <p:tgtEl>
                                          <p:spTgt spid="40"/>
                                        </p:tgtEl>
                                        <p:attrNameLst>
                                          <p:attrName>style.visibility</p:attrName>
                                        </p:attrNameLst>
                                      </p:cBhvr>
                                      <p:to>
                                        <p:strVal val="hidden"/>
                                      </p:to>
                                    </p:set>
                                  </p:childTnLst>
                                </p:cTn>
                              </p:par>
                              <p:par>
                                <p:cTn id="175" presetID="10" presetClass="entr" presetSubtype="0" fill="hold" grpId="2" nodeType="withEffect">
                                  <p:stCondLst>
                                    <p:cond delay="0"/>
                                  </p:stCondLst>
                                  <p:childTnLst>
                                    <p:animEffect transition="in" filter="fade">
                                      <p:cBhvr>
                                        <p:cTn id="176" dur="350" fill="hold"/>
                                        <p:tgtEl>
                                          <p:spTgt spid="41"/>
                                        </p:tgtEl>
                                      </p:cBhvr>
                                    </p:animEffect>
                                    <p:set>
                                      <p:cBhvr>
                                        <p:cTn id="177" dur="1" fill="hold">
                                          <p:stCondLst>
                                            <p:cond delay="0"/>
                                          </p:stCondLst>
                                        </p:cTn>
                                        <p:tgtEl>
                                          <p:spTgt spid="41"/>
                                        </p:tgtEl>
                                        <p:attrNameLst>
                                          <p:attrName>style.visibility</p:attrName>
                                        </p:attrNameLst>
                                      </p:cBhvr>
                                      <p:to>
                                        <p:strVal val="visible"/>
                                      </p:to>
                                    </p:set>
                                  </p:childTnLst>
                                </p:cTn>
                              </p:par>
                              <p:par>
                                <p:cTn id="178" presetID="10" presetClass="entr" presetSubtype="0" fill="hold" grpId="2" nodeType="withEffect">
                                  <p:stCondLst>
                                    <p:cond delay="0"/>
                                  </p:stCondLst>
                                  <p:childTnLst>
                                    <p:animEffect transition="in" filter="fade">
                                      <p:cBhvr>
                                        <p:cTn id="179" dur="350" fill="hold"/>
                                        <p:tgtEl>
                                          <p:spTgt spid="42"/>
                                        </p:tgtEl>
                                      </p:cBhvr>
                                    </p:animEffect>
                                    <p:set>
                                      <p:cBhvr>
                                        <p:cTn id="180" dur="1" fill="hold">
                                          <p:stCondLst>
                                            <p:cond delay="0"/>
                                          </p:stCondLst>
                                        </p:cTn>
                                        <p:tgtEl>
                                          <p:spTgt spid="42"/>
                                        </p:tgtEl>
                                        <p:attrNameLst>
                                          <p:attrName>style.visibility</p:attrName>
                                        </p:attrNameLst>
                                      </p:cBhvr>
                                      <p:to>
                                        <p:strVal val="visible"/>
                                      </p:to>
                                    </p:set>
                                  </p:childTnLst>
                                </p:cTn>
                              </p:par>
                              <p:par>
                                <p:cTn id="181" presetID="10" presetClass="entr" presetSubtype="0" fill="hold" grpId="2" nodeType="withEffect">
                                  <p:stCondLst>
                                    <p:cond delay="0"/>
                                  </p:stCondLst>
                                  <p:childTnLst>
                                    <p:animEffect transition="in" filter="fade">
                                      <p:cBhvr>
                                        <p:cTn id="182" dur="350" fill="hold"/>
                                        <p:tgtEl>
                                          <p:spTgt spid="43"/>
                                        </p:tgtEl>
                                      </p:cBhvr>
                                    </p:animEffect>
                                    <p:set>
                                      <p:cBhvr>
                                        <p:cTn id="183" dur="1" fill="hold">
                                          <p:stCondLst>
                                            <p:cond delay="0"/>
                                          </p:stCondLst>
                                        </p:cTn>
                                        <p:tgtEl>
                                          <p:spTgt spid="43"/>
                                        </p:tgtEl>
                                        <p:attrNameLst>
                                          <p:attrName>style.visibility</p:attrName>
                                        </p:attrNameLst>
                                      </p:cBhvr>
                                      <p:to>
                                        <p:strVal val="visible"/>
                                      </p:to>
                                    </p:set>
                                  </p:childTnLst>
                                </p:cTn>
                              </p:par>
                              <p:par>
                                <p:cTn id="184" presetID="10" presetClass="entr" presetSubtype="0" fill="hold" grpId="2" nodeType="withEffect">
                                  <p:stCondLst>
                                    <p:cond delay="0"/>
                                  </p:stCondLst>
                                  <p:childTnLst>
                                    <p:animEffect transition="in" filter="fade">
                                      <p:cBhvr>
                                        <p:cTn id="185" dur="350" fill="hold"/>
                                        <p:tgtEl>
                                          <p:spTgt spid="44"/>
                                        </p:tgtEl>
                                      </p:cBhvr>
                                    </p:animEffect>
                                    <p:set>
                                      <p:cBhvr>
                                        <p:cTn id="186"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2026-10-28T17:49:22.8960000Z</dcterms:created>
  <dcterms:modified xsi:type="dcterms:W3CDTF">2026-10-28T17:49:22.8960000Z</dcterms:modified>
</coreProperties>
</file>